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00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CALLAO LIMPIO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2267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Aplicación React para el registro ciudadano de puntos con acumulación de residuos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28620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Programación Web 2 · Ingeniería de Sistemas · Universidad Nacional del Callao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44622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Diego Enrique Cisneros Agurto · Rodrigo Alonso Bringas Martinez · José Alejandro Ancalla Alarcon · Jesús Thenee Soto Saldarriaga · Jhon Gesell Villanueva Portella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5029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Duración estimada: 40 minutos · 5 integrantes · 8 minutos por expositor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exposición y tiempos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13716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25272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Diego Enrique Cisneros Agurto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12527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Problemática, React, Vite y arquitectura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424160" y="1261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8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020824"/>
            <a:ext cx="137160" cy="4754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03911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Rodrigo Alonso Bringas Martinez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2039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Formulario, useState y registro de reportes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424160" y="2048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33EA"/>
                </a:solidFill>
              </a:rPr>
              <a:t>8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3716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82549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José Alejandro Ancalla Alarcon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28254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Props, listas, Reporte y renderizado condicional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8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593592"/>
            <a:ext cx="1371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6118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Jesús Thenee Soto Saldarriaga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Eventos, filtros, localStorage y persistencia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424160" y="3621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8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79976"/>
            <a:ext cx="13716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39826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Jhon Gesell Villanueva Portella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4398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Resumen estadístico, gráficos y cierre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424160" y="44074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8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Usar este slide como guion maestro: cada integrante toma su color y sus diapositivas asignadas.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1: problemática y propósito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Bloque 1 · Diego Enrique Cisneros Agurto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Problemática social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Acumulación de residuos sólidos en sectores urbanos del Callao.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Necesidad de registrar puntos críticos de forma ordenada.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El prototipo ayuda a practicar una solución tecnológica simple.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Alcance académico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48006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No es una aplicación oficial.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No envía reportes a autoridades.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Los datos quedan en el navegador mediante localStorage.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489204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510235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cabecera de la aplicación Callao Limpio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1: ¿por qué React?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Bloque 1 · Diego Enrique Cisneros Agurto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577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React permite construir interfaces mediante componentes reutilizables.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En lugar de crear elementos manualmente con DOM, cambiamos el estado y React actualiza la pantalla.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JSX permite escribir una estructura similar a HTML dentro de JavaScript.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Vite facilita crear y ejecutar el entorno de desarrollo.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5877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carpeta src y archivo main.jsx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No profundizar en teoría avanzada; relacionar React con lo que ya hicieron en JavaScript vanilla.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1: estructura general del proyecto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Bloque 1 · Diego Enrique Cisneros Agurto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Archivos principales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9319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Estadisticas.jsx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FormularioReporte.jsx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FiltroReportes.jsx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ListaReportes.jsx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ResumenEstadistico.jsx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49240" y="1280160"/>
            <a:ext cx="0" cy="38862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600200"/>
            <a:ext cx="53035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main.jsx monta App en root.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App.jsx centraliza estado y funciones.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components divide la interfaz en partes pequeñas.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README.md explica instalación y ejecución en Windows 11.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Mostrar en VS Code/Explorer la estructura real del proyecto.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1: objetivo funcional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Bloque 1 · Diego Enrique Cisneros Agurto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52120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Registrar reportes de acumulación de residuos.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Mostrar reportes en una lista actualizada.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Filtrar por estado: todos, pendientes y atendidos.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Guardar los reportes en el navegador.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Consultar estadísticas simples del prototipo.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4663440" cy="32461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7934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pantalla principal sin abrir código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Cerrar bloque indicando que luego se explicará cómo se crea un reporte desde el formulario.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2: formulario de registro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33EA"/>
                </a:solidFill>
              </a:rPr>
              <a:t>Bloque 2 · Rodrigo Alonso Bringas Martinez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212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Componente: FormularioReporte.jsx.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Campos: distrito, ubicación, tipo de residuo y descripción.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Todos los campos se validan antes de registrar.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 reporte inicia con estado Pendiente.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4389120" cy="329184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679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formulario vacío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Preparar un ejemplo breve de reporte para ingresarlo durante la demostración.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2: useState e inputs controlados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33EA"/>
                </a:solidFill>
              </a:rPr>
              <a:t>Bloque 2 · Rodrigo Alonso Bringas Martinez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Idea central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5212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Cada campo conserva su valor con useState.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value muestra el valor actual.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onChange actualiza el estado cuando el usuario escribe o selecciona.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React mantiene sincronizado el formulario con el estado.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Ejemplo que puede explicarse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[distrito, setDistrito] = useState("");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value={distrito}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onChange={(e) =&gt; setDistrito(e.target.value)}&gt;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No memorizar el código exacto; explicar la relación entre value, onChange y estado.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2: envío y validación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33EA"/>
                </a:solidFill>
              </a:rPr>
              <a:t>Bloque 2 · Rodrigo Alonso Bringas Martinez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66928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onSubmit ejecuta la función de envío.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preventDefault evita que el formulario recargue la página.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trim ayuda a rechazar campos vacíos o solo espacios.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Al validar, se crea el objeto reporte y se envía al componente App mediante una prop.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141732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formulario con datos antes de pulsar Registrar reporte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Explicar que FormularioReporte no guarda la lista completa; solo envía el nuevo reporte.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2: objeto reporte generado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33EA"/>
                </a:solidFill>
              </a:rPr>
              <a:t>Bloque 2 · Rodrigo Alonso Bringas Martinez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Estructura esperada del objeto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663440" cy="28803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Date.now(),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distrito: "Callao",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ubicacion: "Av. Argentina...",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tipo: "Residuos domésticos",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descripcion: "Acumulación...",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estado: "Pendiente"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6634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id identifica la tarjeta.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estado inicia como Pendiente.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App agrega el objeto al arreglo de reportes.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 formulario se limpia luego de registrar.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Conectar esta parte con el bloque siguiente: el arreglo de reportes se muestra mediante map.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3: props y comunicación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Bloque 3 · José Alejandro Ancalla Alarcon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48640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Las props permiten enviar datos y funciones desde un componente padre hacia un hijo.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App entrega funciones al formulario y a cada reporte.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ListaReportes recibe el arreglo de reportes filtrados.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Reporte recibe la información de un solo reporte y sus acciones.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208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App.jsx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0208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ListaReportes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6696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20208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Reporte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09560" y="2130552"/>
            <a:ext cx="2286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55480" y="2130552"/>
            <a:ext cx="41148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La palabra clave de esta sección es props: datos y funciones que viajan hacia componentes hijos.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3: listas con map()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Bloque 3 · José Alejandro Ancalla Alarcon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Concepto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47548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</a:rPr>
              <a:t>map recorre el arreglo de reportes.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Por cada objeto genera un componente Reporte.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key usa el id para identificar cada tarjeta.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La interfaz crece o disminuye según cambia el arreglo.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Ejemplo de explicación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466344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reportes.map((reporte) =&gt;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&lt;Reporte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key={reporte.id}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reporte={reporte}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Indicar que map no modifica el arreglo original; genera una salida para la interfaz.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3: tarjeta Reporte.jsx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Bloque 3 · José Alejandro Ancalla Alarcon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0292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Muestra distrito, ubicación, tipo, descripción y estado.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Tiene botón para cambiar estado.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Tiene botón para eliminar.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Su contenido viene desde la prop reporte.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14300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963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una tarjeta de reporte visible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Explicar la tarjeta como una pieza reutilizable: cada reporte se representa con el mismo componente.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3: renderizado condicional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Bloque 3 · José Alejandro Ancalla Alarcon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4864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Si no existen reportes, se muestra un mensaje vacío.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Si el filtro no devuelve resultados, se muestra otro mensaje.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 botón cambia de texto según el estado: Marcar atendido o Volver a pendiente.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Esta lógica evita crear pantallas separadas.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448056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633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filtro sin resultados o lista vacía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Preparar un caso: eliminar todos o aplicar un filtro sin datos para mostrar el mensaje.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4: eventos principales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Bloque 4 · Jesús Thenee Soto Saldarriaga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212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onClick ejecuta acciones del usuario.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Cambiar estado modifica Pendiente ⇄ Atendido.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Eliminar retira un reporte del arreglo.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Filtrar cambia qué reportes se muestran, sin borrar datos.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371600"/>
            <a:ext cx="448056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5420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botones Marcar atendido y Eliminar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Usar verbos simples: crear, cambiar, filtrar, eliminar.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4: map() y filter() en App.jsx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Bloque 4 · Jesús Thenee Soto Saldarriaga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Para cambiar estado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map recorre todos los reportes.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Solo cambia el reporte cuyo id coincide.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Los demás quedan iguales.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Para eliminar o filtrar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645920"/>
            <a:ext cx="46634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filter crea un nuevo arreglo.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Puede quitar un id específico.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También puede mostrar solo pendientes o atendidos.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1605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62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filtro Pendientes aplicado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1605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462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filtro Atendidos aplicado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4: persistencia con localStorage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Bloque 4 · Jesús Thenee Soto Saldarriaga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4864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localStorage pertenece al navegador, no a React.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Permite conservar texto aunque se recargue la página.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JSON.stringify convierte el arreglo en texto.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JSON.parse recupera el texto como arreglo.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useEffect guarda cuando cambia reportes.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397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203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</a:rPr>
              <a:t>reportes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452360" y="2286000"/>
            <a:ext cx="182880" cy="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201168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397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203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</a:rPr>
              <a:t>JSON.stringify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686800" y="2286000"/>
            <a:ext cx="182880" cy="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69680" y="201168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397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203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</a:rPr>
              <a:t>localStorage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921240" y="2286000"/>
            <a:ext cx="182880" cy="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201168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397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2203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827"/>
                </a:solidFill>
              </a:rPr>
              <a:t>JSON.parse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Recalcar que no hay backend: si se cambia de navegador o puerto, no se comparte la información.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4: pruebas de funcionamiento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Bloque 4 · Jesús Thenee Soto Saldarriaga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57784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Registrar tres reportes.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Marcar uno como atendido.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Eliminar uno.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Probar filtros.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Recargar la página y verificar que los reportes permanecen.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Abrir consola y comprobar que no hay errores.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438912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679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recarga con datos conservados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Este bloque prepara la transición hacia estadísticas: los datos persistidos alimentan los gráficos.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5: resumen estadístico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Bloque 5 · Jhon Gesell Villanueva Portella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7607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Componente nuevo: ResumenEstadistico.jsx.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Recibe reportes mediante props.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Calcula pendientes, atendidos y reportes por distrito.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No guarda estadísticas por separado.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No usa librerías externas de gráficos.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234440"/>
            <a:ext cx="429768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5877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sección Resumen estadístico completa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Esta es la parte de Jhon porque corresponde al último cambio que falta completar con CODEX.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5: gráfico circular con CSS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Bloque 5 · Jhon Gesell Villanueva Portella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5778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Total = cantidad de reportes.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Pendientes y atendidos se obtienen filtrando o contando.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El porcentaje se calcula sobre el total.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CSS con conic-gradient pinta el círculo.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Si no hay datos, se muestra un estado neutro.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Fórmula simple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4389120" cy="16459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porcentajePendientes =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(pendientes / total) * 100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conic-gradient(...)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Decir claramente: no usamos Chart.js; el cálculo es JavaScript y la representación es CSS.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5: barras por distrito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Bloque 5 · Jhon Gesell Villanueva Portella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4864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Se cuentan reportes agrupados por distrito.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Solo se muestran distritos con reportes.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La barra más alta o larga representa el máximo.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Las demás barras usan un porcentaje proporcional.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Al registrar o eliminar reportes, React vuelve a renderizar el gráfico.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Cálculo visual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4389120" cy="10972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(cantidadDistrito / maximo) * 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154680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7078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barras por Callao, Bellavista, Ventanilla y La Perla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5: demostración final de la aplicación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Bloque 5 · Jhon Gesell Villanueva Portella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5943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Registrar un reporte nuevo.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Ver actualización de tarjetas estadísticas.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Cambiar un reporte a Atendido.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Observar cambio en gráfico circular.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Filtrar reportes pendientes y atendidos.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Mostrar barras por distrito y cerrar con limitaciones del prototipo.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12280" y="114300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6563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Insertar captura: vista general con 8 reportes y gráficos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Esta diapositiva puede usarse con la aplicación abierta en vivo en lugar de una captura.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aprendizaje y límites del prototipo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438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Bloque 5 · Jhon Gesell Villanueva Portella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99669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Aprendimos a dividir una interfaz en componentes React.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Usamos estado, props, eventos, listas y renderizado condicional.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Conservamos datos con localStorage.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Añadimos estadísticas y gráficos sin librerías externas.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El prototipo es académico; una solución real requeriría backend, usuarios, validación institucional y despliegue.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Cierre grupal: agradecer y dejar lista la aplicación para preguntas del docente.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probables del docente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Callao Limpio · Programación Web 2 · React + Vite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¿Qué diferencia hay entre estado y props?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¿Por qué usamos componentes?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¿Qué hace useEffect?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¿Por qué no manipulamos DOM directamente?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Proyecto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691640"/>
            <a:ext cx="48006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¿Dónde se guardan los reportes?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¿Qué pasa si se borra localStorage?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¿Por qué no usamos backend?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¿Por qué no usamos librerías de gráficos?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824728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3412"/>
                </a:solidFill>
              </a:rPr>
              <a:t>Comentario para el equipo: Usar como diapositiva de respaldo para preguntas y respuestas al final.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Callao Limpio - Programación Web 2</dc:title>
  <dc:subject>Base de exposición React - Callao Limpio</dc:subject>
  <dc:creator>ChatGPT</dc:creator>
  <cp:lastModifiedBy>ChatGPT</cp:lastModifiedBy>
  <cp:revision>1</cp:revision>
  <dcterms:created xsi:type="dcterms:W3CDTF">2026-09-30T03:21:35Z</dcterms:created>
  <dcterms:modified xsi:type="dcterms:W3CDTF">2026-09-30T03:21:35Z</dcterms:modified>
</cp:coreProperties>
</file>