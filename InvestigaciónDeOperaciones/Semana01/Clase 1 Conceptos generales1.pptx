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fif" ContentType="image/jpeg"/>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2.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3.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16.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24.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25.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26.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notesSlides/notesSlide39.xml" ContentType="application/vnd.openxmlformats-officedocument.presentationml.notesSlide+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notesSlides/notesSlide40.xml" ContentType="application/vnd.openxmlformats-officedocument.presentationml.notesSlide+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notesSlides/notesSlide41.xml" ContentType="application/vnd.openxmlformats-officedocument.presentationml.notesSlide+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notesSlides/notesSlide42.xml" ContentType="application/vnd.openxmlformats-officedocument.presentationml.notesSlide+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notesSlides/notesSlide43.xml" ContentType="application/vnd.openxmlformats-officedocument.presentationml.notesSlide+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notesSlides/notesSlide44.xml" ContentType="application/vnd.openxmlformats-officedocument.presentationml.notesSlide+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notesSlides/notesSlide45.xml" ContentType="application/vnd.openxmlformats-officedocument.presentationml.notesSlide+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notesSlides/notesSlide49.xml" ContentType="application/vnd.openxmlformats-officedocument.presentationml.notesSlide+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diagrams/data35.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7"/>
  </p:notesMasterIdLst>
  <p:handoutMasterIdLst>
    <p:handoutMasterId r:id="rId68"/>
  </p:handoutMasterIdLst>
  <p:sldIdLst>
    <p:sldId id="481" r:id="rId2"/>
    <p:sldId id="320" r:id="rId3"/>
    <p:sldId id="413" r:id="rId4"/>
    <p:sldId id="259" r:id="rId5"/>
    <p:sldId id="281" r:id="rId6"/>
    <p:sldId id="282" r:id="rId7"/>
    <p:sldId id="283" r:id="rId8"/>
    <p:sldId id="422" r:id="rId9"/>
    <p:sldId id="261" r:id="rId10"/>
    <p:sldId id="332" r:id="rId11"/>
    <p:sldId id="262" r:id="rId12"/>
    <p:sldId id="263" r:id="rId13"/>
    <p:sldId id="264" r:id="rId14"/>
    <p:sldId id="265" r:id="rId15"/>
    <p:sldId id="266" r:id="rId16"/>
    <p:sldId id="418" r:id="rId17"/>
    <p:sldId id="287" r:id="rId18"/>
    <p:sldId id="288" r:id="rId19"/>
    <p:sldId id="289" r:id="rId20"/>
    <p:sldId id="290" r:id="rId21"/>
    <p:sldId id="294" r:id="rId22"/>
    <p:sldId id="295" r:id="rId23"/>
    <p:sldId id="296" r:id="rId24"/>
    <p:sldId id="402" r:id="rId25"/>
    <p:sldId id="297" r:id="rId26"/>
    <p:sldId id="420" r:id="rId27"/>
    <p:sldId id="298" r:id="rId28"/>
    <p:sldId id="299" r:id="rId29"/>
    <p:sldId id="300" r:id="rId30"/>
    <p:sldId id="301" r:id="rId31"/>
    <p:sldId id="371" r:id="rId32"/>
    <p:sldId id="258" r:id="rId33"/>
    <p:sldId id="464" r:id="rId34"/>
    <p:sldId id="465" r:id="rId35"/>
    <p:sldId id="466" r:id="rId36"/>
    <p:sldId id="467" r:id="rId37"/>
    <p:sldId id="468" r:id="rId38"/>
    <p:sldId id="469" r:id="rId39"/>
    <p:sldId id="470" r:id="rId40"/>
    <p:sldId id="369" r:id="rId41"/>
    <p:sldId id="372" r:id="rId42"/>
    <p:sldId id="374" r:id="rId43"/>
    <p:sldId id="375" r:id="rId44"/>
    <p:sldId id="376" r:id="rId45"/>
    <p:sldId id="475" r:id="rId46"/>
    <p:sldId id="476" r:id="rId47"/>
    <p:sldId id="477" r:id="rId48"/>
    <p:sldId id="478" r:id="rId49"/>
    <p:sldId id="479" r:id="rId50"/>
    <p:sldId id="480" r:id="rId51"/>
    <p:sldId id="426" r:id="rId52"/>
    <p:sldId id="427" r:id="rId53"/>
    <p:sldId id="428" r:id="rId54"/>
    <p:sldId id="430" r:id="rId55"/>
    <p:sldId id="431" r:id="rId56"/>
    <p:sldId id="433" r:id="rId57"/>
    <p:sldId id="434" r:id="rId58"/>
    <p:sldId id="435" r:id="rId59"/>
    <p:sldId id="436" r:id="rId60"/>
    <p:sldId id="437" r:id="rId61"/>
    <p:sldId id="438" r:id="rId62"/>
    <p:sldId id="443" r:id="rId63"/>
    <p:sldId id="456" r:id="rId64"/>
    <p:sldId id="318" r:id="rId65"/>
    <p:sldId id="473" r:id="rId66"/>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315" autoAdjust="0"/>
    <p:restoredTop sz="94660"/>
  </p:normalViewPr>
  <p:slideViewPr>
    <p:cSldViewPr snapToGrid="0">
      <p:cViewPr varScale="1">
        <p:scale>
          <a:sx n="159" d="100"/>
          <a:sy n="159" d="100"/>
        </p:scale>
        <p:origin x="888" y="132"/>
      </p:cViewPr>
      <p:guideLst>
        <p:guide orient="horz" pos="2160"/>
        <p:guide pos="3840"/>
      </p:guideLst>
    </p:cSldViewPr>
  </p:slideViewPr>
  <p:notesTextViewPr>
    <p:cViewPr>
      <p:scale>
        <a:sx n="1" d="1"/>
        <a:sy n="1" d="1"/>
      </p:scale>
      <p:origin x="0" y="0"/>
    </p:cViewPr>
  </p:notesTextViewPr>
  <p:sorterViewPr>
    <p:cViewPr varScale="1">
      <p:scale>
        <a:sx n="1" d="1"/>
        <a:sy n="1" d="1"/>
      </p:scale>
      <p:origin x="0" y="-11772"/>
    </p:cViewPr>
  </p:sorterViewPr>
  <p:notesViewPr>
    <p:cSldViewPr snapToGrid="0">
      <p:cViewPr varScale="1">
        <p:scale>
          <a:sx n="87" d="100"/>
          <a:sy n="87" d="100"/>
        </p:scale>
        <p:origin x="3840" y="9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D909678-26EE-4620-BB90-5760E9B8600F}"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s-ES"/>
        </a:p>
      </dgm:t>
    </dgm:pt>
    <dgm:pt modelId="{143FF76B-9D7E-4AAE-A14E-02C73DB3ADB5}">
      <dgm:prSet custT="1"/>
      <dgm:spPr>
        <a:solidFill>
          <a:schemeClr val="accent6">
            <a:lumMod val="40000"/>
            <a:lumOff val="60000"/>
          </a:schemeClr>
        </a:solidFill>
      </dgm:spPr>
      <dgm:t>
        <a:bodyPr/>
        <a:lstStyle/>
        <a:p>
          <a:pPr rtl="0"/>
          <a:r>
            <a:rPr lang="es-ES_tradnl" sz="2800" b="1" i="0" dirty="0">
              <a:solidFill>
                <a:srgbClr val="FF0000"/>
              </a:solidFill>
              <a:latin typeface="Arial Narrow" pitchFamily="34" charset="0"/>
            </a:rPr>
            <a:t>Resumiendo: </a:t>
          </a:r>
          <a:endParaRPr lang="es-ES" sz="2800" b="1" dirty="0">
            <a:solidFill>
              <a:srgbClr val="FF0000"/>
            </a:solidFill>
            <a:latin typeface="Arial Narrow" pitchFamily="34" charset="0"/>
          </a:endParaRPr>
        </a:p>
      </dgm:t>
    </dgm:pt>
    <dgm:pt modelId="{A1E5C3B2-07DF-4598-B643-91B53082A612}" type="parTrans" cxnId="{DE20BDD9-0764-4B66-8276-921250980059}">
      <dgm:prSet/>
      <dgm:spPr/>
      <dgm:t>
        <a:bodyPr/>
        <a:lstStyle/>
        <a:p>
          <a:endParaRPr lang="es-ES" sz="2800">
            <a:latin typeface="Arial Narrow" pitchFamily="34" charset="0"/>
          </a:endParaRPr>
        </a:p>
      </dgm:t>
    </dgm:pt>
    <dgm:pt modelId="{B4EAC0B5-42C0-4DF5-8944-1487C2280186}" type="sibTrans" cxnId="{DE20BDD9-0764-4B66-8276-921250980059}">
      <dgm:prSet/>
      <dgm:spPr/>
      <dgm:t>
        <a:bodyPr/>
        <a:lstStyle/>
        <a:p>
          <a:endParaRPr lang="es-ES" sz="2800">
            <a:latin typeface="Arial Narrow" pitchFamily="34" charset="0"/>
          </a:endParaRPr>
        </a:p>
      </dgm:t>
    </dgm:pt>
    <dgm:pt modelId="{E03290D8-5A24-4390-ADF4-66E64C962501}">
      <dgm:prSet custT="1"/>
      <dgm:spPr>
        <a:solidFill>
          <a:schemeClr val="accent5">
            <a:lumMod val="20000"/>
            <a:lumOff val="80000"/>
            <a:alpha val="90000"/>
          </a:schemeClr>
        </a:solidFill>
      </dgm:spPr>
      <dgm:t>
        <a:bodyPr/>
        <a:lstStyle/>
        <a:p>
          <a:pPr algn="just" rtl="0"/>
          <a:r>
            <a:rPr lang="es-ES" sz="2800" b="1" i="0" dirty="0">
              <a:latin typeface="Arial Narrow" pitchFamily="34" charset="0"/>
            </a:rPr>
            <a:t>La Investigación de operaciones es el uso de la matemática e informática para resolver problemas del mundo real, tomando decisiones acertadas que garanticen el éxito.</a:t>
          </a:r>
          <a:endParaRPr lang="es-ES" sz="2800" b="1" dirty="0">
            <a:latin typeface="Arial Narrow" pitchFamily="34" charset="0"/>
          </a:endParaRPr>
        </a:p>
      </dgm:t>
    </dgm:pt>
    <dgm:pt modelId="{D86E2206-0195-4AAB-95D9-B5217E2ED020}" type="parTrans" cxnId="{5F17C86A-F3ED-404E-9300-8B36B53B896F}">
      <dgm:prSet/>
      <dgm:spPr/>
      <dgm:t>
        <a:bodyPr/>
        <a:lstStyle/>
        <a:p>
          <a:endParaRPr lang="es-ES" sz="2800">
            <a:latin typeface="Arial Narrow" pitchFamily="34" charset="0"/>
          </a:endParaRPr>
        </a:p>
      </dgm:t>
    </dgm:pt>
    <dgm:pt modelId="{0899CDD1-9A60-4290-A539-60BD41EB9098}" type="sibTrans" cxnId="{5F17C86A-F3ED-404E-9300-8B36B53B896F}">
      <dgm:prSet/>
      <dgm:spPr/>
      <dgm:t>
        <a:bodyPr/>
        <a:lstStyle/>
        <a:p>
          <a:endParaRPr lang="es-ES" sz="2800">
            <a:latin typeface="Arial Narrow" pitchFamily="34" charset="0"/>
          </a:endParaRPr>
        </a:p>
      </dgm:t>
    </dgm:pt>
    <dgm:pt modelId="{A08C5CFF-4E7A-4CAC-ABA2-4D12A44D7716}" type="pres">
      <dgm:prSet presAssocID="{CD909678-26EE-4620-BB90-5760E9B8600F}" presName="Name0" presStyleCnt="0">
        <dgm:presLayoutVars>
          <dgm:dir/>
          <dgm:animLvl val="lvl"/>
          <dgm:resizeHandles val="exact"/>
        </dgm:presLayoutVars>
      </dgm:prSet>
      <dgm:spPr/>
    </dgm:pt>
    <dgm:pt modelId="{4C880399-30B3-40D6-9B77-07C12954CE02}" type="pres">
      <dgm:prSet presAssocID="{143FF76B-9D7E-4AAE-A14E-02C73DB3ADB5}" presName="linNode" presStyleCnt="0"/>
      <dgm:spPr/>
    </dgm:pt>
    <dgm:pt modelId="{4BF5DF39-2C8D-436A-A950-49174EE865BB}" type="pres">
      <dgm:prSet presAssocID="{143FF76B-9D7E-4AAE-A14E-02C73DB3ADB5}" presName="parentText" presStyleLbl="node1" presStyleIdx="0" presStyleCnt="1" custScaleX="59856" custScaleY="29551" custLinFactNeighborX="-16238" custLinFactNeighborY="-33366">
        <dgm:presLayoutVars>
          <dgm:chMax val="1"/>
          <dgm:bulletEnabled val="1"/>
        </dgm:presLayoutVars>
      </dgm:prSet>
      <dgm:spPr/>
    </dgm:pt>
    <dgm:pt modelId="{CB702D29-1D4E-48A8-992E-A1B5B851A03F}" type="pres">
      <dgm:prSet presAssocID="{143FF76B-9D7E-4AAE-A14E-02C73DB3ADB5}" presName="descendantText" presStyleLbl="alignAccFollowNode1" presStyleIdx="0" presStyleCnt="1" custScaleX="125503" custScaleY="125122" custLinFactNeighborX="28" custLinFactNeighborY="-10782">
        <dgm:presLayoutVars>
          <dgm:bulletEnabled val="1"/>
        </dgm:presLayoutVars>
      </dgm:prSet>
      <dgm:spPr/>
    </dgm:pt>
  </dgm:ptLst>
  <dgm:cxnLst>
    <dgm:cxn modelId="{07959849-5A46-4562-8FB5-B6604C9009FE}" type="presOf" srcId="{E03290D8-5A24-4390-ADF4-66E64C962501}" destId="{CB702D29-1D4E-48A8-992E-A1B5B851A03F}" srcOrd="0" destOrd="0" presId="urn:microsoft.com/office/officeart/2005/8/layout/vList5"/>
    <dgm:cxn modelId="{5F17C86A-F3ED-404E-9300-8B36B53B896F}" srcId="{143FF76B-9D7E-4AAE-A14E-02C73DB3ADB5}" destId="{E03290D8-5A24-4390-ADF4-66E64C962501}" srcOrd="0" destOrd="0" parTransId="{D86E2206-0195-4AAB-95D9-B5217E2ED020}" sibTransId="{0899CDD1-9A60-4290-A539-60BD41EB9098}"/>
    <dgm:cxn modelId="{38460A6F-045C-477B-A5E7-89A30458D079}" type="presOf" srcId="{CD909678-26EE-4620-BB90-5760E9B8600F}" destId="{A08C5CFF-4E7A-4CAC-ABA2-4D12A44D7716}" srcOrd="0" destOrd="0" presId="urn:microsoft.com/office/officeart/2005/8/layout/vList5"/>
    <dgm:cxn modelId="{DE20BDD9-0764-4B66-8276-921250980059}" srcId="{CD909678-26EE-4620-BB90-5760E9B8600F}" destId="{143FF76B-9D7E-4AAE-A14E-02C73DB3ADB5}" srcOrd="0" destOrd="0" parTransId="{A1E5C3B2-07DF-4598-B643-91B53082A612}" sibTransId="{B4EAC0B5-42C0-4DF5-8944-1487C2280186}"/>
    <dgm:cxn modelId="{B3B682E5-A2F7-4FE3-B342-159513593BA6}" type="presOf" srcId="{143FF76B-9D7E-4AAE-A14E-02C73DB3ADB5}" destId="{4BF5DF39-2C8D-436A-A950-49174EE865BB}" srcOrd="0" destOrd="0" presId="urn:microsoft.com/office/officeart/2005/8/layout/vList5"/>
    <dgm:cxn modelId="{5BD79658-E982-44B9-9DA1-D221023C117C}" type="presParOf" srcId="{A08C5CFF-4E7A-4CAC-ABA2-4D12A44D7716}" destId="{4C880399-30B3-40D6-9B77-07C12954CE02}" srcOrd="0" destOrd="0" presId="urn:microsoft.com/office/officeart/2005/8/layout/vList5"/>
    <dgm:cxn modelId="{E9CA1973-171D-4D1C-8F64-AD321B75459E}" type="presParOf" srcId="{4C880399-30B3-40D6-9B77-07C12954CE02}" destId="{4BF5DF39-2C8D-436A-A950-49174EE865BB}" srcOrd="0" destOrd="0" presId="urn:microsoft.com/office/officeart/2005/8/layout/vList5"/>
    <dgm:cxn modelId="{56BB4F94-7079-4CDC-A17C-09B487444DF9}" type="presParOf" srcId="{4C880399-30B3-40D6-9B77-07C12954CE02}" destId="{CB702D29-1D4E-48A8-992E-A1B5B851A03F}"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B8E5E9A-EC70-419F-9A84-891D0A4D2DB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ES"/>
        </a:p>
      </dgm:t>
    </dgm:pt>
    <dgm:pt modelId="{83501AFD-2052-400F-B8AD-A11F63B3BBFE}">
      <dgm:prSet custT="1"/>
      <dgm:spPr>
        <a:solidFill>
          <a:schemeClr val="bg2"/>
        </a:solidFill>
      </dgm:spPr>
      <dgm:t>
        <a:bodyPr/>
        <a:lstStyle/>
        <a:p>
          <a:pPr algn="just" rtl="0"/>
          <a:r>
            <a:rPr lang="es-ES_tradnl" sz="2800" b="1" i="0" dirty="0">
              <a:solidFill>
                <a:srgbClr val="FF0000"/>
              </a:solidFill>
              <a:latin typeface="Arial Narrow" panose="020B0606020202030204" pitchFamily="34" charset="0"/>
            </a:rPr>
            <a:t>1. </a:t>
          </a:r>
          <a:r>
            <a:rPr lang="es-ES_tradnl" sz="2800" b="1" i="0" dirty="0">
              <a:solidFill>
                <a:schemeClr val="tx1"/>
              </a:solidFill>
              <a:latin typeface="Arial Narrow" panose="020B0606020202030204" pitchFamily="34" charset="0"/>
            </a:rPr>
            <a:t>Apoyar a la toma de decisiones.</a:t>
          </a:r>
          <a:endParaRPr lang="es-ES" sz="2800" b="1" dirty="0">
            <a:solidFill>
              <a:schemeClr val="tx1"/>
            </a:solidFill>
            <a:latin typeface="Arial Narrow" panose="020B0606020202030204" pitchFamily="34" charset="0"/>
          </a:endParaRPr>
        </a:p>
      </dgm:t>
    </dgm:pt>
    <dgm:pt modelId="{7C5DC402-59E0-4947-B953-7A66545BD874}" type="parTrans" cxnId="{BC12D4BD-B2FB-4A45-9973-7B1F1E3FDD11}">
      <dgm:prSet/>
      <dgm:spPr/>
      <dgm:t>
        <a:bodyPr/>
        <a:lstStyle/>
        <a:p>
          <a:pPr algn="just"/>
          <a:endParaRPr lang="es-ES" sz="2800" b="1">
            <a:solidFill>
              <a:schemeClr val="tx1"/>
            </a:solidFill>
            <a:latin typeface="Arial Narrow" panose="020B0606020202030204" pitchFamily="34" charset="0"/>
          </a:endParaRPr>
        </a:p>
      </dgm:t>
    </dgm:pt>
    <dgm:pt modelId="{3871A05F-D4D9-4D4E-8CAB-4CF4A07F1286}" type="sibTrans" cxnId="{BC12D4BD-B2FB-4A45-9973-7B1F1E3FDD11}">
      <dgm:prSet/>
      <dgm:spPr/>
      <dgm:t>
        <a:bodyPr/>
        <a:lstStyle/>
        <a:p>
          <a:pPr algn="just"/>
          <a:endParaRPr lang="es-ES" sz="2800" b="1">
            <a:solidFill>
              <a:schemeClr val="tx1"/>
            </a:solidFill>
            <a:latin typeface="Arial Narrow" panose="020B0606020202030204" pitchFamily="34" charset="0"/>
          </a:endParaRPr>
        </a:p>
      </dgm:t>
    </dgm:pt>
    <dgm:pt modelId="{3C8A1ED2-E226-4AAF-A001-2A8479345E89}">
      <dgm:prSet custT="1"/>
      <dgm:spPr>
        <a:solidFill>
          <a:schemeClr val="bg2"/>
        </a:solidFill>
      </dgm:spPr>
      <dgm:t>
        <a:bodyPr/>
        <a:lstStyle/>
        <a:p>
          <a:pPr algn="just" rtl="0"/>
          <a:r>
            <a:rPr lang="es-ES_tradnl" sz="2800" b="1" i="0" dirty="0">
              <a:solidFill>
                <a:srgbClr val="FF0000"/>
              </a:solidFill>
              <a:latin typeface="Arial Narrow" panose="020B0606020202030204" pitchFamily="34" charset="0"/>
            </a:rPr>
            <a:t>2. </a:t>
          </a:r>
          <a:r>
            <a:rPr lang="es-ES" sz="2800" b="1" i="0" dirty="0">
              <a:solidFill>
                <a:schemeClr val="tx1"/>
              </a:solidFill>
              <a:latin typeface="Arial Narrow" panose="020B0606020202030204" pitchFamily="34" charset="0"/>
            </a:rPr>
            <a:t>Estudiar la asignación óptima de recursos.</a:t>
          </a:r>
          <a:endParaRPr lang="es-ES" sz="2800" b="1" dirty="0">
            <a:solidFill>
              <a:schemeClr val="tx1"/>
            </a:solidFill>
            <a:latin typeface="Arial Narrow" panose="020B0606020202030204" pitchFamily="34" charset="0"/>
          </a:endParaRPr>
        </a:p>
      </dgm:t>
    </dgm:pt>
    <dgm:pt modelId="{36781160-1BC7-4285-9C6E-1E45C45FB5E1}" type="parTrans" cxnId="{CF7A422C-235B-4936-93C2-EAC715930501}">
      <dgm:prSet/>
      <dgm:spPr/>
      <dgm:t>
        <a:bodyPr/>
        <a:lstStyle/>
        <a:p>
          <a:pPr algn="just"/>
          <a:endParaRPr lang="es-ES" sz="2800" b="1">
            <a:solidFill>
              <a:schemeClr val="tx1"/>
            </a:solidFill>
            <a:latin typeface="Arial Narrow" panose="020B0606020202030204" pitchFamily="34" charset="0"/>
          </a:endParaRPr>
        </a:p>
      </dgm:t>
    </dgm:pt>
    <dgm:pt modelId="{B6F92702-4258-4DB8-81EE-2E5D1E0A8230}" type="sibTrans" cxnId="{CF7A422C-235B-4936-93C2-EAC715930501}">
      <dgm:prSet/>
      <dgm:spPr/>
      <dgm:t>
        <a:bodyPr/>
        <a:lstStyle/>
        <a:p>
          <a:pPr algn="just"/>
          <a:endParaRPr lang="es-ES" sz="2800" b="1">
            <a:solidFill>
              <a:schemeClr val="tx1"/>
            </a:solidFill>
            <a:latin typeface="Arial Narrow" panose="020B0606020202030204" pitchFamily="34" charset="0"/>
          </a:endParaRPr>
        </a:p>
      </dgm:t>
    </dgm:pt>
    <dgm:pt modelId="{D029958B-3913-46A0-A663-10566A9E7C98}">
      <dgm:prSet custT="1"/>
      <dgm:spPr>
        <a:solidFill>
          <a:schemeClr val="bg2"/>
        </a:solidFill>
      </dgm:spPr>
      <dgm:t>
        <a:bodyPr/>
        <a:lstStyle/>
        <a:p>
          <a:pPr algn="just" rtl="0"/>
          <a:r>
            <a:rPr lang="es-ES_tradnl" sz="2800" b="1" i="0" dirty="0">
              <a:solidFill>
                <a:srgbClr val="FF0000"/>
              </a:solidFill>
              <a:latin typeface="Arial Narrow" panose="020B0606020202030204" pitchFamily="34" charset="0"/>
            </a:rPr>
            <a:t>3. </a:t>
          </a:r>
          <a:r>
            <a:rPr lang="es-ES" sz="2800" b="1" i="0" dirty="0">
              <a:solidFill>
                <a:schemeClr val="tx1"/>
              </a:solidFill>
              <a:latin typeface="Arial Narrow" panose="020B0606020202030204" pitchFamily="34" charset="0"/>
            </a:rPr>
            <a:t>Evaluar el rendimiento de un sistema.</a:t>
          </a:r>
          <a:endParaRPr lang="es-ES" sz="2800" b="1" dirty="0">
            <a:solidFill>
              <a:schemeClr val="tx1"/>
            </a:solidFill>
            <a:latin typeface="Arial Narrow" panose="020B0606020202030204" pitchFamily="34" charset="0"/>
          </a:endParaRPr>
        </a:p>
      </dgm:t>
    </dgm:pt>
    <dgm:pt modelId="{FD5AB542-282D-496D-9634-31F7D0FC011B}" type="parTrans" cxnId="{048F9418-4A10-416C-A1FC-261F674A9B1A}">
      <dgm:prSet/>
      <dgm:spPr/>
      <dgm:t>
        <a:bodyPr/>
        <a:lstStyle/>
        <a:p>
          <a:pPr algn="just"/>
          <a:endParaRPr lang="es-ES" sz="2800" b="1">
            <a:solidFill>
              <a:schemeClr val="tx1"/>
            </a:solidFill>
            <a:latin typeface="Arial Narrow" panose="020B0606020202030204" pitchFamily="34" charset="0"/>
          </a:endParaRPr>
        </a:p>
      </dgm:t>
    </dgm:pt>
    <dgm:pt modelId="{236FA55E-C014-4E73-8880-46731A79037A}" type="sibTrans" cxnId="{048F9418-4A10-416C-A1FC-261F674A9B1A}">
      <dgm:prSet/>
      <dgm:spPr/>
      <dgm:t>
        <a:bodyPr/>
        <a:lstStyle/>
        <a:p>
          <a:pPr algn="just"/>
          <a:endParaRPr lang="es-ES" sz="2800" b="1">
            <a:solidFill>
              <a:schemeClr val="tx1"/>
            </a:solidFill>
            <a:latin typeface="Arial Narrow" panose="020B0606020202030204" pitchFamily="34" charset="0"/>
          </a:endParaRPr>
        </a:p>
      </dgm:t>
    </dgm:pt>
    <dgm:pt modelId="{E16F30C5-D809-4951-A375-6AFA24AE53FF}">
      <dgm:prSet custT="1"/>
      <dgm:spPr>
        <a:solidFill>
          <a:schemeClr val="bg2"/>
        </a:solidFill>
      </dgm:spPr>
      <dgm:t>
        <a:bodyPr/>
        <a:lstStyle/>
        <a:p>
          <a:pPr algn="just" rtl="0"/>
          <a:r>
            <a:rPr lang="es-ES_tradnl" sz="2800" b="1" i="0" dirty="0">
              <a:solidFill>
                <a:srgbClr val="FF0000"/>
              </a:solidFill>
              <a:latin typeface="Arial Narrow" panose="020B0606020202030204" pitchFamily="34" charset="0"/>
            </a:rPr>
            <a:t>4. </a:t>
          </a:r>
          <a:r>
            <a:rPr lang="es-ES_tradnl" sz="2800" b="1" i="0" dirty="0">
              <a:solidFill>
                <a:schemeClr val="tx1"/>
              </a:solidFill>
              <a:latin typeface="Arial Narrow" panose="020B0606020202030204" pitchFamily="34" charset="0"/>
            </a:rPr>
            <a:t>Obtener información cuantitativa.</a:t>
          </a:r>
          <a:endParaRPr lang="es-ES" sz="2800" b="1" dirty="0">
            <a:solidFill>
              <a:schemeClr val="tx1"/>
            </a:solidFill>
            <a:latin typeface="Arial Narrow" panose="020B0606020202030204" pitchFamily="34" charset="0"/>
          </a:endParaRPr>
        </a:p>
      </dgm:t>
    </dgm:pt>
    <dgm:pt modelId="{9EB8C590-0456-4C30-9AA6-05D00E79F5B4}" type="parTrans" cxnId="{FF655622-4F82-43FC-9755-337A238D20DB}">
      <dgm:prSet/>
      <dgm:spPr/>
      <dgm:t>
        <a:bodyPr/>
        <a:lstStyle/>
        <a:p>
          <a:pPr algn="just"/>
          <a:endParaRPr lang="es-ES" sz="2800" b="1">
            <a:solidFill>
              <a:schemeClr val="tx1"/>
            </a:solidFill>
            <a:latin typeface="Arial Narrow" panose="020B0606020202030204" pitchFamily="34" charset="0"/>
          </a:endParaRPr>
        </a:p>
      </dgm:t>
    </dgm:pt>
    <dgm:pt modelId="{5B6B5023-1E57-4CDC-B5F3-F255022EEFF0}" type="sibTrans" cxnId="{FF655622-4F82-43FC-9755-337A238D20DB}">
      <dgm:prSet/>
      <dgm:spPr/>
      <dgm:t>
        <a:bodyPr/>
        <a:lstStyle/>
        <a:p>
          <a:pPr algn="just"/>
          <a:endParaRPr lang="es-ES" sz="2800" b="1">
            <a:solidFill>
              <a:schemeClr val="tx1"/>
            </a:solidFill>
            <a:latin typeface="Arial Narrow" panose="020B0606020202030204" pitchFamily="34" charset="0"/>
          </a:endParaRPr>
        </a:p>
      </dgm:t>
    </dgm:pt>
    <dgm:pt modelId="{E9B64DF4-F696-4828-ABBA-5C2DB77EF7D3}">
      <dgm:prSet custT="1"/>
      <dgm:spPr>
        <a:solidFill>
          <a:schemeClr val="bg2"/>
        </a:solidFill>
      </dgm:spPr>
      <dgm:t>
        <a:bodyPr/>
        <a:lstStyle/>
        <a:p>
          <a:pPr algn="just" rtl="0"/>
          <a:r>
            <a:rPr lang="es-ES_tradnl" sz="2800" b="1" i="0" dirty="0">
              <a:solidFill>
                <a:srgbClr val="FF0000"/>
              </a:solidFill>
              <a:latin typeface="Arial Narrow" panose="020B0606020202030204" pitchFamily="34" charset="0"/>
            </a:rPr>
            <a:t>5. </a:t>
          </a:r>
          <a:r>
            <a:rPr lang="es-ES_tradnl" sz="2800" b="1" i="0" dirty="0">
              <a:solidFill>
                <a:schemeClr val="tx1"/>
              </a:solidFill>
              <a:latin typeface="Arial Narrow" panose="020B0606020202030204" pitchFamily="34" charset="0"/>
            </a:rPr>
            <a:t>Mejorar procedimientos tradicionales.</a:t>
          </a:r>
          <a:endParaRPr lang="es-ES" sz="2800" b="1" dirty="0">
            <a:solidFill>
              <a:schemeClr val="tx1"/>
            </a:solidFill>
            <a:latin typeface="Arial Narrow" panose="020B0606020202030204" pitchFamily="34" charset="0"/>
          </a:endParaRPr>
        </a:p>
      </dgm:t>
    </dgm:pt>
    <dgm:pt modelId="{2FB4588A-EA44-4FBF-9C1F-7D6BACFDBC5C}" type="parTrans" cxnId="{F1B09CA6-118A-4366-BE87-EF1B89799E56}">
      <dgm:prSet/>
      <dgm:spPr/>
      <dgm:t>
        <a:bodyPr/>
        <a:lstStyle/>
        <a:p>
          <a:pPr algn="just"/>
          <a:endParaRPr lang="es-ES" sz="2800" b="1">
            <a:solidFill>
              <a:schemeClr val="tx1"/>
            </a:solidFill>
            <a:latin typeface="Arial Narrow" panose="020B0606020202030204" pitchFamily="34" charset="0"/>
          </a:endParaRPr>
        </a:p>
      </dgm:t>
    </dgm:pt>
    <dgm:pt modelId="{591C947A-9C71-47DC-9641-7F432024A1C0}" type="sibTrans" cxnId="{F1B09CA6-118A-4366-BE87-EF1B89799E56}">
      <dgm:prSet/>
      <dgm:spPr/>
      <dgm:t>
        <a:bodyPr/>
        <a:lstStyle/>
        <a:p>
          <a:pPr algn="just"/>
          <a:endParaRPr lang="es-ES" sz="2800" b="1">
            <a:solidFill>
              <a:schemeClr val="tx1"/>
            </a:solidFill>
            <a:latin typeface="Arial Narrow" panose="020B0606020202030204" pitchFamily="34" charset="0"/>
          </a:endParaRPr>
        </a:p>
      </dgm:t>
    </dgm:pt>
    <dgm:pt modelId="{186264AE-F1E1-481C-9B77-67633EE546AB}">
      <dgm:prSet custT="1"/>
      <dgm:spPr>
        <a:solidFill>
          <a:schemeClr val="bg2"/>
        </a:solidFill>
      </dgm:spPr>
      <dgm:t>
        <a:bodyPr/>
        <a:lstStyle/>
        <a:p>
          <a:pPr algn="just" rtl="0"/>
          <a:r>
            <a:rPr lang="es-ES_tradnl" sz="2800" b="1" i="0" dirty="0">
              <a:solidFill>
                <a:srgbClr val="FF0000"/>
              </a:solidFill>
              <a:latin typeface="Arial Narrow" panose="020B0606020202030204" pitchFamily="34" charset="0"/>
            </a:rPr>
            <a:t>6. </a:t>
          </a:r>
          <a:r>
            <a:rPr lang="es-ES_tradnl" sz="2800" b="1" i="0" dirty="0">
              <a:solidFill>
                <a:schemeClr val="tx1"/>
              </a:solidFill>
              <a:latin typeface="Arial Narrow" panose="020B0606020202030204" pitchFamily="34" charset="0"/>
            </a:rPr>
            <a:t>Lograr flexibilidad y bajo costo.</a:t>
          </a:r>
          <a:endParaRPr lang="es-ES" sz="2800" b="1" dirty="0">
            <a:solidFill>
              <a:schemeClr val="tx1"/>
            </a:solidFill>
            <a:latin typeface="Arial Narrow" panose="020B0606020202030204" pitchFamily="34" charset="0"/>
          </a:endParaRPr>
        </a:p>
      </dgm:t>
    </dgm:pt>
    <dgm:pt modelId="{6B4037E8-BBB8-4BF2-99E3-A7A5C8649896}" type="parTrans" cxnId="{7626FA6E-FA6A-43B2-A0B2-AF288476E106}">
      <dgm:prSet/>
      <dgm:spPr/>
      <dgm:t>
        <a:bodyPr/>
        <a:lstStyle/>
        <a:p>
          <a:pPr algn="just"/>
          <a:endParaRPr lang="es-ES" sz="2800" b="1">
            <a:solidFill>
              <a:schemeClr val="tx1"/>
            </a:solidFill>
            <a:latin typeface="Arial Narrow" panose="020B0606020202030204" pitchFamily="34" charset="0"/>
          </a:endParaRPr>
        </a:p>
      </dgm:t>
    </dgm:pt>
    <dgm:pt modelId="{F66864B7-7739-4FAB-94DC-28EAFA336DA9}" type="sibTrans" cxnId="{7626FA6E-FA6A-43B2-A0B2-AF288476E106}">
      <dgm:prSet/>
      <dgm:spPr/>
      <dgm:t>
        <a:bodyPr/>
        <a:lstStyle/>
        <a:p>
          <a:pPr algn="just"/>
          <a:endParaRPr lang="es-ES" sz="2800" b="1">
            <a:solidFill>
              <a:schemeClr val="tx1"/>
            </a:solidFill>
            <a:latin typeface="Arial Narrow" panose="020B0606020202030204" pitchFamily="34" charset="0"/>
          </a:endParaRPr>
        </a:p>
      </dgm:t>
    </dgm:pt>
    <dgm:pt modelId="{4B84FA12-2C9C-42A2-B35D-12E8C1D9D37C}">
      <dgm:prSet custT="1"/>
      <dgm:spPr>
        <a:solidFill>
          <a:schemeClr val="bg2"/>
        </a:solidFill>
      </dgm:spPr>
      <dgm:t>
        <a:bodyPr/>
        <a:lstStyle/>
        <a:p>
          <a:pPr algn="just" rtl="0"/>
          <a:r>
            <a:rPr lang="es-ES_tradnl" sz="2800" b="1" i="0" dirty="0">
              <a:solidFill>
                <a:srgbClr val="FF0000"/>
              </a:solidFill>
              <a:latin typeface="Arial Narrow" panose="020B0606020202030204" pitchFamily="34" charset="0"/>
            </a:rPr>
            <a:t>7. </a:t>
          </a:r>
          <a:r>
            <a:rPr lang="es-ES_tradnl" sz="2800" b="1" i="0" dirty="0">
              <a:solidFill>
                <a:schemeClr val="tx1"/>
              </a:solidFill>
              <a:latin typeface="Arial Narrow" panose="020B0606020202030204" pitchFamily="34" charset="0"/>
            </a:rPr>
            <a:t>Medir la incertidumbre.</a:t>
          </a:r>
          <a:endParaRPr lang="es-ES" sz="2800" b="1" dirty="0">
            <a:solidFill>
              <a:schemeClr val="tx1"/>
            </a:solidFill>
            <a:latin typeface="Arial Narrow" panose="020B0606020202030204" pitchFamily="34" charset="0"/>
          </a:endParaRPr>
        </a:p>
      </dgm:t>
    </dgm:pt>
    <dgm:pt modelId="{33F5E890-AB25-42CB-BA22-DD310E294861}" type="parTrans" cxnId="{9944494D-5DA2-4A05-8110-62C7D036A102}">
      <dgm:prSet/>
      <dgm:spPr/>
      <dgm:t>
        <a:bodyPr/>
        <a:lstStyle/>
        <a:p>
          <a:pPr algn="just"/>
          <a:endParaRPr lang="es-ES" sz="2800" b="1">
            <a:solidFill>
              <a:schemeClr val="tx1"/>
            </a:solidFill>
            <a:latin typeface="Arial Narrow" panose="020B0606020202030204" pitchFamily="34" charset="0"/>
          </a:endParaRPr>
        </a:p>
      </dgm:t>
    </dgm:pt>
    <dgm:pt modelId="{77384BBC-9D1A-49C9-A5E3-3EE2F2D20ABD}" type="sibTrans" cxnId="{9944494D-5DA2-4A05-8110-62C7D036A102}">
      <dgm:prSet/>
      <dgm:spPr/>
      <dgm:t>
        <a:bodyPr/>
        <a:lstStyle/>
        <a:p>
          <a:pPr algn="just"/>
          <a:endParaRPr lang="es-ES" sz="2800" b="1">
            <a:solidFill>
              <a:schemeClr val="tx1"/>
            </a:solidFill>
            <a:latin typeface="Arial Narrow" panose="020B0606020202030204" pitchFamily="34" charset="0"/>
          </a:endParaRPr>
        </a:p>
      </dgm:t>
    </dgm:pt>
    <dgm:pt modelId="{FFC998D8-4EEE-40AE-B4D8-5F362368A10D}" type="pres">
      <dgm:prSet presAssocID="{2B8E5E9A-EC70-419F-9A84-891D0A4D2DB8}" presName="linear" presStyleCnt="0">
        <dgm:presLayoutVars>
          <dgm:animLvl val="lvl"/>
          <dgm:resizeHandles val="exact"/>
        </dgm:presLayoutVars>
      </dgm:prSet>
      <dgm:spPr/>
    </dgm:pt>
    <dgm:pt modelId="{876CEECC-95E3-4888-81E7-06947C319362}" type="pres">
      <dgm:prSet presAssocID="{83501AFD-2052-400F-B8AD-A11F63B3BBFE}" presName="parentText" presStyleLbl="node1" presStyleIdx="0" presStyleCnt="7" custScaleY="87660" custLinFactNeighborY="-13362">
        <dgm:presLayoutVars>
          <dgm:chMax val="0"/>
          <dgm:bulletEnabled val="1"/>
        </dgm:presLayoutVars>
      </dgm:prSet>
      <dgm:spPr/>
    </dgm:pt>
    <dgm:pt modelId="{DDF45AE2-9AD2-4D1D-9805-207748342B54}" type="pres">
      <dgm:prSet presAssocID="{3871A05F-D4D9-4D4E-8CAB-4CF4A07F1286}" presName="spacer" presStyleCnt="0"/>
      <dgm:spPr/>
    </dgm:pt>
    <dgm:pt modelId="{FE1AC223-5247-4EC5-BE36-C79F5BFD0CD5}" type="pres">
      <dgm:prSet presAssocID="{3C8A1ED2-E226-4AAF-A001-2A8479345E89}" presName="parentText" presStyleLbl="node1" presStyleIdx="1" presStyleCnt="7" custScaleY="74408">
        <dgm:presLayoutVars>
          <dgm:chMax val="0"/>
          <dgm:bulletEnabled val="1"/>
        </dgm:presLayoutVars>
      </dgm:prSet>
      <dgm:spPr/>
    </dgm:pt>
    <dgm:pt modelId="{8697CEB6-1FD2-4B19-87F6-163228D8903F}" type="pres">
      <dgm:prSet presAssocID="{B6F92702-4258-4DB8-81EE-2E5D1E0A8230}" presName="spacer" presStyleCnt="0"/>
      <dgm:spPr/>
    </dgm:pt>
    <dgm:pt modelId="{39101647-B3B8-4A92-A90E-705EABEC2211}" type="pres">
      <dgm:prSet presAssocID="{D029958B-3913-46A0-A663-10566A9E7C98}" presName="parentText" presStyleLbl="node1" presStyleIdx="2" presStyleCnt="7" custScaleY="73102">
        <dgm:presLayoutVars>
          <dgm:chMax val="0"/>
          <dgm:bulletEnabled val="1"/>
        </dgm:presLayoutVars>
      </dgm:prSet>
      <dgm:spPr/>
    </dgm:pt>
    <dgm:pt modelId="{554FCAB3-005F-4F4D-96E3-673BB1BD1552}" type="pres">
      <dgm:prSet presAssocID="{236FA55E-C014-4E73-8880-46731A79037A}" presName="spacer" presStyleCnt="0"/>
      <dgm:spPr/>
    </dgm:pt>
    <dgm:pt modelId="{1E70CB1F-2515-4116-B133-4747A66A0542}" type="pres">
      <dgm:prSet presAssocID="{E16F30C5-D809-4951-A375-6AFA24AE53FF}" presName="parentText" presStyleLbl="node1" presStyleIdx="3" presStyleCnt="7" custScaleY="49420">
        <dgm:presLayoutVars>
          <dgm:chMax val="0"/>
          <dgm:bulletEnabled val="1"/>
        </dgm:presLayoutVars>
      </dgm:prSet>
      <dgm:spPr/>
    </dgm:pt>
    <dgm:pt modelId="{BAEAEE5E-FF4E-439C-94F2-A610C44C0148}" type="pres">
      <dgm:prSet presAssocID="{5B6B5023-1E57-4CDC-B5F3-F255022EEFF0}" presName="spacer" presStyleCnt="0"/>
      <dgm:spPr/>
    </dgm:pt>
    <dgm:pt modelId="{3D7CBD34-E32E-44EE-A1D9-9C2DCC5537BE}" type="pres">
      <dgm:prSet presAssocID="{E9B64DF4-F696-4828-ABBA-5C2DB77EF7D3}" presName="parentText" presStyleLbl="node1" presStyleIdx="4" presStyleCnt="7" custScaleY="87424">
        <dgm:presLayoutVars>
          <dgm:chMax val="0"/>
          <dgm:bulletEnabled val="1"/>
        </dgm:presLayoutVars>
      </dgm:prSet>
      <dgm:spPr/>
    </dgm:pt>
    <dgm:pt modelId="{57F2DFC2-1DD1-4A37-BEE6-FA56B590404B}" type="pres">
      <dgm:prSet presAssocID="{591C947A-9C71-47DC-9641-7F432024A1C0}" presName="spacer" presStyleCnt="0"/>
      <dgm:spPr/>
    </dgm:pt>
    <dgm:pt modelId="{75940BCD-AD2A-4F5D-A49B-98E75222DA38}" type="pres">
      <dgm:prSet presAssocID="{186264AE-F1E1-481C-9B77-67633EE546AB}" presName="parentText" presStyleLbl="node1" presStyleIdx="5" presStyleCnt="7" custScaleY="55913">
        <dgm:presLayoutVars>
          <dgm:chMax val="0"/>
          <dgm:bulletEnabled val="1"/>
        </dgm:presLayoutVars>
      </dgm:prSet>
      <dgm:spPr/>
    </dgm:pt>
    <dgm:pt modelId="{68089282-75E7-4B5C-B3BF-A89313960F94}" type="pres">
      <dgm:prSet presAssocID="{F66864B7-7739-4FAB-94DC-28EAFA336DA9}" presName="spacer" presStyleCnt="0"/>
      <dgm:spPr/>
    </dgm:pt>
    <dgm:pt modelId="{2E74CB2D-8E55-455B-AEFF-DE613586AE5E}" type="pres">
      <dgm:prSet presAssocID="{4B84FA12-2C9C-42A2-B35D-12E8C1D9D37C}" presName="parentText" presStyleLbl="node1" presStyleIdx="6" presStyleCnt="7" custScaleY="55983">
        <dgm:presLayoutVars>
          <dgm:chMax val="0"/>
          <dgm:bulletEnabled val="1"/>
        </dgm:presLayoutVars>
      </dgm:prSet>
      <dgm:spPr/>
    </dgm:pt>
  </dgm:ptLst>
  <dgm:cxnLst>
    <dgm:cxn modelId="{048F9418-4A10-416C-A1FC-261F674A9B1A}" srcId="{2B8E5E9A-EC70-419F-9A84-891D0A4D2DB8}" destId="{D029958B-3913-46A0-A663-10566A9E7C98}" srcOrd="2" destOrd="0" parTransId="{FD5AB542-282D-496D-9634-31F7D0FC011B}" sibTransId="{236FA55E-C014-4E73-8880-46731A79037A}"/>
    <dgm:cxn modelId="{D3A5471E-B419-434B-9675-88E74316C7FA}" type="presOf" srcId="{2B8E5E9A-EC70-419F-9A84-891D0A4D2DB8}" destId="{FFC998D8-4EEE-40AE-B4D8-5F362368A10D}" srcOrd="0" destOrd="0" presId="urn:microsoft.com/office/officeart/2005/8/layout/vList2"/>
    <dgm:cxn modelId="{FF655622-4F82-43FC-9755-337A238D20DB}" srcId="{2B8E5E9A-EC70-419F-9A84-891D0A4D2DB8}" destId="{E16F30C5-D809-4951-A375-6AFA24AE53FF}" srcOrd="3" destOrd="0" parTransId="{9EB8C590-0456-4C30-9AA6-05D00E79F5B4}" sibTransId="{5B6B5023-1E57-4CDC-B5F3-F255022EEFF0}"/>
    <dgm:cxn modelId="{CF7A422C-235B-4936-93C2-EAC715930501}" srcId="{2B8E5E9A-EC70-419F-9A84-891D0A4D2DB8}" destId="{3C8A1ED2-E226-4AAF-A001-2A8479345E89}" srcOrd="1" destOrd="0" parTransId="{36781160-1BC7-4285-9C6E-1E45C45FB5E1}" sibTransId="{B6F92702-4258-4DB8-81EE-2E5D1E0A8230}"/>
    <dgm:cxn modelId="{867B7046-7DAC-485D-9D1B-EC24502E4B25}" type="presOf" srcId="{E9B64DF4-F696-4828-ABBA-5C2DB77EF7D3}" destId="{3D7CBD34-E32E-44EE-A1D9-9C2DCC5537BE}" srcOrd="0" destOrd="0" presId="urn:microsoft.com/office/officeart/2005/8/layout/vList2"/>
    <dgm:cxn modelId="{9944494D-5DA2-4A05-8110-62C7D036A102}" srcId="{2B8E5E9A-EC70-419F-9A84-891D0A4D2DB8}" destId="{4B84FA12-2C9C-42A2-B35D-12E8C1D9D37C}" srcOrd="6" destOrd="0" parTransId="{33F5E890-AB25-42CB-BA22-DD310E294861}" sibTransId="{77384BBC-9D1A-49C9-A5E3-3EE2F2D20ABD}"/>
    <dgm:cxn modelId="{7626FA6E-FA6A-43B2-A0B2-AF288476E106}" srcId="{2B8E5E9A-EC70-419F-9A84-891D0A4D2DB8}" destId="{186264AE-F1E1-481C-9B77-67633EE546AB}" srcOrd="5" destOrd="0" parTransId="{6B4037E8-BBB8-4BF2-99E3-A7A5C8649896}" sibTransId="{F66864B7-7739-4FAB-94DC-28EAFA336DA9}"/>
    <dgm:cxn modelId="{CE03D07F-56EA-4FC9-89E6-AC638B4C5545}" type="presOf" srcId="{3C8A1ED2-E226-4AAF-A001-2A8479345E89}" destId="{FE1AC223-5247-4EC5-BE36-C79F5BFD0CD5}" srcOrd="0" destOrd="0" presId="urn:microsoft.com/office/officeart/2005/8/layout/vList2"/>
    <dgm:cxn modelId="{2101548D-4AC1-4EDF-90CE-E56A6BD85449}" type="presOf" srcId="{186264AE-F1E1-481C-9B77-67633EE546AB}" destId="{75940BCD-AD2A-4F5D-A49B-98E75222DA38}" srcOrd="0" destOrd="0" presId="urn:microsoft.com/office/officeart/2005/8/layout/vList2"/>
    <dgm:cxn modelId="{4C5BD499-026A-4255-AE18-122B8D28DF19}" type="presOf" srcId="{83501AFD-2052-400F-B8AD-A11F63B3BBFE}" destId="{876CEECC-95E3-4888-81E7-06947C319362}" srcOrd="0" destOrd="0" presId="urn:microsoft.com/office/officeart/2005/8/layout/vList2"/>
    <dgm:cxn modelId="{F1B09CA6-118A-4366-BE87-EF1B89799E56}" srcId="{2B8E5E9A-EC70-419F-9A84-891D0A4D2DB8}" destId="{E9B64DF4-F696-4828-ABBA-5C2DB77EF7D3}" srcOrd="4" destOrd="0" parTransId="{2FB4588A-EA44-4FBF-9C1F-7D6BACFDBC5C}" sibTransId="{591C947A-9C71-47DC-9641-7F432024A1C0}"/>
    <dgm:cxn modelId="{BAB8FCA9-44BD-4A93-AB61-94F22A1DEDEF}" type="presOf" srcId="{D029958B-3913-46A0-A663-10566A9E7C98}" destId="{39101647-B3B8-4A92-A90E-705EABEC2211}" srcOrd="0" destOrd="0" presId="urn:microsoft.com/office/officeart/2005/8/layout/vList2"/>
    <dgm:cxn modelId="{EED2A9AD-2BF7-4EB2-92BF-8F3EDD1CF5D0}" type="presOf" srcId="{4B84FA12-2C9C-42A2-B35D-12E8C1D9D37C}" destId="{2E74CB2D-8E55-455B-AEFF-DE613586AE5E}" srcOrd="0" destOrd="0" presId="urn:microsoft.com/office/officeart/2005/8/layout/vList2"/>
    <dgm:cxn modelId="{BC12D4BD-B2FB-4A45-9973-7B1F1E3FDD11}" srcId="{2B8E5E9A-EC70-419F-9A84-891D0A4D2DB8}" destId="{83501AFD-2052-400F-B8AD-A11F63B3BBFE}" srcOrd="0" destOrd="0" parTransId="{7C5DC402-59E0-4947-B953-7A66545BD874}" sibTransId="{3871A05F-D4D9-4D4E-8CAB-4CF4A07F1286}"/>
    <dgm:cxn modelId="{DBCCDAC4-660F-45C5-A907-5B4DEDDFD9BC}" type="presOf" srcId="{E16F30C5-D809-4951-A375-6AFA24AE53FF}" destId="{1E70CB1F-2515-4116-B133-4747A66A0542}" srcOrd="0" destOrd="0" presId="urn:microsoft.com/office/officeart/2005/8/layout/vList2"/>
    <dgm:cxn modelId="{7957BCB2-DE84-4A13-852C-F544DAA75377}" type="presParOf" srcId="{FFC998D8-4EEE-40AE-B4D8-5F362368A10D}" destId="{876CEECC-95E3-4888-81E7-06947C319362}" srcOrd="0" destOrd="0" presId="urn:microsoft.com/office/officeart/2005/8/layout/vList2"/>
    <dgm:cxn modelId="{33FCBBDD-835C-43BC-B2FC-71B2AFDDFF18}" type="presParOf" srcId="{FFC998D8-4EEE-40AE-B4D8-5F362368A10D}" destId="{DDF45AE2-9AD2-4D1D-9805-207748342B54}" srcOrd="1" destOrd="0" presId="urn:microsoft.com/office/officeart/2005/8/layout/vList2"/>
    <dgm:cxn modelId="{48BDD38B-6DB9-44DC-B9C2-00F9C279A2D8}" type="presParOf" srcId="{FFC998D8-4EEE-40AE-B4D8-5F362368A10D}" destId="{FE1AC223-5247-4EC5-BE36-C79F5BFD0CD5}" srcOrd="2" destOrd="0" presId="urn:microsoft.com/office/officeart/2005/8/layout/vList2"/>
    <dgm:cxn modelId="{EAF9B415-96E7-4B43-8EA5-CE756E23BA52}" type="presParOf" srcId="{FFC998D8-4EEE-40AE-B4D8-5F362368A10D}" destId="{8697CEB6-1FD2-4B19-87F6-163228D8903F}" srcOrd="3" destOrd="0" presId="urn:microsoft.com/office/officeart/2005/8/layout/vList2"/>
    <dgm:cxn modelId="{68E4A43F-05E6-4174-8B3D-1652D075D53A}" type="presParOf" srcId="{FFC998D8-4EEE-40AE-B4D8-5F362368A10D}" destId="{39101647-B3B8-4A92-A90E-705EABEC2211}" srcOrd="4" destOrd="0" presId="urn:microsoft.com/office/officeart/2005/8/layout/vList2"/>
    <dgm:cxn modelId="{FF5FAF4C-6F7D-4387-A07C-41322B9D6862}" type="presParOf" srcId="{FFC998D8-4EEE-40AE-B4D8-5F362368A10D}" destId="{554FCAB3-005F-4F4D-96E3-673BB1BD1552}" srcOrd="5" destOrd="0" presId="urn:microsoft.com/office/officeart/2005/8/layout/vList2"/>
    <dgm:cxn modelId="{CAB5FED0-F4AE-4C2F-B778-5C10401BEDAC}" type="presParOf" srcId="{FFC998D8-4EEE-40AE-B4D8-5F362368A10D}" destId="{1E70CB1F-2515-4116-B133-4747A66A0542}" srcOrd="6" destOrd="0" presId="urn:microsoft.com/office/officeart/2005/8/layout/vList2"/>
    <dgm:cxn modelId="{A3F24864-E6E0-484D-8C0A-F68C79395A1D}" type="presParOf" srcId="{FFC998D8-4EEE-40AE-B4D8-5F362368A10D}" destId="{BAEAEE5E-FF4E-439C-94F2-A610C44C0148}" srcOrd="7" destOrd="0" presId="urn:microsoft.com/office/officeart/2005/8/layout/vList2"/>
    <dgm:cxn modelId="{A166A64B-6629-4262-970E-0924C53AAC93}" type="presParOf" srcId="{FFC998D8-4EEE-40AE-B4D8-5F362368A10D}" destId="{3D7CBD34-E32E-44EE-A1D9-9C2DCC5537BE}" srcOrd="8" destOrd="0" presId="urn:microsoft.com/office/officeart/2005/8/layout/vList2"/>
    <dgm:cxn modelId="{3E7D160B-0455-450C-BBB1-6671092449FF}" type="presParOf" srcId="{FFC998D8-4EEE-40AE-B4D8-5F362368A10D}" destId="{57F2DFC2-1DD1-4A37-BEE6-FA56B590404B}" srcOrd="9" destOrd="0" presId="urn:microsoft.com/office/officeart/2005/8/layout/vList2"/>
    <dgm:cxn modelId="{2054849D-62EB-4AB2-9524-0DB34E3F6712}" type="presParOf" srcId="{FFC998D8-4EEE-40AE-B4D8-5F362368A10D}" destId="{75940BCD-AD2A-4F5D-A49B-98E75222DA38}" srcOrd="10" destOrd="0" presId="urn:microsoft.com/office/officeart/2005/8/layout/vList2"/>
    <dgm:cxn modelId="{D49CDBEE-3687-449E-8875-001AB606B673}" type="presParOf" srcId="{FFC998D8-4EEE-40AE-B4D8-5F362368A10D}" destId="{68089282-75E7-4B5C-B3BF-A89313960F94}" srcOrd="11" destOrd="0" presId="urn:microsoft.com/office/officeart/2005/8/layout/vList2"/>
    <dgm:cxn modelId="{6BB15F65-BD3E-45DB-B01D-DE9325E69528}" type="presParOf" srcId="{FFC998D8-4EEE-40AE-B4D8-5F362368A10D}" destId="{2E74CB2D-8E55-455B-AEFF-DE613586AE5E}" srcOrd="12" destOrd="0" presId="urn:microsoft.com/office/officeart/2005/8/layout/vList2"/>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4623883-39D1-407D-9923-49000E38C023}"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ES"/>
        </a:p>
      </dgm:t>
    </dgm:pt>
    <dgm:pt modelId="{D9A3D0FE-7ED7-46DD-B89F-B8CF7FAB85E8}">
      <dgm:prSet custT="1"/>
      <dgm:spPr>
        <a:solidFill>
          <a:schemeClr val="bg2"/>
        </a:solidFill>
      </dgm:spPr>
      <dgm:t>
        <a:bodyPr/>
        <a:lstStyle/>
        <a:p>
          <a:pPr algn="just" rtl="0"/>
          <a:r>
            <a:rPr lang="es-ES_tradnl" sz="2800" b="1" i="0" dirty="0">
              <a:solidFill>
                <a:schemeClr val="tx1"/>
              </a:solidFill>
              <a:latin typeface="Arial Narrow" panose="020B0606020202030204" pitchFamily="34" charset="0"/>
            </a:rPr>
            <a:t>Desempeño correcto y rápido dentro de un dominio.</a:t>
          </a:r>
          <a:endParaRPr lang="es-ES" sz="2800" b="1" dirty="0">
            <a:solidFill>
              <a:schemeClr val="tx1"/>
            </a:solidFill>
            <a:latin typeface="Arial Narrow" panose="020B0606020202030204" pitchFamily="34" charset="0"/>
          </a:endParaRPr>
        </a:p>
      </dgm:t>
    </dgm:pt>
    <dgm:pt modelId="{6A35A332-F7A7-4268-A90F-45641E6AB8A9}" type="parTrans" cxnId="{4BDC5642-EABA-4480-B988-73BB842DD20C}">
      <dgm:prSet/>
      <dgm:spPr/>
      <dgm:t>
        <a:bodyPr/>
        <a:lstStyle/>
        <a:p>
          <a:pPr algn="just"/>
          <a:endParaRPr lang="es-ES" sz="2800" b="1">
            <a:latin typeface="Arial Narrow" panose="020B0606020202030204" pitchFamily="34" charset="0"/>
          </a:endParaRPr>
        </a:p>
      </dgm:t>
    </dgm:pt>
    <dgm:pt modelId="{ABA00389-D08D-4228-8BF5-4ACB24505886}" type="sibTrans" cxnId="{4BDC5642-EABA-4480-B988-73BB842DD20C}">
      <dgm:prSet/>
      <dgm:spPr/>
      <dgm:t>
        <a:bodyPr/>
        <a:lstStyle/>
        <a:p>
          <a:pPr algn="just"/>
          <a:endParaRPr lang="es-ES" sz="2800" b="1">
            <a:latin typeface="Arial Narrow" panose="020B0606020202030204" pitchFamily="34" charset="0"/>
          </a:endParaRPr>
        </a:p>
      </dgm:t>
    </dgm:pt>
    <dgm:pt modelId="{130E8378-6ADE-4533-A89F-090A06E6D0F2}">
      <dgm:prSet custT="1"/>
      <dgm:spPr>
        <a:solidFill>
          <a:schemeClr val="bg2"/>
        </a:solidFill>
      </dgm:spPr>
      <dgm:t>
        <a:bodyPr/>
        <a:lstStyle/>
        <a:p>
          <a:pPr algn="just" rtl="0"/>
          <a:r>
            <a:rPr lang="es-ES_tradnl" sz="2800" b="1" i="0" dirty="0">
              <a:solidFill>
                <a:schemeClr val="tx1"/>
              </a:solidFill>
              <a:latin typeface="Arial Narrow" panose="020B0606020202030204" pitchFamily="34" charset="0"/>
            </a:rPr>
            <a:t>Capacidad para justificar un resultado y   explicar el proceso.</a:t>
          </a:r>
          <a:endParaRPr lang="es-ES" sz="2800" b="1" dirty="0">
            <a:solidFill>
              <a:schemeClr val="tx1"/>
            </a:solidFill>
            <a:latin typeface="Arial Narrow" panose="020B0606020202030204" pitchFamily="34" charset="0"/>
          </a:endParaRPr>
        </a:p>
      </dgm:t>
    </dgm:pt>
    <dgm:pt modelId="{172150DD-6B77-4E7B-89B5-09BF0E5DDA52}" type="parTrans" cxnId="{4FA4E4D8-D32E-42DF-87D8-3E9D148EA67B}">
      <dgm:prSet/>
      <dgm:spPr/>
      <dgm:t>
        <a:bodyPr/>
        <a:lstStyle/>
        <a:p>
          <a:pPr algn="just"/>
          <a:endParaRPr lang="es-ES" sz="2800" b="1">
            <a:latin typeface="Arial Narrow" panose="020B0606020202030204" pitchFamily="34" charset="0"/>
          </a:endParaRPr>
        </a:p>
      </dgm:t>
    </dgm:pt>
    <dgm:pt modelId="{730C8FD8-6EDE-4831-8AD1-500EF9423C8C}" type="sibTrans" cxnId="{4FA4E4D8-D32E-42DF-87D8-3E9D148EA67B}">
      <dgm:prSet/>
      <dgm:spPr/>
      <dgm:t>
        <a:bodyPr/>
        <a:lstStyle/>
        <a:p>
          <a:pPr algn="just"/>
          <a:endParaRPr lang="es-ES" sz="2800" b="1">
            <a:latin typeface="Arial Narrow" panose="020B0606020202030204" pitchFamily="34" charset="0"/>
          </a:endParaRPr>
        </a:p>
      </dgm:t>
    </dgm:pt>
    <dgm:pt modelId="{731E1890-93ED-4EE3-BF85-BBDADCBF1C28}">
      <dgm:prSet custT="1"/>
      <dgm:spPr>
        <a:solidFill>
          <a:schemeClr val="bg2"/>
        </a:solidFill>
      </dgm:spPr>
      <dgm:t>
        <a:bodyPr/>
        <a:lstStyle/>
        <a:p>
          <a:pPr algn="just" rtl="0"/>
          <a:r>
            <a:rPr lang="es-ES_tradnl" sz="2800" b="1" i="0" dirty="0">
              <a:solidFill>
                <a:schemeClr val="tx1"/>
              </a:solidFill>
              <a:latin typeface="Arial Narrow" panose="020B0606020202030204" pitchFamily="34" charset="0"/>
            </a:rPr>
            <a:t>Capacidad para aprender de la experiencia.</a:t>
          </a:r>
          <a:endParaRPr lang="es-ES" sz="2800" b="1" dirty="0">
            <a:solidFill>
              <a:schemeClr val="tx1"/>
            </a:solidFill>
            <a:latin typeface="Arial Narrow" panose="020B0606020202030204" pitchFamily="34" charset="0"/>
          </a:endParaRPr>
        </a:p>
      </dgm:t>
    </dgm:pt>
    <dgm:pt modelId="{12BFDCF3-71FE-4E81-B663-97D5CA5CE125}" type="parTrans" cxnId="{2F8D7FB4-F683-4125-A051-2FAA4F12217F}">
      <dgm:prSet/>
      <dgm:spPr/>
      <dgm:t>
        <a:bodyPr/>
        <a:lstStyle/>
        <a:p>
          <a:pPr algn="just"/>
          <a:endParaRPr lang="es-ES" sz="2800" b="1">
            <a:latin typeface="Arial Narrow" panose="020B0606020202030204" pitchFamily="34" charset="0"/>
          </a:endParaRPr>
        </a:p>
      </dgm:t>
    </dgm:pt>
    <dgm:pt modelId="{ABEB5A31-F54C-4BE6-8A4D-4A81C0A7BE2D}" type="sibTrans" cxnId="{2F8D7FB4-F683-4125-A051-2FAA4F12217F}">
      <dgm:prSet/>
      <dgm:spPr/>
      <dgm:t>
        <a:bodyPr/>
        <a:lstStyle/>
        <a:p>
          <a:pPr algn="just"/>
          <a:endParaRPr lang="es-ES" sz="2800" b="1">
            <a:latin typeface="Arial Narrow" panose="020B0606020202030204" pitchFamily="34" charset="0"/>
          </a:endParaRPr>
        </a:p>
      </dgm:t>
    </dgm:pt>
    <dgm:pt modelId="{D5D365A0-30AD-4692-AA2D-86E16B996865}">
      <dgm:prSet custT="1"/>
      <dgm:spPr>
        <a:solidFill>
          <a:schemeClr val="bg2"/>
        </a:solidFill>
      </dgm:spPr>
      <dgm:t>
        <a:bodyPr/>
        <a:lstStyle/>
        <a:p>
          <a:pPr algn="just" rtl="0"/>
          <a:r>
            <a:rPr lang="es-ES_tradnl" sz="2800" b="1" i="0" dirty="0">
              <a:solidFill>
                <a:schemeClr val="tx1"/>
              </a:solidFill>
              <a:latin typeface="Arial Narrow" panose="020B0606020202030204" pitchFamily="34" charset="0"/>
            </a:rPr>
            <a:t>Capacidad para resolver casos únicos.</a:t>
          </a:r>
          <a:endParaRPr lang="es-ES" sz="2800" b="1" dirty="0">
            <a:solidFill>
              <a:schemeClr val="tx1"/>
            </a:solidFill>
            <a:latin typeface="Arial Narrow" panose="020B0606020202030204" pitchFamily="34" charset="0"/>
          </a:endParaRPr>
        </a:p>
      </dgm:t>
    </dgm:pt>
    <dgm:pt modelId="{66FA1739-F2D2-451F-B4A8-43B6FD12456E}" type="parTrans" cxnId="{12997BB4-8AD7-4CA0-87C1-C09002C62750}">
      <dgm:prSet/>
      <dgm:spPr/>
      <dgm:t>
        <a:bodyPr/>
        <a:lstStyle/>
        <a:p>
          <a:pPr algn="just"/>
          <a:endParaRPr lang="es-ES" sz="2800" b="1">
            <a:latin typeface="Arial Narrow" panose="020B0606020202030204" pitchFamily="34" charset="0"/>
          </a:endParaRPr>
        </a:p>
      </dgm:t>
    </dgm:pt>
    <dgm:pt modelId="{2F8A8A37-BB52-4F88-9A28-9C33C45B4486}" type="sibTrans" cxnId="{12997BB4-8AD7-4CA0-87C1-C09002C62750}">
      <dgm:prSet/>
      <dgm:spPr/>
      <dgm:t>
        <a:bodyPr/>
        <a:lstStyle/>
        <a:p>
          <a:pPr algn="just"/>
          <a:endParaRPr lang="es-ES" sz="2800" b="1">
            <a:latin typeface="Arial Narrow" panose="020B0606020202030204" pitchFamily="34" charset="0"/>
          </a:endParaRPr>
        </a:p>
      </dgm:t>
    </dgm:pt>
    <dgm:pt modelId="{713BB5AB-1DBC-4046-9032-6FD757656A45}">
      <dgm:prSet custT="1"/>
      <dgm:spPr>
        <a:solidFill>
          <a:schemeClr val="bg2"/>
        </a:solidFill>
      </dgm:spPr>
      <dgm:t>
        <a:bodyPr/>
        <a:lstStyle/>
        <a:p>
          <a:pPr algn="just" rtl="0"/>
          <a:r>
            <a:rPr lang="es-ES_tradnl" sz="2800" b="1" i="0" dirty="0">
              <a:solidFill>
                <a:schemeClr val="tx1"/>
              </a:solidFill>
              <a:latin typeface="Arial Narrow" panose="020B0606020202030204" pitchFamily="34" charset="0"/>
            </a:rPr>
            <a:t>Capacidad para razonar bajo condiciones de incertidumbre.</a:t>
          </a:r>
          <a:endParaRPr lang="es-ES" sz="2800" b="1" dirty="0">
            <a:solidFill>
              <a:schemeClr val="tx1"/>
            </a:solidFill>
            <a:latin typeface="Arial Narrow" panose="020B0606020202030204" pitchFamily="34" charset="0"/>
          </a:endParaRPr>
        </a:p>
      </dgm:t>
    </dgm:pt>
    <dgm:pt modelId="{54E91E7F-7DC9-493C-B2ED-6E214A7D4E55}" type="parTrans" cxnId="{E35DCE55-AA8F-42CD-9C16-4017C34B1289}">
      <dgm:prSet/>
      <dgm:spPr/>
      <dgm:t>
        <a:bodyPr/>
        <a:lstStyle/>
        <a:p>
          <a:pPr algn="just"/>
          <a:endParaRPr lang="es-ES" sz="2800" b="1">
            <a:latin typeface="Arial Narrow" panose="020B0606020202030204" pitchFamily="34" charset="0"/>
          </a:endParaRPr>
        </a:p>
      </dgm:t>
    </dgm:pt>
    <dgm:pt modelId="{B182ACEC-FE3F-458B-A721-7C5ABF838CCA}" type="sibTrans" cxnId="{E35DCE55-AA8F-42CD-9C16-4017C34B1289}">
      <dgm:prSet/>
      <dgm:spPr/>
      <dgm:t>
        <a:bodyPr/>
        <a:lstStyle/>
        <a:p>
          <a:pPr algn="just"/>
          <a:endParaRPr lang="es-ES" sz="2800" b="1">
            <a:latin typeface="Arial Narrow" panose="020B0606020202030204" pitchFamily="34" charset="0"/>
          </a:endParaRPr>
        </a:p>
      </dgm:t>
    </dgm:pt>
    <dgm:pt modelId="{0328AAA1-DB46-4AFB-853A-6F48E07B8AE9}" type="pres">
      <dgm:prSet presAssocID="{64623883-39D1-407D-9923-49000E38C023}" presName="linear" presStyleCnt="0">
        <dgm:presLayoutVars>
          <dgm:animLvl val="lvl"/>
          <dgm:resizeHandles val="exact"/>
        </dgm:presLayoutVars>
      </dgm:prSet>
      <dgm:spPr/>
    </dgm:pt>
    <dgm:pt modelId="{757F5518-A4C5-44A7-8300-C8BBC26DE469}" type="pres">
      <dgm:prSet presAssocID="{D9A3D0FE-7ED7-46DD-B89F-B8CF7FAB85E8}" presName="parentText" presStyleLbl="node1" presStyleIdx="0" presStyleCnt="5" custScaleY="71966">
        <dgm:presLayoutVars>
          <dgm:chMax val="0"/>
          <dgm:bulletEnabled val="1"/>
        </dgm:presLayoutVars>
      </dgm:prSet>
      <dgm:spPr/>
    </dgm:pt>
    <dgm:pt modelId="{2BD67167-0998-4D02-BCEF-7A57FCA2981D}" type="pres">
      <dgm:prSet presAssocID="{ABA00389-D08D-4228-8BF5-4ACB24505886}" presName="spacer" presStyleCnt="0"/>
      <dgm:spPr/>
    </dgm:pt>
    <dgm:pt modelId="{90BCB7AF-8FFC-4695-BBC4-7C0054DE563A}" type="pres">
      <dgm:prSet presAssocID="{130E8378-6ADE-4533-A89F-090A06E6D0F2}" presName="parentText" presStyleLbl="node1" presStyleIdx="1" presStyleCnt="5" custScaleY="81580">
        <dgm:presLayoutVars>
          <dgm:chMax val="0"/>
          <dgm:bulletEnabled val="1"/>
        </dgm:presLayoutVars>
      </dgm:prSet>
      <dgm:spPr/>
    </dgm:pt>
    <dgm:pt modelId="{4E5C5CC8-E0C5-4F92-A6F4-6224B7D494BF}" type="pres">
      <dgm:prSet presAssocID="{730C8FD8-6EDE-4831-8AD1-500EF9423C8C}" presName="spacer" presStyleCnt="0"/>
      <dgm:spPr/>
    </dgm:pt>
    <dgm:pt modelId="{78CA584C-C45F-4230-B6A4-AD7D8CA79F8F}" type="pres">
      <dgm:prSet presAssocID="{731E1890-93ED-4EE3-BF85-BBDADCBF1C28}" presName="parentText" presStyleLbl="node1" presStyleIdx="2" presStyleCnt="5" custScaleY="35875">
        <dgm:presLayoutVars>
          <dgm:chMax val="0"/>
          <dgm:bulletEnabled val="1"/>
        </dgm:presLayoutVars>
      </dgm:prSet>
      <dgm:spPr/>
    </dgm:pt>
    <dgm:pt modelId="{8A78B671-909F-4DEF-9B86-B5FAA1CB0258}" type="pres">
      <dgm:prSet presAssocID="{ABEB5A31-F54C-4BE6-8A4D-4A81C0A7BE2D}" presName="spacer" presStyleCnt="0"/>
      <dgm:spPr/>
    </dgm:pt>
    <dgm:pt modelId="{4206DE47-A018-4DD4-B31B-E34744CEF6F5}" type="pres">
      <dgm:prSet presAssocID="{D5D365A0-30AD-4692-AA2D-86E16B996865}" presName="parentText" presStyleLbl="node1" presStyleIdx="3" presStyleCnt="5" custScaleY="70318">
        <dgm:presLayoutVars>
          <dgm:chMax val="0"/>
          <dgm:bulletEnabled val="1"/>
        </dgm:presLayoutVars>
      </dgm:prSet>
      <dgm:spPr/>
    </dgm:pt>
    <dgm:pt modelId="{D0B66986-E6F2-4BAA-986C-C29BF2CA14FB}" type="pres">
      <dgm:prSet presAssocID="{2F8A8A37-BB52-4F88-9A28-9C33C45B4486}" presName="spacer" presStyleCnt="0"/>
      <dgm:spPr/>
    </dgm:pt>
    <dgm:pt modelId="{C3BF2CD5-3C3B-485F-A10D-06FCE710380B}" type="pres">
      <dgm:prSet presAssocID="{713BB5AB-1DBC-4046-9032-6FD757656A45}" presName="parentText" presStyleLbl="node1" presStyleIdx="4" presStyleCnt="5" custScaleY="80263">
        <dgm:presLayoutVars>
          <dgm:chMax val="0"/>
          <dgm:bulletEnabled val="1"/>
        </dgm:presLayoutVars>
      </dgm:prSet>
      <dgm:spPr/>
    </dgm:pt>
  </dgm:ptLst>
  <dgm:cxnLst>
    <dgm:cxn modelId="{9F90BD12-2D6F-4B95-AC9E-F27EE148C134}" type="presOf" srcId="{D5D365A0-30AD-4692-AA2D-86E16B996865}" destId="{4206DE47-A018-4DD4-B31B-E34744CEF6F5}" srcOrd="0" destOrd="0" presId="urn:microsoft.com/office/officeart/2005/8/layout/vList2"/>
    <dgm:cxn modelId="{D5F0531F-8595-432A-B309-939DAFFD93AB}" type="presOf" srcId="{731E1890-93ED-4EE3-BF85-BBDADCBF1C28}" destId="{78CA584C-C45F-4230-B6A4-AD7D8CA79F8F}" srcOrd="0" destOrd="0" presId="urn:microsoft.com/office/officeart/2005/8/layout/vList2"/>
    <dgm:cxn modelId="{A85EC223-B1F2-4650-B433-E21145BFF4ED}" type="presOf" srcId="{64623883-39D1-407D-9923-49000E38C023}" destId="{0328AAA1-DB46-4AFB-853A-6F48E07B8AE9}" srcOrd="0" destOrd="0" presId="urn:microsoft.com/office/officeart/2005/8/layout/vList2"/>
    <dgm:cxn modelId="{4BDC5642-EABA-4480-B988-73BB842DD20C}" srcId="{64623883-39D1-407D-9923-49000E38C023}" destId="{D9A3D0FE-7ED7-46DD-B89F-B8CF7FAB85E8}" srcOrd="0" destOrd="0" parTransId="{6A35A332-F7A7-4268-A90F-45641E6AB8A9}" sibTransId="{ABA00389-D08D-4228-8BF5-4ACB24505886}"/>
    <dgm:cxn modelId="{E35DCE55-AA8F-42CD-9C16-4017C34B1289}" srcId="{64623883-39D1-407D-9923-49000E38C023}" destId="{713BB5AB-1DBC-4046-9032-6FD757656A45}" srcOrd="4" destOrd="0" parTransId="{54E91E7F-7DC9-493C-B2ED-6E214A7D4E55}" sibTransId="{B182ACEC-FE3F-458B-A721-7C5ABF838CCA}"/>
    <dgm:cxn modelId="{9C8B258F-5930-4016-8A40-B0829BBD9B17}" type="presOf" srcId="{713BB5AB-1DBC-4046-9032-6FD757656A45}" destId="{C3BF2CD5-3C3B-485F-A10D-06FCE710380B}" srcOrd="0" destOrd="0" presId="urn:microsoft.com/office/officeart/2005/8/layout/vList2"/>
    <dgm:cxn modelId="{4C2061B0-D199-4FDB-B583-A30D752EF6E8}" type="presOf" srcId="{130E8378-6ADE-4533-A89F-090A06E6D0F2}" destId="{90BCB7AF-8FFC-4695-BBC4-7C0054DE563A}" srcOrd="0" destOrd="0" presId="urn:microsoft.com/office/officeart/2005/8/layout/vList2"/>
    <dgm:cxn modelId="{12997BB4-8AD7-4CA0-87C1-C09002C62750}" srcId="{64623883-39D1-407D-9923-49000E38C023}" destId="{D5D365A0-30AD-4692-AA2D-86E16B996865}" srcOrd="3" destOrd="0" parTransId="{66FA1739-F2D2-451F-B4A8-43B6FD12456E}" sibTransId="{2F8A8A37-BB52-4F88-9A28-9C33C45B4486}"/>
    <dgm:cxn modelId="{2F8D7FB4-F683-4125-A051-2FAA4F12217F}" srcId="{64623883-39D1-407D-9923-49000E38C023}" destId="{731E1890-93ED-4EE3-BF85-BBDADCBF1C28}" srcOrd="2" destOrd="0" parTransId="{12BFDCF3-71FE-4E81-B663-97D5CA5CE125}" sibTransId="{ABEB5A31-F54C-4BE6-8A4D-4A81C0A7BE2D}"/>
    <dgm:cxn modelId="{4FA4E4D8-D32E-42DF-87D8-3E9D148EA67B}" srcId="{64623883-39D1-407D-9923-49000E38C023}" destId="{130E8378-6ADE-4533-A89F-090A06E6D0F2}" srcOrd="1" destOrd="0" parTransId="{172150DD-6B77-4E7B-89B5-09BF0E5DDA52}" sibTransId="{730C8FD8-6EDE-4831-8AD1-500EF9423C8C}"/>
    <dgm:cxn modelId="{BDAC57F1-BCED-4802-8C85-AF73C75ED858}" type="presOf" srcId="{D9A3D0FE-7ED7-46DD-B89F-B8CF7FAB85E8}" destId="{757F5518-A4C5-44A7-8300-C8BBC26DE469}" srcOrd="0" destOrd="0" presId="urn:microsoft.com/office/officeart/2005/8/layout/vList2"/>
    <dgm:cxn modelId="{DBF8E0CA-A8AC-4366-89E4-D4E11AD67133}" type="presParOf" srcId="{0328AAA1-DB46-4AFB-853A-6F48E07B8AE9}" destId="{757F5518-A4C5-44A7-8300-C8BBC26DE469}" srcOrd="0" destOrd="0" presId="urn:microsoft.com/office/officeart/2005/8/layout/vList2"/>
    <dgm:cxn modelId="{4C070B9F-E449-469E-BB83-CD015C529F96}" type="presParOf" srcId="{0328AAA1-DB46-4AFB-853A-6F48E07B8AE9}" destId="{2BD67167-0998-4D02-BCEF-7A57FCA2981D}" srcOrd="1" destOrd="0" presId="urn:microsoft.com/office/officeart/2005/8/layout/vList2"/>
    <dgm:cxn modelId="{44756BD0-506A-45EC-825A-D9EC6535562C}" type="presParOf" srcId="{0328AAA1-DB46-4AFB-853A-6F48E07B8AE9}" destId="{90BCB7AF-8FFC-4695-BBC4-7C0054DE563A}" srcOrd="2" destOrd="0" presId="urn:microsoft.com/office/officeart/2005/8/layout/vList2"/>
    <dgm:cxn modelId="{F6B002E2-C78A-474E-AD7C-4E3391189E84}" type="presParOf" srcId="{0328AAA1-DB46-4AFB-853A-6F48E07B8AE9}" destId="{4E5C5CC8-E0C5-4F92-A6F4-6224B7D494BF}" srcOrd="3" destOrd="0" presId="urn:microsoft.com/office/officeart/2005/8/layout/vList2"/>
    <dgm:cxn modelId="{4DB8BA57-160E-41AC-A1A8-141A0B2FF18B}" type="presParOf" srcId="{0328AAA1-DB46-4AFB-853A-6F48E07B8AE9}" destId="{78CA584C-C45F-4230-B6A4-AD7D8CA79F8F}" srcOrd="4" destOrd="0" presId="urn:microsoft.com/office/officeart/2005/8/layout/vList2"/>
    <dgm:cxn modelId="{82ECBFCB-9DD1-4407-BCBA-7A0663346DBD}" type="presParOf" srcId="{0328AAA1-DB46-4AFB-853A-6F48E07B8AE9}" destId="{8A78B671-909F-4DEF-9B86-B5FAA1CB0258}" srcOrd="5" destOrd="0" presId="urn:microsoft.com/office/officeart/2005/8/layout/vList2"/>
    <dgm:cxn modelId="{8D94DFFE-EA8B-49CB-98F6-80452B54FE82}" type="presParOf" srcId="{0328AAA1-DB46-4AFB-853A-6F48E07B8AE9}" destId="{4206DE47-A018-4DD4-B31B-E34744CEF6F5}" srcOrd="6" destOrd="0" presId="urn:microsoft.com/office/officeart/2005/8/layout/vList2"/>
    <dgm:cxn modelId="{CA4DACB8-9C1D-40DE-9766-DA206504D37D}" type="presParOf" srcId="{0328AAA1-DB46-4AFB-853A-6F48E07B8AE9}" destId="{D0B66986-E6F2-4BAA-986C-C29BF2CA14FB}" srcOrd="7" destOrd="0" presId="urn:microsoft.com/office/officeart/2005/8/layout/vList2"/>
    <dgm:cxn modelId="{DB0C401E-5707-414B-8DFB-BFC9656090D1}" type="presParOf" srcId="{0328AAA1-DB46-4AFB-853A-6F48E07B8AE9}" destId="{C3BF2CD5-3C3B-485F-A10D-06FCE710380B}"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9E017E3-B46A-4B5F-B726-EB60EFED871E}" type="doc">
      <dgm:prSet loTypeId="urn:microsoft.com/office/officeart/2005/8/layout/target3" loCatId="relationship" qsTypeId="urn:microsoft.com/office/officeart/2005/8/quickstyle/simple1" qsCatId="simple" csTypeId="urn:microsoft.com/office/officeart/2005/8/colors/accent1_2" csCatId="accent1"/>
      <dgm:spPr/>
      <dgm:t>
        <a:bodyPr/>
        <a:lstStyle/>
        <a:p>
          <a:endParaRPr lang="es-ES"/>
        </a:p>
      </dgm:t>
    </dgm:pt>
    <dgm:pt modelId="{AC6DE83B-5F24-469D-82C6-E011FA2F104D}">
      <dgm:prSet custT="1"/>
      <dgm:spPr/>
      <dgm:t>
        <a:bodyPr/>
        <a:lstStyle/>
        <a:p>
          <a:pPr rtl="0"/>
          <a:r>
            <a:rPr lang="es-ES_tradnl" sz="2000" b="1" i="0" dirty="0">
              <a:solidFill>
                <a:srgbClr val="7030A0"/>
              </a:solidFill>
            </a:rPr>
            <a:t>MEMORIA  A LARGO PLAZO</a:t>
          </a:r>
          <a:endParaRPr lang="es-ES" sz="2000" b="1" dirty="0">
            <a:solidFill>
              <a:srgbClr val="7030A0"/>
            </a:solidFill>
          </a:endParaRPr>
        </a:p>
      </dgm:t>
    </dgm:pt>
    <dgm:pt modelId="{2B64BDF7-6881-4347-9265-7CBD7204F8D6}" type="parTrans" cxnId="{2CB26FA1-D8D3-4C99-AFCF-1E0A4C335CF9}">
      <dgm:prSet/>
      <dgm:spPr/>
      <dgm:t>
        <a:bodyPr/>
        <a:lstStyle/>
        <a:p>
          <a:endParaRPr lang="es-ES" sz="2000" b="1"/>
        </a:p>
      </dgm:t>
    </dgm:pt>
    <dgm:pt modelId="{5C8B85AF-6697-471B-A810-500FCD6B42A1}" type="sibTrans" cxnId="{2CB26FA1-D8D3-4C99-AFCF-1E0A4C335CF9}">
      <dgm:prSet/>
      <dgm:spPr/>
      <dgm:t>
        <a:bodyPr/>
        <a:lstStyle/>
        <a:p>
          <a:endParaRPr lang="es-ES" sz="2000" b="1"/>
        </a:p>
      </dgm:t>
    </dgm:pt>
    <dgm:pt modelId="{893EE9AA-8864-4C2A-8CF9-5C2DF4477B27}">
      <dgm:prSet custT="1"/>
      <dgm:spPr/>
      <dgm:t>
        <a:bodyPr/>
        <a:lstStyle/>
        <a:p>
          <a:pPr rtl="0"/>
          <a:r>
            <a:rPr lang="es-ES_tradnl" sz="2000" b="1" i="0" dirty="0"/>
            <a:t>Conocimiento en el dominio, experiencia, experticia.</a:t>
          </a:r>
          <a:endParaRPr lang="es-ES" sz="2000" b="1" dirty="0"/>
        </a:p>
      </dgm:t>
    </dgm:pt>
    <dgm:pt modelId="{580F0F8B-221C-43A7-B924-FAC51C375201}" type="parTrans" cxnId="{B7EC5D99-104B-4076-98A3-838425F6B404}">
      <dgm:prSet/>
      <dgm:spPr/>
      <dgm:t>
        <a:bodyPr/>
        <a:lstStyle/>
        <a:p>
          <a:endParaRPr lang="es-ES" sz="2000" b="1"/>
        </a:p>
      </dgm:t>
    </dgm:pt>
    <dgm:pt modelId="{C66E6572-8687-4CBD-BD27-CC45D0CBCEB5}" type="sibTrans" cxnId="{B7EC5D99-104B-4076-98A3-838425F6B404}">
      <dgm:prSet/>
      <dgm:spPr/>
      <dgm:t>
        <a:bodyPr/>
        <a:lstStyle/>
        <a:p>
          <a:endParaRPr lang="es-ES" sz="2000" b="1"/>
        </a:p>
      </dgm:t>
    </dgm:pt>
    <dgm:pt modelId="{46EEE92B-E066-4929-BD88-E47FA69664D7}" type="pres">
      <dgm:prSet presAssocID="{F9E017E3-B46A-4B5F-B726-EB60EFED871E}" presName="Name0" presStyleCnt="0">
        <dgm:presLayoutVars>
          <dgm:chMax val="7"/>
          <dgm:dir/>
          <dgm:animLvl val="lvl"/>
          <dgm:resizeHandles val="exact"/>
        </dgm:presLayoutVars>
      </dgm:prSet>
      <dgm:spPr/>
    </dgm:pt>
    <dgm:pt modelId="{74059DC7-9A85-435E-B67F-C4DEE27B4B54}" type="pres">
      <dgm:prSet presAssocID="{AC6DE83B-5F24-469D-82C6-E011FA2F104D}" presName="circle1" presStyleLbl="node1" presStyleIdx="0" presStyleCnt="2"/>
      <dgm:spPr/>
    </dgm:pt>
    <dgm:pt modelId="{22A4B082-6CEE-4CEA-967A-69D5C8C58F06}" type="pres">
      <dgm:prSet presAssocID="{AC6DE83B-5F24-469D-82C6-E011FA2F104D}" presName="space" presStyleCnt="0"/>
      <dgm:spPr/>
    </dgm:pt>
    <dgm:pt modelId="{9FEDB3EA-D99A-4E60-AD7A-5D064B62DF84}" type="pres">
      <dgm:prSet presAssocID="{AC6DE83B-5F24-469D-82C6-E011FA2F104D}" presName="rect1" presStyleLbl="alignAcc1" presStyleIdx="0" presStyleCnt="2"/>
      <dgm:spPr/>
    </dgm:pt>
    <dgm:pt modelId="{25FC85DE-9DAC-4D37-A92E-F795C83F947A}" type="pres">
      <dgm:prSet presAssocID="{893EE9AA-8864-4C2A-8CF9-5C2DF4477B27}" presName="vertSpace2" presStyleLbl="node1" presStyleIdx="0" presStyleCnt="2"/>
      <dgm:spPr/>
    </dgm:pt>
    <dgm:pt modelId="{00758630-56A6-439C-A0E0-449AD74B348A}" type="pres">
      <dgm:prSet presAssocID="{893EE9AA-8864-4C2A-8CF9-5C2DF4477B27}" presName="circle2" presStyleLbl="node1" presStyleIdx="1" presStyleCnt="2"/>
      <dgm:spPr/>
    </dgm:pt>
    <dgm:pt modelId="{531616ED-3F70-46D9-9029-C2EBB53A6AC4}" type="pres">
      <dgm:prSet presAssocID="{893EE9AA-8864-4C2A-8CF9-5C2DF4477B27}" presName="rect2" presStyleLbl="alignAcc1" presStyleIdx="1" presStyleCnt="2"/>
      <dgm:spPr/>
    </dgm:pt>
    <dgm:pt modelId="{1CA0B862-53E2-4A11-A432-464C41BD5D69}" type="pres">
      <dgm:prSet presAssocID="{AC6DE83B-5F24-469D-82C6-E011FA2F104D}" presName="rect1ParTxNoCh" presStyleLbl="alignAcc1" presStyleIdx="1" presStyleCnt="2">
        <dgm:presLayoutVars>
          <dgm:chMax val="1"/>
          <dgm:bulletEnabled val="1"/>
        </dgm:presLayoutVars>
      </dgm:prSet>
      <dgm:spPr/>
    </dgm:pt>
    <dgm:pt modelId="{A63D7034-6975-4EDD-82F6-4F4B4AAD0B12}" type="pres">
      <dgm:prSet presAssocID="{893EE9AA-8864-4C2A-8CF9-5C2DF4477B27}" presName="rect2ParTxNoCh" presStyleLbl="alignAcc1" presStyleIdx="1" presStyleCnt="2">
        <dgm:presLayoutVars>
          <dgm:chMax val="1"/>
          <dgm:bulletEnabled val="1"/>
        </dgm:presLayoutVars>
      </dgm:prSet>
      <dgm:spPr/>
    </dgm:pt>
  </dgm:ptLst>
  <dgm:cxnLst>
    <dgm:cxn modelId="{C8C09341-9E1A-4F32-8B2E-BADBD5531F75}" type="presOf" srcId="{AC6DE83B-5F24-469D-82C6-E011FA2F104D}" destId="{9FEDB3EA-D99A-4E60-AD7A-5D064B62DF84}" srcOrd="0" destOrd="0" presId="urn:microsoft.com/office/officeart/2005/8/layout/target3"/>
    <dgm:cxn modelId="{B74B4081-E7F1-4DF3-877B-0CF81AAF4961}" type="presOf" srcId="{F9E017E3-B46A-4B5F-B726-EB60EFED871E}" destId="{46EEE92B-E066-4929-BD88-E47FA69664D7}" srcOrd="0" destOrd="0" presId="urn:microsoft.com/office/officeart/2005/8/layout/target3"/>
    <dgm:cxn modelId="{B7EC5D99-104B-4076-98A3-838425F6B404}" srcId="{F9E017E3-B46A-4B5F-B726-EB60EFED871E}" destId="{893EE9AA-8864-4C2A-8CF9-5C2DF4477B27}" srcOrd="1" destOrd="0" parTransId="{580F0F8B-221C-43A7-B924-FAC51C375201}" sibTransId="{C66E6572-8687-4CBD-BD27-CC45D0CBCEB5}"/>
    <dgm:cxn modelId="{2CB26FA1-D8D3-4C99-AFCF-1E0A4C335CF9}" srcId="{F9E017E3-B46A-4B5F-B726-EB60EFED871E}" destId="{AC6DE83B-5F24-469D-82C6-E011FA2F104D}" srcOrd="0" destOrd="0" parTransId="{2B64BDF7-6881-4347-9265-7CBD7204F8D6}" sibTransId="{5C8B85AF-6697-471B-A810-500FCD6B42A1}"/>
    <dgm:cxn modelId="{B5A3C9A2-934F-4B07-9E84-BC8E43C550DA}" type="presOf" srcId="{893EE9AA-8864-4C2A-8CF9-5C2DF4477B27}" destId="{A63D7034-6975-4EDD-82F6-4F4B4AAD0B12}" srcOrd="1" destOrd="0" presId="urn:microsoft.com/office/officeart/2005/8/layout/target3"/>
    <dgm:cxn modelId="{F2126EB9-C997-4339-9DD4-56A2FF10D9DB}" type="presOf" srcId="{893EE9AA-8864-4C2A-8CF9-5C2DF4477B27}" destId="{531616ED-3F70-46D9-9029-C2EBB53A6AC4}" srcOrd="0" destOrd="0" presId="urn:microsoft.com/office/officeart/2005/8/layout/target3"/>
    <dgm:cxn modelId="{4E59C1BC-A376-4237-8877-BBA996417CFA}" type="presOf" srcId="{AC6DE83B-5F24-469D-82C6-E011FA2F104D}" destId="{1CA0B862-53E2-4A11-A432-464C41BD5D69}" srcOrd="1" destOrd="0" presId="urn:microsoft.com/office/officeart/2005/8/layout/target3"/>
    <dgm:cxn modelId="{099AEF62-8100-483D-AF69-B6967056559E}" type="presParOf" srcId="{46EEE92B-E066-4929-BD88-E47FA69664D7}" destId="{74059DC7-9A85-435E-B67F-C4DEE27B4B54}" srcOrd="0" destOrd="0" presId="urn:microsoft.com/office/officeart/2005/8/layout/target3"/>
    <dgm:cxn modelId="{E8C0A483-378B-48FA-905C-04F685B75B55}" type="presParOf" srcId="{46EEE92B-E066-4929-BD88-E47FA69664D7}" destId="{22A4B082-6CEE-4CEA-967A-69D5C8C58F06}" srcOrd="1" destOrd="0" presId="urn:microsoft.com/office/officeart/2005/8/layout/target3"/>
    <dgm:cxn modelId="{179D2B13-3C83-4037-8369-2E511FF87C8F}" type="presParOf" srcId="{46EEE92B-E066-4929-BD88-E47FA69664D7}" destId="{9FEDB3EA-D99A-4E60-AD7A-5D064B62DF84}" srcOrd="2" destOrd="0" presId="urn:microsoft.com/office/officeart/2005/8/layout/target3"/>
    <dgm:cxn modelId="{1D92A7E3-C9FE-4197-91B1-07E4F09A468D}" type="presParOf" srcId="{46EEE92B-E066-4929-BD88-E47FA69664D7}" destId="{25FC85DE-9DAC-4D37-A92E-F795C83F947A}" srcOrd="3" destOrd="0" presId="urn:microsoft.com/office/officeart/2005/8/layout/target3"/>
    <dgm:cxn modelId="{555988BC-41CA-453E-804C-DE40E6F342B1}" type="presParOf" srcId="{46EEE92B-E066-4929-BD88-E47FA69664D7}" destId="{00758630-56A6-439C-A0E0-449AD74B348A}" srcOrd="4" destOrd="0" presId="urn:microsoft.com/office/officeart/2005/8/layout/target3"/>
    <dgm:cxn modelId="{0D5240B0-D1D1-4736-8AC4-93B401AB33EF}" type="presParOf" srcId="{46EEE92B-E066-4929-BD88-E47FA69664D7}" destId="{531616ED-3F70-46D9-9029-C2EBB53A6AC4}" srcOrd="5" destOrd="0" presId="urn:microsoft.com/office/officeart/2005/8/layout/target3"/>
    <dgm:cxn modelId="{F1C6AE57-EE72-4538-AD01-49E76EE99561}" type="presParOf" srcId="{46EEE92B-E066-4929-BD88-E47FA69664D7}" destId="{1CA0B862-53E2-4A11-A432-464C41BD5D69}" srcOrd="6" destOrd="0" presId="urn:microsoft.com/office/officeart/2005/8/layout/target3"/>
    <dgm:cxn modelId="{0120D6E1-2558-4314-9521-E4C0A3DE51ED}" type="presParOf" srcId="{46EEE92B-E066-4929-BD88-E47FA69664D7}" destId="{A63D7034-6975-4EDD-82F6-4F4B4AAD0B12}" srcOrd="7" destOrd="0" presId="urn:microsoft.com/office/officeart/2005/8/layout/targe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1EB1064-06C2-474A-8EDB-9A722C62CF18}" type="doc">
      <dgm:prSet loTypeId="urn:microsoft.com/office/officeart/2005/8/layout/target3" loCatId="relationship" qsTypeId="urn:microsoft.com/office/officeart/2005/8/quickstyle/simple1" qsCatId="simple" csTypeId="urn:microsoft.com/office/officeart/2005/8/colors/accent1_2" csCatId="accent1"/>
      <dgm:spPr/>
      <dgm:t>
        <a:bodyPr/>
        <a:lstStyle/>
        <a:p>
          <a:endParaRPr lang="es-ES"/>
        </a:p>
      </dgm:t>
    </dgm:pt>
    <dgm:pt modelId="{6F2DD233-9CE6-4CD6-AFFF-891756A23F02}">
      <dgm:prSet custT="1"/>
      <dgm:spPr/>
      <dgm:t>
        <a:bodyPr/>
        <a:lstStyle/>
        <a:p>
          <a:pPr rtl="0"/>
          <a:r>
            <a:rPr lang="es-ES_tradnl" sz="2000" b="1" i="0" dirty="0">
              <a:solidFill>
                <a:srgbClr val="7030A0"/>
              </a:solidFill>
            </a:rPr>
            <a:t>MEMORIA  A CORTO PLAZO</a:t>
          </a:r>
          <a:endParaRPr lang="es-ES" sz="2000" b="1" dirty="0">
            <a:solidFill>
              <a:srgbClr val="7030A0"/>
            </a:solidFill>
          </a:endParaRPr>
        </a:p>
      </dgm:t>
    </dgm:pt>
    <dgm:pt modelId="{F5476808-6179-4439-AAD8-F0D8F2A89F5F}" type="parTrans" cxnId="{88226567-6E47-4DEF-9198-2355ADE8125F}">
      <dgm:prSet/>
      <dgm:spPr/>
      <dgm:t>
        <a:bodyPr/>
        <a:lstStyle/>
        <a:p>
          <a:endParaRPr lang="es-ES" b="1"/>
        </a:p>
      </dgm:t>
    </dgm:pt>
    <dgm:pt modelId="{B5A92FF3-096D-44CF-9011-DDE616C87F51}" type="sibTrans" cxnId="{88226567-6E47-4DEF-9198-2355ADE8125F}">
      <dgm:prSet/>
      <dgm:spPr/>
      <dgm:t>
        <a:bodyPr/>
        <a:lstStyle/>
        <a:p>
          <a:endParaRPr lang="es-ES" b="1"/>
        </a:p>
      </dgm:t>
    </dgm:pt>
    <dgm:pt modelId="{60C8C025-AB89-45FF-B5BF-1B484917029A}">
      <dgm:prSet custT="1"/>
      <dgm:spPr/>
      <dgm:t>
        <a:bodyPr/>
        <a:lstStyle/>
        <a:p>
          <a:pPr rtl="0"/>
          <a:r>
            <a:rPr lang="es-ES_tradnl" sz="2000" b="1" i="0" dirty="0"/>
            <a:t>Hechos, casos, reglas, conclusiones.</a:t>
          </a:r>
          <a:endParaRPr lang="es-ES" sz="2000" b="1" dirty="0"/>
        </a:p>
      </dgm:t>
    </dgm:pt>
    <dgm:pt modelId="{9C97E451-F8A7-4C05-A56D-236C26944F0C}" type="parTrans" cxnId="{A9099C5C-5148-4EAB-ACEF-618C506F1CEF}">
      <dgm:prSet/>
      <dgm:spPr/>
      <dgm:t>
        <a:bodyPr/>
        <a:lstStyle/>
        <a:p>
          <a:endParaRPr lang="es-ES" b="1"/>
        </a:p>
      </dgm:t>
    </dgm:pt>
    <dgm:pt modelId="{318318FB-A4D5-4853-B6FE-3B824CBE3085}" type="sibTrans" cxnId="{A9099C5C-5148-4EAB-ACEF-618C506F1CEF}">
      <dgm:prSet/>
      <dgm:spPr/>
      <dgm:t>
        <a:bodyPr/>
        <a:lstStyle/>
        <a:p>
          <a:endParaRPr lang="es-ES" b="1"/>
        </a:p>
      </dgm:t>
    </dgm:pt>
    <dgm:pt modelId="{20E34305-60D2-4F98-B06B-7D09FE5F8AC9}" type="pres">
      <dgm:prSet presAssocID="{F1EB1064-06C2-474A-8EDB-9A722C62CF18}" presName="Name0" presStyleCnt="0">
        <dgm:presLayoutVars>
          <dgm:chMax val="7"/>
          <dgm:dir/>
          <dgm:animLvl val="lvl"/>
          <dgm:resizeHandles val="exact"/>
        </dgm:presLayoutVars>
      </dgm:prSet>
      <dgm:spPr/>
    </dgm:pt>
    <dgm:pt modelId="{57425C8A-1034-4EAF-B7DC-693FA0A7237F}" type="pres">
      <dgm:prSet presAssocID="{6F2DD233-9CE6-4CD6-AFFF-891756A23F02}" presName="circle1" presStyleLbl="node1" presStyleIdx="0" presStyleCnt="2"/>
      <dgm:spPr/>
    </dgm:pt>
    <dgm:pt modelId="{F48E561C-B33C-45D6-8C25-3D37DF2942F2}" type="pres">
      <dgm:prSet presAssocID="{6F2DD233-9CE6-4CD6-AFFF-891756A23F02}" presName="space" presStyleCnt="0"/>
      <dgm:spPr/>
    </dgm:pt>
    <dgm:pt modelId="{2E3F906A-6E5E-47D4-9373-E0427F9DFAC6}" type="pres">
      <dgm:prSet presAssocID="{6F2DD233-9CE6-4CD6-AFFF-891756A23F02}" presName="rect1" presStyleLbl="alignAcc1" presStyleIdx="0" presStyleCnt="2"/>
      <dgm:spPr/>
    </dgm:pt>
    <dgm:pt modelId="{7D237B57-4EC4-4F22-B8E9-DE410525594B}" type="pres">
      <dgm:prSet presAssocID="{60C8C025-AB89-45FF-B5BF-1B484917029A}" presName="vertSpace2" presStyleLbl="node1" presStyleIdx="0" presStyleCnt="2"/>
      <dgm:spPr/>
    </dgm:pt>
    <dgm:pt modelId="{AC425089-2C11-461F-B7A7-EAE72D2E101F}" type="pres">
      <dgm:prSet presAssocID="{60C8C025-AB89-45FF-B5BF-1B484917029A}" presName="circle2" presStyleLbl="node1" presStyleIdx="1" presStyleCnt="2"/>
      <dgm:spPr/>
    </dgm:pt>
    <dgm:pt modelId="{F4D1AA59-2860-4097-9532-23430B646902}" type="pres">
      <dgm:prSet presAssocID="{60C8C025-AB89-45FF-B5BF-1B484917029A}" presName="rect2" presStyleLbl="alignAcc1" presStyleIdx="1" presStyleCnt="2"/>
      <dgm:spPr/>
    </dgm:pt>
    <dgm:pt modelId="{26E678A4-FA41-44D4-8726-6E2F9D73D7FB}" type="pres">
      <dgm:prSet presAssocID="{6F2DD233-9CE6-4CD6-AFFF-891756A23F02}" presName="rect1ParTxNoCh" presStyleLbl="alignAcc1" presStyleIdx="1" presStyleCnt="2">
        <dgm:presLayoutVars>
          <dgm:chMax val="1"/>
          <dgm:bulletEnabled val="1"/>
        </dgm:presLayoutVars>
      </dgm:prSet>
      <dgm:spPr/>
    </dgm:pt>
    <dgm:pt modelId="{2473D61F-264B-44BE-9104-C0B596C70FAF}" type="pres">
      <dgm:prSet presAssocID="{60C8C025-AB89-45FF-B5BF-1B484917029A}" presName="rect2ParTxNoCh" presStyleLbl="alignAcc1" presStyleIdx="1" presStyleCnt="2">
        <dgm:presLayoutVars>
          <dgm:chMax val="1"/>
          <dgm:bulletEnabled val="1"/>
        </dgm:presLayoutVars>
      </dgm:prSet>
      <dgm:spPr/>
    </dgm:pt>
  </dgm:ptLst>
  <dgm:cxnLst>
    <dgm:cxn modelId="{A9099C5C-5148-4EAB-ACEF-618C506F1CEF}" srcId="{F1EB1064-06C2-474A-8EDB-9A722C62CF18}" destId="{60C8C025-AB89-45FF-B5BF-1B484917029A}" srcOrd="1" destOrd="0" parTransId="{9C97E451-F8A7-4C05-A56D-236C26944F0C}" sibTransId="{318318FB-A4D5-4853-B6FE-3B824CBE3085}"/>
    <dgm:cxn modelId="{88226567-6E47-4DEF-9198-2355ADE8125F}" srcId="{F1EB1064-06C2-474A-8EDB-9A722C62CF18}" destId="{6F2DD233-9CE6-4CD6-AFFF-891756A23F02}" srcOrd="0" destOrd="0" parTransId="{F5476808-6179-4439-AAD8-F0D8F2A89F5F}" sibTransId="{B5A92FF3-096D-44CF-9011-DDE616C87F51}"/>
    <dgm:cxn modelId="{8ECB1E4A-FA0C-4A4C-9842-EC8C246AA436}" type="presOf" srcId="{60C8C025-AB89-45FF-B5BF-1B484917029A}" destId="{2473D61F-264B-44BE-9104-C0B596C70FAF}" srcOrd="1" destOrd="0" presId="urn:microsoft.com/office/officeart/2005/8/layout/target3"/>
    <dgm:cxn modelId="{9BEB6DA4-2E4C-4FEA-8CAB-65A12E8C2C1D}" type="presOf" srcId="{6F2DD233-9CE6-4CD6-AFFF-891756A23F02}" destId="{2E3F906A-6E5E-47D4-9373-E0427F9DFAC6}" srcOrd="0" destOrd="0" presId="urn:microsoft.com/office/officeart/2005/8/layout/target3"/>
    <dgm:cxn modelId="{662BE5A8-9DA8-4912-A489-7A77FE496D57}" type="presOf" srcId="{60C8C025-AB89-45FF-B5BF-1B484917029A}" destId="{F4D1AA59-2860-4097-9532-23430B646902}" srcOrd="0" destOrd="0" presId="urn:microsoft.com/office/officeart/2005/8/layout/target3"/>
    <dgm:cxn modelId="{D8F35EE5-60BF-42B1-97EF-034481680D81}" type="presOf" srcId="{F1EB1064-06C2-474A-8EDB-9A722C62CF18}" destId="{20E34305-60D2-4F98-B06B-7D09FE5F8AC9}" srcOrd="0" destOrd="0" presId="urn:microsoft.com/office/officeart/2005/8/layout/target3"/>
    <dgm:cxn modelId="{445938F8-F33B-46ED-933C-975862197168}" type="presOf" srcId="{6F2DD233-9CE6-4CD6-AFFF-891756A23F02}" destId="{26E678A4-FA41-44D4-8726-6E2F9D73D7FB}" srcOrd="1" destOrd="0" presId="urn:microsoft.com/office/officeart/2005/8/layout/target3"/>
    <dgm:cxn modelId="{F5EB5F86-5154-41DE-88C0-8FD632F16A5C}" type="presParOf" srcId="{20E34305-60D2-4F98-B06B-7D09FE5F8AC9}" destId="{57425C8A-1034-4EAF-B7DC-693FA0A7237F}" srcOrd="0" destOrd="0" presId="urn:microsoft.com/office/officeart/2005/8/layout/target3"/>
    <dgm:cxn modelId="{22E7962F-4ED9-4F00-9187-6B61F4D129EE}" type="presParOf" srcId="{20E34305-60D2-4F98-B06B-7D09FE5F8AC9}" destId="{F48E561C-B33C-45D6-8C25-3D37DF2942F2}" srcOrd="1" destOrd="0" presId="urn:microsoft.com/office/officeart/2005/8/layout/target3"/>
    <dgm:cxn modelId="{26E2070F-6FDD-487F-ABB5-88AED96CB08E}" type="presParOf" srcId="{20E34305-60D2-4F98-B06B-7D09FE5F8AC9}" destId="{2E3F906A-6E5E-47D4-9373-E0427F9DFAC6}" srcOrd="2" destOrd="0" presId="urn:microsoft.com/office/officeart/2005/8/layout/target3"/>
    <dgm:cxn modelId="{BBF8DDA4-7877-4969-B31C-7E9231E43F14}" type="presParOf" srcId="{20E34305-60D2-4F98-B06B-7D09FE5F8AC9}" destId="{7D237B57-4EC4-4F22-B8E9-DE410525594B}" srcOrd="3" destOrd="0" presId="urn:microsoft.com/office/officeart/2005/8/layout/target3"/>
    <dgm:cxn modelId="{533EDFC6-052D-4CF8-8E1F-C3AA1EEEDC63}" type="presParOf" srcId="{20E34305-60D2-4F98-B06B-7D09FE5F8AC9}" destId="{AC425089-2C11-461F-B7A7-EAE72D2E101F}" srcOrd="4" destOrd="0" presId="urn:microsoft.com/office/officeart/2005/8/layout/target3"/>
    <dgm:cxn modelId="{2F782FE3-6906-4A3A-B421-B262EECE5946}" type="presParOf" srcId="{20E34305-60D2-4F98-B06B-7D09FE5F8AC9}" destId="{F4D1AA59-2860-4097-9532-23430B646902}" srcOrd="5" destOrd="0" presId="urn:microsoft.com/office/officeart/2005/8/layout/target3"/>
    <dgm:cxn modelId="{E7FF5FC5-5A7C-4F61-A23C-228D66EE6F27}" type="presParOf" srcId="{20E34305-60D2-4F98-B06B-7D09FE5F8AC9}" destId="{26E678A4-FA41-44D4-8726-6E2F9D73D7FB}" srcOrd="6" destOrd="0" presId="urn:microsoft.com/office/officeart/2005/8/layout/target3"/>
    <dgm:cxn modelId="{915CF6BB-C5BE-4ACA-B895-AB47DB3BF358}" type="presParOf" srcId="{20E34305-60D2-4F98-B06B-7D09FE5F8AC9}" destId="{2473D61F-264B-44BE-9104-C0B596C70FAF}" srcOrd="7" destOrd="0" presId="urn:microsoft.com/office/officeart/2005/8/layout/target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8B4FD8D-52A0-4E98-9AE1-B76DB5D98449}"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ES"/>
        </a:p>
      </dgm:t>
    </dgm:pt>
    <dgm:pt modelId="{75CB0678-CC10-4286-A750-2945FB738617}">
      <dgm:prSet custT="1"/>
      <dgm:spPr>
        <a:noFill/>
      </dgm:spPr>
      <dgm:t>
        <a:bodyPr/>
        <a:lstStyle/>
        <a:p>
          <a:pPr algn="ctr" rtl="0"/>
          <a:r>
            <a:rPr lang="es-ES_tradnl" sz="2400" b="1" i="0" dirty="0">
              <a:solidFill>
                <a:schemeClr val="tx1"/>
              </a:solidFill>
              <a:latin typeface="Arial Narrow" pitchFamily="34" charset="0"/>
            </a:rPr>
            <a:t>RAZONAMIENTO</a:t>
          </a:r>
          <a:endParaRPr lang="es-ES" sz="2400" b="1" dirty="0">
            <a:solidFill>
              <a:schemeClr val="tx1"/>
            </a:solidFill>
            <a:latin typeface="Arial Narrow" pitchFamily="34" charset="0"/>
          </a:endParaRPr>
        </a:p>
      </dgm:t>
    </dgm:pt>
    <dgm:pt modelId="{C001EAC3-C309-4DBA-9072-4887E3832836}" type="parTrans" cxnId="{6F9A138D-FD6E-4763-8833-4FE12C86E986}">
      <dgm:prSet/>
      <dgm:spPr/>
      <dgm:t>
        <a:bodyPr/>
        <a:lstStyle/>
        <a:p>
          <a:pPr algn="ctr"/>
          <a:endParaRPr lang="es-ES" sz="2400" b="1">
            <a:solidFill>
              <a:srgbClr val="FF0000"/>
            </a:solidFill>
            <a:latin typeface="Arial Narrow" pitchFamily="34" charset="0"/>
          </a:endParaRPr>
        </a:p>
      </dgm:t>
    </dgm:pt>
    <dgm:pt modelId="{B57A6A5C-52F1-4C24-9A41-B42514E61841}" type="sibTrans" cxnId="{6F9A138D-FD6E-4763-8833-4FE12C86E986}">
      <dgm:prSet/>
      <dgm:spPr/>
      <dgm:t>
        <a:bodyPr/>
        <a:lstStyle/>
        <a:p>
          <a:pPr algn="ctr"/>
          <a:endParaRPr lang="es-ES" sz="2400" b="1">
            <a:solidFill>
              <a:srgbClr val="FF0000"/>
            </a:solidFill>
            <a:latin typeface="Arial Narrow" pitchFamily="34" charset="0"/>
          </a:endParaRPr>
        </a:p>
      </dgm:t>
    </dgm:pt>
    <dgm:pt modelId="{44350E09-9191-488C-97F1-39931EE2972A}">
      <dgm:prSet custT="1"/>
      <dgm:spPr>
        <a:noFill/>
      </dgm:spPr>
      <dgm:t>
        <a:bodyPr/>
        <a:lstStyle/>
        <a:p>
          <a:pPr algn="ctr" rtl="0"/>
          <a:r>
            <a:rPr lang="es-ES_tradnl" sz="2400" b="1" i="0" dirty="0">
              <a:solidFill>
                <a:srgbClr val="FF0000"/>
              </a:solidFill>
              <a:latin typeface="Arial Narrow" pitchFamily="34" charset="0"/>
            </a:rPr>
            <a:t>APRENDIZAJE</a:t>
          </a:r>
          <a:endParaRPr lang="es-ES" sz="2400" b="1" dirty="0">
            <a:solidFill>
              <a:srgbClr val="FF0000"/>
            </a:solidFill>
            <a:latin typeface="Arial Narrow" pitchFamily="34" charset="0"/>
          </a:endParaRPr>
        </a:p>
      </dgm:t>
    </dgm:pt>
    <dgm:pt modelId="{5413C538-1737-427E-A26A-269BE8B13DE6}" type="parTrans" cxnId="{5838C4A9-A418-4BD0-A9E0-784DE6215AB2}">
      <dgm:prSet/>
      <dgm:spPr/>
      <dgm:t>
        <a:bodyPr/>
        <a:lstStyle/>
        <a:p>
          <a:pPr algn="ctr"/>
          <a:endParaRPr lang="es-ES" sz="2400" b="1">
            <a:solidFill>
              <a:srgbClr val="FF0000"/>
            </a:solidFill>
            <a:latin typeface="Arial Narrow" pitchFamily="34" charset="0"/>
          </a:endParaRPr>
        </a:p>
      </dgm:t>
    </dgm:pt>
    <dgm:pt modelId="{35C58012-BD09-4D7B-A79E-B480A26DBA7B}" type="sibTrans" cxnId="{5838C4A9-A418-4BD0-A9E0-784DE6215AB2}">
      <dgm:prSet/>
      <dgm:spPr/>
      <dgm:t>
        <a:bodyPr/>
        <a:lstStyle/>
        <a:p>
          <a:pPr algn="ctr"/>
          <a:endParaRPr lang="es-ES" sz="2400" b="1">
            <a:solidFill>
              <a:srgbClr val="FF0000"/>
            </a:solidFill>
            <a:latin typeface="Arial Narrow" pitchFamily="34" charset="0"/>
          </a:endParaRPr>
        </a:p>
      </dgm:t>
    </dgm:pt>
    <dgm:pt modelId="{6C7D1A21-57EE-4EF7-8A68-D7AADC3EE108}" type="pres">
      <dgm:prSet presAssocID="{08B4FD8D-52A0-4E98-9AE1-B76DB5D98449}" presName="linear" presStyleCnt="0">
        <dgm:presLayoutVars>
          <dgm:animLvl val="lvl"/>
          <dgm:resizeHandles val="exact"/>
        </dgm:presLayoutVars>
      </dgm:prSet>
      <dgm:spPr/>
    </dgm:pt>
    <dgm:pt modelId="{2CD015E1-C477-4FB6-A7A6-AEB4FB037549}" type="pres">
      <dgm:prSet presAssocID="{75CB0678-CC10-4286-A750-2945FB738617}" presName="parentText" presStyleLbl="node1" presStyleIdx="0" presStyleCnt="2">
        <dgm:presLayoutVars>
          <dgm:chMax val="0"/>
          <dgm:bulletEnabled val="1"/>
        </dgm:presLayoutVars>
      </dgm:prSet>
      <dgm:spPr/>
    </dgm:pt>
    <dgm:pt modelId="{990A5D5E-DEC6-49A2-A329-0045C59BFE7D}" type="pres">
      <dgm:prSet presAssocID="{B57A6A5C-52F1-4C24-9A41-B42514E61841}" presName="spacer" presStyleCnt="0"/>
      <dgm:spPr/>
    </dgm:pt>
    <dgm:pt modelId="{473D49BD-393C-4929-82E4-0CF2E777B9EE}" type="pres">
      <dgm:prSet presAssocID="{44350E09-9191-488C-97F1-39931EE2972A}" presName="parentText" presStyleLbl="node1" presStyleIdx="1" presStyleCnt="2">
        <dgm:presLayoutVars>
          <dgm:chMax val="0"/>
          <dgm:bulletEnabled val="1"/>
        </dgm:presLayoutVars>
      </dgm:prSet>
      <dgm:spPr/>
    </dgm:pt>
  </dgm:ptLst>
  <dgm:cxnLst>
    <dgm:cxn modelId="{5B1D7B31-BA40-4DD6-A62B-43C3D88765EE}" type="presOf" srcId="{44350E09-9191-488C-97F1-39931EE2972A}" destId="{473D49BD-393C-4929-82E4-0CF2E777B9EE}" srcOrd="0" destOrd="0" presId="urn:microsoft.com/office/officeart/2005/8/layout/vList2"/>
    <dgm:cxn modelId="{6F9A138D-FD6E-4763-8833-4FE12C86E986}" srcId="{08B4FD8D-52A0-4E98-9AE1-B76DB5D98449}" destId="{75CB0678-CC10-4286-A750-2945FB738617}" srcOrd="0" destOrd="0" parTransId="{C001EAC3-C309-4DBA-9072-4887E3832836}" sibTransId="{B57A6A5C-52F1-4C24-9A41-B42514E61841}"/>
    <dgm:cxn modelId="{87F6CA96-7654-4C00-B19F-0F01E3AF3656}" type="presOf" srcId="{08B4FD8D-52A0-4E98-9AE1-B76DB5D98449}" destId="{6C7D1A21-57EE-4EF7-8A68-D7AADC3EE108}" srcOrd="0" destOrd="0" presId="urn:microsoft.com/office/officeart/2005/8/layout/vList2"/>
    <dgm:cxn modelId="{5838C4A9-A418-4BD0-A9E0-784DE6215AB2}" srcId="{08B4FD8D-52A0-4E98-9AE1-B76DB5D98449}" destId="{44350E09-9191-488C-97F1-39931EE2972A}" srcOrd="1" destOrd="0" parTransId="{5413C538-1737-427E-A26A-269BE8B13DE6}" sibTransId="{35C58012-BD09-4D7B-A79E-B480A26DBA7B}"/>
    <dgm:cxn modelId="{F7B31FF1-E795-4C0E-BA70-A4834AD37E2F}" type="presOf" srcId="{75CB0678-CC10-4286-A750-2945FB738617}" destId="{2CD015E1-C477-4FB6-A7A6-AEB4FB037549}" srcOrd="0" destOrd="0" presId="urn:microsoft.com/office/officeart/2005/8/layout/vList2"/>
    <dgm:cxn modelId="{2E64C00A-B48C-4D59-ADD4-EE8A0C93D6F4}" type="presParOf" srcId="{6C7D1A21-57EE-4EF7-8A68-D7AADC3EE108}" destId="{2CD015E1-C477-4FB6-A7A6-AEB4FB037549}" srcOrd="0" destOrd="0" presId="urn:microsoft.com/office/officeart/2005/8/layout/vList2"/>
    <dgm:cxn modelId="{E83725D2-56D1-49C2-8336-DD333E4B8A50}" type="presParOf" srcId="{6C7D1A21-57EE-4EF7-8A68-D7AADC3EE108}" destId="{990A5D5E-DEC6-49A2-A329-0045C59BFE7D}" srcOrd="1" destOrd="0" presId="urn:microsoft.com/office/officeart/2005/8/layout/vList2"/>
    <dgm:cxn modelId="{FDD3872E-D37F-4BB6-9321-654BE831F4A0}" type="presParOf" srcId="{6C7D1A21-57EE-4EF7-8A68-D7AADC3EE108}" destId="{473D49BD-393C-4929-82E4-0CF2E777B9EE}" srcOrd="2" destOrd="0" presId="urn:microsoft.com/office/officeart/2005/8/layout/vList2"/>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520F70A-49AF-4F7C-B150-2DDFAD6D28DC}" type="doc">
      <dgm:prSet loTypeId="urn:microsoft.com/office/officeart/2005/8/layout/pyramid2" loCatId="pyramid" qsTypeId="urn:microsoft.com/office/officeart/2005/8/quickstyle/simple1" qsCatId="simple" csTypeId="urn:microsoft.com/office/officeart/2005/8/colors/accent1_2" csCatId="accent1" phldr="1"/>
      <dgm:spPr/>
      <dgm:t>
        <a:bodyPr/>
        <a:lstStyle/>
        <a:p>
          <a:endParaRPr lang="es-ES"/>
        </a:p>
      </dgm:t>
    </dgm:pt>
    <dgm:pt modelId="{40707253-F3F2-4885-B0F2-7C645348C4B3}">
      <dgm:prSet custT="1"/>
      <dgm:spPr/>
      <dgm:t>
        <a:bodyPr/>
        <a:lstStyle/>
        <a:p>
          <a:pPr rtl="0"/>
          <a:r>
            <a:rPr lang="es-ES_tradnl" sz="2000" b="1" i="0" dirty="0"/>
            <a:t>USUARIO</a:t>
          </a:r>
          <a:endParaRPr lang="es-ES" sz="2000" b="1" dirty="0"/>
        </a:p>
      </dgm:t>
    </dgm:pt>
    <dgm:pt modelId="{0F1607AF-7B88-4492-9A79-CDF62A499E32}" type="parTrans" cxnId="{53A6AB59-5879-4B9E-8906-10E3D5A6D418}">
      <dgm:prSet/>
      <dgm:spPr/>
      <dgm:t>
        <a:bodyPr/>
        <a:lstStyle/>
        <a:p>
          <a:endParaRPr lang="es-ES" b="1"/>
        </a:p>
      </dgm:t>
    </dgm:pt>
    <dgm:pt modelId="{21B8DCFD-C5DB-4701-A7EC-9187324AE87B}" type="sibTrans" cxnId="{53A6AB59-5879-4B9E-8906-10E3D5A6D418}">
      <dgm:prSet/>
      <dgm:spPr/>
      <dgm:t>
        <a:bodyPr/>
        <a:lstStyle/>
        <a:p>
          <a:endParaRPr lang="es-ES" b="1"/>
        </a:p>
      </dgm:t>
    </dgm:pt>
    <dgm:pt modelId="{A6D32CF0-2B70-4BB3-88EE-7421BFEA8952}">
      <dgm:prSet custT="1"/>
      <dgm:spPr/>
      <dgm:t>
        <a:bodyPr/>
        <a:lstStyle/>
        <a:p>
          <a:pPr rtl="0"/>
          <a:r>
            <a:rPr lang="es-ES_tradnl" sz="2000" b="1" i="0" dirty="0"/>
            <a:t>Recomendaciones, conclusiones, casos resueltos.</a:t>
          </a:r>
          <a:endParaRPr lang="es-ES" sz="2000" b="1" dirty="0"/>
        </a:p>
      </dgm:t>
    </dgm:pt>
    <dgm:pt modelId="{72BBCA38-8045-4B55-A3B8-D5366CCEBA78}" type="parTrans" cxnId="{843B8D5C-EC3E-45C0-8BCC-6A1BB743F1AC}">
      <dgm:prSet/>
      <dgm:spPr/>
      <dgm:t>
        <a:bodyPr/>
        <a:lstStyle/>
        <a:p>
          <a:endParaRPr lang="es-ES" b="1"/>
        </a:p>
      </dgm:t>
    </dgm:pt>
    <dgm:pt modelId="{BAAA5D8B-7DDF-48FA-BC07-95AB22685E68}" type="sibTrans" cxnId="{843B8D5C-EC3E-45C0-8BCC-6A1BB743F1AC}">
      <dgm:prSet/>
      <dgm:spPr/>
      <dgm:t>
        <a:bodyPr/>
        <a:lstStyle/>
        <a:p>
          <a:endParaRPr lang="es-ES" b="1"/>
        </a:p>
      </dgm:t>
    </dgm:pt>
    <dgm:pt modelId="{8D0012AD-3A24-4A72-9B1B-4FA1AC7C31E3}" type="pres">
      <dgm:prSet presAssocID="{A520F70A-49AF-4F7C-B150-2DDFAD6D28DC}" presName="compositeShape" presStyleCnt="0">
        <dgm:presLayoutVars>
          <dgm:dir/>
          <dgm:resizeHandles/>
        </dgm:presLayoutVars>
      </dgm:prSet>
      <dgm:spPr/>
    </dgm:pt>
    <dgm:pt modelId="{6778CD5A-F65F-4499-A614-E7359F1B002A}" type="pres">
      <dgm:prSet presAssocID="{A520F70A-49AF-4F7C-B150-2DDFAD6D28DC}" presName="pyramid" presStyleLbl="node1" presStyleIdx="0" presStyleCnt="1" custScaleX="165000"/>
      <dgm:spPr/>
    </dgm:pt>
    <dgm:pt modelId="{760452F3-F184-48EF-ADBC-254EE8AF6567}" type="pres">
      <dgm:prSet presAssocID="{A520F70A-49AF-4F7C-B150-2DDFAD6D28DC}" presName="theList" presStyleCnt="0"/>
      <dgm:spPr/>
    </dgm:pt>
    <dgm:pt modelId="{B1E5B0EC-FC2F-4884-92AE-3109CF199D06}" type="pres">
      <dgm:prSet presAssocID="{40707253-F3F2-4885-B0F2-7C645348C4B3}" presName="aNode" presStyleLbl="fgAcc1" presStyleIdx="0" presStyleCnt="2" custScaleX="107296" custScaleY="119752">
        <dgm:presLayoutVars>
          <dgm:bulletEnabled val="1"/>
        </dgm:presLayoutVars>
      </dgm:prSet>
      <dgm:spPr/>
    </dgm:pt>
    <dgm:pt modelId="{EB839A20-7B32-4B05-B810-31386071065A}" type="pres">
      <dgm:prSet presAssocID="{40707253-F3F2-4885-B0F2-7C645348C4B3}" presName="aSpace" presStyleCnt="0"/>
      <dgm:spPr/>
    </dgm:pt>
    <dgm:pt modelId="{8EEBD273-3EC9-4BCE-B3A5-3DBB743C132D}" type="pres">
      <dgm:prSet presAssocID="{A6D32CF0-2B70-4BB3-88EE-7421BFEA8952}" presName="aNode" presStyleLbl="fgAcc1" presStyleIdx="1" presStyleCnt="2" custScaleX="171484">
        <dgm:presLayoutVars>
          <dgm:bulletEnabled val="1"/>
        </dgm:presLayoutVars>
      </dgm:prSet>
      <dgm:spPr/>
    </dgm:pt>
    <dgm:pt modelId="{6A632D55-010F-4DFD-AD4A-EB722189E2B0}" type="pres">
      <dgm:prSet presAssocID="{A6D32CF0-2B70-4BB3-88EE-7421BFEA8952}" presName="aSpace" presStyleCnt="0"/>
      <dgm:spPr/>
    </dgm:pt>
  </dgm:ptLst>
  <dgm:cxnLst>
    <dgm:cxn modelId="{9CD45B23-0AD8-45B9-803B-1EC753A5A01A}" type="presOf" srcId="{A520F70A-49AF-4F7C-B150-2DDFAD6D28DC}" destId="{8D0012AD-3A24-4A72-9B1B-4FA1AC7C31E3}" srcOrd="0" destOrd="0" presId="urn:microsoft.com/office/officeart/2005/8/layout/pyramid2"/>
    <dgm:cxn modelId="{843B8D5C-EC3E-45C0-8BCC-6A1BB743F1AC}" srcId="{A520F70A-49AF-4F7C-B150-2DDFAD6D28DC}" destId="{A6D32CF0-2B70-4BB3-88EE-7421BFEA8952}" srcOrd="1" destOrd="0" parTransId="{72BBCA38-8045-4B55-A3B8-D5366CCEBA78}" sibTransId="{BAAA5D8B-7DDF-48FA-BC07-95AB22685E68}"/>
    <dgm:cxn modelId="{A1B0274B-3892-4E88-8578-917D3EBAB4CD}" type="presOf" srcId="{40707253-F3F2-4885-B0F2-7C645348C4B3}" destId="{B1E5B0EC-FC2F-4884-92AE-3109CF199D06}" srcOrd="0" destOrd="0" presId="urn:microsoft.com/office/officeart/2005/8/layout/pyramid2"/>
    <dgm:cxn modelId="{53A6AB59-5879-4B9E-8906-10E3D5A6D418}" srcId="{A520F70A-49AF-4F7C-B150-2DDFAD6D28DC}" destId="{40707253-F3F2-4885-B0F2-7C645348C4B3}" srcOrd="0" destOrd="0" parTransId="{0F1607AF-7B88-4492-9A79-CDF62A499E32}" sibTransId="{21B8DCFD-C5DB-4701-A7EC-9187324AE87B}"/>
    <dgm:cxn modelId="{7ED23DBE-B177-4DB7-95D9-FCEA17C970C4}" type="presOf" srcId="{A6D32CF0-2B70-4BB3-88EE-7421BFEA8952}" destId="{8EEBD273-3EC9-4BCE-B3A5-3DBB743C132D}" srcOrd="0" destOrd="0" presId="urn:microsoft.com/office/officeart/2005/8/layout/pyramid2"/>
    <dgm:cxn modelId="{2F4D42D2-D073-4EA4-86AF-3BEBCF5BD451}" type="presParOf" srcId="{8D0012AD-3A24-4A72-9B1B-4FA1AC7C31E3}" destId="{6778CD5A-F65F-4499-A614-E7359F1B002A}" srcOrd="0" destOrd="0" presId="urn:microsoft.com/office/officeart/2005/8/layout/pyramid2"/>
    <dgm:cxn modelId="{6179B778-4735-49A6-A27D-85FC219096B5}" type="presParOf" srcId="{8D0012AD-3A24-4A72-9B1B-4FA1AC7C31E3}" destId="{760452F3-F184-48EF-ADBC-254EE8AF6567}" srcOrd="1" destOrd="0" presId="urn:microsoft.com/office/officeart/2005/8/layout/pyramid2"/>
    <dgm:cxn modelId="{3B0D6387-5AA1-4593-AD52-D3B3695C9758}" type="presParOf" srcId="{760452F3-F184-48EF-ADBC-254EE8AF6567}" destId="{B1E5B0EC-FC2F-4884-92AE-3109CF199D06}" srcOrd="0" destOrd="0" presId="urn:microsoft.com/office/officeart/2005/8/layout/pyramid2"/>
    <dgm:cxn modelId="{E3E232A3-615A-4F4C-A23B-2A5F175804FF}" type="presParOf" srcId="{760452F3-F184-48EF-ADBC-254EE8AF6567}" destId="{EB839A20-7B32-4B05-B810-31386071065A}" srcOrd="1" destOrd="0" presId="urn:microsoft.com/office/officeart/2005/8/layout/pyramid2"/>
    <dgm:cxn modelId="{E5A4731F-774C-4FE8-90C5-C7F3AB0D9D45}" type="presParOf" srcId="{760452F3-F184-48EF-ADBC-254EE8AF6567}" destId="{8EEBD273-3EC9-4BCE-B3A5-3DBB743C132D}" srcOrd="2" destOrd="0" presId="urn:microsoft.com/office/officeart/2005/8/layout/pyramid2"/>
    <dgm:cxn modelId="{883F811F-0399-429C-A586-BCB7E750B5C4}" type="presParOf" srcId="{760452F3-F184-48EF-ADBC-254EE8AF6567}" destId="{6A632D55-010F-4DFD-AD4A-EB722189E2B0}" srcOrd="3" destOrd="0" presId="urn:microsoft.com/office/officeart/2005/8/layout/pyramid2"/>
  </dgm:cxnLst>
  <dgm:bg/>
  <dgm:whole/>
  <dgm:extLst>
    <a:ext uri="http://schemas.microsoft.com/office/drawing/2008/diagram">
      <dsp:dataModelExt xmlns:dsp="http://schemas.microsoft.com/office/drawing/2008/diagram" relId="rId24"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9E017E3-B46A-4B5F-B726-EB60EFED871E}" type="doc">
      <dgm:prSet loTypeId="urn:microsoft.com/office/officeart/2005/8/layout/target3" loCatId="relationship" qsTypeId="urn:microsoft.com/office/officeart/2005/8/quickstyle/simple1" qsCatId="simple" csTypeId="urn:microsoft.com/office/officeart/2005/8/colors/accent1_2" csCatId="accent1"/>
      <dgm:spPr/>
      <dgm:t>
        <a:bodyPr/>
        <a:lstStyle/>
        <a:p>
          <a:endParaRPr lang="es-ES"/>
        </a:p>
      </dgm:t>
    </dgm:pt>
    <dgm:pt modelId="{AC6DE83B-5F24-469D-82C6-E011FA2F104D}">
      <dgm:prSet custT="1"/>
      <dgm:spPr/>
      <dgm:t>
        <a:bodyPr/>
        <a:lstStyle/>
        <a:p>
          <a:pPr rtl="0"/>
          <a:r>
            <a:rPr lang="es-ES_tradnl" sz="2000" b="1" i="0" dirty="0">
              <a:solidFill>
                <a:srgbClr val="7030A0"/>
              </a:solidFill>
            </a:rPr>
            <a:t>MEMORIA  A LARGO PLAZO</a:t>
          </a:r>
          <a:endParaRPr lang="es-ES" sz="2000" b="1" dirty="0">
            <a:solidFill>
              <a:srgbClr val="7030A0"/>
            </a:solidFill>
          </a:endParaRPr>
        </a:p>
      </dgm:t>
    </dgm:pt>
    <dgm:pt modelId="{2B64BDF7-6881-4347-9265-7CBD7204F8D6}" type="parTrans" cxnId="{2CB26FA1-D8D3-4C99-AFCF-1E0A4C335CF9}">
      <dgm:prSet/>
      <dgm:spPr/>
      <dgm:t>
        <a:bodyPr/>
        <a:lstStyle/>
        <a:p>
          <a:endParaRPr lang="es-ES" sz="2000"/>
        </a:p>
      </dgm:t>
    </dgm:pt>
    <dgm:pt modelId="{5C8B85AF-6697-471B-A810-500FCD6B42A1}" type="sibTrans" cxnId="{2CB26FA1-D8D3-4C99-AFCF-1E0A4C335CF9}">
      <dgm:prSet/>
      <dgm:spPr/>
      <dgm:t>
        <a:bodyPr/>
        <a:lstStyle/>
        <a:p>
          <a:endParaRPr lang="es-ES" sz="2000"/>
        </a:p>
      </dgm:t>
    </dgm:pt>
    <dgm:pt modelId="{893EE9AA-8864-4C2A-8CF9-5C2DF4477B27}">
      <dgm:prSet custT="1"/>
      <dgm:spPr/>
      <dgm:t>
        <a:bodyPr/>
        <a:lstStyle/>
        <a:p>
          <a:pPr rtl="0"/>
          <a:r>
            <a:rPr lang="es-ES_tradnl" sz="2000" b="1" i="0" dirty="0"/>
            <a:t>Conocimiento en el dominio, experiencia, experticia.</a:t>
          </a:r>
          <a:endParaRPr lang="es-ES" sz="2000" b="1" dirty="0"/>
        </a:p>
      </dgm:t>
    </dgm:pt>
    <dgm:pt modelId="{580F0F8B-221C-43A7-B924-FAC51C375201}" type="parTrans" cxnId="{B7EC5D99-104B-4076-98A3-838425F6B404}">
      <dgm:prSet/>
      <dgm:spPr/>
      <dgm:t>
        <a:bodyPr/>
        <a:lstStyle/>
        <a:p>
          <a:endParaRPr lang="es-ES" sz="2000"/>
        </a:p>
      </dgm:t>
    </dgm:pt>
    <dgm:pt modelId="{C66E6572-8687-4CBD-BD27-CC45D0CBCEB5}" type="sibTrans" cxnId="{B7EC5D99-104B-4076-98A3-838425F6B404}">
      <dgm:prSet/>
      <dgm:spPr/>
      <dgm:t>
        <a:bodyPr/>
        <a:lstStyle/>
        <a:p>
          <a:endParaRPr lang="es-ES" sz="2000"/>
        </a:p>
      </dgm:t>
    </dgm:pt>
    <dgm:pt modelId="{46EEE92B-E066-4929-BD88-E47FA69664D7}" type="pres">
      <dgm:prSet presAssocID="{F9E017E3-B46A-4B5F-B726-EB60EFED871E}" presName="Name0" presStyleCnt="0">
        <dgm:presLayoutVars>
          <dgm:chMax val="7"/>
          <dgm:dir/>
          <dgm:animLvl val="lvl"/>
          <dgm:resizeHandles val="exact"/>
        </dgm:presLayoutVars>
      </dgm:prSet>
      <dgm:spPr/>
    </dgm:pt>
    <dgm:pt modelId="{74059DC7-9A85-435E-B67F-C4DEE27B4B54}" type="pres">
      <dgm:prSet presAssocID="{AC6DE83B-5F24-469D-82C6-E011FA2F104D}" presName="circle1" presStyleLbl="node1" presStyleIdx="0" presStyleCnt="2"/>
      <dgm:spPr/>
    </dgm:pt>
    <dgm:pt modelId="{22A4B082-6CEE-4CEA-967A-69D5C8C58F06}" type="pres">
      <dgm:prSet presAssocID="{AC6DE83B-5F24-469D-82C6-E011FA2F104D}" presName="space" presStyleCnt="0"/>
      <dgm:spPr/>
    </dgm:pt>
    <dgm:pt modelId="{9FEDB3EA-D99A-4E60-AD7A-5D064B62DF84}" type="pres">
      <dgm:prSet presAssocID="{AC6DE83B-5F24-469D-82C6-E011FA2F104D}" presName="rect1" presStyleLbl="alignAcc1" presStyleIdx="0" presStyleCnt="2"/>
      <dgm:spPr/>
    </dgm:pt>
    <dgm:pt modelId="{25FC85DE-9DAC-4D37-A92E-F795C83F947A}" type="pres">
      <dgm:prSet presAssocID="{893EE9AA-8864-4C2A-8CF9-5C2DF4477B27}" presName="vertSpace2" presStyleLbl="node1" presStyleIdx="0" presStyleCnt="2"/>
      <dgm:spPr/>
    </dgm:pt>
    <dgm:pt modelId="{00758630-56A6-439C-A0E0-449AD74B348A}" type="pres">
      <dgm:prSet presAssocID="{893EE9AA-8864-4C2A-8CF9-5C2DF4477B27}" presName="circle2" presStyleLbl="node1" presStyleIdx="1" presStyleCnt="2"/>
      <dgm:spPr/>
    </dgm:pt>
    <dgm:pt modelId="{531616ED-3F70-46D9-9029-C2EBB53A6AC4}" type="pres">
      <dgm:prSet presAssocID="{893EE9AA-8864-4C2A-8CF9-5C2DF4477B27}" presName="rect2" presStyleLbl="alignAcc1" presStyleIdx="1" presStyleCnt="2"/>
      <dgm:spPr/>
    </dgm:pt>
    <dgm:pt modelId="{1CA0B862-53E2-4A11-A432-464C41BD5D69}" type="pres">
      <dgm:prSet presAssocID="{AC6DE83B-5F24-469D-82C6-E011FA2F104D}" presName="rect1ParTxNoCh" presStyleLbl="alignAcc1" presStyleIdx="1" presStyleCnt="2">
        <dgm:presLayoutVars>
          <dgm:chMax val="1"/>
          <dgm:bulletEnabled val="1"/>
        </dgm:presLayoutVars>
      </dgm:prSet>
      <dgm:spPr/>
    </dgm:pt>
    <dgm:pt modelId="{A63D7034-6975-4EDD-82F6-4F4B4AAD0B12}" type="pres">
      <dgm:prSet presAssocID="{893EE9AA-8864-4C2A-8CF9-5C2DF4477B27}" presName="rect2ParTxNoCh" presStyleLbl="alignAcc1" presStyleIdx="1" presStyleCnt="2">
        <dgm:presLayoutVars>
          <dgm:chMax val="1"/>
          <dgm:bulletEnabled val="1"/>
        </dgm:presLayoutVars>
      </dgm:prSet>
      <dgm:spPr/>
    </dgm:pt>
  </dgm:ptLst>
  <dgm:cxnLst>
    <dgm:cxn modelId="{C8C09341-9E1A-4F32-8B2E-BADBD5531F75}" type="presOf" srcId="{AC6DE83B-5F24-469D-82C6-E011FA2F104D}" destId="{9FEDB3EA-D99A-4E60-AD7A-5D064B62DF84}" srcOrd="0" destOrd="0" presId="urn:microsoft.com/office/officeart/2005/8/layout/target3"/>
    <dgm:cxn modelId="{B74B4081-E7F1-4DF3-877B-0CF81AAF4961}" type="presOf" srcId="{F9E017E3-B46A-4B5F-B726-EB60EFED871E}" destId="{46EEE92B-E066-4929-BD88-E47FA69664D7}" srcOrd="0" destOrd="0" presId="urn:microsoft.com/office/officeart/2005/8/layout/target3"/>
    <dgm:cxn modelId="{B7EC5D99-104B-4076-98A3-838425F6B404}" srcId="{F9E017E3-B46A-4B5F-B726-EB60EFED871E}" destId="{893EE9AA-8864-4C2A-8CF9-5C2DF4477B27}" srcOrd="1" destOrd="0" parTransId="{580F0F8B-221C-43A7-B924-FAC51C375201}" sibTransId="{C66E6572-8687-4CBD-BD27-CC45D0CBCEB5}"/>
    <dgm:cxn modelId="{2CB26FA1-D8D3-4C99-AFCF-1E0A4C335CF9}" srcId="{F9E017E3-B46A-4B5F-B726-EB60EFED871E}" destId="{AC6DE83B-5F24-469D-82C6-E011FA2F104D}" srcOrd="0" destOrd="0" parTransId="{2B64BDF7-6881-4347-9265-7CBD7204F8D6}" sibTransId="{5C8B85AF-6697-471B-A810-500FCD6B42A1}"/>
    <dgm:cxn modelId="{B5A3C9A2-934F-4B07-9E84-BC8E43C550DA}" type="presOf" srcId="{893EE9AA-8864-4C2A-8CF9-5C2DF4477B27}" destId="{A63D7034-6975-4EDD-82F6-4F4B4AAD0B12}" srcOrd="1" destOrd="0" presId="urn:microsoft.com/office/officeart/2005/8/layout/target3"/>
    <dgm:cxn modelId="{F2126EB9-C997-4339-9DD4-56A2FF10D9DB}" type="presOf" srcId="{893EE9AA-8864-4C2A-8CF9-5C2DF4477B27}" destId="{531616ED-3F70-46D9-9029-C2EBB53A6AC4}" srcOrd="0" destOrd="0" presId="urn:microsoft.com/office/officeart/2005/8/layout/target3"/>
    <dgm:cxn modelId="{4E59C1BC-A376-4237-8877-BBA996417CFA}" type="presOf" srcId="{AC6DE83B-5F24-469D-82C6-E011FA2F104D}" destId="{1CA0B862-53E2-4A11-A432-464C41BD5D69}" srcOrd="1" destOrd="0" presId="urn:microsoft.com/office/officeart/2005/8/layout/target3"/>
    <dgm:cxn modelId="{099AEF62-8100-483D-AF69-B6967056559E}" type="presParOf" srcId="{46EEE92B-E066-4929-BD88-E47FA69664D7}" destId="{74059DC7-9A85-435E-B67F-C4DEE27B4B54}" srcOrd="0" destOrd="0" presId="urn:microsoft.com/office/officeart/2005/8/layout/target3"/>
    <dgm:cxn modelId="{E8C0A483-378B-48FA-905C-04F685B75B55}" type="presParOf" srcId="{46EEE92B-E066-4929-BD88-E47FA69664D7}" destId="{22A4B082-6CEE-4CEA-967A-69D5C8C58F06}" srcOrd="1" destOrd="0" presId="urn:microsoft.com/office/officeart/2005/8/layout/target3"/>
    <dgm:cxn modelId="{179D2B13-3C83-4037-8369-2E511FF87C8F}" type="presParOf" srcId="{46EEE92B-E066-4929-BD88-E47FA69664D7}" destId="{9FEDB3EA-D99A-4E60-AD7A-5D064B62DF84}" srcOrd="2" destOrd="0" presId="urn:microsoft.com/office/officeart/2005/8/layout/target3"/>
    <dgm:cxn modelId="{1D92A7E3-C9FE-4197-91B1-07E4F09A468D}" type="presParOf" srcId="{46EEE92B-E066-4929-BD88-E47FA69664D7}" destId="{25FC85DE-9DAC-4D37-A92E-F795C83F947A}" srcOrd="3" destOrd="0" presId="urn:microsoft.com/office/officeart/2005/8/layout/target3"/>
    <dgm:cxn modelId="{555988BC-41CA-453E-804C-DE40E6F342B1}" type="presParOf" srcId="{46EEE92B-E066-4929-BD88-E47FA69664D7}" destId="{00758630-56A6-439C-A0E0-449AD74B348A}" srcOrd="4" destOrd="0" presId="urn:microsoft.com/office/officeart/2005/8/layout/target3"/>
    <dgm:cxn modelId="{0D5240B0-D1D1-4736-8AC4-93B401AB33EF}" type="presParOf" srcId="{46EEE92B-E066-4929-BD88-E47FA69664D7}" destId="{531616ED-3F70-46D9-9029-C2EBB53A6AC4}" srcOrd="5" destOrd="0" presId="urn:microsoft.com/office/officeart/2005/8/layout/target3"/>
    <dgm:cxn modelId="{F1C6AE57-EE72-4538-AD01-49E76EE99561}" type="presParOf" srcId="{46EEE92B-E066-4929-BD88-E47FA69664D7}" destId="{1CA0B862-53E2-4A11-A432-464C41BD5D69}" srcOrd="6" destOrd="0" presId="urn:microsoft.com/office/officeart/2005/8/layout/target3"/>
    <dgm:cxn modelId="{0120D6E1-2558-4314-9521-E4C0A3DE51ED}" type="presParOf" srcId="{46EEE92B-E066-4929-BD88-E47FA69664D7}" destId="{A63D7034-6975-4EDD-82F6-4F4B4AAD0B12}" srcOrd="7" destOrd="0" presId="urn:microsoft.com/office/officeart/2005/8/layout/target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F1EB1064-06C2-474A-8EDB-9A722C62CF18}" type="doc">
      <dgm:prSet loTypeId="urn:microsoft.com/office/officeart/2005/8/layout/target3" loCatId="relationship" qsTypeId="urn:microsoft.com/office/officeart/2005/8/quickstyle/simple1" qsCatId="simple" csTypeId="urn:microsoft.com/office/officeart/2005/8/colors/accent1_2" csCatId="accent1"/>
      <dgm:spPr/>
      <dgm:t>
        <a:bodyPr/>
        <a:lstStyle/>
        <a:p>
          <a:endParaRPr lang="es-ES"/>
        </a:p>
      </dgm:t>
    </dgm:pt>
    <dgm:pt modelId="{6F2DD233-9CE6-4CD6-AFFF-891756A23F02}">
      <dgm:prSet custT="1"/>
      <dgm:spPr/>
      <dgm:t>
        <a:bodyPr/>
        <a:lstStyle/>
        <a:p>
          <a:pPr rtl="0"/>
          <a:r>
            <a:rPr lang="es-ES_tradnl" sz="2000" b="1" i="0" dirty="0">
              <a:solidFill>
                <a:srgbClr val="7030A0"/>
              </a:solidFill>
            </a:rPr>
            <a:t>MEMORIA  A CORTO PLAZO</a:t>
          </a:r>
          <a:endParaRPr lang="es-ES" sz="2000" b="1" dirty="0">
            <a:solidFill>
              <a:srgbClr val="7030A0"/>
            </a:solidFill>
          </a:endParaRPr>
        </a:p>
      </dgm:t>
    </dgm:pt>
    <dgm:pt modelId="{F5476808-6179-4439-AAD8-F0D8F2A89F5F}" type="parTrans" cxnId="{88226567-6E47-4DEF-9198-2355ADE8125F}">
      <dgm:prSet/>
      <dgm:spPr/>
      <dgm:t>
        <a:bodyPr/>
        <a:lstStyle/>
        <a:p>
          <a:endParaRPr lang="es-ES" b="1"/>
        </a:p>
      </dgm:t>
    </dgm:pt>
    <dgm:pt modelId="{B5A92FF3-096D-44CF-9011-DDE616C87F51}" type="sibTrans" cxnId="{88226567-6E47-4DEF-9198-2355ADE8125F}">
      <dgm:prSet/>
      <dgm:spPr/>
      <dgm:t>
        <a:bodyPr/>
        <a:lstStyle/>
        <a:p>
          <a:endParaRPr lang="es-ES" b="1"/>
        </a:p>
      </dgm:t>
    </dgm:pt>
    <dgm:pt modelId="{60C8C025-AB89-45FF-B5BF-1B484917029A}">
      <dgm:prSet custT="1"/>
      <dgm:spPr/>
      <dgm:t>
        <a:bodyPr/>
        <a:lstStyle/>
        <a:p>
          <a:pPr rtl="0"/>
          <a:r>
            <a:rPr lang="es-ES_tradnl" sz="2000" b="1" i="0" dirty="0"/>
            <a:t>Hechos, casos, reglas, conclusiones.</a:t>
          </a:r>
          <a:endParaRPr lang="es-ES" sz="2000" b="1" dirty="0"/>
        </a:p>
      </dgm:t>
    </dgm:pt>
    <dgm:pt modelId="{9C97E451-F8A7-4C05-A56D-236C26944F0C}" type="parTrans" cxnId="{A9099C5C-5148-4EAB-ACEF-618C506F1CEF}">
      <dgm:prSet/>
      <dgm:spPr/>
      <dgm:t>
        <a:bodyPr/>
        <a:lstStyle/>
        <a:p>
          <a:endParaRPr lang="es-ES" b="1"/>
        </a:p>
      </dgm:t>
    </dgm:pt>
    <dgm:pt modelId="{318318FB-A4D5-4853-B6FE-3B824CBE3085}" type="sibTrans" cxnId="{A9099C5C-5148-4EAB-ACEF-618C506F1CEF}">
      <dgm:prSet/>
      <dgm:spPr/>
      <dgm:t>
        <a:bodyPr/>
        <a:lstStyle/>
        <a:p>
          <a:endParaRPr lang="es-ES" b="1"/>
        </a:p>
      </dgm:t>
    </dgm:pt>
    <dgm:pt modelId="{20E34305-60D2-4F98-B06B-7D09FE5F8AC9}" type="pres">
      <dgm:prSet presAssocID="{F1EB1064-06C2-474A-8EDB-9A722C62CF18}" presName="Name0" presStyleCnt="0">
        <dgm:presLayoutVars>
          <dgm:chMax val="7"/>
          <dgm:dir/>
          <dgm:animLvl val="lvl"/>
          <dgm:resizeHandles val="exact"/>
        </dgm:presLayoutVars>
      </dgm:prSet>
      <dgm:spPr/>
    </dgm:pt>
    <dgm:pt modelId="{57425C8A-1034-4EAF-B7DC-693FA0A7237F}" type="pres">
      <dgm:prSet presAssocID="{6F2DD233-9CE6-4CD6-AFFF-891756A23F02}" presName="circle1" presStyleLbl="node1" presStyleIdx="0" presStyleCnt="2"/>
      <dgm:spPr/>
    </dgm:pt>
    <dgm:pt modelId="{F48E561C-B33C-45D6-8C25-3D37DF2942F2}" type="pres">
      <dgm:prSet presAssocID="{6F2DD233-9CE6-4CD6-AFFF-891756A23F02}" presName="space" presStyleCnt="0"/>
      <dgm:spPr/>
    </dgm:pt>
    <dgm:pt modelId="{2E3F906A-6E5E-47D4-9373-E0427F9DFAC6}" type="pres">
      <dgm:prSet presAssocID="{6F2DD233-9CE6-4CD6-AFFF-891756A23F02}" presName="rect1" presStyleLbl="alignAcc1" presStyleIdx="0" presStyleCnt="2"/>
      <dgm:spPr/>
    </dgm:pt>
    <dgm:pt modelId="{7D237B57-4EC4-4F22-B8E9-DE410525594B}" type="pres">
      <dgm:prSet presAssocID="{60C8C025-AB89-45FF-B5BF-1B484917029A}" presName="vertSpace2" presStyleLbl="node1" presStyleIdx="0" presStyleCnt="2"/>
      <dgm:spPr/>
    </dgm:pt>
    <dgm:pt modelId="{AC425089-2C11-461F-B7A7-EAE72D2E101F}" type="pres">
      <dgm:prSet presAssocID="{60C8C025-AB89-45FF-B5BF-1B484917029A}" presName="circle2" presStyleLbl="node1" presStyleIdx="1" presStyleCnt="2"/>
      <dgm:spPr/>
    </dgm:pt>
    <dgm:pt modelId="{F4D1AA59-2860-4097-9532-23430B646902}" type="pres">
      <dgm:prSet presAssocID="{60C8C025-AB89-45FF-B5BF-1B484917029A}" presName="rect2" presStyleLbl="alignAcc1" presStyleIdx="1" presStyleCnt="2"/>
      <dgm:spPr/>
    </dgm:pt>
    <dgm:pt modelId="{26E678A4-FA41-44D4-8726-6E2F9D73D7FB}" type="pres">
      <dgm:prSet presAssocID="{6F2DD233-9CE6-4CD6-AFFF-891756A23F02}" presName="rect1ParTxNoCh" presStyleLbl="alignAcc1" presStyleIdx="1" presStyleCnt="2">
        <dgm:presLayoutVars>
          <dgm:chMax val="1"/>
          <dgm:bulletEnabled val="1"/>
        </dgm:presLayoutVars>
      </dgm:prSet>
      <dgm:spPr/>
    </dgm:pt>
    <dgm:pt modelId="{2473D61F-264B-44BE-9104-C0B596C70FAF}" type="pres">
      <dgm:prSet presAssocID="{60C8C025-AB89-45FF-B5BF-1B484917029A}" presName="rect2ParTxNoCh" presStyleLbl="alignAcc1" presStyleIdx="1" presStyleCnt="2">
        <dgm:presLayoutVars>
          <dgm:chMax val="1"/>
          <dgm:bulletEnabled val="1"/>
        </dgm:presLayoutVars>
      </dgm:prSet>
      <dgm:spPr/>
    </dgm:pt>
  </dgm:ptLst>
  <dgm:cxnLst>
    <dgm:cxn modelId="{A9099C5C-5148-4EAB-ACEF-618C506F1CEF}" srcId="{F1EB1064-06C2-474A-8EDB-9A722C62CF18}" destId="{60C8C025-AB89-45FF-B5BF-1B484917029A}" srcOrd="1" destOrd="0" parTransId="{9C97E451-F8A7-4C05-A56D-236C26944F0C}" sibTransId="{318318FB-A4D5-4853-B6FE-3B824CBE3085}"/>
    <dgm:cxn modelId="{88226567-6E47-4DEF-9198-2355ADE8125F}" srcId="{F1EB1064-06C2-474A-8EDB-9A722C62CF18}" destId="{6F2DD233-9CE6-4CD6-AFFF-891756A23F02}" srcOrd="0" destOrd="0" parTransId="{F5476808-6179-4439-AAD8-F0D8F2A89F5F}" sibTransId="{B5A92FF3-096D-44CF-9011-DDE616C87F51}"/>
    <dgm:cxn modelId="{8ECB1E4A-FA0C-4A4C-9842-EC8C246AA436}" type="presOf" srcId="{60C8C025-AB89-45FF-B5BF-1B484917029A}" destId="{2473D61F-264B-44BE-9104-C0B596C70FAF}" srcOrd="1" destOrd="0" presId="urn:microsoft.com/office/officeart/2005/8/layout/target3"/>
    <dgm:cxn modelId="{9BEB6DA4-2E4C-4FEA-8CAB-65A12E8C2C1D}" type="presOf" srcId="{6F2DD233-9CE6-4CD6-AFFF-891756A23F02}" destId="{2E3F906A-6E5E-47D4-9373-E0427F9DFAC6}" srcOrd="0" destOrd="0" presId="urn:microsoft.com/office/officeart/2005/8/layout/target3"/>
    <dgm:cxn modelId="{662BE5A8-9DA8-4912-A489-7A77FE496D57}" type="presOf" srcId="{60C8C025-AB89-45FF-B5BF-1B484917029A}" destId="{F4D1AA59-2860-4097-9532-23430B646902}" srcOrd="0" destOrd="0" presId="urn:microsoft.com/office/officeart/2005/8/layout/target3"/>
    <dgm:cxn modelId="{D8F35EE5-60BF-42B1-97EF-034481680D81}" type="presOf" srcId="{F1EB1064-06C2-474A-8EDB-9A722C62CF18}" destId="{20E34305-60D2-4F98-B06B-7D09FE5F8AC9}" srcOrd="0" destOrd="0" presId="urn:microsoft.com/office/officeart/2005/8/layout/target3"/>
    <dgm:cxn modelId="{445938F8-F33B-46ED-933C-975862197168}" type="presOf" srcId="{6F2DD233-9CE6-4CD6-AFFF-891756A23F02}" destId="{26E678A4-FA41-44D4-8726-6E2F9D73D7FB}" srcOrd="1" destOrd="0" presId="urn:microsoft.com/office/officeart/2005/8/layout/target3"/>
    <dgm:cxn modelId="{F5EB5F86-5154-41DE-88C0-8FD632F16A5C}" type="presParOf" srcId="{20E34305-60D2-4F98-B06B-7D09FE5F8AC9}" destId="{57425C8A-1034-4EAF-B7DC-693FA0A7237F}" srcOrd="0" destOrd="0" presId="urn:microsoft.com/office/officeart/2005/8/layout/target3"/>
    <dgm:cxn modelId="{22E7962F-4ED9-4F00-9187-6B61F4D129EE}" type="presParOf" srcId="{20E34305-60D2-4F98-B06B-7D09FE5F8AC9}" destId="{F48E561C-B33C-45D6-8C25-3D37DF2942F2}" srcOrd="1" destOrd="0" presId="urn:microsoft.com/office/officeart/2005/8/layout/target3"/>
    <dgm:cxn modelId="{26E2070F-6FDD-487F-ABB5-88AED96CB08E}" type="presParOf" srcId="{20E34305-60D2-4F98-B06B-7D09FE5F8AC9}" destId="{2E3F906A-6E5E-47D4-9373-E0427F9DFAC6}" srcOrd="2" destOrd="0" presId="urn:microsoft.com/office/officeart/2005/8/layout/target3"/>
    <dgm:cxn modelId="{BBF8DDA4-7877-4969-B31C-7E9231E43F14}" type="presParOf" srcId="{20E34305-60D2-4F98-B06B-7D09FE5F8AC9}" destId="{7D237B57-4EC4-4F22-B8E9-DE410525594B}" srcOrd="3" destOrd="0" presId="urn:microsoft.com/office/officeart/2005/8/layout/target3"/>
    <dgm:cxn modelId="{533EDFC6-052D-4CF8-8E1F-C3AA1EEEDC63}" type="presParOf" srcId="{20E34305-60D2-4F98-B06B-7D09FE5F8AC9}" destId="{AC425089-2C11-461F-B7A7-EAE72D2E101F}" srcOrd="4" destOrd="0" presId="urn:microsoft.com/office/officeart/2005/8/layout/target3"/>
    <dgm:cxn modelId="{2F782FE3-6906-4A3A-B421-B262EECE5946}" type="presParOf" srcId="{20E34305-60D2-4F98-B06B-7D09FE5F8AC9}" destId="{F4D1AA59-2860-4097-9532-23430B646902}" srcOrd="5" destOrd="0" presId="urn:microsoft.com/office/officeart/2005/8/layout/target3"/>
    <dgm:cxn modelId="{E7FF5FC5-5A7C-4F61-A23C-228D66EE6F27}" type="presParOf" srcId="{20E34305-60D2-4F98-B06B-7D09FE5F8AC9}" destId="{26E678A4-FA41-44D4-8726-6E2F9D73D7FB}" srcOrd="6" destOrd="0" presId="urn:microsoft.com/office/officeart/2005/8/layout/target3"/>
    <dgm:cxn modelId="{915CF6BB-C5BE-4ACA-B895-AB47DB3BF358}" type="presParOf" srcId="{20E34305-60D2-4F98-B06B-7D09FE5F8AC9}" destId="{2473D61F-264B-44BE-9104-C0B596C70FAF}" srcOrd="7" destOrd="0" presId="urn:microsoft.com/office/officeart/2005/8/layout/target3"/>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A520F70A-49AF-4F7C-B150-2DDFAD6D28DC}" type="doc">
      <dgm:prSet loTypeId="urn:microsoft.com/office/officeart/2005/8/layout/pyramid2" loCatId="pyramid" qsTypeId="urn:microsoft.com/office/officeart/2005/8/quickstyle/simple1" qsCatId="simple" csTypeId="urn:microsoft.com/office/officeart/2005/8/colors/accent1_2" csCatId="accent1" phldr="1"/>
      <dgm:spPr/>
      <dgm:t>
        <a:bodyPr/>
        <a:lstStyle/>
        <a:p>
          <a:endParaRPr lang="es-ES"/>
        </a:p>
      </dgm:t>
    </dgm:pt>
    <dgm:pt modelId="{40707253-F3F2-4885-B0F2-7C645348C4B3}">
      <dgm:prSet custT="1"/>
      <dgm:spPr/>
      <dgm:t>
        <a:bodyPr/>
        <a:lstStyle/>
        <a:p>
          <a:pPr rtl="0"/>
          <a:r>
            <a:rPr lang="es-ES_tradnl" sz="2000" b="1" i="0" dirty="0"/>
            <a:t>USUARIO</a:t>
          </a:r>
          <a:endParaRPr lang="es-ES" sz="2000" b="1" dirty="0"/>
        </a:p>
      </dgm:t>
    </dgm:pt>
    <dgm:pt modelId="{0F1607AF-7B88-4492-9A79-CDF62A499E32}" type="parTrans" cxnId="{53A6AB59-5879-4B9E-8906-10E3D5A6D418}">
      <dgm:prSet/>
      <dgm:spPr/>
      <dgm:t>
        <a:bodyPr/>
        <a:lstStyle/>
        <a:p>
          <a:endParaRPr lang="es-ES" b="1"/>
        </a:p>
      </dgm:t>
    </dgm:pt>
    <dgm:pt modelId="{21B8DCFD-C5DB-4701-A7EC-9187324AE87B}" type="sibTrans" cxnId="{53A6AB59-5879-4B9E-8906-10E3D5A6D418}">
      <dgm:prSet/>
      <dgm:spPr/>
      <dgm:t>
        <a:bodyPr/>
        <a:lstStyle/>
        <a:p>
          <a:endParaRPr lang="es-ES" b="1"/>
        </a:p>
      </dgm:t>
    </dgm:pt>
    <dgm:pt modelId="{A6D32CF0-2B70-4BB3-88EE-7421BFEA8952}">
      <dgm:prSet custT="1"/>
      <dgm:spPr/>
      <dgm:t>
        <a:bodyPr/>
        <a:lstStyle/>
        <a:p>
          <a:pPr rtl="0"/>
          <a:r>
            <a:rPr lang="es-ES_tradnl" sz="2000" b="1" i="0" dirty="0"/>
            <a:t>Recomendaciones, conclusiones, casos resueltos.</a:t>
          </a:r>
          <a:endParaRPr lang="es-ES" sz="2000" b="1" dirty="0"/>
        </a:p>
      </dgm:t>
    </dgm:pt>
    <dgm:pt modelId="{72BBCA38-8045-4B55-A3B8-D5366CCEBA78}" type="parTrans" cxnId="{843B8D5C-EC3E-45C0-8BCC-6A1BB743F1AC}">
      <dgm:prSet/>
      <dgm:spPr/>
      <dgm:t>
        <a:bodyPr/>
        <a:lstStyle/>
        <a:p>
          <a:endParaRPr lang="es-ES" b="1"/>
        </a:p>
      </dgm:t>
    </dgm:pt>
    <dgm:pt modelId="{BAAA5D8B-7DDF-48FA-BC07-95AB22685E68}" type="sibTrans" cxnId="{843B8D5C-EC3E-45C0-8BCC-6A1BB743F1AC}">
      <dgm:prSet/>
      <dgm:spPr/>
      <dgm:t>
        <a:bodyPr/>
        <a:lstStyle/>
        <a:p>
          <a:endParaRPr lang="es-ES" b="1"/>
        </a:p>
      </dgm:t>
    </dgm:pt>
    <dgm:pt modelId="{8D0012AD-3A24-4A72-9B1B-4FA1AC7C31E3}" type="pres">
      <dgm:prSet presAssocID="{A520F70A-49AF-4F7C-B150-2DDFAD6D28DC}" presName="compositeShape" presStyleCnt="0">
        <dgm:presLayoutVars>
          <dgm:dir/>
          <dgm:resizeHandles/>
        </dgm:presLayoutVars>
      </dgm:prSet>
      <dgm:spPr/>
    </dgm:pt>
    <dgm:pt modelId="{6778CD5A-F65F-4499-A614-E7359F1B002A}" type="pres">
      <dgm:prSet presAssocID="{A520F70A-49AF-4F7C-B150-2DDFAD6D28DC}" presName="pyramid" presStyleLbl="node1" presStyleIdx="0" presStyleCnt="1" custScaleX="165000"/>
      <dgm:spPr/>
    </dgm:pt>
    <dgm:pt modelId="{760452F3-F184-48EF-ADBC-254EE8AF6567}" type="pres">
      <dgm:prSet presAssocID="{A520F70A-49AF-4F7C-B150-2DDFAD6D28DC}" presName="theList" presStyleCnt="0"/>
      <dgm:spPr/>
    </dgm:pt>
    <dgm:pt modelId="{B1E5B0EC-FC2F-4884-92AE-3109CF199D06}" type="pres">
      <dgm:prSet presAssocID="{40707253-F3F2-4885-B0F2-7C645348C4B3}" presName="aNode" presStyleLbl="fgAcc1" presStyleIdx="0" presStyleCnt="2" custScaleX="107296" custScaleY="119752">
        <dgm:presLayoutVars>
          <dgm:bulletEnabled val="1"/>
        </dgm:presLayoutVars>
      </dgm:prSet>
      <dgm:spPr/>
    </dgm:pt>
    <dgm:pt modelId="{EB839A20-7B32-4B05-B810-31386071065A}" type="pres">
      <dgm:prSet presAssocID="{40707253-F3F2-4885-B0F2-7C645348C4B3}" presName="aSpace" presStyleCnt="0"/>
      <dgm:spPr/>
    </dgm:pt>
    <dgm:pt modelId="{8EEBD273-3EC9-4BCE-B3A5-3DBB743C132D}" type="pres">
      <dgm:prSet presAssocID="{A6D32CF0-2B70-4BB3-88EE-7421BFEA8952}" presName="aNode" presStyleLbl="fgAcc1" presStyleIdx="1" presStyleCnt="2" custScaleX="171484">
        <dgm:presLayoutVars>
          <dgm:bulletEnabled val="1"/>
        </dgm:presLayoutVars>
      </dgm:prSet>
      <dgm:spPr/>
    </dgm:pt>
    <dgm:pt modelId="{6A632D55-010F-4DFD-AD4A-EB722189E2B0}" type="pres">
      <dgm:prSet presAssocID="{A6D32CF0-2B70-4BB3-88EE-7421BFEA8952}" presName="aSpace" presStyleCnt="0"/>
      <dgm:spPr/>
    </dgm:pt>
  </dgm:ptLst>
  <dgm:cxnLst>
    <dgm:cxn modelId="{9CD45B23-0AD8-45B9-803B-1EC753A5A01A}" type="presOf" srcId="{A520F70A-49AF-4F7C-B150-2DDFAD6D28DC}" destId="{8D0012AD-3A24-4A72-9B1B-4FA1AC7C31E3}" srcOrd="0" destOrd="0" presId="urn:microsoft.com/office/officeart/2005/8/layout/pyramid2"/>
    <dgm:cxn modelId="{843B8D5C-EC3E-45C0-8BCC-6A1BB743F1AC}" srcId="{A520F70A-49AF-4F7C-B150-2DDFAD6D28DC}" destId="{A6D32CF0-2B70-4BB3-88EE-7421BFEA8952}" srcOrd="1" destOrd="0" parTransId="{72BBCA38-8045-4B55-A3B8-D5366CCEBA78}" sibTransId="{BAAA5D8B-7DDF-48FA-BC07-95AB22685E68}"/>
    <dgm:cxn modelId="{A1B0274B-3892-4E88-8578-917D3EBAB4CD}" type="presOf" srcId="{40707253-F3F2-4885-B0F2-7C645348C4B3}" destId="{B1E5B0EC-FC2F-4884-92AE-3109CF199D06}" srcOrd="0" destOrd="0" presId="urn:microsoft.com/office/officeart/2005/8/layout/pyramid2"/>
    <dgm:cxn modelId="{53A6AB59-5879-4B9E-8906-10E3D5A6D418}" srcId="{A520F70A-49AF-4F7C-B150-2DDFAD6D28DC}" destId="{40707253-F3F2-4885-B0F2-7C645348C4B3}" srcOrd="0" destOrd="0" parTransId="{0F1607AF-7B88-4492-9A79-CDF62A499E32}" sibTransId="{21B8DCFD-C5DB-4701-A7EC-9187324AE87B}"/>
    <dgm:cxn modelId="{7ED23DBE-B177-4DB7-95D9-FCEA17C970C4}" type="presOf" srcId="{A6D32CF0-2B70-4BB3-88EE-7421BFEA8952}" destId="{8EEBD273-3EC9-4BCE-B3A5-3DBB743C132D}" srcOrd="0" destOrd="0" presId="urn:microsoft.com/office/officeart/2005/8/layout/pyramid2"/>
    <dgm:cxn modelId="{2F4D42D2-D073-4EA4-86AF-3BEBCF5BD451}" type="presParOf" srcId="{8D0012AD-3A24-4A72-9B1B-4FA1AC7C31E3}" destId="{6778CD5A-F65F-4499-A614-E7359F1B002A}" srcOrd="0" destOrd="0" presId="urn:microsoft.com/office/officeart/2005/8/layout/pyramid2"/>
    <dgm:cxn modelId="{6179B778-4735-49A6-A27D-85FC219096B5}" type="presParOf" srcId="{8D0012AD-3A24-4A72-9B1B-4FA1AC7C31E3}" destId="{760452F3-F184-48EF-ADBC-254EE8AF6567}" srcOrd="1" destOrd="0" presId="urn:microsoft.com/office/officeart/2005/8/layout/pyramid2"/>
    <dgm:cxn modelId="{3B0D6387-5AA1-4593-AD52-D3B3695C9758}" type="presParOf" srcId="{760452F3-F184-48EF-ADBC-254EE8AF6567}" destId="{B1E5B0EC-FC2F-4884-92AE-3109CF199D06}" srcOrd="0" destOrd="0" presId="urn:microsoft.com/office/officeart/2005/8/layout/pyramid2"/>
    <dgm:cxn modelId="{E3E232A3-615A-4F4C-A23B-2A5F175804FF}" type="presParOf" srcId="{760452F3-F184-48EF-ADBC-254EE8AF6567}" destId="{EB839A20-7B32-4B05-B810-31386071065A}" srcOrd="1" destOrd="0" presId="urn:microsoft.com/office/officeart/2005/8/layout/pyramid2"/>
    <dgm:cxn modelId="{E5A4731F-774C-4FE8-90C5-C7F3AB0D9D45}" type="presParOf" srcId="{760452F3-F184-48EF-ADBC-254EE8AF6567}" destId="{8EEBD273-3EC9-4BCE-B3A5-3DBB743C132D}" srcOrd="2" destOrd="0" presId="urn:microsoft.com/office/officeart/2005/8/layout/pyramid2"/>
    <dgm:cxn modelId="{883F811F-0399-429C-A586-BCB7E750B5C4}" type="presParOf" srcId="{760452F3-F184-48EF-ADBC-254EE8AF6567}" destId="{6A632D55-010F-4DFD-AD4A-EB722189E2B0}" srcOrd="3" destOrd="0" presId="urn:microsoft.com/office/officeart/2005/8/layout/pyramid2"/>
  </dgm:cxnLst>
  <dgm:bg/>
  <dgm:whole/>
  <dgm:extLst>
    <a:ext uri="http://schemas.microsoft.com/office/drawing/2008/diagram">
      <dsp:dataModelExt xmlns:dsp="http://schemas.microsoft.com/office/drawing/2008/diagram" relId="rId18"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08B4FD8D-52A0-4E98-9AE1-B76DB5D98449}"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ES"/>
        </a:p>
      </dgm:t>
    </dgm:pt>
    <dgm:pt modelId="{75CB0678-CC10-4286-A750-2945FB738617}">
      <dgm:prSet custT="1"/>
      <dgm:spPr>
        <a:noFill/>
      </dgm:spPr>
      <dgm:t>
        <a:bodyPr/>
        <a:lstStyle/>
        <a:p>
          <a:pPr algn="r" rtl="0"/>
          <a:r>
            <a:rPr lang="es-ES_tradnl" sz="2400" b="1" i="0" dirty="0">
              <a:solidFill>
                <a:schemeClr val="tx1"/>
              </a:solidFill>
              <a:latin typeface="Arial Narrow" pitchFamily="34" charset="0"/>
            </a:rPr>
            <a:t>MÁQUINA INFERENCIAL</a:t>
          </a:r>
          <a:endParaRPr lang="es-ES" sz="2400" b="1" dirty="0">
            <a:solidFill>
              <a:schemeClr val="tx1"/>
            </a:solidFill>
            <a:latin typeface="Arial Narrow" pitchFamily="34" charset="0"/>
          </a:endParaRPr>
        </a:p>
      </dgm:t>
    </dgm:pt>
    <dgm:pt modelId="{C001EAC3-C309-4DBA-9072-4887E3832836}" type="parTrans" cxnId="{6F9A138D-FD6E-4763-8833-4FE12C86E986}">
      <dgm:prSet/>
      <dgm:spPr/>
      <dgm:t>
        <a:bodyPr/>
        <a:lstStyle/>
        <a:p>
          <a:endParaRPr lang="es-ES" sz="2400" b="1">
            <a:solidFill>
              <a:srgbClr val="FF0000"/>
            </a:solidFill>
            <a:latin typeface="Arial Narrow" pitchFamily="34" charset="0"/>
          </a:endParaRPr>
        </a:p>
      </dgm:t>
    </dgm:pt>
    <dgm:pt modelId="{B57A6A5C-52F1-4C24-9A41-B42514E61841}" type="sibTrans" cxnId="{6F9A138D-FD6E-4763-8833-4FE12C86E986}">
      <dgm:prSet/>
      <dgm:spPr/>
      <dgm:t>
        <a:bodyPr/>
        <a:lstStyle/>
        <a:p>
          <a:endParaRPr lang="es-ES" sz="2400" b="1">
            <a:solidFill>
              <a:srgbClr val="FF0000"/>
            </a:solidFill>
            <a:latin typeface="Arial Narrow" pitchFamily="34" charset="0"/>
          </a:endParaRPr>
        </a:p>
      </dgm:t>
    </dgm:pt>
    <dgm:pt modelId="{44350E09-9191-488C-97F1-39931EE2972A}">
      <dgm:prSet custT="1"/>
      <dgm:spPr>
        <a:noFill/>
      </dgm:spPr>
      <dgm:t>
        <a:bodyPr/>
        <a:lstStyle/>
        <a:p>
          <a:pPr algn="ctr" rtl="0"/>
          <a:r>
            <a:rPr lang="es-ES_tradnl" sz="2400" b="1" i="0" dirty="0">
              <a:solidFill>
                <a:srgbClr val="FF0000"/>
              </a:solidFill>
              <a:latin typeface="Arial Narrow" pitchFamily="34" charset="0"/>
            </a:rPr>
            <a:t>RED NEURONAL</a:t>
          </a:r>
          <a:endParaRPr lang="es-ES" sz="2400" b="1" dirty="0">
            <a:solidFill>
              <a:srgbClr val="FF0000"/>
            </a:solidFill>
            <a:latin typeface="Arial Narrow" pitchFamily="34" charset="0"/>
          </a:endParaRPr>
        </a:p>
      </dgm:t>
    </dgm:pt>
    <dgm:pt modelId="{5413C538-1737-427E-A26A-269BE8B13DE6}" type="parTrans" cxnId="{5838C4A9-A418-4BD0-A9E0-784DE6215AB2}">
      <dgm:prSet/>
      <dgm:spPr/>
      <dgm:t>
        <a:bodyPr/>
        <a:lstStyle/>
        <a:p>
          <a:endParaRPr lang="es-ES" sz="2400" b="1">
            <a:solidFill>
              <a:srgbClr val="FF0000"/>
            </a:solidFill>
            <a:latin typeface="Arial Narrow" pitchFamily="34" charset="0"/>
          </a:endParaRPr>
        </a:p>
      </dgm:t>
    </dgm:pt>
    <dgm:pt modelId="{35C58012-BD09-4D7B-A79E-B480A26DBA7B}" type="sibTrans" cxnId="{5838C4A9-A418-4BD0-A9E0-784DE6215AB2}">
      <dgm:prSet/>
      <dgm:spPr/>
      <dgm:t>
        <a:bodyPr/>
        <a:lstStyle/>
        <a:p>
          <a:endParaRPr lang="es-ES" sz="2400" b="1">
            <a:solidFill>
              <a:srgbClr val="FF0000"/>
            </a:solidFill>
            <a:latin typeface="Arial Narrow" pitchFamily="34" charset="0"/>
          </a:endParaRPr>
        </a:p>
      </dgm:t>
    </dgm:pt>
    <dgm:pt modelId="{6C7D1A21-57EE-4EF7-8A68-D7AADC3EE108}" type="pres">
      <dgm:prSet presAssocID="{08B4FD8D-52A0-4E98-9AE1-B76DB5D98449}" presName="linear" presStyleCnt="0">
        <dgm:presLayoutVars>
          <dgm:animLvl val="lvl"/>
          <dgm:resizeHandles val="exact"/>
        </dgm:presLayoutVars>
      </dgm:prSet>
      <dgm:spPr/>
    </dgm:pt>
    <dgm:pt modelId="{2CD015E1-C477-4FB6-A7A6-AEB4FB037549}" type="pres">
      <dgm:prSet presAssocID="{75CB0678-CC10-4286-A750-2945FB738617}" presName="parentText" presStyleLbl="node1" presStyleIdx="0" presStyleCnt="2">
        <dgm:presLayoutVars>
          <dgm:chMax val="0"/>
          <dgm:bulletEnabled val="1"/>
        </dgm:presLayoutVars>
      </dgm:prSet>
      <dgm:spPr/>
    </dgm:pt>
    <dgm:pt modelId="{990A5D5E-DEC6-49A2-A329-0045C59BFE7D}" type="pres">
      <dgm:prSet presAssocID="{B57A6A5C-52F1-4C24-9A41-B42514E61841}" presName="spacer" presStyleCnt="0"/>
      <dgm:spPr/>
    </dgm:pt>
    <dgm:pt modelId="{473D49BD-393C-4929-82E4-0CF2E777B9EE}" type="pres">
      <dgm:prSet presAssocID="{44350E09-9191-488C-97F1-39931EE2972A}" presName="parentText" presStyleLbl="node1" presStyleIdx="1" presStyleCnt="2">
        <dgm:presLayoutVars>
          <dgm:chMax val="0"/>
          <dgm:bulletEnabled val="1"/>
        </dgm:presLayoutVars>
      </dgm:prSet>
      <dgm:spPr/>
    </dgm:pt>
  </dgm:ptLst>
  <dgm:cxnLst>
    <dgm:cxn modelId="{5B1D7B31-BA40-4DD6-A62B-43C3D88765EE}" type="presOf" srcId="{44350E09-9191-488C-97F1-39931EE2972A}" destId="{473D49BD-393C-4929-82E4-0CF2E777B9EE}" srcOrd="0" destOrd="0" presId="urn:microsoft.com/office/officeart/2005/8/layout/vList2"/>
    <dgm:cxn modelId="{6F9A138D-FD6E-4763-8833-4FE12C86E986}" srcId="{08B4FD8D-52A0-4E98-9AE1-B76DB5D98449}" destId="{75CB0678-CC10-4286-A750-2945FB738617}" srcOrd="0" destOrd="0" parTransId="{C001EAC3-C309-4DBA-9072-4887E3832836}" sibTransId="{B57A6A5C-52F1-4C24-9A41-B42514E61841}"/>
    <dgm:cxn modelId="{87F6CA96-7654-4C00-B19F-0F01E3AF3656}" type="presOf" srcId="{08B4FD8D-52A0-4E98-9AE1-B76DB5D98449}" destId="{6C7D1A21-57EE-4EF7-8A68-D7AADC3EE108}" srcOrd="0" destOrd="0" presId="urn:microsoft.com/office/officeart/2005/8/layout/vList2"/>
    <dgm:cxn modelId="{5838C4A9-A418-4BD0-A9E0-784DE6215AB2}" srcId="{08B4FD8D-52A0-4E98-9AE1-B76DB5D98449}" destId="{44350E09-9191-488C-97F1-39931EE2972A}" srcOrd="1" destOrd="0" parTransId="{5413C538-1737-427E-A26A-269BE8B13DE6}" sibTransId="{35C58012-BD09-4D7B-A79E-B480A26DBA7B}"/>
    <dgm:cxn modelId="{F7B31FF1-E795-4C0E-BA70-A4834AD37E2F}" type="presOf" srcId="{75CB0678-CC10-4286-A750-2945FB738617}" destId="{2CD015E1-C477-4FB6-A7A6-AEB4FB037549}" srcOrd="0" destOrd="0" presId="urn:microsoft.com/office/officeart/2005/8/layout/vList2"/>
    <dgm:cxn modelId="{2E64C00A-B48C-4D59-ADD4-EE8A0C93D6F4}" type="presParOf" srcId="{6C7D1A21-57EE-4EF7-8A68-D7AADC3EE108}" destId="{2CD015E1-C477-4FB6-A7A6-AEB4FB037549}" srcOrd="0" destOrd="0" presId="urn:microsoft.com/office/officeart/2005/8/layout/vList2"/>
    <dgm:cxn modelId="{E83725D2-56D1-49C2-8336-DD333E4B8A50}" type="presParOf" srcId="{6C7D1A21-57EE-4EF7-8A68-D7AADC3EE108}" destId="{990A5D5E-DEC6-49A2-A329-0045C59BFE7D}" srcOrd="1" destOrd="0" presId="urn:microsoft.com/office/officeart/2005/8/layout/vList2"/>
    <dgm:cxn modelId="{FDD3872E-D37F-4BB6-9321-654BE831F4A0}" type="presParOf" srcId="{6C7D1A21-57EE-4EF7-8A68-D7AADC3EE108}" destId="{473D49BD-393C-4929-82E4-0CF2E777B9EE}" srcOrd="2" destOrd="0" presId="urn:microsoft.com/office/officeart/2005/8/layout/vList2"/>
  </dgm:cxnLst>
  <dgm:bg/>
  <dgm:whole/>
  <dgm:extLst>
    <a:ext uri="http://schemas.microsoft.com/office/drawing/2008/diagram">
      <dsp:dataModelExt xmlns:dsp="http://schemas.microsoft.com/office/drawing/2008/diagram" relId="rId24"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047B7932-8D62-4E09-BBDD-72B9D275B063}"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s-PE"/>
        </a:p>
      </dgm:t>
    </dgm:pt>
    <dgm:pt modelId="{AB83AEFB-1BD0-4CCC-BFFF-D734F9877DD4}">
      <dgm:prSet custT="1"/>
      <dgm:spPr/>
      <dgm:t>
        <a:bodyPr/>
        <a:lstStyle/>
        <a:p>
          <a:pPr rtl="0"/>
          <a:r>
            <a:rPr lang="es-ES_tradnl" sz="2400" b="1" i="0" dirty="0"/>
            <a:t>Se aplica por primera vez en 1780</a:t>
          </a:r>
          <a:endParaRPr lang="es-PE" sz="2400" b="1" dirty="0"/>
        </a:p>
      </dgm:t>
    </dgm:pt>
    <dgm:pt modelId="{C4D6673D-DBD2-49C3-AB88-E6BDC0F9C0FA}" type="parTrans" cxnId="{ED157AE4-3FDE-48E5-AE51-EF6D8C55D9F9}">
      <dgm:prSet/>
      <dgm:spPr/>
      <dgm:t>
        <a:bodyPr/>
        <a:lstStyle/>
        <a:p>
          <a:endParaRPr lang="es-PE" b="1"/>
        </a:p>
      </dgm:t>
    </dgm:pt>
    <dgm:pt modelId="{AE7BD921-A785-47B8-88E8-97C33313038E}" type="sibTrans" cxnId="{ED157AE4-3FDE-48E5-AE51-EF6D8C55D9F9}">
      <dgm:prSet/>
      <dgm:spPr/>
      <dgm:t>
        <a:bodyPr/>
        <a:lstStyle/>
        <a:p>
          <a:endParaRPr lang="es-PE" b="1"/>
        </a:p>
      </dgm:t>
    </dgm:pt>
    <dgm:pt modelId="{5E7BFBE7-1B5B-4D08-87F7-BE8D88547D87}">
      <dgm:prSet custT="1"/>
      <dgm:spPr/>
      <dgm:t>
        <a:bodyPr/>
        <a:lstStyle/>
        <a:p>
          <a:pPr marL="228600" indent="-228600" algn="l" rtl="0"/>
          <a:r>
            <a:rPr lang="es-ES_tradnl" sz="2800" b="0" i="0" dirty="0"/>
            <a:t>Economía:</a:t>
          </a:r>
          <a:endParaRPr lang="es-PE" sz="2800" b="0" dirty="0"/>
        </a:p>
      </dgm:t>
    </dgm:pt>
    <dgm:pt modelId="{5EB194D4-E3A2-4348-9F1A-90BAAC7034CE}" type="parTrans" cxnId="{86A8F0F1-D29E-47FD-A831-AEE09DE26878}">
      <dgm:prSet/>
      <dgm:spPr/>
      <dgm:t>
        <a:bodyPr/>
        <a:lstStyle/>
        <a:p>
          <a:endParaRPr lang="es-PE" b="1"/>
        </a:p>
      </dgm:t>
    </dgm:pt>
    <dgm:pt modelId="{307389CE-BE69-46F7-B8D1-6E1E6E004D9F}" type="sibTrans" cxnId="{86A8F0F1-D29E-47FD-A831-AEE09DE26878}">
      <dgm:prSet/>
      <dgm:spPr/>
      <dgm:t>
        <a:bodyPr/>
        <a:lstStyle/>
        <a:p>
          <a:endParaRPr lang="es-PE" b="1"/>
        </a:p>
      </dgm:t>
    </dgm:pt>
    <dgm:pt modelId="{F201E699-248B-463B-8482-0CD7885D535A}">
      <dgm:prSet custT="1"/>
      <dgm:spPr/>
      <dgm:t>
        <a:bodyPr/>
        <a:lstStyle/>
        <a:p>
          <a:pPr marL="228600" indent="-228600" algn="l" rtl="0"/>
          <a:r>
            <a:rPr lang="es-ES_tradnl" sz="2800" b="0" i="0" dirty="0"/>
            <a:t>Estadística: Fenómenos de espera Erlang, </a:t>
          </a:r>
          <a:r>
            <a:rPr lang="es-ES_tradnl" sz="2800" b="0" i="0" dirty="0" err="1"/>
            <a:t>Markov</a:t>
          </a:r>
          <a:r>
            <a:rPr lang="es-ES_tradnl" sz="2800" b="0" i="0" dirty="0"/>
            <a:t> (1920)</a:t>
          </a:r>
          <a:endParaRPr lang="es-PE" sz="2800" b="0" dirty="0"/>
        </a:p>
      </dgm:t>
    </dgm:pt>
    <dgm:pt modelId="{8020926B-EB41-4278-81F3-512EFBC15CED}" type="parTrans" cxnId="{9E5D7919-DCAB-459A-A923-FC016D8EE2AD}">
      <dgm:prSet/>
      <dgm:spPr/>
      <dgm:t>
        <a:bodyPr/>
        <a:lstStyle/>
        <a:p>
          <a:endParaRPr lang="es-PE" b="1"/>
        </a:p>
      </dgm:t>
    </dgm:pt>
    <dgm:pt modelId="{80BCE04C-CB29-4A0F-8795-EB7B0C715D56}" type="sibTrans" cxnId="{9E5D7919-DCAB-459A-A923-FC016D8EE2AD}">
      <dgm:prSet/>
      <dgm:spPr/>
      <dgm:t>
        <a:bodyPr/>
        <a:lstStyle/>
        <a:p>
          <a:endParaRPr lang="es-PE" b="1"/>
        </a:p>
      </dgm:t>
    </dgm:pt>
    <dgm:pt modelId="{A3F52E08-E730-4E9D-BA8A-BFA8A7187D5F}">
      <dgm:prSet custT="1"/>
      <dgm:spPr/>
      <dgm:t>
        <a:bodyPr/>
        <a:lstStyle/>
        <a:p>
          <a:pPr marL="177800" indent="-177800"/>
          <a:r>
            <a:rPr lang="es-ES_tradnl" sz="2800" b="0" i="0" dirty="0"/>
            <a:t>Matemáticas: Modelos lineales           </a:t>
          </a:r>
          <a:r>
            <a:rPr lang="es-ES_tradnl" sz="2800" b="0" i="0" dirty="0" err="1"/>
            <a:t>Farkas</a:t>
          </a:r>
          <a:r>
            <a:rPr lang="es-ES_tradnl" sz="2800" b="0" i="0" dirty="0"/>
            <a:t>, Minkowski (s.XIX)</a:t>
          </a:r>
          <a:endParaRPr lang="es-PE" sz="2800" b="0" dirty="0"/>
        </a:p>
      </dgm:t>
    </dgm:pt>
    <dgm:pt modelId="{85EA1B3D-8C4E-409B-B7E4-68D71FA129EA}" type="parTrans" cxnId="{1D08E3A3-AD3F-4F78-A72D-ACFD6FB2728B}">
      <dgm:prSet/>
      <dgm:spPr/>
      <dgm:t>
        <a:bodyPr/>
        <a:lstStyle/>
        <a:p>
          <a:endParaRPr lang="es-PE" b="1"/>
        </a:p>
      </dgm:t>
    </dgm:pt>
    <dgm:pt modelId="{E3B82892-032A-4817-B3D6-F24EED7C8A9D}" type="sibTrans" cxnId="{1D08E3A3-AD3F-4F78-A72D-ACFD6FB2728B}">
      <dgm:prSet/>
      <dgm:spPr/>
      <dgm:t>
        <a:bodyPr/>
        <a:lstStyle/>
        <a:p>
          <a:endParaRPr lang="es-PE" b="1"/>
        </a:p>
      </dgm:t>
    </dgm:pt>
    <dgm:pt modelId="{CF02F27E-6433-4BB1-9460-63EE33EBD844}">
      <dgm:prSet custT="1"/>
      <dgm:spPr/>
      <dgm:t>
        <a:bodyPr/>
        <a:lstStyle/>
        <a:p>
          <a:pPr marL="457200" indent="0" rtl="0"/>
          <a:r>
            <a:rPr lang="es-ES_tradnl" sz="2800" b="0" i="0" dirty="0"/>
            <a:t>Von Neumann  	s. XX</a:t>
          </a:r>
          <a:endParaRPr lang="es-PE" sz="2800" b="0" dirty="0"/>
        </a:p>
      </dgm:t>
    </dgm:pt>
    <dgm:pt modelId="{04BFCD12-7A8C-4349-A6ED-49E4F80DAA6A}" type="sibTrans" cxnId="{39FD9BD6-337D-4500-9692-A8D73C911D5A}">
      <dgm:prSet/>
      <dgm:spPr/>
      <dgm:t>
        <a:bodyPr/>
        <a:lstStyle/>
        <a:p>
          <a:endParaRPr lang="es-PE" b="1"/>
        </a:p>
      </dgm:t>
    </dgm:pt>
    <dgm:pt modelId="{D41C3848-2497-435D-8DA4-297E5FC6F7B1}" type="parTrans" cxnId="{39FD9BD6-337D-4500-9692-A8D73C911D5A}">
      <dgm:prSet/>
      <dgm:spPr/>
      <dgm:t>
        <a:bodyPr/>
        <a:lstStyle/>
        <a:p>
          <a:endParaRPr lang="es-PE" b="1"/>
        </a:p>
      </dgm:t>
    </dgm:pt>
    <dgm:pt modelId="{8B7BAB67-DE99-429A-A980-303D66BF8E45}">
      <dgm:prSet custT="1"/>
      <dgm:spPr/>
      <dgm:t>
        <a:bodyPr/>
        <a:lstStyle/>
        <a:p>
          <a:pPr marL="457200" indent="0" rtl="0"/>
          <a:r>
            <a:rPr lang="es-ES_tradnl" sz="2800" b="0" i="0" dirty="0" err="1"/>
            <a:t>Walras</a:t>
          </a:r>
          <a:r>
            <a:rPr lang="es-ES_tradnl" sz="2800" b="0" i="0" dirty="0"/>
            <a:t> 		s. XIX </a:t>
          </a:r>
          <a:endParaRPr lang="es-PE" sz="2800" b="0" dirty="0"/>
        </a:p>
      </dgm:t>
    </dgm:pt>
    <dgm:pt modelId="{E19321BE-A79B-4725-BB33-449B17A64B6A}" type="sibTrans" cxnId="{788BF175-65AA-46D6-BCF9-B750BB6D7587}">
      <dgm:prSet/>
      <dgm:spPr/>
      <dgm:t>
        <a:bodyPr/>
        <a:lstStyle/>
        <a:p>
          <a:endParaRPr lang="es-PE" b="1"/>
        </a:p>
      </dgm:t>
    </dgm:pt>
    <dgm:pt modelId="{DBC599BF-71F6-4A57-B60B-6A5263CE5F49}" type="parTrans" cxnId="{788BF175-65AA-46D6-BCF9-B750BB6D7587}">
      <dgm:prSet/>
      <dgm:spPr/>
      <dgm:t>
        <a:bodyPr/>
        <a:lstStyle/>
        <a:p>
          <a:endParaRPr lang="es-PE" b="1"/>
        </a:p>
      </dgm:t>
    </dgm:pt>
    <dgm:pt modelId="{67DFFEF4-69F8-452E-A0E0-7CD30A6611BD}">
      <dgm:prSet custT="1"/>
      <dgm:spPr/>
      <dgm:t>
        <a:bodyPr/>
        <a:lstStyle/>
        <a:p>
          <a:pPr marL="450850" indent="0" algn="l" rtl="0"/>
          <a:r>
            <a:rPr lang="es-ES_tradnl" sz="2800" b="0" i="0" dirty="0" err="1"/>
            <a:t>Quesnay</a:t>
          </a:r>
          <a:r>
            <a:rPr lang="es-ES_tradnl" sz="2800" b="0" i="0" dirty="0"/>
            <a:t> 		s. XVIII</a:t>
          </a:r>
          <a:endParaRPr lang="es-PE" sz="2800" b="0" dirty="0"/>
        </a:p>
      </dgm:t>
    </dgm:pt>
    <dgm:pt modelId="{FF61353D-EF09-4D8E-891B-135DACCB17F8}" type="parTrans" cxnId="{724144C3-5396-490E-8770-9EE91CB1495B}">
      <dgm:prSet/>
      <dgm:spPr/>
      <dgm:t>
        <a:bodyPr/>
        <a:lstStyle/>
        <a:p>
          <a:endParaRPr lang="es-PE" b="1"/>
        </a:p>
      </dgm:t>
    </dgm:pt>
    <dgm:pt modelId="{1977B6DC-1CBF-4224-8C24-C557D12F7C01}" type="sibTrans" cxnId="{724144C3-5396-490E-8770-9EE91CB1495B}">
      <dgm:prSet/>
      <dgm:spPr/>
      <dgm:t>
        <a:bodyPr/>
        <a:lstStyle/>
        <a:p>
          <a:endParaRPr lang="es-PE" b="1"/>
        </a:p>
      </dgm:t>
    </dgm:pt>
    <dgm:pt modelId="{C670F96E-C0BD-46E9-9912-EA54EEA08F17}" type="pres">
      <dgm:prSet presAssocID="{047B7932-8D62-4E09-BBDD-72B9D275B063}" presName="Name0" presStyleCnt="0">
        <dgm:presLayoutVars>
          <dgm:dir/>
          <dgm:animLvl val="lvl"/>
          <dgm:resizeHandles val="exact"/>
        </dgm:presLayoutVars>
      </dgm:prSet>
      <dgm:spPr/>
    </dgm:pt>
    <dgm:pt modelId="{F667411C-22BA-483F-ABE6-2B4022C2C0D1}" type="pres">
      <dgm:prSet presAssocID="{AB83AEFB-1BD0-4CCC-BFFF-D734F9877DD4}" presName="linNode" presStyleCnt="0"/>
      <dgm:spPr/>
    </dgm:pt>
    <dgm:pt modelId="{D17CF8AC-5079-4DF3-AD73-676B2FD74131}" type="pres">
      <dgm:prSet presAssocID="{AB83AEFB-1BD0-4CCC-BFFF-D734F9877DD4}" presName="parentText" presStyleLbl="node1" presStyleIdx="0" presStyleCnt="1" custScaleX="60986" custScaleY="86377" custLinFactNeighborX="-7751">
        <dgm:presLayoutVars>
          <dgm:chMax val="1"/>
          <dgm:bulletEnabled val="1"/>
        </dgm:presLayoutVars>
      </dgm:prSet>
      <dgm:spPr/>
    </dgm:pt>
    <dgm:pt modelId="{2B793694-B2C3-4BA4-9FB6-4277BAA2802E}" type="pres">
      <dgm:prSet presAssocID="{AB83AEFB-1BD0-4CCC-BFFF-D734F9877DD4}" presName="descendantText" presStyleLbl="alignAccFollowNode1" presStyleIdx="0" presStyleCnt="1" custScaleX="127140" custScaleY="101543" custLinFactNeighborX="5048" custLinFactNeighborY="-1617">
        <dgm:presLayoutVars>
          <dgm:bulletEnabled val="1"/>
        </dgm:presLayoutVars>
      </dgm:prSet>
      <dgm:spPr/>
    </dgm:pt>
  </dgm:ptLst>
  <dgm:cxnLst>
    <dgm:cxn modelId="{5A599904-7A0D-4AA1-A0D9-FC7709A5563D}" type="presOf" srcId="{047B7932-8D62-4E09-BBDD-72B9D275B063}" destId="{C670F96E-C0BD-46E9-9912-EA54EEA08F17}" srcOrd="0" destOrd="0" presId="urn:microsoft.com/office/officeart/2005/8/layout/vList5"/>
    <dgm:cxn modelId="{178E5B15-CE84-44B4-B56D-414072B04C1C}" type="presOf" srcId="{F201E699-248B-463B-8482-0CD7885D535A}" destId="{2B793694-B2C3-4BA4-9FB6-4277BAA2802E}" srcOrd="0" destOrd="5" presId="urn:microsoft.com/office/officeart/2005/8/layout/vList5"/>
    <dgm:cxn modelId="{9E5D7919-DCAB-459A-A923-FC016D8EE2AD}" srcId="{AB83AEFB-1BD0-4CCC-BFFF-D734F9877DD4}" destId="{F201E699-248B-463B-8482-0CD7885D535A}" srcOrd="3" destOrd="0" parTransId="{8020926B-EB41-4278-81F3-512EFBC15CED}" sibTransId="{80BCE04C-CB29-4A0F-8795-EB7B0C715D56}"/>
    <dgm:cxn modelId="{788BF175-65AA-46D6-BCF9-B750BB6D7587}" srcId="{67DFFEF4-69F8-452E-A0E0-7CD30A6611BD}" destId="{8B7BAB67-DE99-429A-A980-303D66BF8E45}" srcOrd="0" destOrd="0" parTransId="{DBC599BF-71F6-4A57-B60B-6A5263CE5F49}" sibTransId="{E19321BE-A79B-4725-BB33-449B17A64B6A}"/>
    <dgm:cxn modelId="{3DBF9F58-00E3-4440-B2A6-0F363ACB9F25}" type="presOf" srcId="{8B7BAB67-DE99-429A-A980-303D66BF8E45}" destId="{2B793694-B2C3-4BA4-9FB6-4277BAA2802E}" srcOrd="0" destOrd="2" presId="urn:microsoft.com/office/officeart/2005/8/layout/vList5"/>
    <dgm:cxn modelId="{3A091683-67C1-4D70-87B2-4E12A241FC9F}" type="presOf" srcId="{67DFFEF4-69F8-452E-A0E0-7CD30A6611BD}" destId="{2B793694-B2C3-4BA4-9FB6-4277BAA2802E}" srcOrd="0" destOrd="1" presId="urn:microsoft.com/office/officeart/2005/8/layout/vList5"/>
    <dgm:cxn modelId="{D8DD2692-65EC-4206-A53F-B45E277B2686}" type="presOf" srcId="{5E7BFBE7-1B5B-4D08-87F7-BE8D88547D87}" destId="{2B793694-B2C3-4BA4-9FB6-4277BAA2802E}" srcOrd="0" destOrd="0" presId="urn:microsoft.com/office/officeart/2005/8/layout/vList5"/>
    <dgm:cxn modelId="{C4B5BAA2-98FE-459B-8E51-D4297E142ED5}" type="presOf" srcId="{AB83AEFB-1BD0-4CCC-BFFF-D734F9877DD4}" destId="{D17CF8AC-5079-4DF3-AD73-676B2FD74131}" srcOrd="0" destOrd="0" presId="urn:microsoft.com/office/officeart/2005/8/layout/vList5"/>
    <dgm:cxn modelId="{1D08E3A3-AD3F-4F78-A72D-ACFD6FB2728B}" srcId="{AB83AEFB-1BD0-4CCC-BFFF-D734F9877DD4}" destId="{A3F52E08-E730-4E9D-BA8A-BFA8A7187D5F}" srcOrd="2" destOrd="0" parTransId="{85EA1B3D-8C4E-409B-B7E4-68D71FA129EA}" sibTransId="{E3B82892-032A-4817-B3D6-F24EED7C8A9D}"/>
    <dgm:cxn modelId="{6F9FFAB0-E2E0-41C9-BE01-8EDBD4C82CD8}" type="presOf" srcId="{CF02F27E-6433-4BB1-9460-63EE33EBD844}" destId="{2B793694-B2C3-4BA4-9FB6-4277BAA2802E}" srcOrd="0" destOrd="3" presId="urn:microsoft.com/office/officeart/2005/8/layout/vList5"/>
    <dgm:cxn modelId="{724144C3-5396-490E-8770-9EE91CB1495B}" srcId="{AB83AEFB-1BD0-4CCC-BFFF-D734F9877DD4}" destId="{67DFFEF4-69F8-452E-A0E0-7CD30A6611BD}" srcOrd="1" destOrd="0" parTransId="{FF61353D-EF09-4D8E-891B-135DACCB17F8}" sibTransId="{1977B6DC-1CBF-4224-8C24-C557D12F7C01}"/>
    <dgm:cxn modelId="{39FD9BD6-337D-4500-9692-A8D73C911D5A}" srcId="{67DFFEF4-69F8-452E-A0E0-7CD30A6611BD}" destId="{CF02F27E-6433-4BB1-9460-63EE33EBD844}" srcOrd="1" destOrd="0" parTransId="{D41C3848-2497-435D-8DA4-297E5FC6F7B1}" sibTransId="{04BFCD12-7A8C-4349-A6ED-49E4F80DAA6A}"/>
    <dgm:cxn modelId="{AB1541E0-E78E-48C4-8FB3-2E199600F49C}" type="presOf" srcId="{A3F52E08-E730-4E9D-BA8A-BFA8A7187D5F}" destId="{2B793694-B2C3-4BA4-9FB6-4277BAA2802E}" srcOrd="0" destOrd="4" presId="urn:microsoft.com/office/officeart/2005/8/layout/vList5"/>
    <dgm:cxn modelId="{ED157AE4-3FDE-48E5-AE51-EF6D8C55D9F9}" srcId="{047B7932-8D62-4E09-BBDD-72B9D275B063}" destId="{AB83AEFB-1BD0-4CCC-BFFF-D734F9877DD4}" srcOrd="0" destOrd="0" parTransId="{C4D6673D-DBD2-49C3-AB88-E6BDC0F9C0FA}" sibTransId="{AE7BD921-A785-47B8-88E8-97C33313038E}"/>
    <dgm:cxn modelId="{86A8F0F1-D29E-47FD-A831-AEE09DE26878}" srcId="{AB83AEFB-1BD0-4CCC-BFFF-D734F9877DD4}" destId="{5E7BFBE7-1B5B-4D08-87F7-BE8D88547D87}" srcOrd="0" destOrd="0" parTransId="{5EB194D4-E3A2-4348-9F1A-90BAAC7034CE}" sibTransId="{307389CE-BE69-46F7-B8D1-6E1E6E004D9F}"/>
    <dgm:cxn modelId="{69B13B87-CD25-4E8F-B2CE-59CF796498BE}" type="presParOf" srcId="{C670F96E-C0BD-46E9-9912-EA54EEA08F17}" destId="{F667411C-22BA-483F-ABE6-2B4022C2C0D1}" srcOrd="0" destOrd="0" presId="urn:microsoft.com/office/officeart/2005/8/layout/vList5"/>
    <dgm:cxn modelId="{DD3D718A-BE49-46BF-8C43-7EFADDE79F7E}" type="presParOf" srcId="{F667411C-22BA-483F-ABE6-2B4022C2C0D1}" destId="{D17CF8AC-5079-4DF3-AD73-676B2FD74131}" srcOrd="0" destOrd="0" presId="urn:microsoft.com/office/officeart/2005/8/layout/vList5"/>
    <dgm:cxn modelId="{7D077C63-77B5-4717-B44A-348C17C00DA4}" type="presParOf" srcId="{F667411C-22BA-483F-ABE6-2B4022C2C0D1}" destId="{2B793694-B2C3-4BA4-9FB6-4277BAA2802E}"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896D6DF8-1DF0-4BBD-AEB6-C420A19454E8}"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es-PE"/>
        </a:p>
      </dgm:t>
    </dgm:pt>
    <dgm:pt modelId="{33472244-E60E-4C1F-9B36-868DE706072C}">
      <dgm:prSet custT="1"/>
      <dgm:spPr>
        <a:solidFill>
          <a:schemeClr val="bg2">
            <a:lumMod val="90000"/>
          </a:schemeClr>
        </a:solidFill>
      </dgm:spPr>
      <dgm:t>
        <a:bodyPr/>
        <a:lstStyle/>
        <a:p>
          <a:pPr rtl="0"/>
          <a:r>
            <a:rPr lang="es-ES_tradnl" sz="2400" b="0" i="0" dirty="0">
              <a:solidFill>
                <a:schemeClr val="tx1"/>
              </a:solidFill>
              <a:latin typeface="Arial Narrow" pitchFamily="34" charset="0"/>
            </a:rPr>
            <a:t>Refinerías de petróleo</a:t>
          </a:r>
          <a:endParaRPr lang="es-PE" sz="2400" b="0" dirty="0">
            <a:solidFill>
              <a:schemeClr val="tx1"/>
            </a:solidFill>
            <a:latin typeface="Arial Narrow" pitchFamily="34" charset="0"/>
          </a:endParaRPr>
        </a:p>
      </dgm:t>
    </dgm:pt>
    <dgm:pt modelId="{931BC886-8914-4FDF-BB57-138331752C74}" type="parTrans" cxnId="{78930A51-753F-4393-91C8-52A5375C546C}">
      <dgm:prSet/>
      <dgm:spPr/>
      <dgm:t>
        <a:bodyPr/>
        <a:lstStyle/>
        <a:p>
          <a:endParaRPr lang="es-PE"/>
        </a:p>
      </dgm:t>
    </dgm:pt>
    <dgm:pt modelId="{73D79A2B-B5A7-4AD0-B656-8F38E2A989CD}" type="sibTrans" cxnId="{78930A51-753F-4393-91C8-52A5375C546C}">
      <dgm:prSet/>
      <dgm:spPr/>
      <dgm:t>
        <a:bodyPr/>
        <a:lstStyle/>
        <a:p>
          <a:endParaRPr lang="es-PE"/>
        </a:p>
      </dgm:t>
    </dgm:pt>
    <dgm:pt modelId="{0FFD2BCA-1C04-46AD-A74C-F2165E18E768}">
      <dgm:prSet custT="1"/>
      <dgm:spPr>
        <a:solidFill>
          <a:schemeClr val="bg2">
            <a:lumMod val="90000"/>
          </a:schemeClr>
        </a:solidFill>
      </dgm:spPr>
      <dgm:t>
        <a:bodyPr/>
        <a:lstStyle/>
        <a:p>
          <a:pPr rtl="0"/>
          <a:r>
            <a:rPr lang="es-ES_tradnl" sz="2400" b="0" i="0" dirty="0">
              <a:solidFill>
                <a:schemeClr val="tx1"/>
              </a:solidFill>
              <a:latin typeface="Arial Narrow" pitchFamily="34" charset="0"/>
            </a:rPr>
            <a:t>Distribución de   productos </a:t>
          </a:r>
          <a:endParaRPr lang="es-PE" sz="2400" b="0" dirty="0">
            <a:solidFill>
              <a:schemeClr val="tx1"/>
            </a:solidFill>
            <a:latin typeface="Arial Narrow" pitchFamily="34" charset="0"/>
          </a:endParaRPr>
        </a:p>
      </dgm:t>
    </dgm:pt>
    <dgm:pt modelId="{8E98DDCF-80C7-43CD-B711-D6D54AFDBC21}" type="parTrans" cxnId="{6B732900-2313-4087-A41F-585224F28545}">
      <dgm:prSet/>
      <dgm:spPr/>
      <dgm:t>
        <a:bodyPr/>
        <a:lstStyle/>
        <a:p>
          <a:endParaRPr lang="es-PE"/>
        </a:p>
      </dgm:t>
    </dgm:pt>
    <dgm:pt modelId="{45A1F5E5-52A7-46DD-94CE-16C1A3739A69}" type="sibTrans" cxnId="{6B732900-2313-4087-A41F-585224F28545}">
      <dgm:prSet/>
      <dgm:spPr/>
      <dgm:t>
        <a:bodyPr/>
        <a:lstStyle/>
        <a:p>
          <a:endParaRPr lang="es-PE"/>
        </a:p>
      </dgm:t>
    </dgm:pt>
    <dgm:pt modelId="{AFBFE29E-405F-494A-B470-DC2EC1B0C8ED}">
      <dgm:prSet custT="1"/>
      <dgm:spPr>
        <a:solidFill>
          <a:schemeClr val="bg2">
            <a:lumMod val="90000"/>
          </a:schemeClr>
        </a:solidFill>
      </dgm:spPr>
      <dgm:t>
        <a:bodyPr/>
        <a:lstStyle/>
        <a:p>
          <a:pPr rtl="0"/>
          <a:r>
            <a:rPr lang="es-ES_tradnl" sz="2400" b="0" i="0" dirty="0">
              <a:solidFill>
                <a:schemeClr val="tx1"/>
              </a:solidFill>
              <a:latin typeface="Arial Narrow" pitchFamily="34" charset="0"/>
            </a:rPr>
            <a:t>Planeación y control de la producción</a:t>
          </a:r>
          <a:endParaRPr lang="es-PE" sz="2400" b="0" dirty="0">
            <a:solidFill>
              <a:schemeClr val="tx1"/>
            </a:solidFill>
            <a:latin typeface="Arial Narrow" pitchFamily="34" charset="0"/>
          </a:endParaRPr>
        </a:p>
      </dgm:t>
    </dgm:pt>
    <dgm:pt modelId="{7E2176E5-4B3D-45AE-82AD-7D15AE414312}" type="parTrans" cxnId="{B856E1F8-EAC6-4200-83FD-D354AC1193A6}">
      <dgm:prSet/>
      <dgm:spPr/>
      <dgm:t>
        <a:bodyPr/>
        <a:lstStyle/>
        <a:p>
          <a:endParaRPr lang="es-PE"/>
        </a:p>
      </dgm:t>
    </dgm:pt>
    <dgm:pt modelId="{2D0F91C2-5EE0-4917-A4EB-4E4A5AF607C7}" type="sibTrans" cxnId="{B856E1F8-EAC6-4200-83FD-D354AC1193A6}">
      <dgm:prSet/>
      <dgm:spPr/>
      <dgm:t>
        <a:bodyPr/>
        <a:lstStyle/>
        <a:p>
          <a:endParaRPr lang="es-PE"/>
        </a:p>
      </dgm:t>
    </dgm:pt>
    <dgm:pt modelId="{220B2794-F73C-4F0F-8EA1-ABA47085A073}">
      <dgm:prSet custT="1"/>
      <dgm:spPr>
        <a:solidFill>
          <a:schemeClr val="bg2">
            <a:lumMod val="90000"/>
          </a:schemeClr>
        </a:solidFill>
      </dgm:spPr>
      <dgm:t>
        <a:bodyPr/>
        <a:lstStyle/>
        <a:p>
          <a:pPr rtl="0"/>
          <a:r>
            <a:rPr lang="es-ES_tradnl" sz="2400" b="0" i="0" dirty="0">
              <a:solidFill>
                <a:schemeClr val="tx1"/>
              </a:solidFill>
              <a:latin typeface="Arial Narrow" pitchFamily="34" charset="0"/>
            </a:rPr>
            <a:t>Estudio de mercado y planeación de  inversiones </a:t>
          </a:r>
          <a:endParaRPr lang="es-PE" sz="2400" b="0" dirty="0">
            <a:solidFill>
              <a:schemeClr val="tx1"/>
            </a:solidFill>
            <a:latin typeface="Arial Narrow" pitchFamily="34" charset="0"/>
          </a:endParaRPr>
        </a:p>
      </dgm:t>
    </dgm:pt>
    <dgm:pt modelId="{A19B32DB-69E1-415B-9FE1-D8363CB774CF}" type="parTrans" cxnId="{1B5999D2-7647-4CD9-9ADF-B7FEBADA6306}">
      <dgm:prSet/>
      <dgm:spPr/>
      <dgm:t>
        <a:bodyPr/>
        <a:lstStyle/>
        <a:p>
          <a:endParaRPr lang="es-PE"/>
        </a:p>
      </dgm:t>
    </dgm:pt>
    <dgm:pt modelId="{C3C9F9A3-134F-4B11-A7D3-F11F73DC374D}" type="sibTrans" cxnId="{1B5999D2-7647-4CD9-9ADF-B7FEBADA6306}">
      <dgm:prSet/>
      <dgm:spPr/>
      <dgm:t>
        <a:bodyPr/>
        <a:lstStyle/>
        <a:p>
          <a:endParaRPr lang="es-PE"/>
        </a:p>
      </dgm:t>
    </dgm:pt>
    <dgm:pt modelId="{3E810DCA-24ED-4354-A922-54566A879425}">
      <dgm:prSet custT="1"/>
      <dgm:spPr>
        <a:solidFill>
          <a:schemeClr val="bg2">
            <a:lumMod val="90000"/>
          </a:schemeClr>
        </a:solidFill>
      </dgm:spPr>
      <dgm:t>
        <a:bodyPr/>
        <a:lstStyle/>
        <a:p>
          <a:pPr rtl="0"/>
          <a:r>
            <a:rPr lang="es-ES_tradnl" sz="2400" b="0" i="0" dirty="0">
              <a:solidFill>
                <a:schemeClr val="tx1"/>
              </a:solidFill>
              <a:latin typeface="Arial Narrow" panose="020B0606020202030204" pitchFamily="34" charset="0"/>
              <a:cs typeface="Arial" panose="020B0604020202020204" pitchFamily="34" charset="0"/>
            </a:rPr>
            <a:t>Inteligencia Artificial</a:t>
          </a:r>
          <a:endParaRPr lang="es-PE" sz="2400" b="0" dirty="0">
            <a:solidFill>
              <a:schemeClr val="tx1"/>
            </a:solidFill>
            <a:latin typeface="Arial Narrow" panose="020B0606020202030204" pitchFamily="34" charset="0"/>
            <a:cs typeface="Arial" panose="020B0604020202020204" pitchFamily="34" charset="0"/>
          </a:endParaRPr>
        </a:p>
      </dgm:t>
    </dgm:pt>
    <dgm:pt modelId="{9AAB01C4-618E-4CBC-A1A6-E3F03F83B54F}" type="parTrans" cxnId="{264C9635-8812-489B-87C8-DFD33ABDFC4C}">
      <dgm:prSet/>
      <dgm:spPr/>
      <dgm:t>
        <a:bodyPr/>
        <a:lstStyle/>
        <a:p>
          <a:endParaRPr lang="es-PE"/>
        </a:p>
      </dgm:t>
    </dgm:pt>
    <dgm:pt modelId="{332CCB4B-517E-4E6E-87AC-15924192D103}" type="sibTrans" cxnId="{264C9635-8812-489B-87C8-DFD33ABDFC4C}">
      <dgm:prSet/>
      <dgm:spPr/>
      <dgm:t>
        <a:bodyPr/>
        <a:lstStyle/>
        <a:p>
          <a:endParaRPr lang="es-PE"/>
        </a:p>
      </dgm:t>
    </dgm:pt>
    <dgm:pt modelId="{EB98BAE1-257D-4654-8E8B-362D974A9424}" type="pres">
      <dgm:prSet presAssocID="{896D6DF8-1DF0-4BBD-AEB6-C420A19454E8}" presName="CompostProcess" presStyleCnt="0">
        <dgm:presLayoutVars>
          <dgm:dir/>
          <dgm:resizeHandles val="exact"/>
        </dgm:presLayoutVars>
      </dgm:prSet>
      <dgm:spPr/>
    </dgm:pt>
    <dgm:pt modelId="{F57DBF73-6E1F-44C9-B34A-670D8F9A7C50}" type="pres">
      <dgm:prSet presAssocID="{896D6DF8-1DF0-4BBD-AEB6-C420A19454E8}" presName="arrow" presStyleLbl="bgShp" presStyleIdx="0" presStyleCnt="1" custScaleX="116222"/>
      <dgm:spPr/>
    </dgm:pt>
    <dgm:pt modelId="{84AD435E-F2B9-494A-91F1-BC5318B990C7}" type="pres">
      <dgm:prSet presAssocID="{896D6DF8-1DF0-4BBD-AEB6-C420A19454E8}" presName="linearProcess" presStyleCnt="0"/>
      <dgm:spPr/>
    </dgm:pt>
    <dgm:pt modelId="{7CEB1EE6-7883-4F7E-AFD8-DE7E0AA17961}" type="pres">
      <dgm:prSet presAssocID="{33472244-E60E-4C1F-9B36-868DE706072C}" presName="textNode" presStyleLbl="node1" presStyleIdx="0" presStyleCnt="5" custScaleX="91358">
        <dgm:presLayoutVars>
          <dgm:bulletEnabled val="1"/>
        </dgm:presLayoutVars>
      </dgm:prSet>
      <dgm:spPr/>
    </dgm:pt>
    <dgm:pt modelId="{BDF90357-C2E3-45A4-B4DA-EB70FD55E825}" type="pres">
      <dgm:prSet presAssocID="{73D79A2B-B5A7-4AD0-B656-8F38E2A989CD}" presName="sibTrans" presStyleCnt="0"/>
      <dgm:spPr/>
    </dgm:pt>
    <dgm:pt modelId="{5321D206-B37C-48F3-8A2F-5B3AC589D7A5}" type="pres">
      <dgm:prSet presAssocID="{0FFD2BCA-1C04-46AD-A74C-F2165E18E768}" presName="textNode" presStyleLbl="node1" presStyleIdx="1" presStyleCnt="5" custScaleX="107902" custLinFactNeighborX="-77400">
        <dgm:presLayoutVars>
          <dgm:bulletEnabled val="1"/>
        </dgm:presLayoutVars>
      </dgm:prSet>
      <dgm:spPr/>
    </dgm:pt>
    <dgm:pt modelId="{11FF8796-C8CF-4CEB-94D3-BA07E0F2ED04}" type="pres">
      <dgm:prSet presAssocID="{45A1F5E5-52A7-46DD-94CE-16C1A3739A69}" presName="sibTrans" presStyleCnt="0"/>
      <dgm:spPr/>
    </dgm:pt>
    <dgm:pt modelId="{81957682-937D-4A31-9C3C-5670724C2534}" type="pres">
      <dgm:prSet presAssocID="{AFBFE29E-405F-494A-B470-DC2EC1B0C8ED}" presName="textNode" presStyleLbl="node1" presStyleIdx="2" presStyleCnt="5" custScaleX="109106" custLinFactX="-8380" custLinFactNeighborX="-100000">
        <dgm:presLayoutVars>
          <dgm:bulletEnabled val="1"/>
        </dgm:presLayoutVars>
      </dgm:prSet>
      <dgm:spPr/>
    </dgm:pt>
    <dgm:pt modelId="{E3BC04BE-AB65-415C-8551-ED1008ABF5BF}" type="pres">
      <dgm:prSet presAssocID="{2D0F91C2-5EE0-4917-A4EB-4E4A5AF607C7}" presName="sibTrans" presStyleCnt="0"/>
      <dgm:spPr/>
    </dgm:pt>
    <dgm:pt modelId="{E7CFEA7F-293A-4369-A04F-A5ECCAEE4BF5}" type="pres">
      <dgm:prSet presAssocID="{220B2794-F73C-4F0F-8EA1-ABA47085A073}" presName="textNode" presStyleLbl="node1" presStyleIdx="3" presStyleCnt="5" custScaleX="119437" custLinFactX="-19521" custLinFactNeighborX="-100000">
        <dgm:presLayoutVars>
          <dgm:bulletEnabled val="1"/>
        </dgm:presLayoutVars>
      </dgm:prSet>
      <dgm:spPr/>
    </dgm:pt>
    <dgm:pt modelId="{4401E59C-81AF-48E6-8C70-72B98D6FA399}" type="pres">
      <dgm:prSet presAssocID="{C3C9F9A3-134F-4B11-A7D3-F11F73DC374D}" presName="sibTrans" presStyleCnt="0"/>
      <dgm:spPr/>
    </dgm:pt>
    <dgm:pt modelId="{57F85C7D-4FEB-4A07-A08F-E463A5616BFD}" type="pres">
      <dgm:prSet presAssocID="{3E810DCA-24ED-4354-A922-54566A879425}" presName="textNode" presStyleLbl="node1" presStyleIdx="4" presStyleCnt="5" custScaleX="105282" custLinFactX="-31190" custLinFactNeighborX="-100000">
        <dgm:presLayoutVars>
          <dgm:bulletEnabled val="1"/>
        </dgm:presLayoutVars>
      </dgm:prSet>
      <dgm:spPr/>
    </dgm:pt>
  </dgm:ptLst>
  <dgm:cxnLst>
    <dgm:cxn modelId="{6B732900-2313-4087-A41F-585224F28545}" srcId="{896D6DF8-1DF0-4BBD-AEB6-C420A19454E8}" destId="{0FFD2BCA-1C04-46AD-A74C-F2165E18E768}" srcOrd="1" destOrd="0" parTransId="{8E98DDCF-80C7-43CD-B711-D6D54AFDBC21}" sibTransId="{45A1F5E5-52A7-46DD-94CE-16C1A3739A69}"/>
    <dgm:cxn modelId="{0804FB0B-9CC5-4884-93FE-F3229615AD43}" type="presOf" srcId="{220B2794-F73C-4F0F-8EA1-ABA47085A073}" destId="{E7CFEA7F-293A-4369-A04F-A5ECCAEE4BF5}" srcOrd="0" destOrd="0" presId="urn:microsoft.com/office/officeart/2005/8/layout/hProcess9"/>
    <dgm:cxn modelId="{264C9635-8812-489B-87C8-DFD33ABDFC4C}" srcId="{896D6DF8-1DF0-4BBD-AEB6-C420A19454E8}" destId="{3E810DCA-24ED-4354-A922-54566A879425}" srcOrd="4" destOrd="0" parTransId="{9AAB01C4-618E-4CBC-A1A6-E3F03F83B54F}" sibTransId="{332CCB4B-517E-4E6E-87AC-15924192D103}"/>
    <dgm:cxn modelId="{A7D5503E-7FB5-4DE3-B830-38CCBEE0B82C}" type="presOf" srcId="{3E810DCA-24ED-4354-A922-54566A879425}" destId="{57F85C7D-4FEB-4A07-A08F-E463A5616BFD}" srcOrd="0" destOrd="0" presId="urn:microsoft.com/office/officeart/2005/8/layout/hProcess9"/>
    <dgm:cxn modelId="{E829F55D-44C9-4738-8E78-0EE6E4C70DEB}" type="presOf" srcId="{AFBFE29E-405F-494A-B470-DC2EC1B0C8ED}" destId="{81957682-937D-4A31-9C3C-5670724C2534}" srcOrd="0" destOrd="0" presId="urn:microsoft.com/office/officeart/2005/8/layout/hProcess9"/>
    <dgm:cxn modelId="{17EC5F5E-6D95-4FC5-8B25-F4B6FA304A6C}" type="presOf" srcId="{33472244-E60E-4C1F-9B36-868DE706072C}" destId="{7CEB1EE6-7883-4F7E-AFD8-DE7E0AA17961}" srcOrd="0" destOrd="0" presId="urn:microsoft.com/office/officeart/2005/8/layout/hProcess9"/>
    <dgm:cxn modelId="{55ABB35E-B464-43D6-BA8A-B079E4ED81EF}" type="presOf" srcId="{896D6DF8-1DF0-4BBD-AEB6-C420A19454E8}" destId="{EB98BAE1-257D-4654-8E8B-362D974A9424}" srcOrd="0" destOrd="0" presId="urn:microsoft.com/office/officeart/2005/8/layout/hProcess9"/>
    <dgm:cxn modelId="{78930A51-753F-4393-91C8-52A5375C546C}" srcId="{896D6DF8-1DF0-4BBD-AEB6-C420A19454E8}" destId="{33472244-E60E-4C1F-9B36-868DE706072C}" srcOrd="0" destOrd="0" parTransId="{931BC886-8914-4FDF-BB57-138331752C74}" sibTransId="{73D79A2B-B5A7-4AD0-B656-8F38E2A989CD}"/>
    <dgm:cxn modelId="{2EEA7FA5-29DE-4C31-B4DF-512AF68A50A1}" type="presOf" srcId="{0FFD2BCA-1C04-46AD-A74C-F2165E18E768}" destId="{5321D206-B37C-48F3-8A2F-5B3AC589D7A5}" srcOrd="0" destOrd="0" presId="urn:microsoft.com/office/officeart/2005/8/layout/hProcess9"/>
    <dgm:cxn modelId="{1B5999D2-7647-4CD9-9ADF-B7FEBADA6306}" srcId="{896D6DF8-1DF0-4BBD-AEB6-C420A19454E8}" destId="{220B2794-F73C-4F0F-8EA1-ABA47085A073}" srcOrd="3" destOrd="0" parTransId="{A19B32DB-69E1-415B-9FE1-D8363CB774CF}" sibTransId="{C3C9F9A3-134F-4B11-A7D3-F11F73DC374D}"/>
    <dgm:cxn modelId="{B856E1F8-EAC6-4200-83FD-D354AC1193A6}" srcId="{896D6DF8-1DF0-4BBD-AEB6-C420A19454E8}" destId="{AFBFE29E-405F-494A-B470-DC2EC1B0C8ED}" srcOrd="2" destOrd="0" parTransId="{7E2176E5-4B3D-45AE-82AD-7D15AE414312}" sibTransId="{2D0F91C2-5EE0-4917-A4EB-4E4A5AF607C7}"/>
    <dgm:cxn modelId="{1C2C08DB-C0BF-4F80-84F7-DBD55D09C687}" type="presParOf" srcId="{EB98BAE1-257D-4654-8E8B-362D974A9424}" destId="{F57DBF73-6E1F-44C9-B34A-670D8F9A7C50}" srcOrd="0" destOrd="0" presId="urn:microsoft.com/office/officeart/2005/8/layout/hProcess9"/>
    <dgm:cxn modelId="{CD33093C-6CBE-4850-9AE0-B00EB64C62D9}" type="presParOf" srcId="{EB98BAE1-257D-4654-8E8B-362D974A9424}" destId="{84AD435E-F2B9-494A-91F1-BC5318B990C7}" srcOrd="1" destOrd="0" presId="urn:microsoft.com/office/officeart/2005/8/layout/hProcess9"/>
    <dgm:cxn modelId="{BC1A47E9-B604-465D-B058-34F646B02DD7}" type="presParOf" srcId="{84AD435E-F2B9-494A-91F1-BC5318B990C7}" destId="{7CEB1EE6-7883-4F7E-AFD8-DE7E0AA17961}" srcOrd="0" destOrd="0" presId="urn:microsoft.com/office/officeart/2005/8/layout/hProcess9"/>
    <dgm:cxn modelId="{81A02CDC-E7CF-4C15-8662-F1C96EE9E753}" type="presParOf" srcId="{84AD435E-F2B9-494A-91F1-BC5318B990C7}" destId="{BDF90357-C2E3-45A4-B4DA-EB70FD55E825}" srcOrd="1" destOrd="0" presId="urn:microsoft.com/office/officeart/2005/8/layout/hProcess9"/>
    <dgm:cxn modelId="{E0ADB3DB-3E97-4C95-B2D0-3A9537B3BA1E}" type="presParOf" srcId="{84AD435E-F2B9-494A-91F1-BC5318B990C7}" destId="{5321D206-B37C-48F3-8A2F-5B3AC589D7A5}" srcOrd="2" destOrd="0" presId="urn:microsoft.com/office/officeart/2005/8/layout/hProcess9"/>
    <dgm:cxn modelId="{784A91A1-FBF2-434B-A6F5-3C2B06FDF82F}" type="presParOf" srcId="{84AD435E-F2B9-494A-91F1-BC5318B990C7}" destId="{11FF8796-C8CF-4CEB-94D3-BA07E0F2ED04}" srcOrd="3" destOrd="0" presId="urn:microsoft.com/office/officeart/2005/8/layout/hProcess9"/>
    <dgm:cxn modelId="{EF25069B-59F8-4206-8E12-B6761AE565A4}" type="presParOf" srcId="{84AD435E-F2B9-494A-91F1-BC5318B990C7}" destId="{81957682-937D-4A31-9C3C-5670724C2534}" srcOrd="4" destOrd="0" presId="urn:microsoft.com/office/officeart/2005/8/layout/hProcess9"/>
    <dgm:cxn modelId="{09859998-2D6F-4F5A-8456-F7B1A01488C3}" type="presParOf" srcId="{84AD435E-F2B9-494A-91F1-BC5318B990C7}" destId="{E3BC04BE-AB65-415C-8551-ED1008ABF5BF}" srcOrd="5" destOrd="0" presId="urn:microsoft.com/office/officeart/2005/8/layout/hProcess9"/>
    <dgm:cxn modelId="{7312D37F-DF47-4542-968F-C81B51F10757}" type="presParOf" srcId="{84AD435E-F2B9-494A-91F1-BC5318B990C7}" destId="{E7CFEA7F-293A-4369-A04F-A5ECCAEE4BF5}" srcOrd="6" destOrd="0" presId="urn:microsoft.com/office/officeart/2005/8/layout/hProcess9"/>
    <dgm:cxn modelId="{68448D28-65B2-4A76-996E-788543EBE94B}" type="presParOf" srcId="{84AD435E-F2B9-494A-91F1-BC5318B990C7}" destId="{4401E59C-81AF-48E6-8C70-72B98D6FA399}" srcOrd="7" destOrd="0" presId="urn:microsoft.com/office/officeart/2005/8/layout/hProcess9"/>
    <dgm:cxn modelId="{5413F3BC-A175-4775-B0E0-F1AF88ABE734}" type="presParOf" srcId="{84AD435E-F2B9-494A-91F1-BC5318B990C7}" destId="{57F85C7D-4FEB-4A07-A08F-E463A5616BFD}" srcOrd="8"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6A1DD659-02A6-4B59-A365-37975E1B171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PE"/>
        </a:p>
      </dgm:t>
    </dgm:pt>
    <dgm:pt modelId="{0A886984-98BA-4E3A-A9AA-237D33B64C66}">
      <dgm:prSet custT="1"/>
      <dgm:spPr>
        <a:solidFill>
          <a:schemeClr val="bg2"/>
        </a:solidFill>
      </dgm:spPr>
      <dgm:t>
        <a:bodyPr/>
        <a:lstStyle/>
        <a:p>
          <a:pPr algn="just" rtl="0"/>
          <a:r>
            <a:rPr lang="es-ES" sz="2000" b="1" i="0" dirty="0">
              <a:solidFill>
                <a:schemeClr val="tx1"/>
              </a:solidFill>
              <a:latin typeface="Arial Narrow" pitchFamily="34" charset="0"/>
            </a:rPr>
            <a:t>Estudió en la Universidad de Maryland donde obtuvo una licenciatura en Matemáticas y Física en 1936.  Obtuvo la Maestría en Matemática en la Universidad de Michigan y el Doctorado en Estadística en la Universidad de Berkeley.</a:t>
          </a:r>
        </a:p>
        <a:p>
          <a:pPr algn="just" rtl="0"/>
          <a:r>
            <a:rPr lang="es-ES" sz="2000" b="1" i="0" dirty="0">
              <a:solidFill>
                <a:schemeClr val="tx1"/>
              </a:solidFill>
              <a:latin typeface="Arial Narrow" pitchFamily="34" charset="0"/>
            </a:rPr>
            <a:t>Basándose en el método input-output, ideado por el economista ruso Wassily </a:t>
          </a:r>
          <a:r>
            <a:rPr lang="es-ES" sz="2000" b="1" i="0" dirty="0" err="1">
              <a:solidFill>
                <a:schemeClr val="tx1"/>
              </a:solidFill>
              <a:latin typeface="Arial Narrow" pitchFamily="34" charset="0"/>
            </a:rPr>
            <a:t>Leontief</a:t>
          </a:r>
          <a:r>
            <a:rPr lang="es-ES" sz="2000" b="1" i="0" dirty="0">
              <a:solidFill>
                <a:schemeClr val="tx1"/>
              </a:solidFill>
              <a:latin typeface="Arial Narrow" pitchFamily="34" charset="0"/>
            </a:rPr>
            <a:t> en 1939 por cuyo trabajo recibió el Premio Nobel, estableció el problema general</a:t>
          </a:r>
          <a:r>
            <a:rPr lang="es-ES" sz="2000" b="1" i="0" dirty="0">
              <a:solidFill>
                <a:srgbClr val="FF0000"/>
              </a:solidFill>
              <a:latin typeface="Arial Narrow" pitchFamily="34" charset="0"/>
            </a:rPr>
            <a:t> </a:t>
          </a:r>
          <a:r>
            <a:rPr lang="es-ES" sz="2000" b="1" i="0" dirty="0">
              <a:solidFill>
                <a:schemeClr val="tx1"/>
              </a:solidFill>
              <a:latin typeface="Arial Narrow" pitchFamily="34" charset="0"/>
            </a:rPr>
            <a:t>de</a:t>
          </a:r>
          <a:r>
            <a:rPr lang="es-ES" sz="2000" b="1" i="0" dirty="0">
              <a:solidFill>
                <a:srgbClr val="FF0000"/>
              </a:solidFill>
              <a:latin typeface="Arial Narrow" pitchFamily="34" charset="0"/>
            </a:rPr>
            <a:t> </a:t>
          </a:r>
          <a:r>
            <a:rPr lang="es-ES" sz="2000" b="1" i="1" dirty="0">
              <a:solidFill>
                <a:srgbClr val="FF0000"/>
              </a:solidFill>
              <a:latin typeface="Arial Narrow" pitchFamily="34" charset="0"/>
            </a:rPr>
            <a:t>Programación Lineal</a:t>
          </a:r>
          <a:r>
            <a:rPr lang="es-ES" sz="2000" b="1" i="0" dirty="0">
              <a:solidFill>
                <a:schemeClr val="tx1"/>
              </a:solidFill>
              <a:latin typeface="Arial Narrow" pitchFamily="34" charset="0"/>
            </a:rPr>
            <a:t>.</a:t>
          </a:r>
        </a:p>
        <a:p>
          <a:pPr algn="just" rtl="0"/>
          <a:r>
            <a:rPr lang="es-ES" sz="2000" b="1" i="0" dirty="0">
              <a:solidFill>
                <a:schemeClr val="tx1"/>
              </a:solidFill>
              <a:latin typeface="Arial Narrow" pitchFamily="34" charset="0"/>
            </a:rPr>
            <a:t>Sin embargo, los problemas planteados eran demasiado complejos para las computadoras más veloces de la época. En el verano de 1947 realizó la primera formulación del  </a:t>
          </a:r>
          <a:r>
            <a:rPr lang="es-ES" sz="2000" b="1" i="1" dirty="0">
              <a:solidFill>
                <a:srgbClr val="FF0000"/>
              </a:solidFill>
              <a:latin typeface="Arial Narrow" pitchFamily="34" charset="0"/>
            </a:rPr>
            <a:t>Método Simplex</a:t>
          </a:r>
          <a:r>
            <a:rPr lang="es-ES" sz="2000" b="1" i="0" dirty="0">
              <a:solidFill>
                <a:schemeClr val="tx1"/>
              </a:solidFill>
              <a:latin typeface="Arial Narrow" pitchFamily="34" charset="0"/>
            </a:rPr>
            <a:t>. escribió su gran libro de referencia «Linear </a:t>
          </a:r>
          <a:r>
            <a:rPr lang="es-ES" sz="2000" b="1" i="0" dirty="0" err="1">
              <a:solidFill>
                <a:schemeClr val="tx1"/>
              </a:solidFill>
              <a:latin typeface="Arial Narrow" pitchFamily="34" charset="0"/>
            </a:rPr>
            <a:t>Programming</a:t>
          </a:r>
          <a:r>
            <a:rPr lang="es-ES" sz="2000" b="1" i="0" dirty="0">
              <a:solidFill>
                <a:schemeClr val="tx1"/>
              </a:solidFill>
              <a:latin typeface="Arial Narrow" pitchFamily="34" charset="0"/>
            </a:rPr>
            <a:t> and </a:t>
          </a:r>
          <a:r>
            <a:rPr lang="es-ES" sz="2000" b="1" i="0" dirty="0" err="1">
              <a:solidFill>
                <a:schemeClr val="tx1"/>
              </a:solidFill>
              <a:latin typeface="Arial Narrow" pitchFamily="34" charset="0"/>
            </a:rPr>
            <a:t>Extensions</a:t>
          </a:r>
          <a:r>
            <a:rPr lang="es-ES" sz="2000" b="1" i="0" dirty="0">
              <a:solidFill>
                <a:schemeClr val="tx1"/>
              </a:solidFill>
              <a:latin typeface="Arial Narrow" pitchFamily="34" charset="0"/>
            </a:rPr>
            <a:t>», publicado en agosto de 1963.</a:t>
          </a:r>
        </a:p>
        <a:p>
          <a:pPr algn="just" rtl="0"/>
          <a:r>
            <a:rPr lang="es-PE" sz="2000" b="1" dirty="0">
              <a:solidFill>
                <a:schemeClr val="tx1"/>
              </a:solidFill>
              <a:latin typeface="Arial Narrow" panose="020B0606020202030204" pitchFamily="34" charset="0"/>
            </a:rPr>
            <a:t>Crea la </a:t>
          </a:r>
          <a:r>
            <a:rPr lang="es-PE" sz="2000" b="1" i="1" dirty="0">
              <a:solidFill>
                <a:schemeClr val="tx1"/>
              </a:solidFill>
              <a:latin typeface="Arial Narrow" panose="020B0606020202030204" pitchFamily="34" charset="0"/>
            </a:rPr>
            <a:t>Programación Dinámica, Líneas de Espera, Teoría de Inventarios</a:t>
          </a:r>
          <a:r>
            <a:rPr lang="es-PE" sz="2000" b="1" dirty="0">
              <a:solidFill>
                <a:schemeClr val="tx1"/>
              </a:solidFill>
              <a:latin typeface="Arial Narrow" panose="020B0606020202030204" pitchFamily="34" charset="0"/>
            </a:rPr>
            <a:t>, etc. antes de 1950 . </a:t>
          </a:r>
          <a:r>
            <a:rPr lang="es-ES" sz="2000" b="1" i="0" dirty="0">
              <a:solidFill>
                <a:srgbClr val="00B0F0"/>
              </a:solidFill>
            </a:rPr>
            <a:t>Medalla Nacional de Ciencia en 1975. Premio </a:t>
          </a:r>
          <a:r>
            <a:rPr lang="es-ES" sz="2000" b="1" i="0" dirty="0" err="1">
              <a:solidFill>
                <a:srgbClr val="00B0F0"/>
              </a:solidFill>
            </a:rPr>
            <a:t>Von</a:t>
          </a:r>
          <a:r>
            <a:rPr lang="es-ES" sz="2000" b="1" i="0" dirty="0">
              <a:solidFill>
                <a:srgbClr val="00B0F0"/>
              </a:solidFill>
            </a:rPr>
            <a:t> Neumann en 1974. </a:t>
          </a:r>
        </a:p>
        <a:p>
          <a:pPr algn="just"/>
          <a:r>
            <a:rPr lang="es-PE" sz="2000" b="1" dirty="0">
              <a:solidFill>
                <a:schemeClr val="tx1"/>
              </a:solidFill>
              <a:latin typeface="Arial Narrow" panose="020B0606020202030204" pitchFamily="34" charset="0"/>
            </a:rPr>
            <a:t>Formó parte de sociedades como: </a:t>
          </a:r>
          <a:r>
            <a:rPr lang="es-PE" sz="2000" b="1" dirty="0" err="1">
              <a:solidFill>
                <a:schemeClr val="tx1"/>
              </a:solidFill>
              <a:latin typeface="Arial Narrow" panose="020B0606020202030204" pitchFamily="34" charset="0"/>
            </a:rPr>
            <a:t>INFORMS</a:t>
          </a:r>
          <a:r>
            <a:rPr lang="es-PE" sz="2000" b="1" dirty="0">
              <a:solidFill>
                <a:schemeClr val="tx1"/>
              </a:solidFill>
              <a:latin typeface="Arial Narrow" panose="020B0606020202030204" pitchFamily="34" charset="0"/>
            </a:rPr>
            <a:t> (Instituto de Investigación de Operaciones y Ciencias de la Administración) con sede en </a:t>
          </a:r>
          <a:r>
            <a:rPr lang="es-PE" sz="2000" b="1" dirty="0" err="1">
              <a:solidFill>
                <a:schemeClr val="tx1"/>
              </a:solidFill>
              <a:latin typeface="Arial Narrow" panose="020B0606020202030204" pitchFamily="34" charset="0"/>
            </a:rPr>
            <a:t>EE.UU</a:t>
          </a:r>
          <a:r>
            <a:rPr lang="es-PE" sz="2000" b="1" dirty="0">
              <a:solidFill>
                <a:schemeClr val="tx1"/>
              </a:solidFill>
              <a:latin typeface="Arial Narrow" panose="020B0606020202030204" pitchFamily="34" charset="0"/>
            </a:rPr>
            <a:t> e </a:t>
          </a:r>
          <a:r>
            <a:rPr lang="es-PE" sz="2000" b="1" dirty="0" err="1">
              <a:solidFill>
                <a:schemeClr val="tx1"/>
              </a:solidFill>
              <a:latin typeface="Arial Narrow" panose="020B0606020202030204" pitchFamily="34" charset="0"/>
            </a:rPr>
            <a:t>IFORS</a:t>
          </a:r>
          <a:r>
            <a:rPr lang="es-PE" sz="2000" b="1" dirty="0">
              <a:solidFill>
                <a:schemeClr val="tx1"/>
              </a:solidFill>
              <a:latin typeface="Arial Narrow" panose="020B0606020202030204" pitchFamily="34" charset="0"/>
            </a:rPr>
            <a:t> (Federación Internacional de Sociedades de Investigación de Operaciones) que agrupa a más de 45 países miembros. </a:t>
          </a:r>
        </a:p>
      </dgm:t>
    </dgm:pt>
    <dgm:pt modelId="{992309D4-A673-48F0-BA62-0AECEE0C28C2}" type="parTrans" cxnId="{AD1E06C9-6E1C-4435-B00C-4831087862CB}">
      <dgm:prSet/>
      <dgm:spPr/>
      <dgm:t>
        <a:bodyPr/>
        <a:lstStyle/>
        <a:p>
          <a:endParaRPr lang="es-PE" sz="2000" b="1">
            <a:latin typeface="Arial Narrow" pitchFamily="34" charset="0"/>
          </a:endParaRPr>
        </a:p>
      </dgm:t>
    </dgm:pt>
    <dgm:pt modelId="{88F352D4-7071-4870-853F-4A5F7BF85C20}" type="sibTrans" cxnId="{AD1E06C9-6E1C-4435-B00C-4831087862CB}">
      <dgm:prSet/>
      <dgm:spPr/>
      <dgm:t>
        <a:bodyPr/>
        <a:lstStyle/>
        <a:p>
          <a:endParaRPr lang="es-PE" sz="2000" b="1">
            <a:latin typeface="Arial Narrow" pitchFamily="34" charset="0"/>
          </a:endParaRPr>
        </a:p>
      </dgm:t>
    </dgm:pt>
    <dgm:pt modelId="{87A9FF26-AA5C-4573-BFC7-D1FB935015E7}" type="pres">
      <dgm:prSet presAssocID="{6A1DD659-02A6-4B59-A365-37975E1B171D}" presName="linear" presStyleCnt="0">
        <dgm:presLayoutVars>
          <dgm:animLvl val="lvl"/>
          <dgm:resizeHandles val="exact"/>
        </dgm:presLayoutVars>
      </dgm:prSet>
      <dgm:spPr/>
    </dgm:pt>
    <dgm:pt modelId="{A46F5C37-0471-475D-9870-0F5837366ED1}" type="pres">
      <dgm:prSet presAssocID="{0A886984-98BA-4E3A-A9AA-237D33B64C66}" presName="parentText" presStyleLbl="node1" presStyleIdx="0" presStyleCnt="1" custScaleY="1152380" custLinFactY="-145448" custLinFactNeighborY="-200000">
        <dgm:presLayoutVars>
          <dgm:chMax val="0"/>
          <dgm:bulletEnabled val="1"/>
        </dgm:presLayoutVars>
      </dgm:prSet>
      <dgm:spPr/>
    </dgm:pt>
  </dgm:ptLst>
  <dgm:cxnLst>
    <dgm:cxn modelId="{0330CE05-FB99-430F-A768-46022C523D1E}" type="presOf" srcId="{6A1DD659-02A6-4B59-A365-37975E1B171D}" destId="{87A9FF26-AA5C-4573-BFC7-D1FB935015E7}" srcOrd="0" destOrd="0" presId="urn:microsoft.com/office/officeart/2005/8/layout/vList2"/>
    <dgm:cxn modelId="{ADFE9499-B07A-4A9F-B344-A162B6713D14}" type="presOf" srcId="{0A886984-98BA-4E3A-A9AA-237D33B64C66}" destId="{A46F5C37-0471-475D-9870-0F5837366ED1}" srcOrd="0" destOrd="0" presId="urn:microsoft.com/office/officeart/2005/8/layout/vList2"/>
    <dgm:cxn modelId="{AD1E06C9-6E1C-4435-B00C-4831087862CB}" srcId="{6A1DD659-02A6-4B59-A365-37975E1B171D}" destId="{0A886984-98BA-4E3A-A9AA-237D33B64C66}" srcOrd="0" destOrd="0" parTransId="{992309D4-A673-48F0-BA62-0AECEE0C28C2}" sibTransId="{88F352D4-7071-4870-853F-4A5F7BF85C20}"/>
    <dgm:cxn modelId="{06A64D62-DC18-4BFE-853A-3799A67BA2BA}" type="presParOf" srcId="{87A9FF26-AA5C-4573-BFC7-D1FB935015E7}" destId="{A46F5C37-0471-475D-9870-0F5837366ED1}" srcOrd="0" destOrd="0" presId="urn:microsoft.com/office/officeart/2005/8/layout/vList2"/>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CCB7C1A6-7ADC-44A0-92DD-2F27E523E31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ES"/>
        </a:p>
      </dgm:t>
    </dgm:pt>
    <dgm:pt modelId="{AC313348-E59A-4288-BCC7-C1B4151752A1}">
      <dgm:prSet custT="1"/>
      <dgm:spPr>
        <a:solidFill>
          <a:srgbClr val="002060"/>
        </a:solidFill>
      </dgm:spPr>
      <dgm:t>
        <a:bodyPr/>
        <a:lstStyle/>
        <a:p>
          <a:pPr rtl="0">
            <a:lnSpc>
              <a:spcPct val="100000"/>
            </a:lnSpc>
            <a:spcAft>
              <a:spcPts val="0"/>
            </a:spcAft>
          </a:pPr>
          <a:r>
            <a:rPr lang="es-ES_tradnl" sz="2800" b="0" i="1" dirty="0"/>
            <a:t>Máx / Mín:     Z = C</a:t>
          </a:r>
          <a:r>
            <a:rPr lang="es-ES_tradnl" sz="2800" b="0" i="1" baseline="-25000" dirty="0"/>
            <a:t>1</a:t>
          </a:r>
          <a:r>
            <a:rPr lang="es-ES_tradnl" sz="2800" b="0" i="1" dirty="0"/>
            <a:t>X</a:t>
          </a:r>
          <a:r>
            <a:rPr lang="es-ES_tradnl" sz="2800" b="0" i="1" baseline="-25000" dirty="0"/>
            <a:t>1</a:t>
          </a:r>
          <a:r>
            <a:rPr lang="es-ES_tradnl" sz="2800" b="0" i="1" dirty="0"/>
            <a:t> + C</a:t>
          </a:r>
          <a:r>
            <a:rPr lang="es-ES_tradnl" sz="2800" b="0" i="1" baseline="-25000" dirty="0"/>
            <a:t>2</a:t>
          </a:r>
          <a:r>
            <a:rPr lang="es-ES_tradnl" sz="2800" b="0" i="1" dirty="0"/>
            <a:t>X</a:t>
          </a:r>
          <a:r>
            <a:rPr lang="es-ES_tradnl" sz="2800" b="0" i="1" baseline="-25000" dirty="0"/>
            <a:t>2</a:t>
          </a:r>
          <a:r>
            <a:rPr lang="es-ES_tradnl" sz="2800" b="0" i="1" dirty="0"/>
            <a:t> +  ... + </a:t>
          </a:r>
          <a:r>
            <a:rPr lang="es-ES_tradnl" sz="2800" b="0" i="1" dirty="0" err="1"/>
            <a:t>C</a:t>
          </a:r>
          <a:r>
            <a:rPr lang="es-ES_tradnl" sz="2800" b="0" i="1" baseline="-25000" dirty="0" err="1"/>
            <a:t>n</a:t>
          </a:r>
          <a:r>
            <a:rPr lang="es-ES_tradnl" sz="2800" b="0" i="1" dirty="0" err="1"/>
            <a:t>X</a:t>
          </a:r>
          <a:r>
            <a:rPr lang="es-ES_tradnl" sz="2800" b="0" i="1" baseline="-25000" dirty="0" err="1"/>
            <a:t>n</a:t>
          </a:r>
          <a:endParaRPr lang="es-ES_tradnl" sz="2800" b="0" i="1" baseline="-25000" dirty="0"/>
        </a:p>
        <a:p>
          <a:pPr rtl="0">
            <a:lnSpc>
              <a:spcPct val="100000"/>
            </a:lnSpc>
            <a:spcAft>
              <a:spcPts val="0"/>
            </a:spcAft>
          </a:pPr>
          <a:r>
            <a:rPr lang="es-ES_tradnl" sz="2800" b="0" i="1" dirty="0"/>
            <a:t>Sujeto a:</a:t>
          </a:r>
        </a:p>
        <a:p>
          <a:pPr>
            <a:lnSpc>
              <a:spcPct val="100000"/>
            </a:lnSpc>
            <a:spcAft>
              <a:spcPts val="0"/>
            </a:spcAft>
          </a:pPr>
          <a:r>
            <a:rPr lang="es-ES_tradnl" sz="2800" b="0" i="1" dirty="0" err="1"/>
            <a:t>A</a:t>
          </a:r>
          <a:r>
            <a:rPr lang="es-ES_tradnl" sz="2800" b="0" i="1" baseline="-25000" dirty="0" err="1"/>
            <a:t>11</a:t>
          </a:r>
          <a:r>
            <a:rPr lang="es-ES_tradnl" sz="2800" b="0" i="1" dirty="0" err="1"/>
            <a:t>X</a:t>
          </a:r>
          <a:r>
            <a:rPr lang="es-ES_tradnl" sz="2800" b="0" i="1" baseline="-25000" dirty="0" err="1"/>
            <a:t>1</a:t>
          </a:r>
          <a:r>
            <a:rPr lang="es-ES_tradnl" sz="2800" b="0" i="1" dirty="0"/>
            <a:t> + </a:t>
          </a:r>
          <a:r>
            <a:rPr lang="es-ES_tradnl" sz="2800" b="0" i="1" dirty="0" err="1"/>
            <a:t>A</a:t>
          </a:r>
          <a:r>
            <a:rPr lang="es-ES_tradnl" sz="2800" b="0" i="1" baseline="-25000" dirty="0" err="1"/>
            <a:t>12</a:t>
          </a:r>
          <a:r>
            <a:rPr lang="es-ES_tradnl" sz="2800" b="0" i="1" dirty="0" err="1"/>
            <a:t>X</a:t>
          </a:r>
          <a:r>
            <a:rPr lang="es-ES_tradnl" sz="2800" b="0" i="1" baseline="-25000" dirty="0" err="1"/>
            <a:t>2</a:t>
          </a:r>
          <a:r>
            <a:rPr lang="es-ES_tradnl" sz="2800" b="0" i="1" dirty="0"/>
            <a:t> +  .... + </a:t>
          </a:r>
          <a:r>
            <a:rPr lang="es-ES_tradnl" sz="2800" b="0" i="1" dirty="0" err="1"/>
            <a:t>A</a:t>
          </a:r>
          <a:r>
            <a:rPr lang="es-ES_tradnl" sz="2800" b="0" i="1" baseline="-25000" dirty="0" err="1"/>
            <a:t>1n</a:t>
          </a:r>
          <a:r>
            <a:rPr lang="es-ES_tradnl" sz="2800" b="0" i="1" dirty="0" err="1"/>
            <a:t>X</a:t>
          </a:r>
          <a:r>
            <a:rPr lang="es-ES_tradnl" sz="2800" b="0" i="1" baseline="-25000" dirty="0" err="1"/>
            <a:t>n</a:t>
          </a:r>
          <a:r>
            <a:rPr lang="es-ES_tradnl" sz="2800" b="0" i="1" dirty="0"/>
            <a:t> </a:t>
          </a:r>
          <a:r>
            <a:rPr lang="es-ES_tradnl" sz="2800" b="0" dirty="0">
              <a:sym typeface="Symbol"/>
            </a:rPr>
            <a:t></a:t>
          </a:r>
          <a:r>
            <a:rPr lang="es-ES_tradnl" sz="2800" b="0" dirty="0"/>
            <a:t> </a:t>
          </a:r>
          <a:r>
            <a:rPr lang="es-ES_tradnl" sz="2800" b="0" i="1" dirty="0" err="1"/>
            <a:t>B</a:t>
          </a:r>
          <a:r>
            <a:rPr lang="es-ES_tradnl" sz="2800" b="0" i="1" baseline="-25000" dirty="0" err="1"/>
            <a:t>1</a:t>
          </a:r>
          <a:endParaRPr lang="es-ES_tradnl" sz="2800" b="0" i="1" baseline="-25000" dirty="0"/>
        </a:p>
        <a:p>
          <a:pPr>
            <a:lnSpc>
              <a:spcPct val="100000"/>
            </a:lnSpc>
            <a:spcAft>
              <a:spcPts val="0"/>
            </a:spcAft>
          </a:pPr>
          <a:r>
            <a:rPr lang="es-ES_tradnl" sz="2800" b="0" i="1" dirty="0" err="1"/>
            <a:t>A</a:t>
          </a:r>
          <a:r>
            <a:rPr lang="es-ES_tradnl" sz="2800" b="0" i="1" baseline="-25000" dirty="0" err="1"/>
            <a:t>21</a:t>
          </a:r>
          <a:r>
            <a:rPr lang="es-ES_tradnl" sz="2800" b="0" i="1" dirty="0" err="1"/>
            <a:t>X</a:t>
          </a:r>
          <a:r>
            <a:rPr lang="es-ES_tradnl" sz="2800" b="0" i="1" baseline="-25000" dirty="0" err="1"/>
            <a:t>1</a:t>
          </a:r>
          <a:r>
            <a:rPr lang="es-ES_tradnl" sz="2800" b="0" i="1" dirty="0"/>
            <a:t> + </a:t>
          </a:r>
          <a:r>
            <a:rPr lang="es-ES_tradnl" sz="2800" b="0" i="1" dirty="0" err="1"/>
            <a:t>A</a:t>
          </a:r>
          <a:r>
            <a:rPr lang="es-ES_tradnl" sz="2800" b="0" i="1" baseline="-25000" dirty="0" err="1"/>
            <a:t>22</a:t>
          </a:r>
          <a:r>
            <a:rPr lang="es-ES_tradnl" sz="2800" b="0" i="1" dirty="0" err="1"/>
            <a:t>X</a:t>
          </a:r>
          <a:r>
            <a:rPr lang="es-ES_tradnl" sz="2800" b="0" i="1" baseline="-25000" dirty="0" err="1"/>
            <a:t>2</a:t>
          </a:r>
          <a:r>
            <a:rPr lang="es-ES_tradnl" sz="2800" b="0" i="1" dirty="0"/>
            <a:t> +  .... + </a:t>
          </a:r>
          <a:r>
            <a:rPr lang="es-ES_tradnl" sz="2800" b="0" i="1" dirty="0" err="1"/>
            <a:t>A</a:t>
          </a:r>
          <a:r>
            <a:rPr lang="es-ES_tradnl" sz="2800" b="0" i="1" baseline="-25000" dirty="0" err="1"/>
            <a:t>2n</a:t>
          </a:r>
          <a:r>
            <a:rPr lang="es-ES_tradnl" sz="2800" b="0" i="1" dirty="0" err="1"/>
            <a:t>X</a:t>
          </a:r>
          <a:r>
            <a:rPr lang="es-ES_tradnl" sz="2800" b="0" i="1" baseline="-25000" dirty="0" err="1"/>
            <a:t>n</a:t>
          </a:r>
          <a:r>
            <a:rPr lang="es-ES_tradnl" sz="2800" b="0" i="1" dirty="0"/>
            <a:t> </a:t>
          </a:r>
          <a:r>
            <a:rPr lang="es-ES_tradnl" sz="2800" b="0" dirty="0">
              <a:sym typeface="Symbol"/>
            </a:rPr>
            <a:t></a:t>
          </a:r>
          <a:r>
            <a:rPr lang="es-ES_tradnl" sz="2800" b="0" dirty="0"/>
            <a:t> </a:t>
          </a:r>
          <a:r>
            <a:rPr lang="es-ES_tradnl" sz="2800" b="0" i="1" dirty="0" err="1"/>
            <a:t>B</a:t>
          </a:r>
          <a:r>
            <a:rPr lang="es-ES_tradnl" sz="2800" b="0" i="1" baseline="-25000" dirty="0" err="1"/>
            <a:t>2</a:t>
          </a:r>
          <a:endParaRPr lang="es-ES_tradnl" sz="2800" b="0" i="1" baseline="-25000" dirty="0"/>
        </a:p>
        <a:p>
          <a:pPr>
            <a:lnSpc>
              <a:spcPct val="100000"/>
            </a:lnSpc>
            <a:spcAft>
              <a:spcPts val="0"/>
            </a:spcAft>
          </a:pPr>
          <a:r>
            <a:rPr lang="es-ES_tradnl" sz="2800" b="0" i="1" baseline="-25000" dirty="0"/>
            <a:t>……………………………………….</a:t>
          </a:r>
        </a:p>
        <a:p>
          <a:pPr>
            <a:lnSpc>
              <a:spcPct val="100000"/>
            </a:lnSpc>
            <a:spcAft>
              <a:spcPts val="0"/>
            </a:spcAft>
          </a:pPr>
          <a:r>
            <a:rPr lang="es-ES_tradnl" sz="2800" b="0" i="1" dirty="0" err="1"/>
            <a:t>A</a:t>
          </a:r>
          <a:r>
            <a:rPr lang="es-ES_tradnl" sz="2800" b="0" i="1" baseline="-25000" dirty="0" err="1"/>
            <a:t>m1</a:t>
          </a:r>
          <a:r>
            <a:rPr lang="es-ES_tradnl" sz="2800" b="0" i="1" dirty="0" err="1"/>
            <a:t>X</a:t>
          </a:r>
          <a:r>
            <a:rPr lang="es-ES_tradnl" sz="2800" b="0" i="1" baseline="-25000" dirty="0" err="1"/>
            <a:t>1</a:t>
          </a:r>
          <a:r>
            <a:rPr lang="es-ES_tradnl" sz="2800" b="0" i="1" dirty="0"/>
            <a:t> + </a:t>
          </a:r>
          <a:r>
            <a:rPr lang="es-ES_tradnl" sz="2800" b="0" i="1" dirty="0" err="1"/>
            <a:t>A</a:t>
          </a:r>
          <a:r>
            <a:rPr lang="es-ES_tradnl" sz="2800" b="0" i="1" baseline="-25000" dirty="0" err="1"/>
            <a:t>m2</a:t>
          </a:r>
          <a:r>
            <a:rPr lang="es-ES_tradnl" sz="2800" b="0" i="1" dirty="0" err="1"/>
            <a:t>X</a:t>
          </a:r>
          <a:r>
            <a:rPr lang="es-ES_tradnl" sz="2800" b="0" i="1" baseline="-25000" dirty="0" err="1"/>
            <a:t>2</a:t>
          </a:r>
          <a:r>
            <a:rPr lang="es-ES_tradnl" sz="2800" b="0" i="1" dirty="0"/>
            <a:t> +  ..... + </a:t>
          </a:r>
          <a:r>
            <a:rPr lang="es-ES_tradnl" sz="2800" b="0" i="1" dirty="0" err="1"/>
            <a:t>A</a:t>
          </a:r>
          <a:r>
            <a:rPr lang="es-ES_tradnl" sz="2800" b="0" i="1" baseline="-25000" dirty="0" err="1"/>
            <a:t>mn</a:t>
          </a:r>
          <a:r>
            <a:rPr lang="es-ES_tradnl" sz="2800" b="0" i="1" dirty="0" err="1"/>
            <a:t>X</a:t>
          </a:r>
          <a:r>
            <a:rPr lang="es-ES_tradnl" sz="2800" b="0" i="1" baseline="-25000" dirty="0" err="1"/>
            <a:t>n</a:t>
          </a:r>
          <a:r>
            <a:rPr lang="es-ES_tradnl" sz="2800" b="0" i="1" dirty="0"/>
            <a:t> </a:t>
          </a:r>
          <a:r>
            <a:rPr lang="es-ES_tradnl" sz="2800" b="0" dirty="0">
              <a:sym typeface="Symbol"/>
            </a:rPr>
            <a:t></a:t>
          </a:r>
          <a:r>
            <a:rPr lang="es-ES_tradnl" sz="2800" b="0" dirty="0"/>
            <a:t> </a:t>
          </a:r>
          <a:r>
            <a:rPr lang="es-ES_tradnl" sz="2800" b="0" i="1" dirty="0" err="1"/>
            <a:t>B</a:t>
          </a:r>
          <a:r>
            <a:rPr lang="es-ES_tradnl" sz="2800" b="0" i="1" baseline="-25000" dirty="0" err="1"/>
            <a:t>m</a:t>
          </a:r>
          <a:endParaRPr lang="es-ES_tradnl" sz="2800" b="0" i="1" baseline="-25000" dirty="0"/>
        </a:p>
        <a:p>
          <a:pPr>
            <a:lnSpc>
              <a:spcPct val="100000"/>
            </a:lnSpc>
            <a:spcAft>
              <a:spcPts val="0"/>
            </a:spcAft>
          </a:pPr>
          <a:r>
            <a:rPr lang="es-ES_tradnl" sz="2800" b="0" i="1" dirty="0" err="1"/>
            <a:t>X</a:t>
          </a:r>
          <a:r>
            <a:rPr lang="es-ES_tradnl" sz="2800" b="0" i="1" baseline="-25000" dirty="0" err="1"/>
            <a:t>1</a:t>
          </a:r>
          <a:r>
            <a:rPr lang="es-ES_tradnl" sz="2800" b="0" i="1" dirty="0"/>
            <a:t>; </a:t>
          </a:r>
          <a:r>
            <a:rPr lang="es-ES_tradnl" sz="2800" b="0" i="1" dirty="0" err="1"/>
            <a:t>X</a:t>
          </a:r>
          <a:r>
            <a:rPr lang="es-ES_tradnl" sz="2800" b="0" i="1" baseline="-25000" dirty="0" err="1"/>
            <a:t>2</a:t>
          </a:r>
          <a:r>
            <a:rPr lang="es-ES_tradnl" sz="2800" b="0" i="1" dirty="0"/>
            <a:t>;  ....;</a:t>
          </a:r>
          <a:r>
            <a:rPr lang="es-ES_tradnl" sz="2800" b="0" i="1" dirty="0" err="1"/>
            <a:t>X</a:t>
          </a:r>
          <a:r>
            <a:rPr lang="es-ES_tradnl" sz="2800" b="0" i="1" baseline="-25000" dirty="0" err="1"/>
            <a:t>n</a:t>
          </a:r>
          <a:r>
            <a:rPr lang="es-ES_tradnl" sz="2800" b="0" i="1" dirty="0"/>
            <a:t> </a:t>
          </a:r>
          <a:r>
            <a:rPr lang="es-ES_tradnl" sz="2800" b="0" dirty="0"/>
            <a:t>≥ 0</a:t>
          </a:r>
          <a:endParaRPr lang="es-ES" sz="2800" b="0" dirty="0"/>
        </a:p>
      </dgm:t>
    </dgm:pt>
    <dgm:pt modelId="{13E204D5-D847-49D3-BB4D-BC3E38BB1A26}" type="parTrans" cxnId="{89287A5E-9DF3-4809-9898-E210EB62D80C}">
      <dgm:prSet/>
      <dgm:spPr/>
      <dgm:t>
        <a:bodyPr/>
        <a:lstStyle/>
        <a:p>
          <a:endParaRPr lang="es-ES" sz="2400" b="0"/>
        </a:p>
      </dgm:t>
    </dgm:pt>
    <dgm:pt modelId="{447F01E3-8962-423F-B115-E9BC5E327996}" type="sibTrans" cxnId="{89287A5E-9DF3-4809-9898-E210EB62D80C}">
      <dgm:prSet/>
      <dgm:spPr/>
      <dgm:t>
        <a:bodyPr/>
        <a:lstStyle/>
        <a:p>
          <a:endParaRPr lang="es-ES" sz="2400" b="0"/>
        </a:p>
      </dgm:t>
    </dgm:pt>
    <dgm:pt modelId="{B752BBB8-617B-4ADC-A796-2AEB348DF2CC}">
      <dgm:prSet custT="1"/>
      <dgm:spPr>
        <a:noFill/>
      </dgm:spPr>
      <dgm:t>
        <a:bodyPr/>
        <a:lstStyle/>
        <a:p>
          <a:pPr rtl="0">
            <a:lnSpc>
              <a:spcPct val="100000"/>
            </a:lnSpc>
            <a:spcAft>
              <a:spcPts val="0"/>
            </a:spcAft>
          </a:pPr>
          <a:r>
            <a:rPr lang="es-ES_tradnl" sz="2400" b="0" i="1" dirty="0">
              <a:solidFill>
                <a:schemeClr val="tx1"/>
              </a:solidFill>
            </a:rPr>
            <a:t>Z</a:t>
          </a:r>
          <a:r>
            <a:rPr lang="es-ES_tradnl" sz="2400" b="0" dirty="0">
              <a:solidFill>
                <a:schemeClr val="tx1"/>
              </a:solidFill>
            </a:rPr>
            <a:t> : Objetivo económico (beneficios, costos, etc.)</a:t>
          </a:r>
        </a:p>
        <a:p>
          <a:pPr rtl="0">
            <a:lnSpc>
              <a:spcPct val="100000"/>
            </a:lnSpc>
            <a:spcAft>
              <a:spcPts val="0"/>
            </a:spcAft>
          </a:pPr>
          <a:r>
            <a:rPr lang="es-ES_tradnl" sz="2400" b="0" i="1" dirty="0">
              <a:solidFill>
                <a:schemeClr val="tx1"/>
              </a:solidFill>
            </a:rPr>
            <a:t>C</a:t>
          </a:r>
          <a:r>
            <a:rPr lang="es-ES_tradnl" sz="2400" b="0" i="1" baseline="-25000" dirty="0">
              <a:solidFill>
                <a:schemeClr val="tx1"/>
              </a:solidFill>
            </a:rPr>
            <a:t>i </a:t>
          </a:r>
          <a:r>
            <a:rPr lang="es-ES_tradnl" sz="2400" b="0" dirty="0">
              <a:solidFill>
                <a:schemeClr val="tx1"/>
              </a:solidFill>
            </a:rPr>
            <a:t>: Coeficientes constantes (factores de ponderación)</a:t>
          </a:r>
        </a:p>
        <a:p>
          <a:pPr rtl="0">
            <a:lnSpc>
              <a:spcPct val="100000"/>
            </a:lnSpc>
            <a:spcAft>
              <a:spcPts val="0"/>
            </a:spcAft>
          </a:pPr>
          <a:r>
            <a:rPr lang="es-ES_tradnl" sz="2400" b="0" i="1" dirty="0">
              <a:solidFill>
                <a:schemeClr val="tx1"/>
              </a:solidFill>
            </a:rPr>
            <a:t>X</a:t>
          </a:r>
          <a:r>
            <a:rPr lang="es-ES_tradnl" sz="2400" b="0" i="1" baseline="-25000" dirty="0">
              <a:solidFill>
                <a:schemeClr val="tx1"/>
              </a:solidFill>
            </a:rPr>
            <a:t>i</a:t>
          </a:r>
          <a:r>
            <a:rPr lang="es-ES_tradnl" sz="2400" b="0" dirty="0">
              <a:solidFill>
                <a:schemeClr val="tx1"/>
              </a:solidFill>
            </a:rPr>
            <a:t> : Variables de decisión (n)</a:t>
          </a:r>
        </a:p>
        <a:p>
          <a:pPr rtl="0">
            <a:lnSpc>
              <a:spcPct val="100000"/>
            </a:lnSpc>
            <a:spcAft>
              <a:spcPts val="0"/>
            </a:spcAft>
          </a:pPr>
          <a:r>
            <a:rPr lang="es-ES_tradnl" sz="2400" b="0" dirty="0">
              <a:solidFill>
                <a:schemeClr val="tx1"/>
              </a:solidFill>
            </a:rPr>
            <a:t>B</a:t>
          </a:r>
          <a:r>
            <a:rPr lang="es-ES_tradnl" sz="2400" b="0" i="1" baseline="-25000" dirty="0">
              <a:solidFill>
                <a:schemeClr val="tx1"/>
              </a:solidFill>
            </a:rPr>
            <a:t>i</a:t>
          </a:r>
          <a:r>
            <a:rPr lang="es-ES_tradnl" sz="2400" b="0" dirty="0">
              <a:solidFill>
                <a:schemeClr val="tx1"/>
              </a:solidFill>
            </a:rPr>
            <a:t>: Cantidad de recurso i disponible para asignar a las actividades (para i = 1,2,...,m)</a:t>
          </a:r>
        </a:p>
        <a:p>
          <a:pPr rtl="0">
            <a:lnSpc>
              <a:spcPct val="100000"/>
            </a:lnSpc>
            <a:spcAft>
              <a:spcPts val="0"/>
            </a:spcAft>
          </a:pPr>
          <a:r>
            <a:rPr lang="es-ES_tradnl" sz="2400" b="0" dirty="0">
              <a:solidFill>
                <a:schemeClr val="tx1"/>
              </a:solidFill>
            </a:rPr>
            <a:t>A</a:t>
          </a:r>
          <a:r>
            <a:rPr lang="es-ES_tradnl" sz="2400" b="0" i="1" baseline="-25000" dirty="0">
              <a:solidFill>
                <a:schemeClr val="tx1"/>
              </a:solidFill>
            </a:rPr>
            <a:t>ij</a:t>
          </a:r>
          <a:r>
            <a:rPr lang="es-ES_tradnl" sz="2400" b="0" dirty="0">
              <a:solidFill>
                <a:schemeClr val="tx1"/>
              </a:solidFill>
            </a:rPr>
            <a:t>: Cantidad del recurso i consumido por cada unidad de la actividad j</a:t>
          </a:r>
          <a:endParaRPr lang="es-ES" sz="2400" b="0" dirty="0">
            <a:solidFill>
              <a:schemeClr val="tx1"/>
            </a:solidFill>
          </a:endParaRPr>
        </a:p>
      </dgm:t>
    </dgm:pt>
    <dgm:pt modelId="{5920174B-6FCA-415D-86B1-EF93F73C88DB}" type="parTrans" cxnId="{26DDE7B9-5F09-4528-BC25-40B577EBB9C7}">
      <dgm:prSet/>
      <dgm:spPr/>
      <dgm:t>
        <a:bodyPr/>
        <a:lstStyle/>
        <a:p>
          <a:endParaRPr lang="es-ES" sz="2400" b="0"/>
        </a:p>
      </dgm:t>
    </dgm:pt>
    <dgm:pt modelId="{8A71EF3E-8CE7-4477-90D2-654D451AB4A9}" type="sibTrans" cxnId="{26DDE7B9-5F09-4528-BC25-40B577EBB9C7}">
      <dgm:prSet/>
      <dgm:spPr/>
      <dgm:t>
        <a:bodyPr/>
        <a:lstStyle/>
        <a:p>
          <a:endParaRPr lang="es-ES" sz="2400" b="0"/>
        </a:p>
      </dgm:t>
    </dgm:pt>
    <dgm:pt modelId="{16D90A40-CDC7-48F2-8CA4-6BE1E5E5D9B5}" type="pres">
      <dgm:prSet presAssocID="{CCB7C1A6-7ADC-44A0-92DD-2F27E523E310}" presName="linear" presStyleCnt="0">
        <dgm:presLayoutVars>
          <dgm:animLvl val="lvl"/>
          <dgm:resizeHandles val="exact"/>
        </dgm:presLayoutVars>
      </dgm:prSet>
      <dgm:spPr/>
    </dgm:pt>
    <dgm:pt modelId="{BBA6588B-1D30-40A1-B044-7C0B3C2972CE}" type="pres">
      <dgm:prSet presAssocID="{AC313348-E59A-4288-BCC7-C1B4151752A1}" presName="parentText" presStyleLbl="node1" presStyleIdx="0" presStyleCnt="2" custScaleX="74926" custScaleY="143172" custLinFactNeighborX="-26664" custLinFactNeighborY="-32175">
        <dgm:presLayoutVars>
          <dgm:chMax val="0"/>
          <dgm:bulletEnabled val="1"/>
        </dgm:presLayoutVars>
      </dgm:prSet>
      <dgm:spPr/>
    </dgm:pt>
    <dgm:pt modelId="{97BFD50F-2CF7-45C5-A2B5-1AE1DE7DC0DC}" type="pres">
      <dgm:prSet presAssocID="{447F01E3-8962-423F-B115-E9BC5E327996}" presName="spacer" presStyleCnt="0"/>
      <dgm:spPr/>
    </dgm:pt>
    <dgm:pt modelId="{6CDB4F54-9EDB-4E4C-9C89-48D0F7221498}" type="pres">
      <dgm:prSet presAssocID="{B752BBB8-617B-4ADC-A796-2AEB348DF2CC}" presName="parentText" presStyleLbl="node1" presStyleIdx="1" presStyleCnt="2" custScaleY="84595" custLinFactY="97928" custLinFactNeighborX="0" custLinFactNeighborY="100000">
        <dgm:presLayoutVars>
          <dgm:chMax val="0"/>
          <dgm:bulletEnabled val="1"/>
        </dgm:presLayoutVars>
      </dgm:prSet>
      <dgm:spPr/>
    </dgm:pt>
  </dgm:ptLst>
  <dgm:cxnLst>
    <dgm:cxn modelId="{89287A5E-9DF3-4809-9898-E210EB62D80C}" srcId="{CCB7C1A6-7ADC-44A0-92DD-2F27E523E310}" destId="{AC313348-E59A-4288-BCC7-C1B4151752A1}" srcOrd="0" destOrd="0" parTransId="{13E204D5-D847-49D3-BB4D-BC3E38BB1A26}" sibTransId="{447F01E3-8962-423F-B115-E9BC5E327996}"/>
    <dgm:cxn modelId="{97B7A862-93C2-484E-A3AB-5C4D17F8F312}" type="presOf" srcId="{CCB7C1A6-7ADC-44A0-92DD-2F27E523E310}" destId="{16D90A40-CDC7-48F2-8CA4-6BE1E5E5D9B5}" srcOrd="0" destOrd="0" presId="urn:microsoft.com/office/officeart/2005/8/layout/vList2"/>
    <dgm:cxn modelId="{E908EB65-779C-47FA-AA35-BBDF88FCA10E}" type="presOf" srcId="{B752BBB8-617B-4ADC-A796-2AEB348DF2CC}" destId="{6CDB4F54-9EDB-4E4C-9C89-48D0F7221498}" srcOrd="0" destOrd="0" presId="urn:microsoft.com/office/officeart/2005/8/layout/vList2"/>
    <dgm:cxn modelId="{D357BD8D-7DF5-4690-836D-84090BD2643D}" type="presOf" srcId="{AC313348-E59A-4288-BCC7-C1B4151752A1}" destId="{BBA6588B-1D30-40A1-B044-7C0B3C2972CE}" srcOrd="0" destOrd="0" presId="urn:microsoft.com/office/officeart/2005/8/layout/vList2"/>
    <dgm:cxn modelId="{26DDE7B9-5F09-4528-BC25-40B577EBB9C7}" srcId="{CCB7C1A6-7ADC-44A0-92DD-2F27E523E310}" destId="{B752BBB8-617B-4ADC-A796-2AEB348DF2CC}" srcOrd="1" destOrd="0" parTransId="{5920174B-6FCA-415D-86B1-EF93F73C88DB}" sibTransId="{8A71EF3E-8CE7-4477-90D2-654D451AB4A9}"/>
    <dgm:cxn modelId="{57955B00-0B61-4691-8F46-5EF9C3B2E78B}" type="presParOf" srcId="{16D90A40-CDC7-48F2-8CA4-6BE1E5E5D9B5}" destId="{BBA6588B-1D30-40A1-B044-7C0B3C2972CE}" srcOrd="0" destOrd="0" presId="urn:microsoft.com/office/officeart/2005/8/layout/vList2"/>
    <dgm:cxn modelId="{6AE27817-45A4-4940-BAFA-99BE7DAA311B}" type="presParOf" srcId="{16D90A40-CDC7-48F2-8CA4-6BE1E5E5D9B5}" destId="{97BFD50F-2CF7-45C5-A2B5-1AE1DE7DC0DC}" srcOrd="1" destOrd="0" presId="urn:microsoft.com/office/officeart/2005/8/layout/vList2"/>
    <dgm:cxn modelId="{5CFD3109-FDFA-4E75-9366-76B7F317872E}" type="presParOf" srcId="{16D90A40-CDC7-48F2-8CA4-6BE1E5E5D9B5}" destId="{6CDB4F54-9EDB-4E4C-9C89-48D0F7221498}"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D04491E8-E569-4CBC-80E1-2C53A42BFD37}"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ES"/>
        </a:p>
      </dgm:t>
    </dgm:pt>
    <dgm:pt modelId="{5D7D8F3F-8EAD-48FE-835F-810F1DD43845}">
      <dgm:prSet custT="1"/>
      <dgm:spPr/>
      <dgm:t>
        <a:bodyPr/>
        <a:lstStyle/>
        <a:p>
          <a:pPr rtl="0"/>
          <a:r>
            <a:rPr lang="es-ES" sz="2400" b="0" i="0" dirty="0">
              <a:latin typeface="Arial Narrow" pitchFamily="34" charset="0"/>
            </a:rPr>
            <a:t>Es resolver el modelo usando una técnica adecuada, es decir obtener valores numéricos para la variable de decisión. </a:t>
          </a:r>
          <a:endParaRPr lang="es-ES" sz="2400" b="0" dirty="0">
            <a:latin typeface="Arial Narrow" pitchFamily="34" charset="0"/>
          </a:endParaRPr>
        </a:p>
      </dgm:t>
    </dgm:pt>
    <dgm:pt modelId="{5C335003-4AC1-4964-9051-42FEFEF359D8}" type="parTrans" cxnId="{F9FB6691-7AF7-411C-A36D-F9378A9B6F81}">
      <dgm:prSet/>
      <dgm:spPr/>
      <dgm:t>
        <a:bodyPr/>
        <a:lstStyle/>
        <a:p>
          <a:endParaRPr lang="es-ES" sz="2400" b="0">
            <a:latin typeface="Arial Narrow" pitchFamily="34" charset="0"/>
          </a:endParaRPr>
        </a:p>
      </dgm:t>
    </dgm:pt>
    <dgm:pt modelId="{676F2A5C-40C8-47F6-A760-F37F0AC9E18C}" type="sibTrans" cxnId="{F9FB6691-7AF7-411C-A36D-F9378A9B6F81}">
      <dgm:prSet/>
      <dgm:spPr/>
      <dgm:t>
        <a:bodyPr/>
        <a:lstStyle/>
        <a:p>
          <a:endParaRPr lang="es-ES" sz="2400" b="0">
            <a:latin typeface="Arial Narrow" pitchFamily="34" charset="0"/>
          </a:endParaRPr>
        </a:p>
      </dgm:t>
    </dgm:pt>
    <dgm:pt modelId="{072BBFEA-A46C-4946-8524-681E66AB465C}">
      <dgm:prSet custT="1"/>
      <dgm:spPr/>
      <dgm:t>
        <a:bodyPr/>
        <a:lstStyle/>
        <a:p>
          <a:pPr rtl="0"/>
          <a:r>
            <a:rPr lang="es-ES_tradnl" sz="2400" b="0" i="0" dirty="0">
              <a:latin typeface="Arial Narrow" pitchFamily="34" charset="0"/>
            </a:rPr>
            <a:t>Los valores de las variables de decisión es la solución óptima (o satisfactoria) sujeta a las restricciones.</a:t>
          </a:r>
          <a:endParaRPr lang="es-ES" sz="2400" b="0" dirty="0">
            <a:latin typeface="Arial Narrow" pitchFamily="34" charset="0"/>
          </a:endParaRPr>
        </a:p>
      </dgm:t>
    </dgm:pt>
    <dgm:pt modelId="{E89A56C2-D18F-4B8A-8F87-255674D2BA74}" type="parTrans" cxnId="{720B4502-3CB3-40F8-ACEF-8DC0E8BC6841}">
      <dgm:prSet/>
      <dgm:spPr/>
      <dgm:t>
        <a:bodyPr/>
        <a:lstStyle/>
        <a:p>
          <a:endParaRPr lang="es-ES" sz="2400" b="0">
            <a:latin typeface="Arial Narrow" pitchFamily="34" charset="0"/>
          </a:endParaRPr>
        </a:p>
      </dgm:t>
    </dgm:pt>
    <dgm:pt modelId="{776FE30B-225C-4324-B699-F33281F14B1E}" type="sibTrans" cxnId="{720B4502-3CB3-40F8-ACEF-8DC0E8BC6841}">
      <dgm:prSet/>
      <dgm:spPr/>
      <dgm:t>
        <a:bodyPr/>
        <a:lstStyle/>
        <a:p>
          <a:endParaRPr lang="es-ES" sz="2400" b="0">
            <a:latin typeface="Arial Narrow" pitchFamily="34" charset="0"/>
          </a:endParaRPr>
        </a:p>
      </dgm:t>
    </dgm:pt>
    <dgm:pt modelId="{519C724E-EF5E-4537-82EF-86FBC9FF34A2}">
      <dgm:prSet custT="1"/>
      <dgm:spPr/>
      <dgm:t>
        <a:bodyPr/>
        <a:lstStyle/>
        <a:p>
          <a:pPr rtl="0"/>
          <a:r>
            <a:rPr lang="es-ES" sz="2400" b="0" i="0" dirty="0">
              <a:latin typeface="Arial Narrow" pitchFamily="34" charset="0"/>
            </a:rPr>
            <a:t>Una técnica adecuada es el </a:t>
          </a:r>
          <a:r>
            <a:rPr lang="es-MX" sz="2400" b="0" i="0" dirty="0">
              <a:latin typeface="Arial Narrow" pitchFamily="34" charset="0"/>
            </a:rPr>
            <a:t>uso del Software LINDO, que puede resolver modelos de hasta 200,000 variables y 50,000 restricciones. </a:t>
          </a:r>
          <a:endParaRPr lang="es-ES" sz="2400" b="0" dirty="0">
            <a:latin typeface="Arial Narrow" pitchFamily="34" charset="0"/>
          </a:endParaRPr>
        </a:p>
      </dgm:t>
    </dgm:pt>
    <dgm:pt modelId="{4D35FBC0-05AB-4668-861E-F7763AA523C3}" type="parTrans" cxnId="{80540363-2E1F-4D37-A90D-58DF692A5911}">
      <dgm:prSet/>
      <dgm:spPr/>
      <dgm:t>
        <a:bodyPr/>
        <a:lstStyle/>
        <a:p>
          <a:endParaRPr lang="es-ES" sz="2400" b="0">
            <a:latin typeface="Arial Narrow" pitchFamily="34" charset="0"/>
          </a:endParaRPr>
        </a:p>
      </dgm:t>
    </dgm:pt>
    <dgm:pt modelId="{91B0BEF8-DDEB-4DD5-93E4-C6B1A59E177C}" type="sibTrans" cxnId="{80540363-2E1F-4D37-A90D-58DF692A5911}">
      <dgm:prSet/>
      <dgm:spPr/>
      <dgm:t>
        <a:bodyPr/>
        <a:lstStyle/>
        <a:p>
          <a:endParaRPr lang="es-ES" sz="2400" b="0">
            <a:latin typeface="Arial Narrow" pitchFamily="34" charset="0"/>
          </a:endParaRPr>
        </a:p>
      </dgm:t>
    </dgm:pt>
    <dgm:pt modelId="{ED105A4C-9B7E-4E7B-9E84-FA4F36F4FA5F}" type="pres">
      <dgm:prSet presAssocID="{D04491E8-E569-4CBC-80E1-2C53A42BFD37}" presName="linear" presStyleCnt="0">
        <dgm:presLayoutVars>
          <dgm:animLvl val="lvl"/>
          <dgm:resizeHandles val="exact"/>
        </dgm:presLayoutVars>
      </dgm:prSet>
      <dgm:spPr/>
    </dgm:pt>
    <dgm:pt modelId="{D6BC4B41-8591-4794-847E-3BD3440E2E10}" type="pres">
      <dgm:prSet presAssocID="{5D7D8F3F-8EAD-48FE-835F-810F1DD43845}" presName="parentText" presStyleLbl="node1" presStyleIdx="0" presStyleCnt="3" custScaleY="91324">
        <dgm:presLayoutVars>
          <dgm:chMax val="0"/>
          <dgm:bulletEnabled val="1"/>
        </dgm:presLayoutVars>
      </dgm:prSet>
      <dgm:spPr/>
    </dgm:pt>
    <dgm:pt modelId="{4C025C3B-4755-48FD-8572-7A3FB41DE0C5}" type="pres">
      <dgm:prSet presAssocID="{676F2A5C-40C8-47F6-A760-F37F0AC9E18C}" presName="spacer" presStyleCnt="0"/>
      <dgm:spPr/>
    </dgm:pt>
    <dgm:pt modelId="{7585343A-9993-455E-A279-BBCDC8DC0683}" type="pres">
      <dgm:prSet presAssocID="{072BBFEA-A46C-4946-8524-681E66AB465C}" presName="parentText" presStyleLbl="node1" presStyleIdx="1" presStyleCnt="3" custScaleY="87787">
        <dgm:presLayoutVars>
          <dgm:chMax val="0"/>
          <dgm:bulletEnabled val="1"/>
        </dgm:presLayoutVars>
      </dgm:prSet>
      <dgm:spPr/>
    </dgm:pt>
    <dgm:pt modelId="{E45BA3A1-B668-4C9D-B515-666B2137C895}" type="pres">
      <dgm:prSet presAssocID="{776FE30B-225C-4324-B699-F33281F14B1E}" presName="spacer" presStyleCnt="0"/>
      <dgm:spPr/>
    </dgm:pt>
    <dgm:pt modelId="{55D99EFC-09F9-426A-BFCC-48A75501C8EF}" type="pres">
      <dgm:prSet presAssocID="{519C724E-EF5E-4537-82EF-86FBC9FF34A2}" presName="parentText" presStyleLbl="node1" presStyleIdx="2" presStyleCnt="3">
        <dgm:presLayoutVars>
          <dgm:chMax val="0"/>
          <dgm:bulletEnabled val="1"/>
        </dgm:presLayoutVars>
      </dgm:prSet>
      <dgm:spPr/>
    </dgm:pt>
  </dgm:ptLst>
  <dgm:cxnLst>
    <dgm:cxn modelId="{720B4502-3CB3-40F8-ACEF-8DC0E8BC6841}" srcId="{D04491E8-E569-4CBC-80E1-2C53A42BFD37}" destId="{072BBFEA-A46C-4946-8524-681E66AB465C}" srcOrd="1" destOrd="0" parTransId="{E89A56C2-D18F-4B8A-8F87-255674D2BA74}" sibTransId="{776FE30B-225C-4324-B699-F33281F14B1E}"/>
    <dgm:cxn modelId="{80540363-2E1F-4D37-A90D-58DF692A5911}" srcId="{D04491E8-E569-4CBC-80E1-2C53A42BFD37}" destId="{519C724E-EF5E-4537-82EF-86FBC9FF34A2}" srcOrd="2" destOrd="0" parTransId="{4D35FBC0-05AB-4668-861E-F7763AA523C3}" sibTransId="{91B0BEF8-DDEB-4DD5-93E4-C6B1A59E177C}"/>
    <dgm:cxn modelId="{C36E6D87-0503-426D-8C99-91D23AA21EDF}" type="presOf" srcId="{D04491E8-E569-4CBC-80E1-2C53A42BFD37}" destId="{ED105A4C-9B7E-4E7B-9E84-FA4F36F4FA5F}" srcOrd="0" destOrd="0" presId="urn:microsoft.com/office/officeart/2005/8/layout/vList2"/>
    <dgm:cxn modelId="{F9FB6691-7AF7-411C-A36D-F9378A9B6F81}" srcId="{D04491E8-E569-4CBC-80E1-2C53A42BFD37}" destId="{5D7D8F3F-8EAD-48FE-835F-810F1DD43845}" srcOrd="0" destOrd="0" parTransId="{5C335003-4AC1-4964-9051-42FEFEF359D8}" sibTransId="{676F2A5C-40C8-47F6-A760-F37F0AC9E18C}"/>
    <dgm:cxn modelId="{A9AA2597-1C6A-4E3E-8320-E24E0F52C50D}" type="presOf" srcId="{5D7D8F3F-8EAD-48FE-835F-810F1DD43845}" destId="{D6BC4B41-8591-4794-847E-3BD3440E2E10}" srcOrd="0" destOrd="0" presId="urn:microsoft.com/office/officeart/2005/8/layout/vList2"/>
    <dgm:cxn modelId="{0A93D7B6-7F80-406D-8F69-E599897FE091}" type="presOf" srcId="{072BBFEA-A46C-4946-8524-681E66AB465C}" destId="{7585343A-9993-455E-A279-BBCDC8DC0683}" srcOrd="0" destOrd="0" presId="urn:microsoft.com/office/officeart/2005/8/layout/vList2"/>
    <dgm:cxn modelId="{B800FBCC-FC30-49C4-A77D-3D4A8D1DA266}" type="presOf" srcId="{519C724E-EF5E-4537-82EF-86FBC9FF34A2}" destId="{55D99EFC-09F9-426A-BFCC-48A75501C8EF}" srcOrd="0" destOrd="0" presId="urn:microsoft.com/office/officeart/2005/8/layout/vList2"/>
    <dgm:cxn modelId="{C017A12F-6EA1-4AAF-8F4E-F047F87871F0}" type="presParOf" srcId="{ED105A4C-9B7E-4E7B-9E84-FA4F36F4FA5F}" destId="{D6BC4B41-8591-4794-847E-3BD3440E2E10}" srcOrd="0" destOrd="0" presId="urn:microsoft.com/office/officeart/2005/8/layout/vList2"/>
    <dgm:cxn modelId="{6C51AEAA-7F5D-4F86-ADF2-949BF8E21F22}" type="presParOf" srcId="{ED105A4C-9B7E-4E7B-9E84-FA4F36F4FA5F}" destId="{4C025C3B-4755-48FD-8572-7A3FB41DE0C5}" srcOrd="1" destOrd="0" presId="urn:microsoft.com/office/officeart/2005/8/layout/vList2"/>
    <dgm:cxn modelId="{82BB4FA8-1A4C-4433-9057-5778A387E569}" type="presParOf" srcId="{ED105A4C-9B7E-4E7B-9E84-FA4F36F4FA5F}" destId="{7585343A-9993-455E-A279-BBCDC8DC0683}" srcOrd="2" destOrd="0" presId="urn:microsoft.com/office/officeart/2005/8/layout/vList2"/>
    <dgm:cxn modelId="{E6FFAF91-2F17-4120-8B9C-633670882E15}" type="presParOf" srcId="{ED105A4C-9B7E-4E7B-9E84-FA4F36F4FA5F}" destId="{E45BA3A1-B668-4C9D-B515-666B2137C895}" srcOrd="3" destOrd="0" presId="urn:microsoft.com/office/officeart/2005/8/layout/vList2"/>
    <dgm:cxn modelId="{95CB8406-29A5-41E5-BB67-6CA624F77E03}" type="presParOf" srcId="{ED105A4C-9B7E-4E7B-9E84-FA4F36F4FA5F}" destId="{55D99EFC-09F9-426A-BFCC-48A75501C8EF}"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88AA7C3C-5937-4507-884F-118D7E94AE89}"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ES"/>
        </a:p>
      </dgm:t>
    </dgm:pt>
    <dgm:pt modelId="{3398EF07-16D6-4036-9F7C-BA7D1CCFD832}">
      <dgm:prSet custT="1"/>
      <dgm:spPr/>
      <dgm:t>
        <a:bodyPr/>
        <a:lstStyle/>
        <a:p>
          <a:pPr algn="l" rtl="0"/>
          <a:r>
            <a:rPr lang="es-ES" sz="2400" b="0" i="0" dirty="0">
              <a:latin typeface="Arial Narrow" pitchFamily="34" charset="0"/>
            </a:rPr>
            <a:t>Paso 1.- Elegir la técnica de resolución adecuada, creación o heurísticos.</a:t>
          </a:r>
          <a:endParaRPr lang="es-ES" sz="2400" b="0" dirty="0">
            <a:latin typeface="Arial Narrow" pitchFamily="34" charset="0"/>
          </a:endParaRPr>
        </a:p>
      </dgm:t>
    </dgm:pt>
    <dgm:pt modelId="{20A6C49E-64BC-4C94-93D8-5A38C448826E}" type="parTrans" cxnId="{468DF85D-1FF2-4B3E-B280-60891C05B553}">
      <dgm:prSet/>
      <dgm:spPr/>
      <dgm:t>
        <a:bodyPr/>
        <a:lstStyle/>
        <a:p>
          <a:endParaRPr lang="es-ES" sz="2400" b="0">
            <a:latin typeface="Arial Narrow" pitchFamily="34" charset="0"/>
          </a:endParaRPr>
        </a:p>
      </dgm:t>
    </dgm:pt>
    <dgm:pt modelId="{36BFFA5E-F24E-456C-BC8B-EDDEE7B9E0C3}" type="sibTrans" cxnId="{468DF85D-1FF2-4B3E-B280-60891C05B553}">
      <dgm:prSet/>
      <dgm:spPr/>
      <dgm:t>
        <a:bodyPr/>
        <a:lstStyle/>
        <a:p>
          <a:endParaRPr lang="es-ES" sz="2400" b="0">
            <a:latin typeface="Arial Narrow" pitchFamily="34" charset="0"/>
          </a:endParaRPr>
        </a:p>
      </dgm:t>
    </dgm:pt>
    <dgm:pt modelId="{3AA2C8D6-4EE4-43FF-B6CD-8897D9CFAC98}">
      <dgm:prSet custT="1"/>
      <dgm:spPr/>
      <dgm:t>
        <a:bodyPr/>
        <a:lstStyle/>
        <a:p>
          <a:pPr algn="l" rtl="0"/>
          <a:r>
            <a:rPr lang="es-ES" sz="2400" b="0" i="0" dirty="0">
              <a:latin typeface="Arial Narrow" pitchFamily="34" charset="0"/>
            </a:rPr>
            <a:t>Paso 2.- Generar las soluciones del modelo usando programas de ordenador u hojas de cálculo.</a:t>
          </a:r>
          <a:endParaRPr lang="es-ES" sz="2400" b="0" dirty="0">
            <a:latin typeface="Arial Narrow" pitchFamily="34" charset="0"/>
          </a:endParaRPr>
        </a:p>
      </dgm:t>
    </dgm:pt>
    <dgm:pt modelId="{68480DBE-BE6F-4E34-B85F-766A8BBDE72F}" type="parTrans" cxnId="{F532D998-5A5D-4B1C-9DA2-44382154D767}">
      <dgm:prSet/>
      <dgm:spPr/>
      <dgm:t>
        <a:bodyPr/>
        <a:lstStyle/>
        <a:p>
          <a:endParaRPr lang="es-ES" sz="2400" b="0">
            <a:latin typeface="Arial Narrow" pitchFamily="34" charset="0"/>
          </a:endParaRPr>
        </a:p>
      </dgm:t>
    </dgm:pt>
    <dgm:pt modelId="{A5EFF80D-A40B-4C7E-8081-13F5FB6EED01}" type="sibTrans" cxnId="{F532D998-5A5D-4B1C-9DA2-44382154D767}">
      <dgm:prSet/>
      <dgm:spPr/>
      <dgm:t>
        <a:bodyPr/>
        <a:lstStyle/>
        <a:p>
          <a:endParaRPr lang="es-ES" sz="2400" b="0">
            <a:latin typeface="Arial Narrow" pitchFamily="34" charset="0"/>
          </a:endParaRPr>
        </a:p>
      </dgm:t>
    </dgm:pt>
    <dgm:pt modelId="{57DEC379-BF66-4FA2-8677-A251C345291F}">
      <dgm:prSet custT="1"/>
      <dgm:spPr/>
      <dgm:t>
        <a:bodyPr/>
        <a:lstStyle/>
        <a:p>
          <a:pPr algn="l" rtl="0"/>
          <a:r>
            <a:rPr lang="es-ES" sz="2400" b="0" i="0" dirty="0">
              <a:latin typeface="Arial Narrow" pitchFamily="34" charset="0"/>
            </a:rPr>
            <a:t>Paso 3.- Comprobar/validar los resultados. Probar la solución en el entorno real.</a:t>
          </a:r>
          <a:endParaRPr lang="es-ES" sz="2400" b="0" dirty="0">
            <a:latin typeface="Arial Narrow" pitchFamily="34" charset="0"/>
          </a:endParaRPr>
        </a:p>
      </dgm:t>
    </dgm:pt>
    <dgm:pt modelId="{00C4648E-8AFB-4771-8107-97B550B3C336}" type="parTrans" cxnId="{71F144CA-7CF3-4412-BFC1-5E37335BF48A}">
      <dgm:prSet/>
      <dgm:spPr/>
      <dgm:t>
        <a:bodyPr/>
        <a:lstStyle/>
        <a:p>
          <a:endParaRPr lang="es-ES" sz="2400" b="0">
            <a:latin typeface="Arial Narrow" pitchFamily="34" charset="0"/>
          </a:endParaRPr>
        </a:p>
      </dgm:t>
    </dgm:pt>
    <dgm:pt modelId="{4152E55A-2EE7-4C97-956C-857696F044AF}" type="sibTrans" cxnId="{71F144CA-7CF3-4412-BFC1-5E37335BF48A}">
      <dgm:prSet/>
      <dgm:spPr/>
      <dgm:t>
        <a:bodyPr/>
        <a:lstStyle/>
        <a:p>
          <a:endParaRPr lang="es-ES" sz="2400" b="0">
            <a:latin typeface="Arial Narrow" pitchFamily="34" charset="0"/>
          </a:endParaRPr>
        </a:p>
      </dgm:t>
    </dgm:pt>
    <dgm:pt modelId="{6EC49F14-9873-4DA3-BC0F-EE2C51DA909A}">
      <dgm:prSet custT="1"/>
      <dgm:spPr/>
      <dgm:t>
        <a:bodyPr/>
        <a:lstStyle/>
        <a:p>
          <a:pPr algn="l" rtl="0"/>
          <a:r>
            <a:rPr lang="es-ES" sz="2400" b="0" i="0" dirty="0">
              <a:latin typeface="Arial Narrow" pitchFamily="34" charset="0"/>
            </a:rPr>
            <a:t>Paso 4.- Si los resultados son inaceptables, revisar el modelo, comprobar exactitud, revisar restricciones.</a:t>
          </a:r>
          <a:endParaRPr lang="es-ES" sz="2400" b="0" dirty="0">
            <a:latin typeface="Arial Narrow" pitchFamily="34" charset="0"/>
          </a:endParaRPr>
        </a:p>
      </dgm:t>
    </dgm:pt>
    <dgm:pt modelId="{2B7654DC-BCF5-41B5-9F8D-DA214AF56CB1}" type="parTrans" cxnId="{678165A6-DF36-42C9-92AB-23861808D5F0}">
      <dgm:prSet/>
      <dgm:spPr/>
      <dgm:t>
        <a:bodyPr/>
        <a:lstStyle/>
        <a:p>
          <a:endParaRPr lang="es-ES" sz="2400" b="0">
            <a:latin typeface="Arial Narrow" pitchFamily="34" charset="0"/>
          </a:endParaRPr>
        </a:p>
      </dgm:t>
    </dgm:pt>
    <dgm:pt modelId="{805FB20A-378D-4F8E-9258-4F71A42C6FE5}" type="sibTrans" cxnId="{678165A6-DF36-42C9-92AB-23861808D5F0}">
      <dgm:prSet/>
      <dgm:spPr/>
      <dgm:t>
        <a:bodyPr/>
        <a:lstStyle/>
        <a:p>
          <a:endParaRPr lang="es-ES" sz="2400" b="0">
            <a:latin typeface="Arial Narrow" pitchFamily="34" charset="0"/>
          </a:endParaRPr>
        </a:p>
      </dgm:t>
    </dgm:pt>
    <dgm:pt modelId="{32F09C6C-5211-438D-98AF-47D183EAC7BC}">
      <dgm:prSet custT="1"/>
      <dgm:spPr/>
      <dgm:t>
        <a:bodyPr/>
        <a:lstStyle/>
        <a:p>
          <a:pPr algn="l" rtl="0"/>
          <a:r>
            <a:rPr lang="es-ES" sz="2400" b="0" i="0" dirty="0">
              <a:latin typeface="Arial Narrow" pitchFamily="34" charset="0"/>
            </a:rPr>
            <a:t>Paso 5.- Realizar análisis de sensibilidad, analizando adaptaciones en la solución propuesta.</a:t>
          </a:r>
          <a:endParaRPr lang="es-ES" sz="2400" b="0" dirty="0">
            <a:latin typeface="Arial Narrow" pitchFamily="34" charset="0"/>
          </a:endParaRPr>
        </a:p>
      </dgm:t>
    </dgm:pt>
    <dgm:pt modelId="{CD7E4FC5-E141-44C9-B0B0-E8354F653306}" type="parTrans" cxnId="{CD7B2A2C-6C7B-4985-95E2-47854D7A5C82}">
      <dgm:prSet/>
      <dgm:spPr/>
      <dgm:t>
        <a:bodyPr/>
        <a:lstStyle/>
        <a:p>
          <a:endParaRPr lang="es-ES" sz="2400" b="0">
            <a:latin typeface="Arial Narrow" pitchFamily="34" charset="0"/>
          </a:endParaRPr>
        </a:p>
      </dgm:t>
    </dgm:pt>
    <dgm:pt modelId="{8F6408C0-497E-4E27-B23D-87A3D493482E}" type="sibTrans" cxnId="{CD7B2A2C-6C7B-4985-95E2-47854D7A5C82}">
      <dgm:prSet/>
      <dgm:spPr/>
      <dgm:t>
        <a:bodyPr/>
        <a:lstStyle/>
        <a:p>
          <a:endParaRPr lang="es-ES" sz="2400" b="0">
            <a:latin typeface="Arial Narrow" pitchFamily="34" charset="0"/>
          </a:endParaRPr>
        </a:p>
      </dgm:t>
    </dgm:pt>
    <dgm:pt modelId="{B0C12153-34ED-43D3-AB7E-1D3853A85A79}" type="pres">
      <dgm:prSet presAssocID="{88AA7C3C-5937-4507-884F-118D7E94AE89}" presName="linear" presStyleCnt="0">
        <dgm:presLayoutVars>
          <dgm:animLvl val="lvl"/>
          <dgm:resizeHandles val="exact"/>
        </dgm:presLayoutVars>
      </dgm:prSet>
      <dgm:spPr/>
    </dgm:pt>
    <dgm:pt modelId="{8561B77B-8668-443C-ACFA-F828524F3BF5}" type="pres">
      <dgm:prSet presAssocID="{3398EF07-16D6-4036-9F7C-BA7D1CCFD832}" presName="parentText" presStyleLbl="node1" presStyleIdx="0" presStyleCnt="5">
        <dgm:presLayoutVars>
          <dgm:chMax val="0"/>
          <dgm:bulletEnabled val="1"/>
        </dgm:presLayoutVars>
      </dgm:prSet>
      <dgm:spPr/>
    </dgm:pt>
    <dgm:pt modelId="{EA2476DC-0C34-4A5E-A112-BBCB438DF984}" type="pres">
      <dgm:prSet presAssocID="{36BFFA5E-F24E-456C-BC8B-EDDEE7B9E0C3}" presName="spacer" presStyleCnt="0"/>
      <dgm:spPr/>
    </dgm:pt>
    <dgm:pt modelId="{03F5B8A2-7C4F-4998-BC26-4C562F5F970E}" type="pres">
      <dgm:prSet presAssocID="{3AA2C8D6-4EE4-43FF-B6CD-8897D9CFAC98}" presName="parentText" presStyleLbl="node1" presStyleIdx="1" presStyleCnt="5">
        <dgm:presLayoutVars>
          <dgm:chMax val="0"/>
          <dgm:bulletEnabled val="1"/>
        </dgm:presLayoutVars>
      </dgm:prSet>
      <dgm:spPr/>
    </dgm:pt>
    <dgm:pt modelId="{69B55715-B264-402E-8B60-521873FD6524}" type="pres">
      <dgm:prSet presAssocID="{A5EFF80D-A40B-4C7E-8081-13F5FB6EED01}" presName="spacer" presStyleCnt="0"/>
      <dgm:spPr/>
    </dgm:pt>
    <dgm:pt modelId="{4A901BB6-8F08-4043-B2FF-F795B030FF5B}" type="pres">
      <dgm:prSet presAssocID="{57DEC379-BF66-4FA2-8677-A251C345291F}" presName="parentText" presStyleLbl="node1" presStyleIdx="2" presStyleCnt="5">
        <dgm:presLayoutVars>
          <dgm:chMax val="0"/>
          <dgm:bulletEnabled val="1"/>
        </dgm:presLayoutVars>
      </dgm:prSet>
      <dgm:spPr/>
    </dgm:pt>
    <dgm:pt modelId="{36320376-11EF-4588-9700-4DED7BFD68DD}" type="pres">
      <dgm:prSet presAssocID="{4152E55A-2EE7-4C97-956C-857696F044AF}" presName="spacer" presStyleCnt="0"/>
      <dgm:spPr/>
    </dgm:pt>
    <dgm:pt modelId="{FB9BEAB5-209E-48D0-A6BD-115FBA56B120}" type="pres">
      <dgm:prSet presAssocID="{6EC49F14-9873-4DA3-BC0F-EE2C51DA909A}" presName="parentText" presStyleLbl="node1" presStyleIdx="3" presStyleCnt="5">
        <dgm:presLayoutVars>
          <dgm:chMax val="0"/>
          <dgm:bulletEnabled val="1"/>
        </dgm:presLayoutVars>
      </dgm:prSet>
      <dgm:spPr/>
    </dgm:pt>
    <dgm:pt modelId="{7DE6AB75-50CC-4213-9537-DFE91D63E27D}" type="pres">
      <dgm:prSet presAssocID="{805FB20A-378D-4F8E-9258-4F71A42C6FE5}" presName="spacer" presStyleCnt="0"/>
      <dgm:spPr/>
    </dgm:pt>
    <dgm:pt modelId="{5BD76E6A-5673-4C62-A0A4-E3B068341451}" type="pres">
      <dgm:prSet presAssocID="{32F09C6C-5211-438D-98AF-47D183EAC7BC}" presName="parentText" presStyleLbl="node1" presStyleIdx="4" presStyleCnt="5">
        <dgm:presLayoutVars>
          <dgm:chMax val="0"/>
          <dgm:bulletEnabled val="1"/>
        </dgm:presLayoutVars>
      </dgm:prSet>
      <dgm:spPr/>
    </dgm:pt>
  </dgm:ptLst>
  <dgm:cxnLst>
    <dgm:cxn modelId="{7F7EA514-9EC6-4637-B2AE-A40EAB0DB7E8}" type="presOf" srcId="{3AA2C8D6-4EE4-43FF-B6CD-8897D9CFAC98}" destId="{03F5B8A2-7C4F-4998-BC26-4C562F5F970E}" srcOrd="0" destOrd="0" presId="urn:microsoft.com/office/officeart/2005/8/layout/vList2"/>
    <dgm:cxn modelId="{F25BB423-1FF5-4CCB-86A2-9C379A608BB4}" type="presOf" srcId="{32F09C6C-5211-438D-98AF-47D183EAC7BC}" destId="{5BD76E6A-5673-4C62-A0A4-E3B068341451}" srcOrd="0" destOrd="0" presId="urn:microsoft.com/office/officeart/2005/8/layout/vList2"/>
    <dgm:cxn modelId="{E792DE29-35C6-46F0-BE2E-80142A8EE980}" type="presOf" srcId="{3398EF07-16D6-4036-9F7C-BA7D1CCFD832}" destId="{8561B77B-8668-443C-ACFA-F828524F3BF5}" srcOrd="0" destOrd="0" presId="urn:microsoft.com/office/officeart/2005/8/layout/vList2"/>
    <dgm:cxn modelId="{CD7B2A2C-6C7B-4985-95E2-47854D7A5C82}" srcId="{88AA7C3C-5937-4507-884F-118D7E94AE89}" destId="{32F09C6C-5211-438D-98AF-47D183EAC7BC}" srcOrd="4" destOrd="0" parTransId="{CD7E4FC5-E141-44C9-B0B0-E8354F653306}" sibTransId="{8F6408C0-497E-4E27-B23D-87A3D493482E}"/>
    <dgm:cxn modelId="{468DF85D-1FF2-4B3E-B280-60891C05B553}" srcId="{88AA7C3C-5937-4507-884F-118D7E94AE89}" destId="{3398EF07-16D6-4036-9F7C-BA7D1CCFD832}" srcOrd="0" destOrd="0" parTransId="{20A6C49E-64BC-4C94-93D8-5A38C448826E}" sibTransId="{36BFFA5E-F24E-456C-BC8B-EDDEE7B9E0C3}"/>
    <dgm:cxn modelId="{7CA4E067-29AD-46B6-97CF-8EBEA086C311}" type="presOf" srcId="{6EC49F14-9873-4DA3-BC0F-EE2C51DA909A}" destId="{FB9BEAB5-209E-48D0-A6BD-115FBA56B120}" srcOrd="0" destOrd="0" presId="urn:microsoft.com/office/officeart/2005/8/layout/vList2"/>
    <dgm:cxn modelId="{4941EC47-BAA7-4256-AED2-BBF054F85D63}" type="presOf" srcId="{88AA7C3C-5937-4507-884F-118D7E94AE89}" destId="{B0C12153-34ED-43D3-AB7E-1D3853A85A79}" srcOrd="0" destOrd="0" presId="urn:microsoft.com/office/officeart/2005/8/layout/vList2"/>
    <dgm:cxn modelId="{F532D998-5A5D-4B1C-9DA2-44382154D767}" srcId="{88AA7C3C-5937-4507-884F-118D7E94AE89}" destId="{3AA2C8D6-4EE4-43FF-B6CD-8897D9CFAC98}" srcOrd="1" destOrd="0" parTransId="{68480DBE-BE6F-4E34-B85F-766A8BBDE72F}" sibTransId="{A5EFF80D-A40B-4C7E-8081-13F5FB6EED01}"/>
    <dgm:cxn modelId="{678165A6-DF36-42C9-92AB-23861808D5F0}" srcId="{88AA7C3C-5937-4507-884F-118D7E94AE89}" destId="{6EC49F14-9873-4DA3-BC0F-EE2C51DA909A}" srcOrd="3" destOrd="0" parTransId="{2B7654DC-BCF5-41B5-9F8D-DA214AF56CB1}" sibTransId="{805FB20A-378D-4F8E-9258-4F71A42C6FE5}"/>
    <dgm:cxn modelId="{71F144CA-7CF3-4412-BFC1-5E37335BF48A}" srcId="{88AA7C3C-5937-4507-884F-118D7E94AE89}" destId="{57DEC379-BF66-4FA2-8677-A251C345291F}" srcOrd="2" destOrd="0" parTransId="{00C4648E-8AFB-4771-8107-97B550B3C336}" sibTransId="{4152E55A-2EE7-4C97-956C-857696F044AF}"/>
    <dgm:cxn modelId="{096BD2FD-972C-4799-A290-8F3DA31AD7E2}" type="presOf" srcId="{57DEC379-BF66-4FA2-8677-A251C345291F}" destId="{4A901BB6-8F08-4043-B2FF-F795B030FF5B}" srcOrd="0" destOrd="0" presId="urn:microsoft.com/office/officeart/2005/8/layout/vList2"/>
    <dgm:cxn modelId="{B36F8B97-DC8D-4F43-9E05-6D64E8DFCCA4}" type="presParOf" srcId="{B0C12153-34ED-43D3-AB7E-1D3853A85A79}" destId="{8561B77B-8668-443C-ACFA-F828524F3BF5}" srcOrd="0" destOrd="0" presId="urn:microsoft.com/office/officeart/2005/8/layout/vList2"/>
    <dgm:cxn modelId="{A7A1D554-3C4F-4D02-8DAC-B2E07EB0C505}" type="presParOf" srcId="{B0C12153-34ED-43D3-AB7E-1D3853A85A79}" destId="{EA2476DC-0C34-4A5E-A112-BBCB438DF984}" srcOrd="1" destOrd="0" presId="urn:microsoft.com/office/officeart/2005/8/layout/vList2"/>
    <dgm:cxn modelId="{3D1D7A55-F6C0-4DE2-BBFC-7A9209C942C1}" type="presParOf" srcId="{B0C12153-34ED-43D3-AB7E-1D3853A85A79}" destId="{03F5B8A2-7C4F-4998-BC26-4C562F5F970E}" srcOrd="2" destOrd="0" presId="urn:microsoft.com/office/officeart/2005/8/layout/vList2"/>
    <dgm:cxn modelId="{3586C02B-2D9B-4621-9646-10E77B2371DC}" type="presParOf" srcId="{B0C12153-34ED-43D3-AB7E-1D3853A85A79}" destId="{69B55715-B264-402E-8B60-521873FD6524}" srcOrd="3" destOrd="0" presId="urn:microsoft.com/office/officeart/2005/8/layout/vList2"/>
    <dgm:cxn modelId="{93A0CC87-E961-4EEB-B83A-7DC648F2793E}" type="presParOf" srcId="{B0C12153-34ED-43D3-AB7E-1D3853A85A79}" destId="{4A901BB6-8F08-4043-B2FF-F795B030FF5B}" srcOrd="4" destOrd="0" presId="urn:microsoft.com/office/officeart/2005/8/layout/vList2"/>
    <dgm:cxn modelId="{E2B47B63-68C5-4BD4-89F7-D25DD599C5AD}" type="presParOf" srcId="{B0C12153-34ED-43D3-AB7E-1D3853A85A79}" destId="{36320376-11EF-4588-9700-4DED7BFD68DD}" srcOrd="5" destOrd="0" presId="urn:microsoft.com/office/officeart/2005/8/layout/vList2"/>
    <dgm:cxn modelId="{1926B3CD-2CCC-4251-896E-9E528ED16F87}" type="presParOf" srcId="{B0C12153-34ED-43D3-AB7E-1D3853A85A79}" destId="{FB9BEAB5-209E-48D0-A6BD-115FBA56B120}" srcOrd="6" destOrd="0" presId="urn:microsoft.com/office/officeart/2005/8/layout/vList2"/>
    <dgm:cxn modelId="{567FEDBE-EE7B-4E18-8177-651242D64474}" type="presParOf" srcId="{B0C12153-34ED-43D3-AB7E-1D3853A85A79}" destId="{7DE6AB75-50CC-4213-9537-DFE91D63E27D}" srcOrd="7" destOrd="0" presId="urn:microsoft.com/office/officeart/2005/8/layout/vList2"/>
    <dgm:cxn modelId="{94F8FDCF-6784-4332-B51F-3DFBC8E11365}" type="presParOf" srcId="{B0C12153-34ED-43D3-AB7E-1D3853A85A79}" destId="{5BD76E6A-5673-4C62-A0A4-E3B068341451}"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C7196DEA-9E50-4C5F-B68B-EBD2D769E1C3}"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ES"/>
        </a:p>
      </dgm:t>
    </dgm:pt>
    <dgm:pt modelId="{1A1B19D6-9B10-460E-B55C-079EFBC8CF7B}">
      <dgm:prSet custT="1"/>
      <dgm:spPr/>
      <dgm:t>
        <a:bodyPr/>
        <a:lstStyle/>
        <a:p>
          <a:pPr algn="ctr" rtl="0"/>
          <a:r>
            <a:rPr lang="es-ES_tradnl" sz="2400" b="0" i="0" dirty="0">
              <a:latin typeface="Arial Narrow" pitchFamily="34" charset="0"/>
            </a:rPr>
            <a:t>Ver que el modelo se adapta a la realidad</a:t>
          </a:r>
          <a:endParaRPr lang="es-ES" sz="2400" b="0" dirty="0">
            <a:latin typeface="Arial Narrow" pitchFamily="34" charset="0"/>
          </a:endParaRPr>
        </a:p>
      </dgm:t>
    </dgm:pt>
    <dgm:pt modelId="{7A42A70A-1B4B-43E4-8154-774616D5BD21}" type="parTrans" cxnId="{0FF2E4B8-28BD-4F11-B0C8-AF7ACBAFD909}">
      <dgm:prSet/>
      <dgm:spPr/>
      <dgm:t>
        <a:bodyPr/>
        <a:lstStyle/>
        <a:p>
          <a:endParaRPr lang="es-ES" sz="2400" b="0">
            <a:latin typeface="Arial Narrow" pitchFamily="34" charset="0"/>
          </a:endParaRPr>
        </a:p>
      </dgm:t>
    </dgm:pt>
    <dgm:pt modelId="{C3878CAA-3E6F-4B41-823D-07F52D2C8378}" type="sibTrans" cxnId="{0FF2E4B8-28BD-4F11-B0C8-AF7ACBAFD909}">
      <dgm:prSet/>
      <dgm:spPr/>
      <dgm:t>
        <a:bodyPr/>
        <a:lstStyle/>
        <a:p>
          <a:endParaRPr lang="es-ES" sz="2400" b="0">
            <a:latin typeface="Arial Narrow" pitchFamily="34" charset="0"/>
          </a:endParaRPr>
        </a:p>
      </dgm:t>
    </dgm:pt>
    <dgm:pt modelId="{ED5AABE5-CF21-4624-B8B0-4C2E9792AA7D}">
      <dgm:prSet custT="1"/>
      <dgm:spPr/>
      <dgm:t>
        <a:bodyPr/>
        <a:lstStyle/>
        <a:p>
          <a:pPr algn="ctr" rtl="0"/>
          <a:r>
            <a:rPr lang="es-ES" sz="2400" b="0" i="0" dirty="0">
              <a:latin typeface="Arial Narrow" pitchFamily="34" charset="0"/>
            </a:rPr>
            <a:t>Interpretación y análisis</a:t>
          </a:r>
          <a:endParaRPr lang="es-ES" sz="2400" b="0" dirty="0">
            <a:latin typeface="Arial Narrow" pitchFamily="34" charset="0"/>
          </a:endParaRPr>
        </a:p>
      </dgm:t>
    </dgm:pt>
    <dgm:pt modelId="{B717D537-FE4D-4641-8930-8C072A01775F}" type="parTrans" cxnId="{1AA92246-1AA0-4C46-97D6-698C86C2427C}">
      <dgm:prSet/>
      <dgm:spPr/>
      <dgm:t>
        <a:bodyPr/>
        <a:lstStyle/>
        <a:p>
          <a:endParaRPr lang="es-ES" sz="2400" b="0">
            <a:latin typeface="Arial Narrow" pitchFamily="34" charset="0"/>
          </a:endParaRPr>
        </a:p>
      </dgm:t>
    </dgm:pt>
    <dgm:pt modelId="{90B37B4D-EA2D-4DC2-AC3D-2930880C5835}" type="sibTrans" cxnId="{1AA92246-1AA0-4C46-97D6-698C86C2427C}">
      <dgm:prSet/>
      <dgm:spPr/>
      <dgm:t>
        <a:bodyPr/>
        <a:lstStyle/>
        <a:p>
          <a:endParaRPr lang="es-ES" sz="2400" b="0">
            <a:latin typeface="Arial Narrow" pitchFamily="34" charset="0"/>
          </a:endParaRPr>
        </a:p>
      </dgm:t>
    </dgm:pt>
    <dgm:pt modelId="{EB887B87-861E-4437-B012-37D6F0D9F53E}">
      <dgm:prSet custT="1"/>
      <dgm:spPr/>
      <dgm:t>
        <a:bodyPr/>
        <a:lstStyle/>
        <a:p>
          <a:pPr algn="ctr" rtl="0"/>
          <a:r>
            <a:rPr lang="es-ES_tradnl" sz="2400" b="0" i="0" dirty="0">
              <a:latin typeface="Arial Narrow" pitchFamily="34" charset="0"/>
            </a:rPr>
            <a:t>Ver la robustez de la solución óptima obtenida: Análisis de sensibilidad.</a:t>
          </a:r>
          <a:endParaRPr lang="es-ES" sz="2400" b="0" dirty="0">
            <a:latin typeface="Arial Narrow" pitchFamily="34" charset="0"/>
          </a:endParaRPr>
        </a:p>
      </dgm:t>
    </dgm:pt>
    <dgm:pt modelId="{877CC0D9-5555-48FA-BDB0-4A1446C46E67}" type="parTrans" cxnId="{BE9E317D-DDF8-4C22-B758-AC857E5BA642}">
      <dgm:prSet/>
      <dgm:spPr/>
      <dgm:t>
        <a:bodyPr/>
        <a:lstStyle/>
        <a:p>
          <a:endParaRPr lang="es-ES" sz="2400" b="0">
            <a:latin typeface="Arial Narrow" pitchFamily="34" charset="0"/>
          </a:endParaRPr>
        </a:p>
      </dgm:t>
    </dgm:pt>
    <dgm:pt modelId="{F0CCA872-3DAB-491C-A315-3764269C3F2D}" type="sibTrans" cxnId="{BE9E317D-DDF8-4C22-B758-AC857E5BA642}">
      <dgm:prSet/>
      <dgm:spPr/>
      <dgm:t>
        <a:bodyPr/>
        <a:lstStyle/>
        <a:p>
          <a:endParaRPr lang="es-ES" sz="2400" b="0">
            <a:latin typeface="Arial Narrow" pitchFamily="34" charset="0"/>
          </a:endParaRPr>
        </a:p>
      </dgm:t>
    </dgm:pt>
    <dgm:pt modelId="{4E3ACE3C-B2D9-4A17-A5A1-DDE87F784E5A}">
      <dgm:prSet custT="1"/>
      <dgm:spPr/>
      <dgm:t>
        <a:bodyPr/>
        <a:lstStyle/>
        <a:p>
          <a:pPr algn="ctr" rtl="0"/>
          <a:r>
            <a:rPr lang="es-ES_tradnl" sz="2400" b="0" i="0" dirty="0">
              <a:latin typeface="Arial Narrow" pitchFamily="34" charset="0"/>
            </a:rPr>
            <a:t>Detección de soluciones cuasi-óptimas atractivas</a:t>
          </a:r>
          <a:endParaRPr lang="es-ES" sz="2400" b="0" dirty="0">
            <a:latin typeface="Arial Narrow" pitchFamily="34" charset="0"/>
          </a:endParaRPr>
        </a:p>
      </dgm:t>
    </dgm:pt>
    <dgm:pt modelId="{BCCCB0F4-1DDA-433F-9A65-B9FFE84671CD}" type="parTrans" cxnId="{056A55D3-8B41-4F4B-B605-5CCC335B46FF}">
      <dgm:prSet/>
      <dgm:spPr/>
      <dgm:t>
        <a:bodyPr/>
        <a:lstStyle/>
        <a:p>
          <a:endParaRPr lang="es-ES" sz="2400" b="0">
            <a:latin typeface="Arial Narrow" pitchFamily="34" charset="0"/>
          </a:endParaRPr>
        </a:p>
      </dgm:t>
    </dgm:pt>
    <dgm:pt modelId="{81622B30-D551-4A67-A860-0E03E209164C}" type="sibTrans" cxnId="{056A55D3-8B41-4F4B-B605-5CCC335B46FF}">
      <dgm:prSet/>
      <dgm:spPr/>
      <dgm:t>
        <a:bodyPr/>
        <a:lstStyle/>
        <a:p>
          <a:endParaRPr lang="es-ES" sz="2400" b="0">
            <a:latin typeface="Arial Narrow" pitchFamily="34" charset="0"/>
          </a:endParaRPr>
        </a:p>
      </dgm:t>
    </dgm:pt>
    <dgm:pt modelId="{09A5EF3A-D39A-4D3F-81BB-5F6C34351CC2}" type="pres">
      <dgm:prSet presAssocID="{C7196DEA-9E50-4C5F-B68B-EBD2D769E1C3}" presName="linear" presStyleCnt="0">
        <dgm:presLayoutVars>
          <dgm:animLvl val="lvl"/>
          <dgm:resizeHandles val="exact"/>
        </dgm:presLayoutVars>
      </dgm:prSet>
      <dgm:spPr/>
    </dgm:pt>
    <dgm:pt modelId="{185D37C4-B407-4DAE-9908-1370104CEBC3}" type="pres">
      <dgm:prSet presAssocID="{1A1B19D6-9B10-460E-B55C-079EFBC8CF7B}" presName="parentText" presStyleLbl="node1" presStyleIdx="0" presStyleCnt="4">
        <dgm:presLayoutVars>
          <dgm:chMax val="0"/>
          <dgm:bulletEnabled val="1"/>
        </dgm:presLayoutVars>
      </dgm:prSet>
      <dgm:spPr/>
    </dgm:pt>
    <dgm:pt modelId="{43B6B52F-2BC5-4BD9-AC8F-A67F68958594}" type="pres">
      <dgm:prSet presAssocID="{C3878CAA-3E6F-4B41-823D-07F52D2C8378}" presName="spacer" presStyleCnt="0"/>
      <dgm:spPr/>
    </dgm:pt>
    <dgm:pt modelId="{901D6607-4B5B-4E9C-991F-524A86FEE903}" type="pres">
      <dgm:prSet presAssocID="{ED5AABE5-CF21-4624-B8B0-4C2E9792AA7D}" presName="parentText" presStyleLbl="node1" presStyleIdx="1" presStyleCnt="4">
        <dgm:presLayoutVars>
          <dgm:chMax val="0"/>
          <dgm:bulletEnabled val="1"/>
        </dgm:presLayoutVars>
      </dgm:prSet>
      <dgm:spPr/>
    </dgm:pt>
    <dgm:pt modelId="{419D5225-0052-481C-BC1D-7134F0B20275}" type="pres">
      <dgm:prSet presAssocID="{90B37B4D-EA2D-4DC2-AC3D-2930880C5835}" presName="spacer" presStyleCnt="0"/>
      <dgm:spPr/>
    </dgm:pt>
    <dgm:pt modelId="{E0542B03-DDEF-4B64-BDEE-DDF64828514B}" type="pres">
      <dgm:prSet presAssocID="{EB887B87-861E-4437-B012-37D6F0D9F53E}" presName="parentText" presStyleLbl="node1" presStyleIdx="2" presStyleCnt="4">
        <dgm:presLayoutVars>
          <dgm:chMax val="0"/>
          <dgm:bulletEnabled val="1"/>
        </dgm:presLayoutVars>
      </dgm:prSet>
      <dgm:spPr/>
    </dgm:pt>
    <dgm:pt modelId="{B09FB24C-6B64-4BDB-97D6-4FABE42C4494}" type="pres">
      <dgm:prSet presAssocID="{F0CCA872-3DAB-491C-A315-3764269C3F2D}" presName="spacer" presStyleCnt="0"/>
      <dgm:spPr/>
    </dgm:pt>
    <dgm:pt modelId="{55B40C26-0AEB-4C61-8BE8-9CD6B6F0DACB}" type="pres">
      <dgm:prSet presAssocID="{4E3ACE3C-B2D9-4A17-A5A1-DDE87F784E5A}" presName="parentText" presStyleLbl="node1" presStyleIdx="3" presStyleCnt="4">
        <dgm:presLayoutVars>
          <dgm:chMax val="0"/>
          <dgm:bulletEnabled val="1"/>
        </dgm:presLayoutVars>
      </dgm:prSet>
      <dgm:spPr/>
    </dgm:pt>
  </dgm:ptLst>
  <dgm:cxnLst>
    <dgm:cxn modelId="{8F9CD901-61F1-43B0-9469-8E134FA24BDD}" type="presOf" srcId="{1A1B19D6-9B10-460E-B55C-079EFBC8CF7B}" destId="{185D37C4-B407-4DAE-9908-1370104CEBC3}" srcOrd="0" destOrd="0" presId="urn:microsoft.com/office/officeart/2005/8/layout/vList2"/>
    <dgm:cxn modelId="{8876A562-BABC-42C4-BD85-2E1709E349BC}" type="presOf" srcId="{EB887B87-861E-4437-B012-37D6F0D9F53E}" destId="{E0542B03-DDEF-4B64-BDEE-DDF64828514B}" srcOrd="0" destOrd="0" presId="urn:microsoft.com/office/officeart/2005/8/layout/vList2"/>
    <dgm:cxn modelId="{B20D4F64-C3FE-4F25-9537-1AAE5E92EB73}" type="presOf" srcId="{4E3ACE3C-B2D9-4A17-A5A1-DDE87F784E5A}" destId="{55B40C26-0AEB-4C61-8BE8-9CD6B6F0DACB}" srcOrd="0" destOrd="0" presId="urn:microsoft.com/office/officeart/2005/8/layout/vList2"/>
    <dgm:cxn modelId="{1AA92246-1AA0-4C46-97D6-698C86C2427C}" srcId="{C7196DEA-9E50-4C5F-B68B-EBD2D769E1C3}" destId="{ED5AABE5-CF21-4624-B8B0-4C2E9792AA7D}" srcOrd="1" destOrd="0" parTransId="{B717D537-FE4D-4641-8930-8C072A01775F}" sibTransId="{90B37B4D-EA2D-4DC2-AC3D-2930880C5835}"/>
    <dgm:cxn modelId="{F3E66347-0BF7-4038-968E-88C6E4FCFBDA}" type="presOf" srcId="{ED5AABE5-CF21-4624-B8B0-4C2E9792AA7D}" destId="{901D6607-4B5B-4E9C-991F-524A86FEE903}" srcOrd="0" destOrd="0" presId="urn:microsoft.com/office/officeart/2005/8/layout/vList2"/>
    <dgm:cxn modelId="{BE9E317D-DDF8-4C22-B758-AC857E5BA642}" srcId="{C7196DEA-9E50-4C5F-B68B-EBD2D769E1C3}" destId="{EB887B87-861E-4437-B012-37D6F0D9F53E}" srcOrd="2" destOrd="0" parTransId="{877CC0D9-5555-48FA-BDB0-4A1446C46E67}" sibTransId="{F0CCA872-3DAB-491C-A315-3764269C3F2D}"/>
    <dgm:cxn modelId="{923931AF-FBEA-4215-91BB-E514A2453955}" type="presOf" srcId="{C7196DEA-9E50-4C5F-B68B-EBD2D769E1C3}" destId="{09A5EF3A-D39A-4D3F-81BB-5F6C34351CC2}" srcOrd="0" destOrd="0" presId="urn:microsoft.com/office/officeart/2005/8/layout/vList2"/>
    <dgm:cxn modelId="{0FF2E4B8-28BD-4F11-B0C8-AF7ACBAFD909}" srcId="{C7196DEA-9E50-4C5F-B68B-EBD2D769E1C3}" destId="{1A1B19D6-9B10-460E-B55C-079EFBC8CF7B}" srcOrd="0" destOrd="0" parTransId="{7A42A70A-1B4B-43E4-8154-774616D5BD21}" sibTransId="{C3878CAA-3E6F-4B41-823D-07F52D2C8378}"/>
    <dgm:cxn modelId="{056A55D3-8B41-4F4B-B605-5CCC335B46FF}" srcId="{C7196DEA-9E50-4C5F-B68B-EBD2D769E1C3}" destId="{4E3ACE3C-B2D9-4A17-A5A1-DDE87F784E5A}" srcOrd="3" destOrd="0" parTransId="{BCCCB0F4-1DDA-433F-9A65-B9FFE84671CD}" sibTransId="{81622B30-D551-4A67-A860-0E03E209164C}"/>
    <dgm:cxn modelId="{6306899C-B2AD-4631-B993-EE3DEFEF9BC6}" type="presParOf" srcId="{09A5EF3A-D39A-4D3F-81BB-5F6C34351CC2}" destId="{185D37C4-B407-4DAE-9908-1370104CEBC3}" srcOrd="0" destOrd="0" presId="urn:microsoft.com/office/officeart/2005/8/layout/vList2"/>
    <dgm:cxn modelId="{658A34ED-174E-44A6-B3E7-EEAB76854DF4}" type="presParOf" srcId="{09A5EF3A-D39A-4D3F-81BB-5F6C34351CC2}" destId="{43B6B52F-2BC5-4BD9-AC8F-A67F68958594}" srcOrd="1" destOrd="0" presId="urn:microsoft.com/office/officeart/2005/8/layout/vList2"/>
    <dgm:cxn modelId="{E9CB85EE-8A3C-4EE9-8D63-7804EFDE8AE0}" type="presParOf" srcId="{09A5EF3A-D39A-4D3F-81BB-5F6C34351CC2}" destId="{901D6607-4B5B-4E9C-991F-524A86FEE903}" srcOrd="2" destOrd="0" presId="urn:microsoft.com/office/officeart/2005/8/layout/vList2"/>
    <dgm:cxn modelId="{0E7EA997-A570-4128-9A56-049F1C0C96B1}" type="presParOf" srcId="{09A5EF3A-D39A-4D3F-81BB-5F6C34351CC2}" destId="{419D5225-0052-481C-BC1D-7134F0B20275}" srcOrd="3" destOrd="0" presId="urn:microsoft.com/office/officeart/2005/8/layout/vList2"/>
    <dgm:cxn modelId="{14208215-3F7B-40A5-9025-AD9B48F08CAE}" type="presParOf" srcId="{09A5EF3A-D39A-4D3F-81BB-5F6C34351CC2}" destId="{E0542B03-DDEF-4B64-BDEE-DDF64828514B}" srcOrd="4" destOrd="0" presId="urn:microsoft.com/office/officeart/2005/8/layout/vList2"/>
    <dgm:cxn modelId="{10205463-9A1C-43BC-865A-A1DB29D39BAA}" type="presParOf" srcId="{09A5EF3A-D39A-4D3F-81BB-5F6C34351CC2}" destId="{B09FB24C-6B64-4BDB-97D6-4FABE42C4494}" srcOrd="5" destOrd="0" presId="urn:microsoft.com/office/officeart/2005/8/layout/vList2"/>
    <dgm:cxn modelId="{4D81139A-0F67-4BD0-B641-A625A3B47A68}" type="presParOf" srcId="{09A5EF3A-D39A-4D3F-81BB-5F6C34351CC2}" destId="{55B40C26-0AEB-4C61-8BE8-9CD6B6F0DACB}"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D187AD45-57D9-47DF-972F-F75FED5D72BA}"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s-PE"/>
        </a:p>
      </dgm:t>
    </dgm:pt>
    <dgm:pt modelId="{3AA85D5D-096E-4AAB-9BBD-19414B02F41D}">
      <dgm:prSet custT="1"/>
      <dgm:spPr/>
      <dgm:t>
        <a:bodyPr/>
        <a:lstStyle/>
        <a:p>
          <a:pPr rtl="0"/>
          <a:r>
            <a:rPr lang="es-ES_tradnl" sz="3200" b="1">
              <a:latin typeface="Arial Narrow" pitchFamily="34" charset="0"/>
            </a:rPr>
            <a:t>Métodos determinísticos: </a:t>
          </a:r>
          <a:endParaRPr lang="es-PE" sz="3200" b="1">
            <a:latin typeface="Arial Narrow" pitchFamily="34" charset="0"/>
          </a:endParaRPr>
        </a:p>
      </dgm:t>
    </dgm:pt>
    <dgm:pt modelId="{AF1FE2D3-3F88-4E1F-A242-5B1B9A4D2EFC}" type="parTrans" cxnId="{481EE03A-6A23-4F12-8538-3422CE38DA6E}">
      <dgm:prSet/>
      <dgm:spPr/>
      <dgm:t>
        <a:bodyPr/>
        <a:lstStyle/>
        <a:p>
          <a:endParaRPr lang="es-PE" sz="2400" b="1">
            <a:latin typeface="Arial Narrow" pitchFamily="34" charset="0"/>
          </a:endParaRPr>
        </a:p>
      </dgm:t>
    </dgm:pt>
    <dgm:pt modelId="{E478C526-D4F5-47B8-BE63-CF91DB4E8112}" type="sibTrans" cxnId="{481EE03A-6A23-4F12-8538-3422CE38DA6E}">
      <dgm:prSet/>
      <dgm:spPr/>
      <dgm:t>
        <a:bodyPr/>
        <a:lstStyle/>
        <a:p>
          <a:endParaRPr lang="es-PE" sz="2400" b="1">
            <a:latin typeface="Arial Narrow" pitchFamily="34" charset="0"/>
          </a:endParaRPr>
        </a:p>
      </dgm:t>
    </dgm:pt>
    <dgm:pt modelId="{EAE83BDA-5AC3-4BA8-861F-C0F12F3D3E3E}">
      <dgm:prSet custT="1"/>
      <dgm:spPr/>
      <dgm:t>
        <a:bodyPr/>
        <a:lstStyle/>
        <a:p>
          <a:pPr rtl="0"/>
          <a:r>
            <a:rPr lang="es-ES_tradnl" sz="2400" b="0" dirty="0">
              <a:latin typeface="Arial Narrow" pitchFamily="34" charset="0"/>
            </a:rPr>
            <a:t>Programación lineal, programación entera, problema de transporte, teoría de la localización, programación multicriterio.</a:t>
          </a:r>
          <a:endParaRPr lang="es-PE" sz="2400" b="0" dirty="0">
            <a:latin typeface="Arial Narrow" pitchFamily="34" charset="0"/>
          </a:endParaRPr>
        </a:p>
      </dgm:t>
    </dgm:pt>
    <dgm:pt modelId="{87B05810-A4EC-450C-8CB5-61C4C90B3DDE}" type="parTrans" cxnId="{873726A1-8A95-4388-A4F3-5F3926F169EB}">
      <dgm:prSet/>
      <dgm:spPr/>
      <dgm:t>
        <a:bodyPr/>
        <a:lstStyle/>
        <a:p>
          <a:endParaRPr lang="es-PE" sz="2400" b="1">
            <a:latin typeface="Arial Narrow" pitchFamily="34" charset="0"/>
          </a:endParaRPr>
        </a:p>
      </dgm:t>
    </dgm:pt>
    <dgm:pt modelId="{A7E1C09E-B39C-4AA9-AAC8-E0DFE78AEAFC}" type="sibTrans" cxnId="{873726A1-8A95-4388-A4F3-5F3926F169EB}">
      <dgm:prSet/>
      <dgm:spPr/>
      <dgm:t>
        <a:bodyPr/>
        <a:lstStyle/>
        <a:p>
          <a:endParaRPr lang="es-PE" sz="2400" b="1">
            <a:latin typeface="Arial Narrow" pitchFamily="34" charset="0"/>
          </a:endParaRPr>
        </a:p>
      </dgm:t>
    </dgm:pt>
    <dgm:pt modelId="{DE03C3EF-2241-44C4-8B02-E9844EC49594}">
      <dgm:prSet custT="1"/>
      <dgm:spPr>
        <a:solidFill>
          <a:srgbClr val="4472C4">
            <a:hueOff val="0"/>
            <a:satOff val="0"/>
            <a:lumOff val="0"/>
            <a:alphaOff val="0"/>
          </a:srgbClr>
        </a:solidFill>
        <a:ln w="12700" cap="flat" cmpd="sng" algn="ctr">
          <a:solidFill>
            <a:prstClr val="white">
              <a:hueOff val="0"/>
              <a:satOff val="0"/>
              <a:lumOff val="0"/>
              <a:alphaOff val="0"/>
            </a:prstClr>
          </a:solidFill>
          <a:prstDash val="solid"/>
          <a:miter lim="800000"/>
        </a:ln>
        <a:effectLst/>
      </dgm:spPr>
      <dgm:t>
        <a:bodyPr spcFirstLastPara="0" vert="horz" wrap="square" lIns="121920" tIns="60960" rIns="121920" bIns="60960" numCol="1" spcCol="1270" anchor="ctr" anchorCtr="0"/>
        <a:lstStyle/>
        <a:p>
          <a:pPr rtl="0"/>
          <a:r>
            <a:rPr lang="es-ES_tradnl" sz="3200" b="1" dirty="0">
              <a:latin typeface="Arial Narrow" pitchFamily="34" charset="0"/>
            </a:rPr>
            <a:t>Métodos</a:t>
          </a:r>
        </a:p>
        <a:p>
          <a:pPr rtl="0"/>
          <a:r>
            <a:rPr lang="es-ES_tradnl" sz="3200" b="1" dirty="0">
              <a:latin typeface="Arial Narrow" pitchFamily="34" charset="0"/>
            </a:rPr>
            <a:t> probabilísticos: </a:t>
          </a:r>
          <a:endParaRPr lang="es-PE" sz="3200" b="1" dirty="0">
            <a:latin typeface="Arial Narrow" pitchFamily="34" charset="0"/>
          </a:endParaRPr>
        </a:p>
      </dgm:t>
    </dgm:pt>
    <dgm:pt modelId="{131F66CF-B9A9-47E5-83D5-273794E4B0A1}" type="parTrans" cxnId="{8678929D-4723-4721-B5F5-554776B87CE0}">
      <dgm:prSet/>
      <dgm:spPr/>
      <dgm:t>
        <a:bodyPr/>
        <a:lstStyle/>
        <a:p>
          <a:endParaRPr lang="es-PE" sz="2400" b="1">
            <a:latin typeface="Arial Narrow" pitchFamily="34" charset="0"/>
          </a:endParaRPr>
        </a:p>
      </dgm:t>
    </dgm:pt>
    <dgm:pt modelId="{EC39746C-880E-4A33-A7AE-12BD3347285D}" type="sibTrans" cxnId="{8678929D-4723-4721-B5F5-554776B87CE0}">
      <dgm:prSet/>
      <dgm:spPr/>
      <dgm:t>
        <a:bodyPr/>
        <a:lstStyle/>
        <a:p>
          <a:endParaRPr lang="es-PE" sz="2400" b="1">
            <a:latin typeface="Arial Narrow" pitchFamily="34" charset="0"/>
          </a:endParaRPr>
        </a:p>
      </dgm:t>
    </dgm:pt>
    <dgm:pt modelId="{6E632EEA-5DF5-4FE1-8E40-B9E4D4DA826F}">
      <dgm:prSet custT="1"/>
      <dgm:spPr/>
      <dgm:t>
        <a:bodyPr/>
        <a:lstStyle/>
        <a:p>
          <a:pPr rtl="0"/>
          <a:r>
            <a:rPr lang="es-ES_tradnl" sz="2400" b="0" dirty="0">
              <a:latin typeface="Arial Narrow" pitchFamily="34" charset="0"/>
            </a:rPr>
            <a:t>Cadenas de Márkov, teoría de juegos, líneas de espera, teoría de inventarios.</a:t>
          </a:r>
          <a:endParaRPr lang="es-PE" sz="2400" b="0" dirty="0">
            <a:latin typeface="Arial Narrow" pitchFamily="34" charset="0"/>
          </a:endParaRPr>
        </a:p>
      </dgm:t>
    </dgm:pt>
    <dgm:pt modelId="{5796266D-F34C-4D70-817F-BE182DBF0BCE}" type="parTrans" cxnId="{DF8EF3C4-F184-43A8-AD61-64889F8074F6}">
      <dgm:prSet/>
      <dgm:spPr/>
      <dgm:t>
        <a:bodyPr/>
        <a:lstStyle/>
        <a:p>
          <a:endParaRPr lang="es-PE" sz="2400" b="1">
            <a:latin typeface="Arial Narrow" pitchFamily="34" charset="0"/>
          </a:endParaRPr>
        </a:p>
      </dgm:t>
    </dgm:pt>
    <dgm:pt modelId="{DF78097A-3DE8-4DDE-9D25-8090C8655054}" type="sibTrans" cxnId="{DF8EF3C4-F184-43A8-AD61-64889F8074F6}">
      <dgm:prSet/>
      <dgm:spPr/>
      <dgm:t>
        <a:bodyPr/>
        <a:lstStyle/>
        <a:p>
          <a:endParaRPr lang="es-PE" sz="2400" b="1">
            <a:latin typeface="Arial Narrow" pitchFamily="34" charset="0"/>
          </a:endParaRPr>
        </a:p>
      </dgm:t>
    </dgm:pt>
    <dgm:pt modelId="{23E75000-B844-4FE4-A181-EB6F2FDC24A6}">
      <dgm:prSet custT="1"/>
      <dgm:spPr/>
      <dgm:t>
        <a:bodyPr/>
        <a:lstStyle/>
        <a:p>
          <a:pPr rtl="0"/>
          <a:r>
            <a:rPr lang="es-ES_tradnl" sz="3200" b="1" dirty="0">
              <a:latin typeface="Arial Narrow" pitchFamily="34" charset="0"/>
            </a:rPr>
            <a:t>Métodos híbridos: </a:t>
          </a:r>
          <a:endParaRPr lang="es-PE" sz="3200" b="1" dirty="0">
            <a:latin typeface="Arial Narrow" pitchFamily="34" charset="0"/>
          </a:endParaRPr>
        </a:p>
      </dgm:t>
    </dgm:pt>
    <dgm:pt modelId="{E1F22CFE-A439-493D-8977-14713C31672E}" type="parTrans" cxnId="{08F4CAC7-8D96-44E5-A7A5-15789CE52416}">
      <dgm:prSet/>
      <dgm:spPr/>
      <dgm:t>
        <a:bodyPr/>
        <a:lstStyle/>
        <a:p>
          <a:endParaRPr lang="es-PE" sz="2400" b="1">
            <a:latin typeface="Arial Narrow" pitchFamily="34" charset="0"/>
          </a:endParaRPr>
        </a:p>
      </dgm:t>
    </dgm:pt>
    <dgm:pt modelId="{A6D5FCDD-856C-4611-BC79-4AAB3D9E2F7D}" type="sibTrans" cxnId="{08F4CAC7-8D96-44E5-A7A5-15789CE52416}">
      <dgm:prSet/>
      <dgm:spPr/>
      <dgm:t>
        <a:bodyPr/>
        <a:lstStyle/>
        <a:p>
          <a:endParaRPr lang="es-PE" sz="2400" b="1">
            <a:latin typeface="Arial Narrow" pitchFamily="34" charset="0"/>
          </a:endParaRPr>
        </a:p>
      </dgm:t>
    </dgm:pt>
    <dgm:pt modelId="{FFD5E1D0-6A46-4A15-8630-BD396357E137}">
      <dgm:prSet custT="1"/>
      <dgm:spPr/>
      <dgm:t>
        <a:bodyPr/>
        <a:lstStyle/>
        <a:p>
          <a:pPr rtl="0"/>
          <a:r>
            <a:rPr lang="es-ES_tradnl" sz="2400" b="0" dirty="0">
              <a:latin typeface="Arial Narrow" pitchFamily="34" charset="0"/>
            </a:rPr>
            <a:t>Conjugan métodos determinísticos y probabilísticos.</a:t>
          </a:r>
          <a:endParaRPr lang="es-PE" sz="2400" b="0" dirty="0">
            <a:latin typeface="Arial Narrow" pitchFamily="34" charset="0"/>
          </a:endParaRPr>
        </a:p>
      </dgm:t>
    </dgm:pt>
    <dgm:pt modelId="{E750BFA7-438C-447F-BBFD-A7C867FA8605}" type="parTrans" cxnId="{BBECF490-E3DF-491F-8F2C-0E84ACF44A6E}">
      <dgm:prSet/>
      <dgm:spPr/>
      <dgm:t>
        <a:bodyPr/>
        <a:lstStyle/>
        <a:p>
          <a:endParaRPr lang="es-PE" sz="2400" b="1">
            <a:latin typeface="Arial Narrow" pitchFamily="34" charset="0"/>
          </a:endParaRPr>
        </a:p>
      </dgm:t>
    </dgm:pt>
    <dgm:pt modelId="{2AD2C5D2-7499-4194-857C-BF71BDAC0165}" type="sibTrans" cxnId="{BBECF490-E3DF-491F-8F2C-0E84ACF44A6E}">
      <dgm:prSet/>
      <dgm:spPr/>
      <dgm:t>
        <a:bodyPr/>
        <a:lstStyle/>
        <a:p>
          <a:endParaRPr lang="es-PE" sz="2400" b="1">
            <a:latin typeface="Arial Narrow" pitchFamily="34" charset="0"/>
          </a:endParaRPr>
        </a:p>
      </dgm:t>
    </dgm:pt>
    <dgm:pt modelId="{D1E0C9ED-59E1-46B9-AA6B-B29940E9C6EF}">
      <dgm:prSet custT="1"/>
      <dgm:spPr/>
      <dgm:t>
        <a:bodyPr/>
        <a:lstStyle/>
        <a:p>
          <a:pPr rtl="0"/>
          <a:r>
            <a:rPr lang="es-ES_tradnl" sz="3200" b="1" dirty="0">
              <a:latin typeface="Arial Narrow" pitchFamily="34" charset="0"/>
            </a:rPr>
            <a:t>Métodos heurísticos: </a:t>
          </a:r>
          <a:endParaRPr lang="es-PE" sz="3200" b="1" dirty="0">
            <a:latin typeface="Arial Narrow" pitchFamily="34" charset="0"/>
          </a:endParaRPr>
        </a:p>
      </dgm:t>
    </dgm:pt>
    <dgm:pt modelId="{7AEE077D-17CE-40EB-8F7F-328A4E3B659D}" type="parTrans" cxnId="{BFF2BE45-AE41-4912-85BB-C2CD1DF3A70F}">
      <dgm:prSet/>
      <dgm:spPr/>
      <dgm:t>
        <a:bodyPr/>
        <a:lstStyle/>
        <a:p>
          <a:endParaRPr lang="es-PE" sz="2400" b="1">
            <a:latin typeface="Arial Narrow" pitchFamily="34" charset="0"/>
          </a:endParaRPr>
        </a:p>
      </dgm:t>
    </dgm:pt>
    <dgm:pt modelId="{DEEDA3CF-F052-43E7-BF10-FB5068951987}" type="sibTrans" cxnId="{BFF2BE45-AE41-4912-85BB-C2CD1DF3A70F}">
      <dgm:prSet/>
      <dgm:spPr/>
      <dgm:t>
        <a:bodyPr/>
        <a:lstStyle/>
        <a:p>
          <a:endParaRPr lang="es-PE" sz="2400" b="1">
            <a:latin typeface="Arial Narrow" pitchFamily="34" charset="0"/>
          </a:endParaRPr>
        </a:p>
      </dgm:t>
    </dgm:pt>
    <dgm:pt modelId="{612CE621-0FBD-4381-BC10-9BAC2EC9A9FE}">
      <dgm:prSet custT="1"/>
      <dgm:spPr/>
      <dgm:t>
        <a:bodyPr/>
        <a:lstStyle/>
        <a:p>
          <a:pPr rtl="0"/>
          <a:r>
            <a:rPr lang="es-ES_tradnl" sz="2400" b="0">
              <a:latin typeface="Arial Narrow" pitchFamily="34" charset="0"/>
            </a:rPr>
            <a:t>Soluciones basadas en la experiencia.</a:t>
          </a:r>
          <a:endParaRPr lang="es-PE" sz="2400" b="0">
            <a:latin typeface="Arial Narrow" pitchFamily="34" charset="0"/>
          </a:endParaRPr>
        </a:p>
      </dgm:t>
    </dgm:pt>
    <dgm:pt modelId="{9320CEB3-56EE-4E4C-97A8-C70B6BA2ABFE}" type="parTrans" cxnId="{EDDEA25D-9B8C-436C-A6D5-DC96F3726B34}">
      <dgm:prSet/>
      <dgm:spPr/>
      <dgm:t>
        <a:bodyPr/>
        <a:lstStyle/>
        <a:p>
          <a:endParaRPr lang="es-PE" sz="2400" b="1">
            <a:latin typeface="Arial Narrow" pitchFamily="34" charset="0"/>
          </a:endParaRPr>
        </a:p>
      </dgm:t>
    </dgm:pt>
    <dgm:pt modelId="{3488CBF2-C5FE-428A-AD08-DBE0A9DD7C49}" type="sibTrans" cxnId="{EDDEA25D-9B8C-436C-A6D5-DC96F3726B34}">
      <dgm:prSet/>
      <dgm:spPr/>
      <dgm:t>
        <a:bodyPr/>
        <a:lstStyle/>
        <a:p>
          <a:endParaRPr lang="es-PE" sz="2400" b="1">
            <a:latin typeface="Arial Narrow" pitchFamily="34" charset="0"/>
          </a:endParaRPr>
        </a:p>
      </dgm:t>
    </dgm:pt>
    <dgm:pt modelId="{E544E768-44E1-4C9B-9DC4-6015C8EDD5A4}" type="pres">
      <dgm:prSet presAssocID="{D187AD45-57D9-47DF-972F-F75FED5D72BA}" presName="Name0" presStyleCnt="0">
        <dgm:presLayoutVars>
          <dgm:dir/>
          <dgm:animLvl val="lvl"/>
          <dgm:resizeHandles val="exact"/>
        </dgm:presLayoutVars>
      </dgm:prSet>
      <dgm:spPr/>
    </dgm:pt>
    <dgm:pt modelId="{A08466BE-D52F-4057-AB91-F8306680D274}" type="pres">
      <dgm:prSet presAssocID="{3AA85D5D-096E-4AAB-9BBD-19414B02F41D}" presName="linNode" presStyleCnt="0"/>
      <dgm:spPr/>
    </dgm:pt>
    <dgm:pt modelId="{2451C4A2-9BCC-4336-9BD8-74DFA3915D46}" type="pres">
      <dgm:prSet presAssocID="{3AA85D5D-096E-4AAB-9BBD-19414B02F41D}" presName="parentText" presStyleLbl="node1" presStyleIdx="0" presStyleCnt="4" custScaleY="108965">
        <dgm:presLayoutVars>
          <dgm:chMax val="1"/>
          <dgm:bulletEnabled val="1"/>
        </dgm:presLayoutVars>
      </dgm:prSet>
      <dgm:spPr/>
    </dgm:pt>
    <dgm:pt modelId="{7424F566-5C66-47FE-8EAD-1B43157A83FF}" type="pres">
      <dgm:prSet presAssocID="{3AA85D5D-096E-4AAB-9BBD-19414B02F41D}" presName="descendantText" presStyleLbl="alignAccFollowNode1" presStyleIdx="0" presStyleCnt="4" custScaleY="132803">
        <dgm:presLayoutVars>
          <dgm:bulletEnabled val="1"/>
        </dgm:presLayoutVars>
      </dgm:prSet>
      <dgm:spPr/>
    </dgm:pt>
    <dgm:pt modelId="{89FC4E46-F89A-49B4-957F-5978D1546AED}" type="pres">
      <dgm:prSet presAssocID="{E478C526-D4F5-47B8-BE63-CF91DB4E8112}" presName="sp" presStyleCnt="0"/>
      <dgm:spPr/>
    </dgm:pt>
    <dgm:pt modelId="{0BAB9DDA-9E73-4E9A-9816-BF2BA8A94941}" type="pres">
      <dgm:prSet presAssocID="{DE03C3EF-2241-44C4-8B02-E9844EC49594}" presName="linNode" presStyleCnt="0"/>
      <dgm:spPr/>
    </dgm:pt>
    <dgm:pt modelId="{BB746BD8-D84A-454E-94D3-8AEC1EE1B08E}" type="pres">
      <dgm:prSet presAssocID="{DE03C3EF-2241-44C4-8B02-E9844EC49594}" presName="parentText" presStyleLbl="node1" presStyleIdx="1" presStyleCnt="4">
        <dgm:presLayoutVars>
          <dgm:chMax val="1"/>
          <dgm:bulletEnabled val="1"/>
        </dgm:presLayoutVars>
      </dgm:prSet>
      <dgm:spPr>
        <a:xfrm>
          <a:off x="0" y="1462045"/>
          <a:ext cx="3285854" cy="1154959"/>
        </a:xfrm>
        <a:prstGeom prst="roundRect">
          <a:avLst/>
        </a:prstGeom>
      </dgm:spPr>
    </dgm:pt>
    <dgm:pt modelId="{1BCB0BB8-FE2A-4AAA-A063-4F78D8C61601}" type="pres">
      <dgm:prSet presAssocID="{DE03C3EF-2241-44C4-8B02-E9844EC49594}" presName="descendantText" presStyleLbl="alignAccFollowNode1" presStyleIdx="1" presStyleCnt="4">
        <dgm:presLayoutVars>
          <dgm:bulletEnabled val="1"/>
        </dgm:presLayoutVars>
      </dgm:prSet>
      <dgm:spPr/>
    </dgm:pt>
    <dgm:pt modelId="{7894F32E-A8BC-4348-81AA-FC1F9DA79000}" type="pres">
      <dgm:prSet presAssocID="{EC39746C-880E-4A33-A7AE-12BD3347285D}" presName="sp" presStyleCnt="0"/>
      <dgm:spPr/>
    </dgm:pt>
    <dgm:pt modelId="{05291C7E-CA28-45AC-9787-4ECE884CD4D1}" type="pres">
      <dgm:prSet presAssocID="{23E75000-B844-4FE4-A181-EB6F2FDC24A6}" presName="linNode" presStyleCnt="0"/>
      <dgm:spPr/>
    </dgm:pt>
    <dgm:pt modelId="{4D41795F-59EA-4A68-BCB4-AF33EA406F7C}" type="pres">
      <dgm:prSet presAssocID="{23E75000-B844-4FE4-A181-EB6F2FDC24A6}" presName="parentText" presStyleLbl="node1" presStyleIdx="2" presStyleCnt="4">
        <dgm:presLayoutVars>
          <dgm:chMax val="1"/>
          <dgm:bulletEnabled val="1"/>
        </dgm:presLayoutVars>
      </dgm:prSet>
      <dgm:spPr/>
    </dgm:pt>
    <dgm:pt modelId="{87A5DA20-5177-46BD-8956-096B2EFE50AB}" type="pres">
      <dgm:prSet presAssocID="{23E75000-B844-4FE4-A181-EB6F2FDC24A6}" presName="descendantText" presStyleLbl="alignAccFollowNode1" presStyleIdx="2" presStyleCnt="4">
        <dgm:presLayoutVars>
          <dgm:bulletEnabled val="1"/>
        </dgm:presLayoutVars>
      </dgm:prSet>
      <dgm:spPr/>
    </dgm:pt>
    <dgm:pt modelId="{A0A04B0E-69A6-419C-9C6C-0C4BF0B1F6AD}" type="pres">
      <dgm:prSet presAssocID="{A6D5FCDD-856C-4611-BC79-4AAB3D9E2F7D}" presName="sp" presStyleCnt="0"/>
      <dgm:spPr/>
    </dgm:pt>
    <dgm:pt modelId="{5351A9FD-C781-4EB6-AD73-A91D00CCC94A}" type="pres">
      <dgm:prSet presAssocID="{D1E0C9ED-59E1-46B9-AA6B-B29940E9C6EF}" presName="linNode" presStyleCnt="0"/>
      <dgm:spPr/>
    </dgm:pt>
    <dgm:pt modelId="{554C471B-1069-4209-ACAF-2497989A27BB}" type="pres">
      <dgm:prSet presAssocID="{D1E0C9ED-59E1-46B9-AA6B-B29940E9C6EF}" presName="parentText" presStyleLbl="node1" presStyleIdx="3" presStyleCnt="4">
        <dgm:presLayoutVars>
          <dgm:chMax val="1"/>
          <dgm:bulletEnabled val="1"/>
        </dgm:presLayoutVars>
      </dgm:prSet>
      <dgm:spPr/>
    </dgm:pt>
    <dgm:pt modelId="{EC473C35-4EF0-4BDB-9B7E-4EB9AD04D01A}" type="pres">
      <dgm:prSet presAssocID="{D1E0C9ED-59E1-46B9-AA6B-B29940E9C6EF}" presName="descendantText" presStyleLbl="alignAccFollowNode1" presStyleIdx="3" presStyleCnt="4">
        <dgm:presLayoutVars>
          <dgm:bulletEnabled val="1"/>
        </dgm:presLayoutVars>
      </dgm:prSet>
      <dgm:spPr/>
    </dgm:pt>
  </dgm:ptLst>
  <dgm:cxnLst>
    <dgm:cxn modelId="{48D9252C-3BD6-4923-BCEB-2A11C3EED945}" type="presOf" srcId="{3AA85D5D-096E-4AAB-9BBD-19414B02F41D}" destId="{2451C4A2-9BCC-4336-9BD8-74DFA3915D46}" srcOrd="0" destOrd="0" presId="urn:microsoft.com/office/officeart/2005/8/layout/vList5"/>
    <dgm:cxn modelId="{F0CCB431-1A37-4F4A-A566-57AC961C7903}" type="presOf" srcId="{612CE621-0FBD-4381-BC10-9BAC2EC9A9FE}" destId="{EC473C35-4EF0-4BDB-9B7E-4EB9AD04D01A}" srcOrd="0" destOrd="0" presId="urn:microsoft.com/office/officeart/2005/8/layout/vList5"/>
    <dgm:cxn modelId="{481EE03A-6A23-4F12-8538-3422CE38DA6E}" srcId="{D187AD45-57D9-47DF-972F-F75FED5D72BA}" destId="{3AA85D5D-096E-4AAB-9BBD-19414B02F41D}" srcOrd="0" destOrd="0" parTransId="{AF1FE2D3-3F88-4E1F-A242-5B1B9A4D2EFC}" sibTransId="{E478C526-D4F5-47B8-BE63-CF91DB4E8112}"/>
    <dgm:cxn modelId="{6F23053B-D5FE-45DF-98BC-41AD345FDBB9}" type="presOf" srcId="{DE03C3EF-2241-44C4-8B02-E9844EC49594}" destId="{BB746BD8-D84A-454E-94D3-8AEC1EE1B08E}" srcOrd="0" destOrd="0" presId="urn:microsoft.com/office/officeart/2005/8/layout/vList5"/>
    <dgm:cxn modelId="{EDDEA25D-9B8C-436C-A6D5-DC96F3726B34}" srcId="{D1E0C9ED-59E1-46B9-AA6B-B29940E9C6EF}" destId="{612CE621-0FBD-4381-BC10-9BAC2EC9A9FE}" srcOrd="0" destOrd="0" parTransId="{9320CEB3-56EE-4E4C-97A8-C70B6BA2ABFE}" sibTransId="{3488CBF2-C5FE-428A-AD08-DBE0A9DD7C49}"/>
    <dgm:cxn modelId="{62898462-14A8-4040-B1A8-E775902BC7CD}" type="presOf" srcId="{FFD5E1D0-6A46-4A15-8630-BD396357E137}" destId="{87A5DA20-5177-46BD-8956-096B2EFE50AB}" srcOrd="0" destOrd="0" presId="urn:microsoft.com/office/officeart/2005/8/layout/vList5"/>
    <dgm:cxn modelId="{BFF2BE45-AE41-4912-85BB-C2CD1DF3A70F}" srcId="{D187AD45-57D9-47DF-972F-F75FED5D72BA}" destId="{D1E0C9ED-59E1-46B9-AA6B-B29940E9C6EF}" srcOrd="3" destOrd="0" parTransId="{7AEE077D-17CE-40EB-8F7F-328A4E3B659D}" sibTransId="{DEEDA3CF-F052-43E7-BF10-FB5068951987}"/>
    <dgm:cxn modelId="{6C805B6B-5459-4526-BEE7-95263887971E}" type="presOf" srcId="{6E632EEA-5DF5-4FE1-8E40-B9E4D4DA826F}" destId="{1BCB0BB8-FE2A-4AAA-A063-4F78D8C61601}" srcOrd="0" destOrd="0" presId="urn:microsoft.com/office/officeart/2005/8/layout/vList5"/>
    <dgm:cxn modelId="{4A8BE172-F668-42D3-8594-22529A7F78CE}" type="presOf" srcId="{EAE83BDA-5AC3-4BA8-861F-C0F12F3D3E3E}" destId="{7424F566-5C66-47FE-8EAD-1B43157A83FF}" srcOrd="0" destOrd="0" presId="urn:microsoft.com/office/officeart/2005/8/layout/vList5"/>
    <dgm:cxn modelId="{BBECF490-E3DF-491F-8F2C-0E84ACF44A6E}" srcId="{23E75000-B844-4FE4-A181-EB6F2FDC24A6}" destId="{FFD5E1D0-6A46-4A15-8630-BD396357E137}" srcOrd="0" destOrd="0" parTransId="{E750BFA7-438C-447F-BBFD-A7C867FA8605}" sibTransId="{2AD2C5D2-7499-4194-857C-BF71BDAC0165}"/>
    <dgm:cxn modelId="{8678929D-4723-4721-B5F5-554776B87CE0}" srcId="{D187AD45-57D9-47DF-972F-F75FED5D72BA}" destId="{DE03C3EF-2241-44C4-8B02-E9844EC49594}" srcOrd="1" destOrd="0" parTransId="{131F66CF-B9A9-47E5-83D5-273794E4B0A1}" sibTransId="{EC39746C-880E-4A33-A7AE-12BD3347285D}"/>
    <dgm:cxn modelId="{873726A1-8A95-4388-A4F3-5F3926F169EB}" srcId="{3AA85D5D-096E-4AAB-9BBD-19414B02F41D}" destId="{EAE83BDA-5AC3-4BA8-861F-C0F12F3D3E3E}" srcOrd="0" destOrd="0" parTransId="{87B05810-A4EC-450C-8CB5-61C4C90B3DDE}" sibTransId="{A7E1C09E-B39C-4AA9-AAC8-E0DFE78AEAFC}"/>
    <dgm:cxn modelId="{C1D53EA4-1804-499A-A22B-D2C854170858}" type="presOf" srcId="{23E75000-B844-4FE4-A181-EB6F2FDC24A6}" destId="{4D41795F-59EA-4A68-BCB4-AF33EA406F7C}" srcOrd="0" destOrd="0" presId="urn:microsoft.com/office/officeart/2005/8/layout/vList5"/>
    <dgm:cxn modelId="{DF8EF3C4-F184-43A8-AD61-64889F8074F6}" srcId="{DE03C3EF-2241-44C4-8B02-E9844EC49594}" destId="{6E632EEA-5DF5-4FE1-8E40-B9E4D4DA826F}" srcOrd="0" destOrd="0" parTransId="{5796266D-F34C-4D70-817F-BE182DBF0BCE}" sibTransId="{DF78097A-3DE8-4DDE-9D25-8090C8655054}"/>
    <dgm:cxn modelId="{08F4CAC7-8D96-44E5-A7A5-15789CE52416}" srcId="{D187AD45-57D9-47DF-972F-F75FED5D72BA}" destId="{23E75000-B844-4FE4-A181-EB6F2FDC24A6}" srcOrd="2" destOrd="0" parTransId="{E1F22CFE-A439-493D-8977-14713C31672E}" sibTransId="{A6D5FCDD-856C-4611-BC79-4AAB3D9E2F7D}"/>
    <dgm:cxn modelId="{AC541CF4-1C79-44F5-9942-07BAEE2420D2}" type="presOf" srcId="{D187AD45-57D9-47DF-972F-F75FED5D72BA}" destId="{E544E768-44E1-4C9B-9DC4-6015C8EDD5A4}" srcOrd="0" destOrd="0" presId="urn:microsoft.com/office/officeart/2005/8/layout/vList5"/>
    <dgm:cxn modelId="{6FCD0AFC-9B5B-4658-B148-D8F48F243A39}" type="presOf" srcId="{D1E0C9ED-59E1-46B9-AA6B-B29940E9C6EF}" destId="{554C471B-1069-4209-ACAF-2497989A27BB}" srcOrd="0" destOrd="0" presId="urn:microsoft.com/office/officeart/2005/8/layout/vList5"/>
    <dgm:cxn modelId="{62D726F3-B153-4F59-B721-2F4A94BBDD36}" type="presParOf" srcId="{E544E768-44E1-4C9B-9DC4-6015C8EDD5A4}" destId="{A08466BE-D52F-4057-AB91-F8306680D274}" srcOrd="0" destOrd="0" presId="urn:microsoft.com/office/officeart/2005/8/layout/vList5"/>
    <dgm:cxn modelId="{7DE84028-EA6B-44FF-ABF5-BC4265B2DBEA}" type="presParOf" srcId="{A08466BE-D52F-4057-AB91-F8306680D274}" destId="{2451C4A2-9BCC-4336-9BD8-74DFA3915D46}" srcOrd="0" destOrd="0" presId="urn:microsoft.com/office/officeart/2005/8/layout/vList5"/>
    <dgm:cxn modelId="{71A77E37-23D8-4B7C-88E3-842CE49D4197}" type="presParOf" srcId="{A08466BE-D52F-4057-AB91-F8306680D274}" destId="{7424F566-5C66-47FE-8EAD-1B43157A83FF}" srcOrd="1" destOrd="0" presId="urn:microsoft.com/office/officeart/2005/8/layout/vList5"/>
    <dgm:cxn modelId="{9104C29C-5C29-44DE-B1BB-AE3D30B49247}" type="presParOf" srcId="{E544E768-44E1-4C9B-9DC4-6015C8EDD5A4}" destId="{89FC4E46-F89A-49B4-957F-5978D1546AED}" srcOrd="1" destOrd="0" presId="urn:microsoft.com/office/officeart/2005/8/layout/vList5"/>
    <dgm:cxn modelId="{562195D0-6C17-4024-9CC3-9EDF16747F81}" type="presParOf" srcId="{E544E768-44E1-4C9B-9DC4-6015C8EDD5A4}" destId="{0BAB9DDA-9E73-4E9A-9816-BF2BA8A94941}" srcOrd="2" destOrd="0" presId="urn:microsoft.com/office/officeart/2005/8/layout/vList5"/>
    <dgm:cxn modelId="{7CD23406-4145-42E2-9A02-7EEDEC1A55A7}" type="presParOf" srcId="{0BAB9DDA-9E73-4E9A-9816-BF2BA8A94941}" destId="{BB746BD8-D84A-454E-94D3-8AEC1EE1B08E}" srcOrd="0" destOrd="0" presId="urn:microsoft.com/office/officeart/2005/8/layout/vList5"/>
    <dgm:cxn modelId="{E6E46213-3B0A-483A-BEE1-373E9516C0CE}" type="presParOf" srcId="{0BAB9DDA-9E73-4E9A-9816-BF2BA8A94941}" destId="{1BCB0BB8-FE2A-4AAA-A063-4F78D8C61601}" srcOrd="1" destOrd="0" presId="urn:microsoft.com/office/officeart/2005/8/layout/vList5"/>
    <dgm:cxn modelId="{02B4EEFA-FC5D-4710-A0E1-F4569B78A552}" type="presParOf" srcId="{E544E768-44E1-4C9B-9DC4-6015C8EDD5A4}" destId="{7894F32E-A8BC-4348-81AA-FC1F9DA79000}" srcOrd="3" destOrd="0" presId="urn:microsoft.com/office/officeart/2005/8/layout/vList5"/>
    <dgm:cxn modelId="{FDE17051-187A-4D3A-BF9C-8B407B91BBC0}" type="presParOf" srcId="{E544E768-44E1-4C9B-9DC4-6015C8EDD5A4}" destId="{05291C7E-CA28-45AC-9787-4ECE884CD4D1}" srcOrd="4" destOrd="0" presId="urn:microsoft.com/office/officeart/2005/8/layout/vList5"/>
    <dgm:cxn modelId="{2C5A4D1C-9B3C-490E-9FA6-B7CCDD1A8394}" type="presParOf" srcId="{05291C7E-CA28-45AC-9787-4ECE884CD4D1}" destId="{4D41795F-59EA-4A68-BCB4-AF33EA406F7C}" srcOrd="0" destOrd="0" presId="urn:microsoft.com/office/officeart/2005/8/layout/vList5"/>
    <dgm:cxn modelId="{2DC054B7-1C18-42C9-AC56-30E75BE7E025}" type="presParOf" srcId="{05291C7E-CA28-45AC-9787-4ECE884CD4D1}" destId="{87A5DA20-5177-46BD-8956-096B2EFE50AB}" srcOrd="1" destOrd="0" presId="urn:microsoft.com/office/officeart/2005/8/layout/vList5"/>
    <dgm:cxn modelId="{E263C107-5075-42F9-BC8E-3445580AD912}" type="presParOf" srcId="{E544E768-44E1-4C9B-9DC4-6015C8EDD5A4}" destId="{A0A04B0E-69A6-419C-9C6C-0C4BF0B1F6AD}" srcOrd="5" destOrd="0" presId="urn:microsoft.com/office/officeart/2005/8/layout/vList5"/>
    <dgm:cxn modelId="{85ABA29F-14A5-4F5A-A417-4A50C7893DA3}" type="presParOf" srcId="{E544E768-44E1-4C9B-9DC4-6015C8EDD5A4}" destId="{5351A9FD-C781-4EB6-AD73-A91D00CCC94A}" srcOrd="6" destOrd="0" presId="urn:microsoft.com/office/officeart/2005/8/layout/vList5"/>
    <dgm:cxn modelId="{901C317E-01D7-4B31-95BC-585EFCD7A546}" type="presParOf" srcId="{5351A9FD-C781-4EB6-AD73-A91D00CCC94A}" destId="{554C471B-1069-4209-ACAF-2497989A27BB}" srcOrd="0" destOrd="0" presId="urn:microsoft.com/office/officeart/2005/8/layout/vList5"/>
    <dgm:cxn modelId="{78836243-C7F1-47E9-BDD4-E378F70F0CE1}" type="presParOf" srcId="{5351A9FD-C781-4EB6-AD73-A91D00CCC94A}" destId="{EC473C35-4EF0-4BDB-9B7E-4EB9AD04D01A}"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F3A64C91-8838-48D8-9C8E-5046E6EC5FCD}" type="doc">
      <dgm:prSet loTypeId="urn:microsoft.com/office/officeart/2005/8/layout/radial5" loCatId="relationship" qsTypeId="urn:microsoft.com/office/officeart/2005/8/quickstyle/simple1" qsCatId="simple" csTypeId="urn:microsoft.com/office/officeart/2005/8/colors/accent1_2" csCatId="accent1" phldr="1"/>
      <dgm:spPr/>
      <dgm:t>
        <a:bodyPr/>
        <a:lstStyle/>
        <a:p>
          <a:endParaRPr lang="es-CO"/>
        </a:p>
      </dgm:t>
    </dgm:pt>
    <dgm:pt modelId="{DDB3B1B8-C1E0-4207-A819-C1A1FD581B1E}">
      <dgm:prSet phldrT="[Texto]" custT="1"/>
      <dgm:spPr>
        <a:solidFill>
          <a:srgbClr val="FF0000"/>
        </a:solidFill>
      </dgm:spPr>
      <dgm:t>
        <a:bodyPr/>
        <a:lstStyle/>
        <a:p>
          <a:r>
            <a:rPr lang="es-CO" sz="2400" b="1" dirty="0">
              <a:latin typeface="Arial Narrow" panose="020B0606020202030204" pitchFamily="34" charset="0"/>
            </a:rPr>
            <a:t>DIFICULTADES</a:t>
          </a:r>
        </a:p>
      </dgm:t>
    </dgm:pt>
    <dgm:pt modelId="{DB5ED647-6211-425C-B2BD-16C86CA5B77E}" type="parTrans" cxnId="{1DC6D909-8199-442D-9792-C00AF0D645E5}">
      <dgm:prSet/>
      <dgm:spPr/>
      <dgm:t>
        <a:bodyPr/>
        <a:lstStyle/>
        <a:p>
          <a:endParaRPr lang="es-CO" sz="2800">
            <a:latin typeface="Arial Narrow" panose="020B0606020202030204" pitchFamily="34" charset="0"/>
          </a:endParaRPr>
        </a:p>
      </dgm:t>
    </dgm:pt>
    <dgm:pt modelId="{91E2927E-C4DF-40CC-9AED-473F5D5F4E7F}" type="sibTrans" cxnId="{1DC6D909-8199-442D-9792-C00AF0D645E5}">
      <dgm:prSet/>
      <dgm:spPr/>
      <dgm:t>
        <a:bodyPr/>
        <a:lstStyle/>
        <a:p>
          <a:endParaRPr lang="es-CO" sz="2800">
            <a:latin typeface="Arial Narrow" panose="020B0606020202030204" pitchFamily="34" charset="0"/>
          </a:endParaRPr>
        </a:p>
      </dgm:t>
    </dgm:pt>
    <dgm:pt modelId="{AB741D5D-B9CC-421E-B983-C3BB34D65E9F}">
      <dgm:prSet phldrT="[Texto]" custT="1"/>
      <dgm:spPr>
        <a:solidFill>
          <a:srgbClr val="4472C4">
            <a:hueOff val="0"/>
            <a:satOff val="0"/>
            <a:lumOff val="0"/>
            <a:alphaOff val="0"/>
          </a:srgbClr>
        </a:solidFill>
        <a:ln w="12700" cap="flat" cmpd="sng" algn="ctr">
          <a:solidFill>
            <a:prstClr val="white">
              <a:hueOff val="0"/>
              <a:satOff val="0"/>
              <a:lumOff val="0"/>
              <a:alphaOff val="0"/>
            </a:prstClr>
          </a:solidFill>
          <a:prstDash val="solid"/>
          <a:miter lim="800000"/>
        </a:ln>
        <a:effectLst/>
      </dgm:spPr>
      <dgm:t>
        <a:bodyPr spcFirstLastPara="0" vert="horz" wrap="square" lIns="15240" tIns="15240" rIns="15240" bIns="15240" numCol="1" spcCol="1270" anchor="ctr" anchorCtr="0"/>
        <a:lstStyle/>
        <a:p>
          <a:r>
            <a:rPr lang="es-ES_tradnl" sz="2800" dirty="0">
              <a:latin typeface="Arial Narrow" panose="020B0606020202030204" pitchFamily="34" charset="0"/>
              <a:cs typeface="Arial" panose="020B0604020202020204" pitchFamily="34" charset="0"/>
            </a:rPr>
            <a:t>¿Qué modelo matemático y algoritmo</a:t>
          </a:r>
          <a:endParaRPr lang="es-CO" sz="2800" dirty="0">
            <a:latin typeface="Arial Narrow" panose="020B0606020202030204" pitchFamily="34" charset="0"/>
          </a:endParaRPr>
        </a:p>
      </dgm:t>
    </dgm:pt>
    <dgm:pt modelId="{96E0EAB4-C10B-4E0B-9515-14DA3CB31A2D}" type="parTrans" cxnId="{A473F93C-9C42-42E9-8519-59F63519456C}">
      <dgm:prSet custT="1"/>
      <dgm:spPr/>
      <dgm:t>
        <a:bodyPr/>
        <a:lstStyle/>
        <a:p>
          <a:endParaRPr lang="es-CO" sz="2800">
            <a:latin typeface="Arial Narrow" panose="020B0606020202030204" pitchFamily="34" charset="0"/>
          </a:endParaRPr>
        </a:p>
      </dgm:t>
    </dgm:pt>
    <dgm:pt modelId="{804983CC-F709-45C5-8713-E8747F84E6AA}" type="sibTrans" cxnId="{A473F93C-9C42-42E9-8519-59F63519456C}">
      <dgm:prSet/>
      <dgm:spPr/>
      <dgm:t>
        <a:bodyPr/>
        <a:lstStyle/>
        <a:p>
          <a:endParaRPr lang="es-CO" sz="2800">
            <a:latin typeface="Arial Narrow" panose="020B0606020202030204" pitchFamily="34" charset="0"/>
          </a:endParaRPr>
        </a:p>
      </dgm:t>
    </dgm:pt>
    <dgm:pt modelId="{8475C791-7CB8-4A67-9368-5AC6CC532144}">
      <dgm:prSet phldrT="[Texto]" custT="1"/>
      <dgm:spPr/>
      <dgm:t>
        <a:bodyPr/>
        <a:lstStyle/>
        <a:p>
          <a:r>
            <a:rPr lang="es-ES_tradnl" sz="2800" dirty="0">
              <a:latin typeface="Arial Narrow" panose="020B0606020202030204" pitchFamily="34" charset="0"/>
              <a:cs typeface="Arial" panose="020B0604020202020204" pitchFamily="34" charset="0"/>
            </a:rPr>
            <a:t>Dificultades en la implementación</a:t>
          </a:r>
          <a:endParaRPr lang="es-CO" sz="2800" dirty="0">
            <a:latin typeface="Arial Narrow" panose="020B0606020202030204" pitchFamily="34" charset="0"/>
          </a:endParaRPr>
        </a:p>
      </dgm:t>
    </dgm:pt>
    <dgm:pt modelId="{06D73D26-3964-48C0-8792-B4F5FD33237E}" type="parTrans" cxnId="{E30328FA-5A73-4646-B207-C7E946D21396}">
      <dgm:prSet custT="1"/>
      <dgm:spPr/>
      <dgm:t>
        <a:bodyPr/>
        <a:lstStyle/>
        <a:p>
          <a:endParaRPr lang="es-CO" sz="2800">
            <a:latin typeface="Arial Narrow" panose="020B0606020202030204" pitchFamily="34" charset="0"/>
          </a:endParaRPr>
        </a:p>
      </dgm:t>
    </dgm:pt>
    <dgm:pt modelId="{823FA16F-4877-431D-A323-A14D7C489043}" type="sibTrans" cxnId="{E30328FA-5A73-4646-B207-C7E946D21396}">
      <dgm:prSet/>
      <dgm:spPr/>
      <dgm:t>
        <a:bodyPr/>
        <a:lstStyle/>
        <a:p>
          <a:endParaRPr lang="es-CO" sz="2800">
            <a:latin typeface="Arial Narrow" panose="020B0606020202030204" pitchFamily="34" charset="0"/>
          </a:endParaRPr>
        </a:p>
      </dgm:t>
    </dgm:pt>
    <dgm:pt modelId="{F3EE4005-7652-4BDD-B9F0-19E075575917}">
      <dgm:prSet custT="1"/>
      <dgm:spPr/>
      <dgm:t>
        <a:bodyPr/>
        <a:lstStyle/>
        <a:p>
          <a:r>
            <a:rPr lang="es-ES_tradnl" sz="2800" dirty="0">
              <a:latin typeface="Arial Narrow" panose="020B0606020202030204" pitchFamily="34" charset="0"/>
              <a:cs typeface="Arial" panose="020B0604020202020204" pitchFamily="34" charset="0"/>
            </a:rPr>
            <a:t>Calidad de la solución</a:t>
          </a:r>
          <a:endParaRPr lang="es-CO" sz="2800" dirty="0">
            <a:latin typeface="Arial Narrow" panose="020B0606020202030204" pitchFamily="34" charset="0"/>
          </a:endParaRPr>
        </a:p>
      </dgm:t>
    </dgm:pt>
    <dgm:pt modelId="{F8DD0886-3EFC-400B-808B-D6AF1EC00705}" type="parTrans" cxnId="{58DF0252-4E4F-48B3-99FD-7498902B9188}">
      <dgm:prSet custT="1"/>
      <dgm:spPr/>
      <dgm:t>
        <a:bodyPr/>
        <a:lstStyle/>
        <a:p>
          <a:endParaRPr lang="es-CO" sz="2800">
            <a:latin typeface="Arial Narrow" panose="020B0606020202030204" pitchFamily="34" charset="0"/>
          </a:endParaRPr>
        </a:p>
      </dgm:t>
    </dgm:pt>
    <dgm:pt modelId="{4A54A705-16C5-49A5-8434-AFD29244D192}" type="sibTrans" cxnId="{58DF0252-4E4F-48B3-99FD-7498902B9188}">
      <dgm:prSet/>
      <dgm:spPr/>
      <dgm:t>
        <a:bodyPr/>
        <a:lstStyle/>
        <a:p>
          <a:endParaRPr lang="es-CO" sz="2800">
            <a:latin typeface="Arial Narrow" panose="020B0606020202030204" pitchFamily="34" charset="0"/>
          </a:endParaRPr>
        </a:p>
      </dgm:t>
    </dgm:pt>
    <dgm:pt modelId="{D5C9B98D-47C5-418E-8EC5-4D340A6B313B}">
      <dgm:prSet custT="1"/>
      <dgm:spPr/>
      <dgm:t>
        <a:bodyPr/>
        <a:lstStyle/>
        <a:p>
          <a:r>
            <a:rPr lang="es-ES_tradnl" sz="2800" dirty="0">
              <a:latin typeface="Arial Narrow" panose="020B0606020202030204" pitchFamily="34" charset="0"/>
              <a:cs typeface="Arial" panose="020B0604020202020204" pitchFamily="34" charset="0"/>
            </a:rPr>
            <a:t>Consistencia de la solución</a:t>
          </a:r>
          <a:endParaRPr lang="es-CO" sz="2800" dirty="0">
            <a:latin typeface="Arial Narrow" panose="020B0606020202030204" pitchFamily="34" charset="0"/>
          </a:endParaRPr>
        </a:p>
      </dgm:t>
    </dgm:pt>
    <dgm:pt modelId="{5659B6B7-900C-47D4-8571-4C7EE32D2F70}" type="parTrans" cxnId="{0E65DBB9-3DBA-4C17-84FA-3BEF2ECA87AA}">
      <dgm:prSet custT="1"/>
      <dgm:spPr/>
      <dgm:t>
        <a:bodyPr/>
        <a:lstStyle/>
        <a:p>
          <a:endParaRPr lang="es-CO" sz="2800">
            <a:latin typeface="Arial Narrow" panose="020B0606020202030204" pitchFamily="34" charset="0"/>
          </a:endParaRPr>
        </a:p>
      </dgm:t>
    </dgm:pt>
    <dgm:pt modelId="{9055F0F6-28A1-479B-8326-774FAAF3AC6F}" type="sibTrans" cxnId="{0E65DBB9-3DBA-4C17-84FA-3BEF2ECA87AA}">
      <dgm:prSet/>
      <dgm:spPr/>
      <dgm:t>
        <a:bodyPr/>
        <a:lstStyle/>
        <a:p>
          <a:endParaRPr lang="es-CO" sz="2800">
            <a:latin typeface="Arial Narrow" panose="020B0606020202030204" pitchFamily="34" charset="0"/>
          </a:endParaRPr>
        </a:p>
      </dgm:t>
    </dgm:pt>
    <dgm:pt modelId="{9B847C6D-CD97-4A5C-8FC0-B301250351F6}">
      <dgm:prSet phldrT="[Texto]" custT="1"/>
      <dgm:spPr/>
      <dgm:t>
        <a:bodyPr/>
        <a:lstStyle/>
        <a:p>
          <a:r>
            <a:rPr lang="es-ES_tradnl" sz="2800" dirty="0">
              <a:latin typeface="Arial Narrow" panose="020B0606020202030204" pitchFamily="34" charset="0"/>
              <a:cs typeface="Arial" panose="020B0604020202020204" pitchFamily="34" charset="0"/>
            </a:rPr>
            <a:t>Velocidad que supone llegar a una solución</a:t>
          </a:r>
          <a:endParaRPr lang="es-CO" sz="2800" dirty="0">
            <a:latin typeface="Arial Narrow" panose="020B0606020202030204" pitchFamily="34" charset="0"/>
          </a:endParaRPr>
        </a:p>
      </dgm:t>
    </dgm:pt>
    <dgm:pt modelId="{F47036D8-236F-48C8-8BFC-A77ED5009989}" type="sibTrans" cxnId="{CFA397BA-DEAC-4C11-8B74-0BA72D67B1EC}">
      <dgm:prSet/>
      <dgm:spPr/>
      <dgm:t>
        <a:bodyPr/>
        <a:lstStyle/>
        <a:p>
          <a:endParaRPr lang="es-CO" sz="2800">
            <a:latin typeface="Arial Narrow" panose="020B0606020202030204" pitchFamily="34" charset="0"/>
          </a:endParaRPr>
        </a:p>
      </dgm:t>
    </dgm:pt>
    <dgm:pt modelId="{615FA9FC-CA13-4546-853A-9AEFE103587C}" type="parTrans" cxnId="{CFA397BA-DEAC-4C11-8B74-0BA72D67B1EC}">
      <dgm:prSet custT="1"/>
      <dgm:spPr/>
      <dgm:t>
        <a:bodyPr/>
        <a:lstStyle/>
        <a:p>
          <a:endParaRPr lang="es-CO" sz="2800">
            <a:latin typeface="Arial Narrow" panose="020B0606020202030204" pitchFamily="34" charset="0"/>
          </a:endParaRPr>
        </a:p>
      </dgm:t>
    </dgm:pt>
    <dgm:pt modelId="{4DA2C24F-AD18-4643-BDAF-4680D598215B}">
      <dgm:prSet phldrT="[Texto]" custT="1"/>
      <dgm:spPr/>
      <dgm:t>
        <a:bodyPr/>
        <a:lstStyle/>
        <a:p>
          <a:r>
            <a:rPr lang="es-ES_tradnl" sz="2800" dirty="0">
              <a:latin typeface="Arial Narrow" panose="020B0606020202030204" pitchFamily="34" charset="0"/>
              <a:cs typeface="Arial" panose="020B0604020202020204" pitchFamily="34" charset="0"/>
            </a:rPr>
            <a:t>¿Debemos ignorar partes o tratar todo?</a:t>
          </a:r>
          <a:endParaRPr lang="es-CO" sz="2800" dirty="0">
            <a:latin typeface="Arial Narrow" panose="020B0606020202030204" pitchFamily="34" charset="0"/>
          </a:endParaRPr>
        </a:p>
      </dgm:t>
    </dgm:pt>
    <dgm:pt modelId="{E0AF32AD-1D76-49DA-AF0D-CFF4B2802ECD}" type="sibTrans" cxnId="{F2C65802-302E-4A40-967A-1BAA249FBD47}">
      <dgm:prSet/>
      <dgm:spPr/>
      <dgm:t>
        <a:bodyPr/>
        <a:lstStyle/>
        <a:p>
          <a:endParaRPr lang="es-CO" sz="2800">
            <a:latin typeface="Arial Narrow" panose="020B0606020202030204" pitchFamily="34" charset="0"/>
          </a:endParaRPr>
        </a:p>
      </dgm:t>
    </dgm:pt>
    <dgm:pt modelId="{953F5FA7-3842-4306-99AF-8589BEBBC5A6}" type="parTrans" cxnId="{F2C65802-302E-4A40-967A-1BAA249FBD47}">
      <dgm:prSet custT="1"/>
      <dgm:spPr/>
      <dgm:t>
        <a:bodyPr/>
        <a:lstStyle/>
        <a:p>
          <a:endParaRPr lang="es-CO" sz="2800">
            <a:latin typeface="Arial Narrow" panose="020B0606020202030204" pitchFamily="34" charset="0"/>
          </a:endParaRPr>
        </a:p>
      </dgm:t>
    </dgm:pt>
    <dgm:pt modelId="{CEA7CD76-9F33-4C45-8E65-CA363199AEE0}" type="pres">
      <dgm:prSet presAssocID="{F3A64C91-8838-48D8-9C8E-5046E6EC5FCD}" presName="Name0" presStyleCnt="0">
        <dgm:presLayoutVars>
          <dgm:chMax val="1"/>
          <dgm:dir/>
          <dgm:animLvl val="ctr"/>
          <dgm:resizeHandles val="exact"/>
        </dgm:presLayoutVars>
      </dgm:prSet>
      <dgm:spPr/>
    </dgm:pt>
    <dgm:pt modelId="{C7006111-0DA6-4252-876F-DEBB3109D562}" type="pres">
      <dgm:prSet presAssocID="{DDB3B1B8-C1E0-4207-A819-C1A1FD581B1E}" presName="centerShape" presStyleLbl="node0" presStyleIdx="0" presStyleCnt="1" custScaleX="91566" custScaleY="90303"/>
      <dgm:spPr/>
    </dgm:pt>
    <dgm:pt modelId="{C081A3BF-CE6E-47C1-BF0F-F81BFB8AB4B2}" type="pres">
      <dgm:prSet presAssocID="{953F5FA7-3842-4306-99AF-8589BEBBC5A6}" presName="parTrans" presStyleLbl="sibTrans2D1" presStyleIdx="0" presStyleCnt="6"/>
      <dgm:spPr/>
    </dgm:pt>
    <dgm:pt modelId="{5BBA8BE0-B074-4DE4-9B78-4D39981EDCA0}" type="pres">
      <dgm:prSet presAssocID="{953F5FA7-3842-4306-99AF-8589BEBBC5A6}" presName="connectorText" presStyleLbl="sibTrans2D1" presStyleIdx="0" presStyleCnt="6"/>
      <dgm:spPr/>
    </dgm:pt>
    <dgm:pt modelId="{841FC3D1-1FDB-47B1-A097-2C3EC140B16A}" type="pres">
      <dgm:prSet presAssocID="{4DA2C24F-AD18-4643-BDAF-4680D598215B}" presName="node" presStyleLbl="node1" presStyleIdx="0" presStyleCnt="6" custScaleX="142138" custScaleY="139820" custRadScaleRad="90479" custRadScaleInc="-875">
        <dgm:presLayoutVars>
          <dgm:bulletEnabled val="1"/>
        </dgm:presLayoutVars>
      </dgm:prSet>
      <dgm:spPr/>
    </dgm:pt>
    <dgm:pt modelId="{363E101F-2FA0-4627-98D9-F5F315B8146B}" type="pres">
      <dgm:prSet presAssocID="{96E0EAB4-C10B-4E0B-9515-14DA3CB31A2D}" presName="parTrans" presStyleLbl="sibTrans2D1" presStyleIdx="1" presStyleCnt="6"/>
      <dgm:spPr/>
    </dgm:pt>
    <dgm:pt modelId="{57A17421-021F-4EB1-A620-880E37799821}" type="pres">
      <dgm:prSet presAssocID="{96E0EAB4-C10B-4E0B-9515-14DA3CB31A2D}" presName="connectorText" presStyleLbl="sibTrans2D1" presStyleIdx="1" presStyleCnt="6"/>
      <dgm:spPr/>
    </dgm:pt>
    <dgm:pt modelId="{4A580AC8-3103-4F9D-A284-18C72B50EA36}" type="pres">
      <dgm:prSet presAssocID="{AB741D5D-B9CC-421E-B983-C3BB34D65E9F}" presName="node" presStyleLbl="node1" presStyleIdx="1" presStyleCnt="6" custScaleX="145115" custScaleY="145797" custRadScaleRad="94402" custRadScaleInc="9297">
        <dgm:presLayoutVars>
          <dgm:bulletEnabled val="1"/>
        </dgm:presLayoutVars>
      </dgm:prSet>
      <dgm:spPr>
        <a:xfrm>
          <a:off x="4332794" y="940324"/>
          <a:ext cx="1517343" cy="1517343"/>
        </a:xfrm>
        <a:prstGeom prst="ellipse">
          <a:avLst/>
        </a:prstGeom>
      </dgm:spPr>
    </dgm:pt>
    <dgm:pt modelId="{0752321D-8008-4257-84ED-C57442C2668A}" type="pres">
      <dgm:prSet presAssocID="{06D73D26-3964-48C0-8792-B4F5FD33237E}" presName="parTrans" presStyleLbl="sibTrans2D1" presStyleIdx="2" presStyleCnt="6"/>
      <dgm:spPr/>
    </dgm:pt>
    <dgm:pt modelId="{243432E4-6B0E-44CF-A46C-9AD2C7578643}" type="pres">
      <dgm:prSet presAssocID="{06D73D26-3964-48C0-8792-B4F5FD33237E}" presName="connectorText" presStyleLbl="sibTrans2D1" presStyleIdx="2" presStyleCnt="6"/>
      <dgm:spPr/>
    </dgm:pt>
    <dgm:pt modelId="{E889A0C3-F9C2-406D-AB78-E869C36A7BB9}" type="pres">
      <dgm:prSet presAssocID="{8475C791-7CB8-4A67-9368-5AC6CC532144}" presName="node" presStyleLbl="node1" presStyleIdx="2" presStyleCnt="6" custScaleX="145202" custScaleY="144210" custRadScaleRad="97549" custRadScaleInc="12366">
        <dgm:presLayoutVars>
          <dgm:bulletEnabled val="1"/>
        </dgm:presLayoutVars>
      </dgm:prSet>
      <dgm:spPr/>
    </dgm:pt>
    <dgm:pt modelId="{C44DB907-7640-408F-A06C-31DD3FAE992E}" type="pres">
      <dgm:prSet presAssocID="{615FA9FC-CA13-4546-853A-9AEFE103587C}" presName="parTrans" presStyleLbl="sibTrans2D1" presStyleIdx="3" presStyleCnt="6"/>
      <dgm:spPr/>
    </dgm:pt>
    <dgm:pt modelId="{7C5134DF-6CA9-4F6A-A386-2CC4BAA7B8A9}" type="pres">
      <dgm:prSet presAssocID="{615FA9FC-CA13-4546-853A-9AEFE103587C}" presName="connectorText" presStyleLbl="sibTrans2D1" presStyleIdx="3" presStyleCnt="6"/>
      <dgm:spPr/>
    </dgm:pt>
    <dgm:pt modelId="{702404AB-EEE9-4A16-8B64-0EB812A6222B}" type="pres">
      <dgm:prSet presAssocID="{9B847C6D-CD97-4A5C-8FC0-B301250351F6}" presName="node" presStyleLbl="node1" presStyleIdx="3" presStyleCnt="6" custScaleX="139765" custScaleY="134717" custRadScaleRad="92962">
        <dgm:presLayoutVars>
          <dgm:bulletEnabled val="1"/>
        </dgm:presLayoutVars>
      </dgm:prSet>
      <dgm:spPr/>
    </dgm:pt>
    <dgm:pt modelId="{0301A74E-05F7-448B-B4B7-914589919D68}" type="pres">
      <dgm:prSet presAssocID="{F8DD0886-3EFC-400B-808B-D6AF1EC00705}" presName="parTrans" presStyleLbl="sibTrans2D1" presStyleIdx="4" presStyleCnt="6"/>
      <dgm:spPr/>
    </dgm:pt>
    <dgm:pt modelId="{C8498195-7253-4823-9153-C0D81F74E437}" type="pres">
      <dgm:prSet presAssocID="{F8DD0886-3EFC-400B-808B-D6AF1EC00705}" presName="connectorText" presStyleLbl="sibTrans2D1" presStyleIdx="4" presStyleCnt="6"/>
      <dgm:spPr/>
    </dgm:pt>
    <dgm:pt modelId="{27F9AFAB-2C2B-44BB-B27E-254492975352}" type="pres">
      <dgm:prSet presAssocID="{F3EE4005-7652-4BDD-B9F0-19E075575917}" presName="node" presStyleLbl="node1" presStyleIdx="4" presStyleCnt="6" custScaleX="142359" custScaleY="138019" custRadScaleRad="93320" custRadScaleInc="-61">
        <dgm:presLayoutVars>
          <dgm:bulletEnabled val="1"/>
        </dgm:presLayoutVars>
      </dgm:prSet>
      <dgm:spPr/>
    </dgm:pt>
    <dgm:pt modelId="{701ACEB4-8C81-407B-93B0-76C52B77B6DB}" type="pres">
      <dgm:prSet presAssocID="{5659B6B7-900C-47D4-8571-4C7EE32D2F70}" presName="parTrans" presStyleLbl="sibTrans2D1" presStyleIdx="5" presStyleCnt="6"/>
      <dgm:spPr/>
    </dgm:pt>
    <dgm:pt modelId="{0763A859-FFA7-4961-8523-4E43B5824405}" type="pres">
      <dgm:prSet presAssocID="{5659B6B7-900C-47D4-8571-4C7EE32D2F70}" presName="connectorText" presStyleLbl="sibTrans2D1" presStyleIdx="5" presStyleCnt="6"/>
      <dgm:spPr/>
    </dgm:pt>
    <dgm:pt modelId="{58B16645-05F9-45A8-BE33-F72788885AD7}" type="pres">
      <dgm:prSet presAssocID="{D5C9B98D-47C5-418E-8EC5-4D340A6B313B}" presName="node" presStyleLbl="node1" presStyleIdx="5" presStyleCnt="6" custScaleX="137799" custScaleY="142808" custRadScaleRad="92702" custRadScaleInc="-2156">
        <dgm:presLayoutVars>
          <dgm:bulletEnabled val="1"/>
        </dgm:presLayoutVars>
      </dgm:prSet>
      <dgm:spPr/>
    </dgm:pt>
  </dgm:ptLst>
  <dgm:cxnLst>
    <dgm:cxn modelId="{F2C65802-302E-4A40-967A-1BAA249FBD47}" srcId="{DDB3B1B8-C1E0-4207-A819-C1A1FD581B1E}" destId="{4DA2C24F-AD18-4643-BDAF-4680D598215B}" srcOrd="0" destOrd="0" parTransId="{953F5FA7-3842-4306-99AF-8589BEBBC5A6}" sibTransId="{E0AF32AD-1D76-49DA-AF0D-CFF4B2802ECD}"/>
    <dgm:cxn modelId="{277E6706-0243-4653-88A0-4777A79E35D8}" type="presOf" srcId="{F3EE4005-7652-4BDD-B9F0-19E075575917}" destId="{27F9AFAB-2C2B-44BB-B27E-254492975352}" srcOrd="0" destOrd="0" presId="urn:microsoft.com/office/officeart/2005/8/layout/radial5"/>
    <dgm:cxn modelId="{1DC6D909-8199-442D-9792-C00AF0D645E5}" srcId="{F3A64C91-8838-48D8-9C8E-5046E6EC5FCD}" destId="{DDB3B1B8-C1E0-4207-A819-C1A1FD581B1E}" srcOrd="0" destOrd="0" parTransId="{DB5ED647-6211-425C-B2BD-16C86CA5B77E}" sibTransId="{91E2927E-C4DF-40CC-9AED-473F5D5F4E7F}"/>
    <dgm:cxn modelId="{69FE440F-644B-4805-819F-ACAAAC04023B}" type="presOf" srcId="{06D73D26-3964-48C0-8792-B4F5FD33237E}" destId="{243432E4-6B0E-44CF-A46C-9AD2C7578643}" srcOrd="1" destOrd="0" presId="urn:microsoft.com/office/officeart/2005/8/layout/radial5"/>
    <dgm:cxn modelId="{46959E14-7480-43E6-BA75-CCF296097C3C}" type="presOf" srcId="{DDB3B1B8-C1E0-4207-A819-C1A1FD581B1E}" destId="{C7006111-0DA6-4252-876F-DEBB3109D562}" srcOrd="0" destOrd="0" presId="urn:microsoft.com/office/officeart/2005/8/layout/radial5"/>
    <dgm:cxn modelId="{9B8D0316-1B17-4605-A8FE-B64D94141A36}" type="presOf" srcId="{96E0EAB4-C10B-4E0B-9515-14DA3CB31A2D}" destId="{57A17421-021F-4EB1-A620-880E37799821}" srcOrd="1" destOrd="0" presId="urn:microsoft.com/office/officeart/2005/8/layout/radial5"/>
    <dgm:cxn modelId="{EE55712E-4667-46C0-935E-A139F07CFA6F}" type="presOf" srcId="{9B847C6D-CD97-4A5C-8FC0-B301250351F6}" destId="{702404AB-EEE9-4A16-8B64-0EB812A6222B}" srcOrd="0" destOrd="0" presId="urn:microsoft.com/office/officeart/2005/8/layout/radial5"/>
    <dgm:cxn modelId="{9FC63233-921B-4A37-B010-5B6485F9C7F2}" type="presOf" srcId="{96E0EAB4-C10B-4E0B-9515-14DA3CB31A2D}" destId="{363E101F-2FA0-4627-98D9-F5F315B8146B}" srcOrd="0" destOrd="0" presId="urn:microsoft.com/office/officeart/2005/8/layout/radial5"/>
    <dgm:cxn modelId="{B0681334-54FD-4083-AA35-E8C0F23B01EC}" type="presOf" srcId="{615FA9FC-CA13-4546-853A-9AEFE103587C}" destId="{C44DB907-7640-408F-A06C-31DD3FAE992E}" srcOrd="0" destOrd="0" presId="urn:microsoft.com/office/officeart/2005/8/layout/radial5"/>
    <dgm:cxn modelId="{A473F93C-9C42-42E9-8519-59F63519456C}" srcId="{DDB3B1B8-C1E0-4207-A819-C1A1FD581B1E}" destId="{AB741D5D-B9CC-421E-B983-C3BB34D65E9F}" srcOrd="1" destOrd="0" parTransId="{96E0EAB4-C10B-4E0B-9515-14DA3CB31A2D}" sibTransId="{804983CC-F709-45C5-8713-E8747F84E6AA}"/>
    <dgm:cxn modelId="{3935C74B-1FDE-46BE-8D3F-8AA693EF56A3}" type="presOf" srcId="{953F5FA7-3842-4306-99AF-8589BEBBC5A6}" destId="{5BBA8BE0-B074-4DE4-9B78-4D39981EDCA0}" srcOrd="1" destOrd="0" presId="urn:microsoft.com/office/officeart/2005/8/layout/radial5"/>
    <dgm:cxn modelId="{58DF0252-4E4F-48B3-99FD-7498902B9188}" srcId="{DDB3B1B8-C1E0-4207-A819-C1A1FD581B1E}" destId="{F3EE4005-7652-4BDD-B9F0-19E075575917}" srcOrd="4" destOrd="0" parTransId="{F8DD0886-3EFC-400B-808B-D6AF1EC00705}" sibTransId="{4A54A705-16C5-49A5-8434-AFD29244D192}"/>
    <dgm:cxn modelId="{4FF4D254-EA36-4E67-B25F-6FFEF9593072}" type="presOf" srcId="{615FA9FC-CA13-4546-853A-9AEFE103587C}" destId="{7C5134DF-6CA9-4F6A-A386-2CC4BAA7B8A9}" srcOrd="1" destOrd="0" presId="urn:microsoft.com/office/officeart/2005/8/layout/radial5"/>
    <dgm:cxn modelId="{3ECAA284-A8C1-40C8-85A1-5C7ACBDE4E34}" type="presOf" srcId="{5659B6B7-900C-47D4-8571-4C7EE32D2F70}" destId="{701ACEB4-8C81-407B-93B0-76C52B77B6DB}" srcOrd="0" destOrd="0" presId="urn:microsoft.com/office/officeart/2005/8/layout/radial5"/>
    <dgm:cxn modelId="{53E29185-6363-41A8-8F24-FFBDBC9E7323}" type="presOf" srcId="{F8DD0886-3EFC-400B-808B-D6AF1EC00705}" destId="{0301A74E-05F7-448B-B4B7-914589919D68}" srcOrd="0" destOrd="0" presId="urn:microsoft.com/office/officeart/2005/8/layout/radial5"/>
    <dgm:cxn modelId="{91A3088B-48F1-4642-A6A8-A4F75778A404}" type="presOf" srcId="{F3A64C91-8838-48D8-9C8E-5046E6EC5FCD}" destId="{CEA7CD76-9F33-4C45-8E65-CA363199AEE0}" srcOrd="0" destOrd="0" presId="urn:microsoft.com/office/officeart/2005/8/layout/radial5"/>
    <dgm:cxn modelId="{8567388F-805A-4EEB-8B34-7072D5DAD131}" type="presOf" srcId="{4DA2C24F-AD18-4643-BDAF-4680D598215B}" destId="{841FC3D1-1FDB-47B1-A097-2C3EC140B16A}" srcOrd="0" destOrd="0" presId="urn:microsoft.com/office/officeart/2005/8/layout/radial5"/>
    <dgm:cxn modelId="{261F9990-2196-457D-8827-869E8955BA4B}" type="presOf" srcId="{953F5FA7-3842-4306-99AF-8589BEBBC5A6}" destId="{C081A3BF-CE6E-47C1-BF0F-F81BFB8AB4B2}" srcOrd="0" destOrd="0" presId="urn:microsoft.com/office/officeart/2005/8/layout/radial5"/>
    <dgm:cxn modelId="{5E796C96-7205-4B32-A7B7-2F59A97B1C61}" type="presOf" srcId="{5659B6B7-900C-47D4-8571-4C7EE32D2F70}" destId="{0763A859-FFA7-4961-8523-4E43B5824405}" srcOrd="1" destOrd="0" presId="urn:microsoft.com/office/officeart/2005/8/layout/radial5"/>
    <dgm:cxn modelId="{A03F75B7-DC87-4EEA-8665-D7CEEBA40645}" type="presOf" srcId="{06D73D26-3964-48C0-8792-B4F5FD33237E}" destId="{0752321D-8008-4257-84ED-C57442C2668A}" srcOrd="0" destOrd="0" presId="urn:microsoft.com/office/officeart/2005/8/layout/radial5"/>
    <dgm:cxn modelId="{0E65DBB9-3DBA-4C17-84FA-3BEF2ECA87AA}" srcId="{DDB3B1B8-C1E0-4207-A819-C1A1FD581B1E}" destId="{D5C9B98D-47C5-418E-8EC5-4D340A6B313B}" srcOrd="5" destOrd="0" parTransId="{5659B6B7-900C-47D4-8571-4C7EE32D2F70}" sibTransId="{9055F0F6-28A1-479B-8326-774FAAF3AC6F}"/>
    <dgm:cxn modelId="{CFA397BA-DEAC-4C11-8B74-0BA72D67B1EC}" srcId="{DDB3B1B8-C1E0-4207-A819-C1A1FD581B1E}" destId="{9B847C6D-CD97-4A5C-8FC0-B301250351F6}" srcOrd="3" destOrd="0" parTransId="{615FA9FC-CA13-4546-853A-9AEFE103587C}" sibTransId="{F47036D8-236F-48C8-8BFC-A77ED5009989}"/>
    <dgm:cxn modelId="{A0FB13BF-3252-460E-911D-3416ACD2A8A2}" type="presOf" srcId="{F8DD0886-3EFC-400B-808B-D6AF1EC00705}" destId="{C8498195-7253-4823-9153-C0D81F74E437}" srcOrd="1" destOrd="0" presId="urn:microsoft.com/office/officeart/2005/8/layout/radial5"/>
    <dgm:cxn modelId="{19C354C6-2122-4633-9998-20E42E3448E3}" type="presOf" srcId="{8475C791-7CB8-4A67-9368-5AC6CC532144}" destId="{E889A0C3-F9C2-406D-AB78-E869C36A7BB9}" srcOrd="0" destOrd="0" presId="urn:microsoft.com/office/officeart/2005/8/layout/radial5"/>
    <dgm:cxn modelId="{1325EACC-AF49-466A-A87B-886463693ED4}" type="presOf" srcId="{D5C9B98D-47C5-418E-8EC5-4D340A6B313B}" destId="{58B16645-05F9-45A8-BE33-F72788885AD7}" srcOrd="0" destOrd="0" presId="urn:microsoft.com/office/officeart/2005/8/layout/radial5"/>
    <dgm:cxn modelId="{20F3ABEC-8E01-4BF1-BC07-5E3A20781E44}" type="presOf" srcId="{AB741D5D-B9CC-421E-B983-C3BB34D65E9F}" destId="{4A580AC8-3103-4F9D-A284-18C72B50EA36}" srcOrd="0" destOrd="0" presId="urn:microsoft.com/office/officeart/2005/8/layout/radial5"/>
    <dgm:cxn modelId="{E30328FA-5A73-4646-B207-C7E946D21396}" srcId="{DDB3B1B8-C1E0-4207-A819-C1A1FD581B1E}" destId="{8475C791-7CB8-4A67-9368-5AC6CC532144}" srcOrd="2" destOrd="0" parTransId="{06D73D26-3964-48C0-8792-B4F5FD33237E}" sibTransId="{823FA16F-4877-431D-A323-A14D7C489043}"/>
    <dgm:cxn modelId="{9E1593D4-410E-42E7-A530-94C1036E9C55}" type="presParOf" srcId="{CEA7CD76-9F33-4C45-8E65-CA363199AEE0}" destId="{C7006111-0DA6-4252-876F-DEBB3109D562}" srcOrd="0" destOrd="0" presId="urn:microsoft.com/office/officeart/2005/8/layout/radial5"/>
    <dgm:cxn modelId="{ACD59F35-5427-41D8-9CEC-D5731BF6A749}" type="presParOf" srcId="{CEA7CD76-9F33-4C45-8E65-CA363199AEE0}" destId="{C081A3BF-CE6E-47C1-BF0F-F81BFB8AB4B2}" srcOrd="1" destOrd="0" presId="urn:microsoft.com/office/officeart/2005/8/layout/radial5"/>
    <dgm:cxn modelId="{4A63C451-01CC-4BD7-9B83-1C4FC3E617AD}" type="presParOf" srcId="{C081A3BF-CE6E-47C1-BF0F-F81BFB8AB4B2}" destId="{5BBA8BE0-B074-4DE4-9B78-4D39981EDCA0}" srcOrd="0" destOrd="0" presId="urn:microsoft.com/office/officeart/2005/8/layout/radial5"/>
    <dgm:cxn modelId="{ED2E3B4B-0097-46DD-AE6C-08960BB9E15C}" type="presParOf" srcId="{CEA7CD76-9F33-4C45-8E65-CA363199AEE0}" destId="{841FC3D1-1FDB-47B1-A097-2C3EC140B16A}" srcOrd="2" destOrd="0" presId="urn:microsoft.com/office/officeart/2005/8/layout/radial5"/>
    <dgm:cxn modelId="{B50446FA-BB2F-4938-AF55-B9EBFAF5CC0B}" type="presParOf" srcId="{CEA7CD76-9F33-4C45-8E65-CA363199AEE0}" destId="{363E101F-2FA0-4627-98D9-F5F315B8146B}" srcOrd="3" destOrd="0" presId="urn:microsoft.com/office/officeart/2005/8/layout/radial5"/>
    <dgm:cxn modelId="{7E86AE32-A2D6-4B20-B64C-7AADC6113668}" type="presParOf" srcId="{363E101F-2FA0-4627-98D9-F5F315B8146B}" destId="{57A17421-021F-4EB1-A620-880E37799821}" srcOrd="0" destOrd="0" presId="urn:microsoft.com/office/officeart/2005/8/layout/radial5"/>
    <dgm:cxn modelId="{DDBBA891-809A-462A-BBE6-6CFAE74B91E3}" type="presParOf" srcId="{CEA7CD76-9F33-4C45-8E65-CA363199AEE0}" destId="{4A580AC8-3103-4F9D-A284-18C72B50EA36}" srcOrd="4" destOrd="0" presId="urn:microsoft.com/office/officeart/2005/8/layout/radial5"/>
    <dgm:cxn modelId="{BDFE2085-27FD-4720-AF69-0084ECF65F64}" type="presParOf" srcId="{CEA7CD76-9F33-4C45-8E65-CA363199AEE0}" destId="{0752321D-8008-4257-84ED-C57442C2668A}" srcOrd="5" destOrd="0" presId="urn:microsoft.com/office/officeart/2005/8/layout/radial5"/>
    <dgm:cxn modelId="{4251BCD1-5BFB-4BA1-AA48-2A09A0166DF7}" type="presParOf" srcId="{0752321D-8008-4257-84ED-C57442C2668A}" destId="{243432E4-6B0E-44CF-A46C-9AD2C7578643}" srcOrd="0" destOrd="0" presId="urn:microsoft.com/office/officeart/2005/8/layout/radial5"/>
    <dgm:cxn modelId="{0D0C3864-6272-4950-AAE8-EB0F04E23133}" type="presParOf" srcId="{CEA7CD76-9F33-4C45-8E65-CA363199AEE0}" destId="{E889A0C3-F9C2-406D-AB78-E869C36A7BB9}" srcOrd="6" destOrd="0" presId="urn:microsoft.com/office/officeart/2005/8/layout/radial5"/>
    <dgm:cxn modelId="{694C1A03-B7DE-40C1-AD22-3C67B4227705}" type="presParOf" srcId="{CEA7CD76-9F33-4C45-8E65-CA363199AEE0}" destId="{C44DB907-7640-408F-A06C-31DD3FAE992E}" srcOrd="7" destOrd="0" presId="urn:microsoft.com/office/officeart/2005/8/layout/radial5"/>
    <dgm:cxn modelId="{6472BFBA-79CC-423B-982A-FDC108E157A2}" type="presParOf" srcId="{C44DB907-7640-408F-A06C-31DD3FAE992E}" destId="{7C5134DF-6CA9-4F6A-A386-2CC4BAA7B8A9}" srcOrd="0" destOrd="0" presId="urn:microsoft.com/office/officeart/2005/8/layout/radial5"/>
    <dgm:cxn modelId="{5D9550CF-FC19-49C7-B3A4-8ABA395AC2D6}" type="presParOf" srcId="{CEA7CD76-9F33-4C45-8E65-CA363199AEE0}" destId="{702404AB-EEE9-4A16-8B64-0EB812A6222B}" srcOrd="8" destOrd="0" presId="urn:microsoft.com/office/officeart/2005/8/layout/radial5"/>
    <dgm:cxn modelId="{EB6CA5EE-FB4B-48E1-BF97-C8FE6F599A25}" type="presParOf" srcId="{CEA7CD76-9F33-4C45-8E65-CA363199AEE0}" destId="{0301A74E-05F7-448B-B4B7-914589919D68}" srcOrd="9" destOrd="0" presId="urn:microsoft.com/office/officeart/2005/8/layout/radial5"/>
    <dgm:cxn modelId="{9EFDBB15-997D-411F-A743-7A585547BA56}" type="presParOf" srcId="{0301A74E-05F7-448B-B4B7-914589919D68}" destId="{C8498195-7253-4823-9153-C0D81F74E437}" srcOrd="0" destOrd="0" presId="urn:microsoft.com/office/officeart/2005/8/layout/radial5"/>
    <dgm:cxn modelId="{1624728E-46B0-4D55-817B-740471452AF5}" type="presParOf" srcId="{CEA7CD76-9F33-4C45-8E65-CA363199AEE0}" destId="{27F9AFAB-2C2B-44BB-B27E-254492975352}" srcOrd="10" destOrd="0" presId="urn:microsoft.com/office/officeart/2005/8/layout/radial5"/>
    <dgm:cxn modelId="{5150C006-2DDA-45E4-80F5-08FCDDF9CFFF}" type="presParOf" srcId="{CEA7CD76-9F33-4C45-8E65-CA363199AEE0}" destId="{701ACEB4-8C81-407B-93B0-76C52B77B6DB}" srcOrd="11" destOrd="0" presId="urn:microsoft.com/office/officeart/2005/8/layout/radial5"/>
    <dgm:cxn modelId="{B2991EB1-8D48-486B-8CFC-E7832B42D65D}" type="presParOf" srcId="{701ACEB4-8C81-407B-93B0-76C52B77B6DB}" destId="{0763A859-FFA7-4961-8523-4E43B5824405}" srcOrd="0" destOrd="0" presId="urn:microsoft.com/office/officeart/2005/8/layout/radial5"/>
    <dgm:cxn modelId="{3D4DE6A4-0B40-4E75-82FA-99E27B4043E9}" type="presParOf" srcId="{CEA7CD76-9F33-4C45-8E65-CA363199AEE0}" destId="{58B16645-05F9-45A8-BE33-F72788885AD7}" srcOrd="12" destOrd="0" presId="urn:microsoft.com/office/officeart/2005/8/layout/radial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BD1C7939-305B-4178-99CD-BB72C8404BFD}"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s-PE"/>
        </a:p>
      </dgm:t>
    </dgm:pt>
    <dgm:pt modelId="{D6018BF2-9916-49DC-927B-5E6AD53FBBD0}">
      <dgm:prSet custT="1"/>
      <dgm:spPr/>
      <dgm:t>
        <a:bodyPr/>
        <a:lstStyle/>
        <a:p>
          <a:pPr rtl="0"/>
          <a:r>
            <a:rPr lang="es-MX" sz="2800" dirty="0"/>
            <a:t>Estudio del sistema</a:t>
          </a:r>
          <a:endParaRPr lang="es-PE" sz="2800" dirty="0"/>
        </a:p>
      </dgm:t>
    </dgm:pt>
    <dgm:pt modelId="{BD4A7E79-8829-4EE3-928F-D1AA7E6570C4}" type="parTrans" cxnId="{EA621C3B-077B-4426-A35E-638EDE52972C}">
      <dgm:prSet/>
      <dgm:spPr/>
      <dgm:t>
        <a:bodyPr/>
        <a:lstStyle/>
        <a:p>
          <a:endParaRPr lang="es-PE" sz="2800"/>
        </a:p>
      </dgm:t>
    </dgm:pt>
    <dgm:pt modelId="{9C2CBBA9-745A-4F57-948F-E96B8EF8A5E7}" type="sibTrans" cxnId="{EA621C3B-077B-4426-A35E-638EDE52972C}">
      <dgm:prSet/>
      <dgm:spPr/>
      <dgm:t>
        <a:bodyPr/>
        <a:lstStyle/>
        <a:p>
          <a:endParaRPr lang="es-PE" sz="2800"/>
        </a:p>
      </dgm:t>
    </dgm:pt>
    <dgm:pt modelId="{5794CDD8-891C-4D21-95A1-48A5EFDD6B11}">
      <dgm:prSet custT="1"/>
      <dgm:spPr/>
      <dgm:t>
        <a:bodyPr/>
        <a:lstStyle/>
        <a:p>
          <a:pPr rtl="0"/>
          <a:r>
            <a:rPr lang="es-MX" sz="2800" dirty="0"/>
            <a:t>No hay preguntas respecto a la validez</a:t>
          </a:r>
          <a:endParaRPr lang="es-PE" sz="2800" dirty="0"/>
        </a:p>
      </dgm:t>
    </dgm:pt>
    <dgm:pt modelId="{FD9905FB-F785-4CB5-8F59-50F4DEF0C509}" type="parTrans" cxnId="{9CB5ED63-FE3B-489F-8157-B35DC389D202}">
      <dgm:prSet/>
      <dgm:spPr/>
      <dgm:t>
        <a:bodyPr/>
        <a:lstStyle/>
        <a:p>
          <a:endParaRPr lang="es-PE" sz="2800"/>
        </a:p>
      </dgm:t>
    </dgm:pt>
    <dgm:pt modelId="{0C2C66E5-8D6A-4FA7-9125-8A9ED40C0475}" type="sibTrans" cxnId="{9CB5ED63-FE3B-489F-8157-B35DC389D202}">
      <dgm:prSet/>
      <dgm:spPr/>
      <dgm:t>
        <a:bodyPr/>
        <a:lstStyle/>
        <a:p>
          <a:endParaRPr lang="es-PE" sz="2800"/>
        </a:p>
      </dgm:t>
    </dgm:pt>
    <dgm:pt modelId="{7FDFD418-5915-4C15-9810-1A6B63D9BDEE}">
      <dgm:prSet custT="1"/>
      <dgm:spPr/>
      <dgm:t>
        <a:bodyPr/>
        <a:lstStyle/>
        <a:p>
          <a:pPr rtl="0"/>
          <a:r>
            <a:rPr lang="es-MX" sz="2800" dirty="0"/>
            <a:t>Puede ser impracticable o imposible</a:t>
          </a:r>
          <a:endParaRPr lang="es-PE" sz="2800" dirty="0"/>
        </a:p>
      </dgm:t>
    </dgm:pt>
    <dgm:pt modelId="{282F5B01-9169-4456-9077-F1EE478AD991}" type="parTrans" cxnId="{62206806-69C7-462F-B8B1-031A17B47DD0}">
      <dgm:prSet/>
      <dgm:spPr/>
      <dgm:t>
        <a:bodyPr/>
        <a:lstStyle/>
        <a:p>
          <a:endParaRPr lang="es-PE" sz="2800"/>
        </a:p>
      </dgm:t>
    </dgm:pt>
    <dgm:pt modelId="{5C7FD108-19C7-48BA-9C19-748E554E8C70}" type="sibTrans" cxnId="{62206806-69C7-462F-B8B1-031A17B47DD0}">
      <dgm:prSet/>
      <dgm:spPr/>
      <dgm:t>
        <a:bodyPr/>
        <a:lstStyle/>
        <a:p>
          <a:endParaRPr lang="es-PE" sz="2800"/>
        </a:p>
      </dgm:t>
    </dgm:pt>
    <dgm:pt modelId="{67C8B80E-A997-472C-8570-BB50775EF1CE}">
      <dgm:prSet custT="1"/>
      <dgm:spPr>
        <a:solidFill>
          <a:srgbClr val="4472C4">
            <a:hueOff val="0"/>
            <a:satOff val="0"/>
            <a:lumOff val="0"/>
            <a:alphaOff val="0"/>
          </a:srgbClr>
        </a:solidFill>
        <a:ln w="12700" cap="flat" cmpd="sng" algn="ctr">
          <a:solidFill>
            <a:prstClr val="white">
              <a:hueOff val="0"/>
              <a:satOff val="0"/>
              <a:lumOff val="0"/>
              <a:alphaOff val="0"/>
            </a:prstClr>
          </a:solidFill>
          <a:prstDash val="solid"/>
          <a:miter lim="800000"/>
        </a:ln>
        <a:effectLst/>
      </dgm:spPr>
      <dgm:t>
        <a:bodyPr spcFirstLastPara="0" vert="horz" wrap="square" lIns="121920" tIns="60960" rIns="121920" bIns="60960" numCol="1" spcCol="1270" anchor="ctr" anchorCtr="0"/>
        <a:lstStyle/>
        <a:p>
          <a:pPr rtl="0"/>
          <a:r>
            <a:rPr lang="es-MX" sz="2800" kern="1200" dirty="0">
              <a:solidFill>
                <a:prstClr val="white"/>
              </a:solidFill>
              <a:latin typeface="Calibri" panose="020F0502020204030204"/>
              <a:ea typeface="+mn-ea"/>
              <a:cs typeface="+mn-cs"/>
            </a:rPr>
            <a:t>Estudio</a:t>
          </a:r>
          <a:r>
            <a:rPr lang="es-MX" sz="2800" kern="1200" dirty="0"/>
            <a:t> del modelo</a:t>
          </a:r>
          <a:endParaRPr lang="es-PE" sz="2800" kern="1200" dirty="0"/>
        </a:p>
      </dgm:t>
    </dgm:pt>
    <dgm:pt modelId="{E86C61E1-F511-46DD-9494-8F804EE3A9AB}" type="parTrans" cxnId="{E65E0A91-A8F7-4059-8928-92AACB843162}">
      <dgm:prSet/>
      <dgm:spPr/>
      <dgm:t>
        <a:bodyPr/>
        <a:lstStyle/>
        <a:p>
          <a:endParaRPr lang="es-PE" sz="2800"/>
        </a:p>
      </dgm:t>
    </dgm:pt>
    <dgm:pt modelId="{71006F8D-67EB-41CC-B013-F1D0F47ACB5C}" type="sibTrans" cxnId="{E65E0A91-A8F7-4059-8928-92AACB843162}">
      <dgm:prSet/>
      <dgm:spPr/>
      <dgm:t>
        <a:bodyPr/>
        <a:lstStyle/>
        <a:p>
          <a:endParaRPr lang="es-PE" sz="2800"/>
        </a:p>
      </dgm:t>
    </dgm:pt>
    <dgm:pt modelId="{97A3DA02-263D-4606-A091-FD524065F003}">
      <dgm:prSet custT="1"/>
      <dgm:spPr/>
      <dgm:t>
        <a:bodyPr/>
        <a:lstStyle/>
        <a:p>
          <a:pPr rtl="0"/>
          <a:r>
            <a:rPr lang="es-MX" sz="2800" dirty="0"/>
            <a:t>Debe referirse a la validez</a:t>
          </a:r>
          <a:endParaRPr lang="es-PE" sz="2800" dirty="0"/>
        </a:p>
      </dgm:t>
    </dgm:pt>
    <dgm:pt modelId="{0F6EA88A-3728-4112-AB4B-809F6510FFA7}" type="parTrans" cxnId="{9A5E5B54-EE1A-47F1-997F-A0196FD4B16D}">
      <dgm:prSet/>
      <dgm:spPr/>
      <dgm:t>
        <a:bodyPr/>
        <a:lstStyle/>
        <a:p>
          <a:endParaRPr lang="es-PE" sz="2800"/>
        </a:p>
      </dgm:t>
    </dgm:pt>
    <dgm:pt modelId="{A153A3ED-549D-44CB-97CE-4182A9FD6C33}" type="sibTrans" cxnId="{9A5E5B54-EE1A-47F1-997F-A0196FD4B16D}">
      <dgm:prSet/>
      <dgm:spPr/>
      <dgm:t>
        <a:bodyPr/>
        <a:lstStyle/>
        <a:p>
          <a:endParaRPr lang="es-PE" sz="2800"/>
        </a:p>
      </dgm:t>
    </dgm:pt>
    <dgm:pt modelId="{235D9BA8-8D65-4C71-962B-753EB45C8A00}">
      <dgm:prSet custT="1"/>
      <dgm:spPr/>
      <dgm:t>
        <a:bodyPr/>
        <a:lstStyle/>
        <a:p>
          <a:pPr rtl="0"/>
          <a:r>
            <a:rPr lang="es-MX" sz="2800"/>
            <a:t>Más fácil de trabajar con él</a:t>
          </a:r>
          <a:endParaRPr lang="es-PE" sz="2800"/>
        </a:p>
      </dgm:t>
    </dgm:pt>
    <dgm:pt modelId="{5D7D928B-1CA7-4B27-B641-1A5A746C4606}" type="parTrans" cxnId="{203A123C-666B-4EFF-B247-E32D0D2B82EA}">
      <dgm:prSet/>
      <dgm:spPr/>
      <dgm:t>
        <a:bodyPr/>
        <a:lstStyle/>
        <a:p>
          <a:endParaRPr lang="es-PE" sz="2800"/>
        </a:p>
      </dgm:t>
    </dgm:pt>
    <dgm:pt modelId="{45E8AE90-E7B8-4746-9B7A-B6B77E589C80}" type="sibTrans" cxnId="{203A123C-666B-4EFF-B247-E32D0D2B82EA}">
      <dgm:prSet/>
      <dgm:spPr/>
      <dgm:t>
        <a:bodyPr/>
        <a:lstStyle/>
        <a:p>
          <a:endParaRPr lang="es-PE" sz="2800"/>
        </a:p>
      </dgm:t>
    </dgm:pt>
    <dgm:pt modelId="{9EB496B2-281C-4F1F-96D2-E221111AB677}">
      <dgm:prSet custT="1"/>
      <dgm:spPr/>
      <dgm:t>
        <a:bodyPr/>
        <a:lstStyle/>
        <a:p>
          <a:pPr rtl="0"/>
          <a:r>
            <a:rPr lang="es-MX" sz="2800" dirty="0"/>
            <a:t>Puede ejercitarlo en más situaciones</a:t>
          </a:r>
          <a:endParaRPr lang="es-PE" sz="2800" dirty="0"/>
        </a:p>
      </dgm:t>
    </dgm:pt>
    <dgm:pt modelId="{D36642EA-E170-4CA0-BBE7-B9253FC13FE7}" type="parTrans" cxnId="{0015DD2A-82EC-4D8F-8AEB-C9AA53AA7683}">
      <dgm:prSet/>
      <dgm:spPr/>
      <dgm:t>
        <a:bodyPr/>
        <a:lstStyle/>
        <a:p>
          <a:endParaRPr lang="es-PE" sz="2800"/>
        </a:p>
      </dgm:t>
    </dgm:pt>
    <dgm:pt modelId="{07BE1A7A-7599-4DBB-88B5-4370BCF0E087}" type="sibTrans" cxnId="{0015DD2A-82EC-4D8F-8AEB-C9AA53AA7683}">
      <dgm:prSet/>
      <dgm:spPr/>
      <dgm:t>
        <a:bodyPr/>
        <a:lstStyle/>
        <a:p>
          <a:endParaRPr lang="es-PE" sz="2800"/>
        </a:p>
      </dgm:t>
    </dgm:pt>
    <dgm:pt modelId="{88E6A73A-EAEA-4679-ACD3-ECC65B48858E}" type="pres">
      <dgm:prSet presAssocID="{BD1C7939-305B-4178-99CD-BB72C8404BFD}" presName="Name0" presStyleCnt="0">
        <dgm:presLayoutVars>
          <dgm:dir/>
          <dgm:animLvl val="lvl"/>
          <dgm:resizeHandles val="exact"/>
        </dgm:presLayoutVars>
      </dgm:prSet>
      <dgm:spPr/>
    </dgm:pt>
    <dgm:pt modelId="{6A823AC7-8E4A-49E2-ADE5-0FD7A75EDD81}" type="pres">
      <dgm:prSet presAssocID="{D6018BF2-9916-49DC-927B-5E6AD53FBBD0}" presName="linNode" presStyleCnt="0"/>
      <dgm:spPr/>
    </dgm:pt>
    <dgm:pt modelId="{0214385F-0F3D-4A74-963D-723DE46BF5B5}" type="pres">
      <dgm:prSet presAssocID="{D6018BF2-9916-49DC-927B-5E6AD53FBBD0}" presName="parentText" presStyleLbl="node1" presStyleIdx="0" presStyleCnt="2" custScaleX="65607" custScaleY="57661">
        <dgm:presLayoutVars>
          <dgm:chMax val="1"/>
          <dgm:bulletEnabled val="1"/>
        </dgm:presLayoutVars>
      </dgm:prSet>
      <dgm:spPr/>
    </dgm:pt>
    <dgm:pt modelId="{E95663D2-79F7-4F0E-9198-92581A6DD54D}" type="pres">
      <dgm:prSet presAssocID="{D6018BF2-9916-49DC-927B-5E6AD53FBBD0}" presName="descendantText" presStyleLbl="alignAccFollowNode1" presStyleIdx="0" presStyleCnt="2" custScaleX="115858" custScaleY="72474" custLinFactNeighborX="0">
        <dgm:presLayoutVars>
          <dgm:bulletEnabled val="1"/>
        </dgm:presLayoutVars>
      </dgm:prSet>
      <dgm:spPr/>
    </dgm:pt>
    <dgm:pt modelId="{51FC92A1-68FC-43C7-BFB0-81E096F06BAD}" type="pres">
      <dgm:prSet presAssocID="{9C2CBBA9-745A-4F57-948F-E96B8EF8A5E7}" presName="sp" presStyleCnt="0"/>
      <dgm:spPr/>
    </dgm:pt>
    <dgm:pt modelId="{34CAEC53-27D6-4D17-8E1F-BC647B5F5B76}" type="pres">
      <dgm:prSet presAssocID="{67C8B80E-A997-472C-8570-BB50775EF1CE}" presName="linNode" presStyleCnt="0"/>
      <dgm:spPr/>
    </dgm:pt>
    <dgm:pt modelId="{8C0DAFA6-655F-47F5-999A-1729F7C3E2A1}" type="pres">
      <dgm:prSet presAssocID="{67C8B80E-A997-472C-8570-BB50775EF1CE}" presName="parentText" presStyleLbl="node1" presStyleIdx="1" presStyleCnt="2" custScaleX="65010" custScaleY="66138" custLinFactNeighborX="-721" custLinFactNeighborY="1844">
        <dgm:presLayoutVars>
          <dgm:chMax val="1"/>
          <dgm:bulletEnabled val="1"/>
        </dgm:presLayoutVars>
      </dgm:prSet>
      <dgm:spPr>
        <a:xfrm>
          <a:off x="96896" y="1720533"/>
          <a:ext cx="2126282" cy="2730214"/>
        </a:xfrm>
        <a:prstGeom prst="roundRect">
          <a:avLst/>
        </a:prstGeom>
      </dgm:spPr>
    </dgm:pt>
    <dgm:pt modelId="{4ED22DD5-FF89-473D-81E3-77294D04788D}" type="pres">
      <dgm:prSet presAssocID="{67C8B80E-A997-472C-8570-BB50775EF1CE}" presName="descendantText" presStyleLbl="alignAccFollowNode1" presStyleIdx="1" presStyleCnt="2" custScaleX="116349" custScaleY="79736">
        <dgm:presLayoutVars>
          <dgm:bulletEnabled val="1"/>
        </dgm:presLayoutVars>
      </dgm:prSet>
      <dgm:spPr/>
    </dgm:pt>
  </dgm:ptLst>
  <dgm:cxnLst>
    <dgm:cxn modelId="{A88DF704-E02B-417A-BFDE-8BB2E671E45D}" type="presOf" srcId="{67C8B80E-A997-472C-8570-BB50775EF1CE}" destId="{8C0DAFA6-655F-47F5-999A-1729F7C3E2A1}" srcOrd="0" destOrd="0" presId="urn:microsoft.com/office/officeart/2005/8/layout/vList5"/>
    <dgm:cxn modelId="{62206806-69C7-462F-B8B1-031A17B47DD0}" srcId="{D6018BF2-9916-49DC-927B-5E6AD53FBBD0}" destId="{7FDFD418-5915-4C15-9810-1A6B63D9BDEE}" srcOrd="1" destOrd="0" parTransId="{282F5B01-9169-4456-9077-F1EE478AD991}" sibTransId="{5C7FD108-19C7-48BA-9C19-748E554E8C70}"/>
    <dgm:cxn modelId="{2F9F9C07-E6A8-4066-B5F6-7B00EA48B6C7}" type="presOf" srcId="{BD1C7939-305B-4178-99CD-BB72C8404BFD}" destId="{88E6A73A-EAEA-4679-ACD3-ECC65B48858E}" srcOrd="0" destOrd="0" presId="urn:microsoft.com/office/officeart/2005/8/layout/vList5"/>
    <dgm:cxn modelId="{0015DD2A-82EC-4D8F-8AEB-C9AA53AA7683}" srcId="{67C8B80E-A997-472C-8570-BB50775EF1CE}" destId="{9EB496B2-281C-4F1F-96D2-E221111AB677}" srcOrd="2" destOrd="0" parTransId="{D36642EA-E170-4CA0-BBE7-B9253FC13FE7}" sibTransId="{07BE1A7A-7599-4DBB-88B5-4370BCF0E087}"/>
    <dgm:cxn modelId="{EA621C3B-077B-4426-A35E-638EDE52972C}" srcId="{BD1C7939-305B-4178-99CD-BB72C8404BFD}" destId="{D6018BF2-9916-49DC-927B-5E6AD53FBBD0}" srcOrd="0" destOrd="0" parTransId="{BD4A7E79-8829-4EE3-928F-D1AA7E6570C4}" sibTransId="{9C2CBBA9-745A-4F57-948F-E96B8EF8A5E7}"/>
    <dgm:cxn modelId="{203A123C-666B-4EFF-B247-E32D0D2B82EA}" srcId="{67C8B80E-A997-472C-8570-BB50775EF1CE}" destId="{235D9BA8-8D65-4C71-962B-753EB45C8A00}" srcOrd="1" destOrd="0" parTransId="{5D7D928B-1CA7-4B27-B641-1A5A746C4606}" sibTransId="{45E8AE90-E7B8-4746-9B7A-B6B77E589C80}"/>
    <dgm:cxn modelId="{3B26165D-579B-42D8-84CE-82CFABC713B4}" type="presOf" srcId="{235D9BA8-8D65-4C71-962B-753EB45C8A00}" destId="{4ED22DD5-FF89-473D-81E3-77294D04788D}" srcOrd="0" destOrd="1" presId="urn:microsoft.com/office/officeart/2005/8/layout/vList5"/>
    <dgm:cxn modelId="{9CB5ED63-FE3B-489F-8157-B35DC389D202}" srcId="{D6018BF2-9916-49DC-927B-5E6AD53FBBD0}" destId="{5794CDD8-891C-4D21-95A1-48A5EFDD6B11}" srcOrd="0" destOrd="0" parTransId="{FD9905FB-F785-4CB5-8F59-50F4DEF0C509}" sibTransId="{0C2C66E5-8D6A-4FA7-9125-8A9ED40C0475}"/>
    <dgm:cxn modelId="{9A5E5B54-EE1A-47F1-997F-A0196FD4B16D}" srcId="{67C8B80E-A997-472C-8570-BB50775EF1CE}" destId="{97A3DA02-263D-4606-A091-FD524065F003}" srcOrd="0" destOrd="0" parTransId="{0F6EA88A-3728-4112-AB4B-809F6510FFA7}" sibTransId="{A153A3ED-549D-44CB-97CE-4182A9FD6C33}"/>
    <dgm:cxn modelId="{E65E0A91-A8F7-4059-8928-92AACB843162}" srcId="{BD1C7939-305B-4178-99CD-BB72C8404BFD}" destId="{67C8B80E-A997-472C-8570-BB50775EF1CE}" srcOrd="1" destOrd="0" parTransId="{E86C61E1-F511-46DD-9494-8F804EE3A9AB}" sibTransId="{71006F8D-67EB-41CC-B013-F1D0F47ACB5C}"/>
    <dgm:cxn modelId="{AD3E60D2-9778-4C72-A64A-5C7460123406}" type="presOf" srcId="{7FDFD418-5915-4C15-9810-1A6B63D9BDEE}" destId="{E95663D2-79F7-4F0E-9198-92581A6DD54D}" srcOrd="0" destOrd="1" presId="urn:microsoft.com/office/officeart/2005/8/layout/vList5"/>
    <dgm:cxn modelId="{148669D7-F2C2-4F54-A402-50D94EBED206}" type="presOf" srcId="{5794CDD8-891C-4D21-95A1-48A5EFDD6B11}" destId="{E95663D2-79F7-4F0E-9198-92581A6DD54D}" srcOrd="0" destOrd="0" presId="urn:microsoft.com/office/officeart/2005/8/layout/vList5"/>
    <dgm:cxn modelId="{9F12B4E9-08EB-46B7-91F5-61416BB24D22}" type="presOf" srcId="{D6018BF2-9916-49DC-927B-5E6AD53FBBD0}" destId="{0214385F-0F3D-4A74-963D-723DE46BF5B5}" srcOrd="0" destOrd="0" presId="urn:microsoft.com/office/officeart/2005/8/layout/vList5"/>
    <dgm:cxn modelId="{B46054EA-4304-43C1-864F-FE775130E22C}" type="presOf" srcId="{97A3DA02-263D-4606-A091-FD524065F003}" destId="{4ED22DD5-FF89-473D-81E3-77294D04788D}" srcOrd="0" destOrd="0" presId="urn:microsoft.com/office/officeart/2005/8/layout/vList5"/>
    <dgm:cxn modelId="{6C2BD5FE-8AE9-48C3-B0E6-E3C7B6430072}" type="presOf" srcId="{9EB496B2-281C-4F1F-96D2-E221111AB677}" destId="{4ED22DD5-FF89-473D-81E3-77294D04788D}" srcOrd="0" destOrd="2" presId="urn:microsoft.com/office/officeart/2005/8/layout/vList5"/>
    <dgm:cxn modelId="{531114C3-B464-47D3-AB52-59E8A7308CE7}" type="presParOf" srcId="{88E6A73A-EAEA-4679-ACD3-ECC65B48858E}" destId="{6A823AC7-8E4A-49E2-ADE5-0FD7A75EDD81}" srcOrd="0" destOrd="0" presId="urn:microsoft.com/office/officeart/2005/8/layout/vList5"/>
    <dgm:cxn modelId="{1BA414BC-52DE-467C-B10C-2FD37C5E4CC7}" type="presParOf" srcId="{6A823AC7-8E4A-49E2-ADE5-0FD7A75EDD81}" destId="{0214385F-0F3D-4A74-963D-723DE46BF5B5}" srcOrd="0" destOrd="0" presId="urn:microsoft.com/office/officeart/2005/8/layout/vList5"/>
    <dgm:cxn modelId="{639EFF95-A643-4F68-ABF9-79AA9EF40C84}" type="presParOf" srcId="{6A823AC7-8E4A-49E2-ADE5-0FD7A75EDD81}" destId="{E95663D2-79F7-4F0E-9198-92581A6DD54D}" srcOrd="1" destOrd="0" presId="urn:microsoft.com/office/officeart/2005/8/layout/vList5"/>
    <dgm:cxn modelId="{65E140A6-ACEF-4A03-8253-39663D383D64}" type="presParOf" srcId="{88E6A73A-EAEA-4679-ACD3-ECC65B48858E}" destId="{51FC92A1-68FC-43C7-BFB0-81E096F06BAD}" srcOrd="1" destOrd="0" presId="urn:microsoft.com/office/officeart/2005/8/layout/vList5"/>
    <dgm:cxn modelId="{E5C665FA-B0B4-48BB-9A0B-E8D58BD6E823}" type="presParOf" srcId="{88E6A73A-EAEA-4679-ACD3-ECC65B48858E}" destId="{34CAEC53-27D6-4D17-8E1F-BC647B5F5B76}" srcOrd="2" destOrd="0" presId="urn:microsoft.com/office/officeart/2005/8/layout/vList5"/>
    <dgm:cxn modelId="{2A68C3BA-EDB5-41E9-849A-2937160116C4}" type="presParOf" srcId="{34CAEC53-27D6-4D17-8E1F-BC647B5F5B76}" destId="{8C0DAFA6-655F-47F5-999A-1729F7C3E2A1}" srcOrd="0" destOrd="0" presId="urn:microsoft.com/office/officeart/2005/8/layout/vList5"/>
    <dgm:cxn modelId="{D2966387-4C0F-419C-A00C-7C974E400708}" type="presParOf" srcId="{34CAEC53-27D6-4D17-8E1F-BC647B5F5B76}" destId="{4ED22DD5-FF89-473D-81E3-77294D04788D}"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D3D179A9-6153-47D3-850B-8387D9DC43AD}"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s-PE"/>
        </a:p>
      </dgm:t>
    </dgm:pt>
    <dgm:pt modelId="{D4B91E08-05BA-4D2D-B48C-C2CF4E7C00B4}">
      <dgm:prSet custT="1"/>
      <dgm:spPr/>
      <dgm:t>
        <a:bodyPr/>
        <a:lstStyle/>
        <a:p>
          <a:r>
            <a:rPr lang="es-ES_tradnl" sz="2800" dirty="0"/>
            <a:t>Modelo </a:t>
          </a:r>
          <a:endParaRPr lang="es-PE" sz="2800" dirty="0"/>
        </a:p>
      </dgm:t>
    </dgm:pt>
    <dgm:pt modelId="{D7A1F1A7-2A08-4575-B105-3392A182FCA0}" type="parTrans" cxnId="{2D05ABC1-7DE6-4E2E-A25E-234D32729707}">
      <dgm:prSet/>
      <dgm:spPr/>
      <dgm:t>
        <a:bodyPr/>
        <a:lstStyle/>
        <a:p>
          <a:endParaRPr lang="es-PE"/>
        </a:p>
      </dgm:t>
    </dgm:pt>
    <dgm:pt modelId="{5859BA5A-4001-48A5-9BB4-3ECC3A090B17}" type="sibTrans" cxnId="{2D05ABC1-7DE6-4E2E-A25E-234D32729707}">
      <dgm:prSet/>
      <dgm:spPr/>
      <dgm:t>
        <a:bodyPr/>
        <a:lstStyle/>
        <a:p>
          <a:endParaRPr lang="es-PE"/>
        </a:p>
      </dgm:t>
    </dgm:pt>
    <dgm:pt modelId="{565BD23D-A842-46B5-9CD2-C25D031255E9}">
      <dgm:prSet custT="1"/>
      <dgm:spPr/>
      <dgm:t>
        <a:bodyPr/>
        <a:lstStyle/>
        <a:p>
          <a:r>
            <a:rPr lang="es-ES_tradnl" sz="2800" dirty="0"/>
            <a:t>Es una representación simplificada de la realidad de un SISTEMA</a:t>
          </a:r>
          <a:endParaRPr lang="es-PE" sz="2800" dirty="0"/>
        </a:p>
      </dgm:t>
    </dgm:pt>
    <dgm:pt modelId="{279EC247-84A8-4FB4-8531-4074A2CFA9A7}" type="parTrans" cxnId="{8F534809-CCBE-4020-A812-D2ED55D95E75}">
      <dgm:prSet/>
      <dgm:spPr/>
      <dgm:t>
        <a:bodyPr/>
        <a:lstStyle/>
        <a:p>
          <a:endParaRPr lang="es-PE"/>
        </a:p>
      </dgm:t>
    </dgm:pt>
    <dgm:pt modelId="{C8EBAA81-3540-43F2-9246-285200F281B2}" type="sibTrans" cxnId="{8F534809-CCBE-4020-A812-D2ED55D95E75}">
      <dgm:prSet/>
      <dgm:spPr/>
      <dgm:t>
        <a:bodyPr/>
        <a:lstStyle/>
        <a:p>
          <a:endParaRPr lang="es-PE"/>
        </a:p>
      </dgm:t>
    </dgm:pt>
    <dgm:pt modelId="{CFD86BEB-752F-46DF-95B7-4F59CBB610E3}" type="pres">
      <dgm:prSet presAssocID="{D3D179A9-6153-47D3-850B-8387D9DC43AD}" presName="Name0" presStyleCnt="0">
        <dgm:presLayoutVars>
          <dgm:dir/>
          <dgm:animLvl val="lvl"/>
          <dgm:resizeHandles val="exact"/>
        </dgm:presLayoutVars>
      </dgm:prSet>
      <dgm:spPr/>
    </dgm:pt>
    <dgm:pt modelId="{A40ADFE7-3579-497A-A685-DC33D480B2EA}" type="pres">
      <dgm:prSet presAssocID="{D4B91E08-05BA-4D2D-B48C-C2CF4E7C00B4}" presName="linNode" presStyleCnt="0"/>
      <dgm:spPr/>
    </dgm:pt>
    <dgm:pt modelId="{BCB7BCEE-1E8D-48FA-B0AA-049B95E30DB7}" type="pres">
      <dgm:prSet presAssocID="{D4B91E08-05BA-4D2D-B48C-C2CF4E7C00B4}" presName="parentText" presStyleLbl="node1" presStyleIdx="0" presStyleCnt="1" custScaleX="69080" custScaleY="78603" custLinFactNeighborX="-437" custLinFactNeighborY="-27">
        <dgm:presLayoutVars>
          <dgm:chMax val="1"/>
          <dgm:bulletEnabled val="1"/>
        </dgm:presLayoutVars>
      </dgm:prSet>
      <dgm:spPr/>
    </dgm:pt>
    <dgm:pt modelId="{95EAACC5-EEF3-403E-9B39-BA1932AD8BFE}" type="pres">
      <dgm:prSet presAssocID="{D4B91E08-05BA-4D2D-B48C-C2CF4E7C00B4}" presName="descendantText" presStyleLbl="alignAccFollowNode1" presStyleIdx="0" presStyleCnt="1" custScaleX="115278" custScaleY="89641" custLinFactNeighborX="9916" custLinFactNeighborY="766">
        <dgm:presLayoutVars>
          <dgm:bulletEnabled val="1"/>
        </dgm:presLayoutVars>
      </dgm:prSet>
      <dgm:spPr/>
    </dgm:pt>
  </dgm:ptLst>
  <dgm:cxnLst>
    <dgm:cxn modelId="{8F534809-CCBE-4020-A812-D2ED55D95E75}" srcId="{D4B91E08-05BA-4D2D-B48C-C2CF4E7C00B4}" destId="{565BD23D-A842-46B5-9CD2-C25D031255E9}" srcOrd="0" destOrd="0" parTransId="{279EC247-84A8-4FB4-8531-4074A2CFA9A7}" sibTransId="{C8EBAA81-3540-43F2-9246-285200F281B2}"/>
    <dgm:cxn modelId="{7F7C6626-00FD-45BE-AD36-FB4B5347B9CF}" type="presOf" srcId="{565BD23D-A842-46B5-9CD2-C25D031255E9}" destId="{95EAACC5-EEF3-403E-9B39-BA1932AD8BFE}" srcOrd="0" destOrd="0" presId="urn:microsoft.com/office/officeart/2005/8/layout/vList5"/>
    <dgm:cxn modelId="{6EF92335-3217-40FE-A202-BC0C89263ACE}" type="presOf" srcId="{D4B91E08-05BA-4D2D-B48C-C2CF4E7C00B4}" destId="{BCB7BCEE-1E8D-48FA-B0AA-049B95E30DB7}" srcOrd="0" destOrd="0" presId="urn:microsoft.com/office/officeart/2005/8/layout/vList5"/>
    <dgm:cxn modelId="{09922A55-A2AD-4046-84DF-80DB3FADA42A}" type="presOf" srcId="{D3D179A9-6153-47D3-850B-8387D9DC43AD}" destId="{CFD86BEB-752F-46DF-95B7-4F59CBB610E3}" srcOrd="0" destOrd="0" presId="urn:microsoft.com/office/officeart/2005/8/layout/vList5"/>
    <dgm:cxn modelId="{2D05ABC1-7DE6-4E2E-A25E-234D32729707}" srcId="{D3D179A9-6153-47D3-850B-8387D9DC43AD}" destId="{D4B91E08-05BA-4D2D-B48C-C2CF4E7C00B4}" srcOrd="0" destOrd="0" parTransId="{D7A1F1A7-2A08-4575-B105-3392A182FCA0}" sibTransId="{5859BA5A-4001-48A5-9BB4-3ECC3A090B17}"/>
    <dgm:cxn modelId="{D48802D1-1FCE-4C62-ABC0-1743E0A4AC26}" type="presParOf" srcId="{CFD86BEB-752F-46DF-95B7-4F59CBB610E3}" destId="{A40ADFE7-3579-497A-A685-DC33D480B2EA}" srcOrd="0" destOrd="0" presId="urn:microsoft.com/office/officeart/2005/8/layout/vList5"/>
    <dgm:cxn modelId="{1965350A-51E7-48F7-9D58-81616537E39D}" type="presParOf" srcId="{A40ADFE7-3579-497A-A685-DC33D480B2EA}" destId="{BCB7BCEE-1E8D-48FA-B0AA-049B95E30DB7}" srcOrd="0" destOrd="0" presId="urn:microsoft.com/office/officeart/2005/8/layout/vList5"/>
    <dgm:cxn modelId="{8494D35A-011C-4070-B7CE-82E63506691E}" type="presParOf" srcId="{A40ADFE7-3579-497A-A685-DC33D480B2EA}" destId="{95EAACC5-EEF3-403E-9B39-BA1932AD8BFE}"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259D3FC4-146C-4D57-A96B-A997F67E78B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PE"/>
        </a:p>
      </dgm:t>
    </dgm:pt>
    <dgm:pt modelId="{7A4E0F85-2B9B-4E9A-8260-306A743D692F}">
      <dgm:prSet custT="1">
        <dgm:style>
          <a:lnRef idx="2">
            <a:scrgbClr r="0" g="0" b="0"/>
          </a:lnRef>
          <a:fillRef idx="1">
            <a:scrgbClr r="0" g="0" b="0"/>
          </a:fillRef>
          <a:effectRef idx="0">
            <a:scrgbClr r="0" g="0" b="0"/>
          </a:effectRef>
          <a:fontRef idx="minor">
            <a:schemeClr val="dk1">
              <a:hueOff val="0"/>
              <a:satOff val="0"/>
              <a:lumOff val="0"/>
              <a:alphaOff val="0"/>
            </a:schemeClr>
          </a:fontRef>
        </dgm:style>
      </dgm:prSet>
      <dgm:spPr>
        <a:solidFill>
          <a:srgbClr val="4472C4">
            <a:alpha val="90000"/>
            <a:tint val="40000"/>
            <a:hueOff val="0"/>
            <a:satOff val="0"/>
            <a:lumOff val="0"/>
            <a:alphaOff val="0"/>
          </a:srgbClr>
        </a:solidFill>
        <a:ln w="12700" cap="flat" cmpd="sng" algn="ctr">
          <a:solidFill>
            <a:srgbClr val="4472C4">
              <a:alpha val="90000"/>
              <a:tint val="40000"/>
              <a:hueOff val="0"/>
              <a:satOff val="0"/>
              <a:lumOff val="0"/>
              <a:alphaOff val="0"/>
            </a:srgbClr>
          </a:solidFill>
          <a:prstDash val="solid"/>
          <a:miter lim="800000"/>
        </a:ln>
        <a:effectLst/>
      </dgm:spPr>
      <dgm:t>
        <a:bodyPr spcFirstLastPara="0" vert="horz" wrap="square" lIns="114300" tIns="57150" rIns="114300" bIns="57150" numCol="1" spcCol="1270" anchor="ctr" anchorCtr="0"/>
        <a:lstStyle/>
        <a:p>
          <a:pPr algn="just" rtl="0"/>
          <a:r>
            <a:rPr lang="es-ES" sz="2800" kern="1200" dirty="0">
              <a:solidFill>
                <a:schemeClr val="dk1">
                  <a:hueOff val="0"/>
                  <a:satOff val="0"/>
                  <a:lumOff val="0"/>
                  <a:alphaOff val="0"/>
                </a:schemeClr>
              </a:solidFill>
              <a:latin typeface="+mn-lt"/>
              <a:ea typeface="+mn-ea"/>
              <a:cs typeface="+mn-cs"/>
            </a:rPr>
            <a:t>Es una construcción matemática abstracta y simplificada relacionada con una parte </a:t>
          </a:r>
          <a:r>
            <a:rPr lang="es-MX" sz="2800" kern="1200" dirty="0">
              <a:solidFill>
                <a:schemeClr val="dk1">
                  <a:hueOff val="0"/>
                  <a:satOff val="0"/>
                  <a:lumOff val="0"/>
                  <a:alphaOff val="0"/>
                </a:schemeClr>
              </a:solidFill>
              <a:latin typeface="+mn-lt"/>
              <a:ea typeface="+mn-ea"/>
              <a:cs typeface="+mn-cs"/>
            </a:rPr>
            <a:t>del sistema </a:t>
          </a:r>
          <a:r>
            <a:rPr lang="es-ES" sz="2800" kern="1200" dirty="0">
              <a:solidFill>
                <a:schemeClr val="dk1">
                  <a:hueOff val="0"/>
                  <a:satOff val="0"/>
                  <a:lumOff val="0"/>
                  <a:alphaOff val="0"/>
                </a:schemeClr>
              </a:solidFill>
              <a:latin typeface="+mn-lt"/>
              <a:ea typeface="+mn-ea"/>
              <a:cs typeface="+mn-cs"/>
            </a:rPr>
            <a:t>con el propósito </a:t>
          </a:r>
          <a:r>
            <a:rPr lang="es-ES_tradnl" sz="2800" kern="1200" dirty="0">
              <a:solidFill>
                <a:schemeClr val="dk1">
                  <a:hueOff val="0"/>
                  <a:satOff val="0"/>
                  <a:lumOff val="0"/>
                  <a:alphaOff val="0"/>
                </a:schemeClr>
              </a:solidFill>
              <a:latin typeface="+mn-lt"/>
              <a:ea typeface="+mn-ea"/>
              <a:cs typeface="+mn-cs"/>
            </a:rPr>
            <a:t>de estudiar, </a:t>
          </a:r>
          <a:r>
            <a:rPr lang="es-ES" sz="2800" kern="1200" dirty="0">
              <a:solidFill>
                <a:schemeClr val="dk1">
                  <a:hueOff val="0"/>
                  <a:satOff val="0"/>
                  <a:lumOff val="0"/>
                  <a:alphaOff val="0"/>
                </a:schemeClr>
              </a:solidFill>
              <a:latin typeface="+mn-lt"/>
              <a:ea typeface="+mn-ea"/>
              <a:cs typeface="+mn-cs"/>
            </a:rPr>
            <a:t>entender y mejorar dicho</a:t>
          </a:r>
          <a:r>
            <a:rPr lang="es-ES_tradnl" sz="2800" kern="1200" dirty="0">
              <a:solidFill>
                <a:schemeClr val="dk1">
                  <a:hueOff val="0"/>
                  <a:satOff val="0"/>
                  <a:lumOff val="0"/>
                  <a:alphaOff val="0"/>
                </a:schemeClr>
              </a:solidFill>
              <a:latin typeface="+mn-lt"/>
              <a:ea typeface="+mn-ea"/>
              <a:cs typeface="+mn-cs"/>
            </a:rPr>
            <a:t> sistema</a:t>
          </a:r>
          <a:r>
            <a:rPr lang="es-ES" sz="2800" kern="1200" dirty="0">
              <a:solidFill>
                <a:schemeClr val="dk1">
                  <a:hueOff val="0"/>
                  <a:satOff val="0"/>
                  <a:lumOff val="0"/>
                  <a:alphaOff val="0"/>
                </a:schemeClr>
              </a:solidFill>
              <a:latin typeface="+mn-lt"/>
              <a:ea typeface="+mn-ea"/>
              <a:cs typeface="+mn-cs"/>
            </a:rPr>
            <a:t>. </a:t>
          </a:r>
          <a:endParaRPr lang="es-PE" sz="2800" kern="1200" dirty="0">
            <a:solidFill>
              <a:schemeClr val="dk1">
                <a:hueOff val="0"/>
                <a:satOff val="0"/>
                <a:lumOff val="0"/>
                <a:alphaOff val="0"/>
              </a:schemeClr>
            </a:solidFill>
            <a:latin typeface="+mn-lt"/>
            <a:ea typeface="+mn-ea"/>
            <a:cs typeface="+mn-cs"/>
          </a:endParaRPr>
        </a:p>
      </dgm:t>
    </dgm:pt>
    <dgm:pt modelId="{C4628AEE-8CB6-44DB-A511-C4CD7083CE67}" type="parTrans" cxnId="{3BC05B63-99A1-4203-A082-404B4CCF558E}">
      <dgm:prSet/>
      <dgm:spPr/>
      <dgm:t>
        <a:bodyPr/>
        <a:lstStyle/>
        <a:p>
          <a:pPr algn="just"/>
          <a:endParaRPr lang="es-PE" sz="2800">
            <a:latin typeface="Arial Narrow" panose="020B0606020202030204" pitchFamily="34" charset="0"/>
          </a:endParaRPr>
        </a:p>
      </dgm:t>
    </dgm:pt>
    <dgm:pt modelId="{57EAA60F-0975-42AB-AD3F-B5F452EA6750}" type="sibTrans" cxnId="{3BC05B63-99A1-4203-A082-404B4CCF558E}">
      <dgm:prSet/>
      <dgm:spPr/>
      <dgm:t>
        <a:bodyPr/>
        <a:lstStyle/>
        <a:p>
          <a:pPr algn="just"/>
          <a:endParaRPr lang="es-PE" sz="2800">
            <a:latin typeface="Arial Narrow" panose="020B0606020202030204" pitchFamily="34" charset="0"/>
          </a:endParaRPr>
        </a:p>
      </dgm:t>
    </dgm:pt>
    <dgm:pt modelId="{A7C39711-EFCE-45F4-8658-A5CA0581D0F0}" type="pres">
      <dgm:prSet presAssocID="{259D3FC4-146C-4D57-A96B-A997F67E78BC}" presName="linear" presStyleCnt="0">
        <dgm:presLayoutVars>
          <dgm:animLvl val="lvl"/>
          <dgm:resizeHandles val="exact"/>
        </dgm:presLayoutVars>
      </dgm:prSet>
      <dgm:spPr/>
    </dgm:pt>
    <dgm:pt modelId="{A898AC85-50D6-4A20-87EB-F6A65F90F3B3}" type="pres">
      <dgm:prSet presAssocID="{7A4E0F85-2B9B-4E9A-8260-306A743D692F}" presName="parentText" presStyleLbl="node1" presStyleIdx="0" presStyleCnt="1" custScaleY="790323">
        <dgm:presLayoutVars>
          <dgm:chMax val="0"/>
          <dgm:bulletEnabled val="1"/>
        </dgm:presLayoutVars>
      </dgm:prSet>
      <dgm:spPr>
        <a:xfrm>
          <a:off x="0" y="121"/>
          <a:ext cx="6528816" cy="1386038"/>
        </a:xfrm>
        <a:prstGeom prst="roundRect">
          <a:avLst/>
        </a:prstGeom>
      </dgm:spPr>
    </dgm:pt>
  </dgm:ptLst>
  <dgm:cxnLst>
    <dgm:cxn modelId="{3BC05B63-99A1-4203-A082-404B4CCF558E}" srcId="{259D3FC4-146C-4D57-A96B-A997F67E78BC}" destId="{7A4E0F85-2B9B-4E9A-8260-306A743D692F}" srcOrd="0" destOrd="0" parTransId="{C4628AEE-8CB6-44DB-A511-C4CD7083CE67}" sibTransId="{57EAA60F-0975-42AB-AD3F-B5F452EA6750}"/>
    <dgm:cxn modelId="{3BFDAD95-6CED-41A6-98F6-CB44A8E61A15}" type="presOf" srcId="{7A4E0F85-2B9B-4E9A-8260-306A743D692F}" destId="{A898AC85-50D6-4A20-87EB-F6A65F90F3B3}" srcOrd="0" destOrd="0" presId="urn:microsoft.com/office/officeart/2005/8/layout/vList2"/>
    <dgm:cxn modelId="{C4753CDF-A7C5-454A-910E-40240A215641}" type="presOf" srcId="{259D3FC4-146C-4D57-A96B-A997F67E78BC}" destId="{A7C39711-EFCE-45F4-8658-A5CA0581D0F0}" srcOrd="0" destOrd="0" presId="urn:microsoft.com/office/officeart/2005/8/layout/vList2"/>
    <dgm:cxn modelId="{E0DADBD6-7035-443B-AC8F-9DA8F92839C5}" type="presParOf" srcId="{A7C39711-EFCE-45F4-8658-A5CA0581D0F0}" destId="{A898AC85-50D6-4A20-87EB-F6A65F90F3B3}"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26263B28-C920-426E-8DC8-66AA56EA1E3B}"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s-PE"/>
        </a:p>
      </dgm:t>
    </dgm:pt>
    <dgm:pt modelId="{28DEE7A4-B6F6-40A3-A62E-6A476419DC55}">
      <dgm:prSet custT="1"/>
      <dgm:spPr/>
      <dgm:t>
        <a:bodyPr/>
        <a:lstStyle/>
        <a:p>
          <a:r>
            <a:rPr lang="es-ES_tradnl" sz="4000" dirty="0"/>
            <a:t>Es una ciencia, porque</a:t>
          </a:r>
          <a:endParaRPr lang="es-PE" sz="4000" dirty="0"/>
        </a:p>
      </dgm:t>
    </dgm:pt>
    <dgm:pt modelId="{69D740F5-E619-4B4E-95D1-513ADE0306FC}" type="parTrans" cxnId="{D1FEE006-577D-413C-89A9-D3D613E8DE2C}">
      <dgm:prSet/>
      <dgm:spPr/>
      <dgm:t>
        <a:bodyPr/>
        <a:lstStyle/>
        <a:p>
          <a:endParaRPr lang="es-PE"/>
        </a:p>
      </dgm:t>
    </dgm:pt>
    <dgm:pt modelId="{FDFA9935-BBFA-44D9-8468-A59CAC84386F}" type="sibTrans" cxnId="{D1FEE006-577D-413C-89A9-D3D613E8DE2C}">
      <dgm:prSet/>
      <dgm:spPr/>
      <dgm:t>
        <a:bodyPr/>
        <a:lstStyle/>
        <a:p>
          <a:endParaRPr lang="es-PE"/>
        </a:p>
      </dgm:t>
    </dgm:pt>
    <dgm:pt modelId="{D2EB9474-C95B-4E4D-8711-8279B00E2AE3}">
      <dgm:prSet custT="1"/>
      <dgm:spPr/>
      <dgm:t>
        <a:bodyPr/>
        <a:lstStyle/>
        <a:p>
          <a:r>
            <a:rPr lang="es-ES_tradnl" sz="2800" dirty="0"/>
            <a:t>Realiza un análisis de las relaciones y aplica algoritmos de solución.</a:t>
          </a:r>
          <a:endParaRPr lang="es-PE" sz="2800" dirty="0"/>
        </a:p>
      </dgm:t>
    </dgm:pt>
    <dgm:pt modelId="{C29BF84E-581D-4796-AB0B-3FBBE4824BCD}" type="parTrans" cxnId="{E6E3393A-72EA-48C0-B5E9-1262A000B488}">
      <dgm:prSet/>
      <dgm:spPr/>
      <dgm:t>
        <a:bodyPr/>
        <a:lstStyle/>
        <a:p>
          <a:endParaRPr lang="es-PE"/>
        </a:p>
      </dgm:t>
    </dgm:pt>
    <dgm:pt modelId="{228A68FF-C5E4-4323-9B01-E99D720D0970}" type="sibTrans" cxnId="{E6E3393A-72EA-48C0-B5E9-1262A000B488}">
      <dgm:prSet/>
      <dgm:spPr/>
      <dgm:t>
        <a:bodyPr/>
        <a:lstStyle/>
        <a:p>
          <a:endParaRPr lang="es-PE"/>
        </a:p>
      </dgm:t>
    </dgm:pt>
    <dgm:pt modelId="{FE953745-CAC1-4AE0-889F-A29E7F8FA64D}" type="pres">
      <dgm:prSet presAssocID="{26263B28-C920-426E-8DC8-66AA56EA1E3B}" presName="Name0" presStyleCnt="0">
        <dgm:presLayoutVars>
          <dgm:dir/>
          <dgm:animLvl val="lvl"/>
          <dgm:resizeHandles val="exact"/>
        </dgm:presLayoutVars>
      </dgm:prSet>
      <dgm:spPr/>
    </dgm:pt>
    <dgm:pt modelId="{A5711CF8-6C3D-4635-996E-06771A074F36}" type="pres">
      <dgm:prSet presAssocID="{28DEE7A4-B6F6-40A3-A62E-6A476419DC55}" presName="linNode" presStyleCnt="0"/>
      <dgm:spPr/>
    </dgm:pt>
    <dgm:pt modelId="{EB7A7C60-B9A4-4C21-9C62-B05BBE679621}" type="pres">
      <dgm:prSet presAssocID="{28DEE7A4-B6F6-40A3-A62E-6A476419DC55}" presName="parentText" presStyleLbl="node1" presStyleIdx="0" presStyleCnt="1" custScaleX="88200" custScaleY="75696">
        <dgm:presLayoutVars>
          <dgm:chMax val="1"/>
          <dgm:bulletEnabled val="1"/>
        </dgm:presLayoutVars>
      </dgm:prSet>
      <dgm:spPr/>
    </dgm:pt>
    <dgm:pt modelId="{0427CB13-251F-41FB-8B5D-1D8E87BB7F35}" type="pres">
      <dgm:prSet presAssocID="{28DEE7A4-B6F6-40A3-A62E-6A476419DC55}" presName="descendantText" presStyleLbl="alignAccFollowNode1" presStyleIdx="0" presStyleCnt="1" custScaleX="103031" custScaleY="78381" custLinFactNeighborX="0" custLinFactNeighborY="0">
        <dgm:presLayoutVars>
          <dgm:bulletEnabled val="1"/>
        </dgm:presLayoutVars>
      </dgm:prSet>
      <dgm:spPr/>
    </dgm:pt>
  </dgm:ptLst>
  <dgm:cxnLst>
    <dgm:cxn modelId="{D1FEE006-577D-413C-89A9-D3D613E8DE2C}" srcId="{26263B28-C920-426E-8DC8-66AA56EA1E3B}" destId="{28DEE7A4-B6F6-40A3-A62E-6A476419DC55}" srcOrd="0" destOrd="0" parTransId="{69D740F5-E619-4B4E-95D1-513ADE0306FC}" sibTransId="{FDFA9935-BBFA-44D9-8468-A59CAC84386F}"/>
    <dgm:cxn modelId="{51236632-37A2-499E-9B30-9F16BD9D7DDC}" type="presOf" srcId="{26263B28-C920-426E-8DC8-66AA56EA1E3B}" destId="{FE953745-CAC1-4AE0-889F-A29E7F8FA64D}" srcOrd="0" destOrd="0" presId="urn:microsoft.com/office/officeart/2005/8/layout/vList5"/>
    <dgm:cxn modelId="{E6E3393A-72EA-48C0-B5E9-1262A000B488}" srcId="{28DEE7A4-B6F6-40A3-A62E-6A476419DC55}" destId="{D2EB9474-C95B-4E4D-8711-8279B00E2AE3}" srcOrd="0" destOrd="0" parTransId="{C29BF84E-581D-4796-AB0B-3FBBE4824BCD}" sibTransId="{228A68FF-C5E4-4323-9B01-E99D720D0970}"/>
    <dgm:cxn modelId="{EF66CF96-4F8C-4C97-927D-D6FAA2E60C2A}" type="presOf" srcId="{D2EB9474-C95B-4E4D-8711-8279B00E2AE3}" destId="{0427CB13-251F-41FB-8B5D-1D8E87BB7F35}" srcOrd="0" destOrd="0" presId="urn:microsoft.com/office/officeart/2005/8/layout/vList5"/>
    <dgm:cxn modelId="{13C3F2AA-8EBB-4C72-ACFB-78084C1A9EC3}" type="presOf" srcId="{28DEE7A4-B6F6-40A3-A62E-6A476419DC55}" destId="{EB7A7C60-B9A4-4C21-9C62-B05BBE679621}" srcOrd="0" destOrd="0" presId="urn:microsoft.com/office/officeart/2005/8/layout/vList5"/>
    <dgm:cxn modelId="{303ED8A6-595C-4B19-9A8B-81E889552147}" type="presParOf" srcId="{FE953745-CAC1-4AE0-889F-A29E7F8FA64D}" destId="{A5711CF8-6C3D-4635-996E-06771A074F36}" srcOrd="0" destOrd="0" presId="urn:microsoft.com/office/officeart/2005/8/layout/vList5"/>
    <dgm:cxn modelId="{E41701CF-8431-44EC-8879-46C41B826CF6}" type="presParOf" srcId="{A5711CF8-6C3D-4635-996E-06771A074F36}" destId="{EB7A7C60-B9A4-4C21-9C62-B05BBE679621}" srcOrd="0" destOrd="0" presId="urn:microsoft.com/office/officeart/2005/8/layout/vList5"/>
    <dgm:cxn modelId="{A9A37B74-29CB-4A93-AB89-0F04038BBA02}" type="presParOf" srcId="{A5711CF8-6C3D-4635-996E-06771A074F36}" destId="{0427CB13-251F-41FB-8B5D-1D8E87BB7F35}"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CBF4566E-5634-44BA-97E2-5D597FE27A72}"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s-PE"/>
        </a:p>
      </dgm:t>
    </dgm:pt>
    <dgm:pt modelId="{A38886B6-0BA2-4F29-B726-79DE47593FF7}">
      <dgm:prSet custT="1"/>
      <dgm:spPr/>
      <dgm:t>
        <a:bodyPr/>
        <a:lstStyle/>
        <a:p>
          <a:r>
            <a:rPr lang="es-ES" sz="3200" dirty="0">
              <a:latin typeface="Arial Narrow" panose="020B0606020202030204" pitchFamily="34" charset="0"/>
            </a:rPr>
            <a:t>Son los que más se asemejan a la realidad, se encargan de modelar procesos. </a:t>
          </a:r>
          <a:endParaRPr lang="es-PE" sz="3200" dirty="0">
            <a:latin typeface="Arial Narrow" panose="020B0606020202030204" pitchFamily="34" charset="0"/>
          </a:endParaRPr>
        </a:p>
      </dgm:t>
    </dgm:pt>
    <dgm:pt modelId="{5593257C-EB8B-4D84-87B6-A7A54C65315A}" type="parTrans" cxnId="{9FBF7F7F-7161-4B11-933A-150DAB77E17A}">
      <dgm:prSet/>
      <dgm:spPr/>
      <dgm:t>
        <a:bodyPr/>
        <a:lstStyle/>
        <a:p>
          <a:endParaRPr lang="es-PE">
            <a:latin typeface="Arial Narrow" panose="020B0606020202030204" pitchFamily="34" charset="0"/>
          </a:endParaRPr>
        </a:p>
      </dgm:t>
    </dgm:pt>
    <dgm:pt modelId="{8DD0C845-0AC1-49E7-B896-513423F661C4}" type="sibTrans" cxnId="{9FBF7F7F-7161-4B11-933A-150DAB77E17A}">
      <dgm:prSet/>
      <dgm:spPr/>
      <dgm:t>
        <a:bodyPr/>
        <a:lstStyle/>
        <a:p>
          <a:endParaRPr lang="es-PE">
            <a:latin typeface="Arial Narrow" panose="020B0606020202030204" pitchFamily="34" charset="0"/>
          </a:endParaRPr>
        </a:p>
      </dgm:t>
    </dgm:pt>
    <dgm:pt modelId="{70A469AF-6526-433D-8BD8-4CB6A00F0048}">
      <dgm:prSet custT="1"/>
      <dgm:spPr/>
      <dgm:t>
        <a:bodyPr/>
        <a:lstStyle/>
        <a:p>
          <a:pPr algn="l"/>
          <a:r>
            <a:rPr lang="es-ES" sz="2800">
              <a:latin typeface="Arial Narrow" panose="020B0606020202030204" pitchFamily="34" charset="0"/>
            </a:rPr>
            <a:t>Son muy costosos. </a:t>
          </a:r>
          <a:endParaRPr lang="es-PE" sz="2800">
            <a:latin typeface="Arial Narrow" panose="020B0606020202030204" pitchFamily="34" charset="0"/>
          </a:endParaRPr>
        </a:p>
      </dgm:t>
    </dgm:pt>
    <dgm:pt modelId="{4A8DA6C2-EFBA-41D0-8E64-A1DE1D1B843A}" type="parTrans" cxnId="{6E18E500-0AFB-4553-9DE6-1833A73E23A0}">
      <dgm:prSet/>
      <dgm:spPr/>
      <dgm:t>
        <a:bodyPr/>
        <a:lstStyle/>
        <a:p>
          <a:endParaRPr lang="es-PE">
            <a:latin typeface="Arial Narrow" panose="020B0606020202030204" pitchFamily="34" charset="0"/>
          </a:endParaRPr>
        </a:p>
      </dgm:t>
    </dgm:pt>
    <dgm:pt modelId="{567D02FD-8A24-45F3-9700-A95A4997A31D}" type="sibTrans" cxnId="{6E18E500-0AFB-4553-9DE6-1833A73E23A0}">
      <dgm:prSet/>
      <dgm:spPr/>
      <dgm:t>
        <a:bodyPr/>
        <a:lstStyle/>
        <a:p>
          <a:endParaRPr lang="es-PE">
            <a:latin typeface="Arial Narrow" panose="020B0606020202030204" pitchFamily="34" charset="0"/>
          </a:endParaRPr>
        </a:p>
      </dgm:t>
    </dgm:pt>
    <dgm:pt modelId="{5AA6E5F0-DA6F-4399-A713-19350BCE0B90}">
      <dgm:prSet custT="1"/>
      <dgm:spPr/>
      <dgm:t>
        <a:bodyPr/>
        <a:lstStyle/>
        <a:p>
          <a:pPr algn="l"/>
          <a:r>
            <a:rPr lang="es-ES" sz="2800" dirty="0">
              <a:latin typeface="Arial Narrow" panose="020B0606020202030204" pitchFamily="34" charset="0"/>
            </a:rPr>
            <a:t>Pueden ser de tamaño natural (aparatos de entrenamiento), de menor escala 	(sistema solar), de mayor escala (átomos) </a:t>
          </a:r>
          <a:endParaRPr lang="es-PE" sz="2800" dirty="0">
            <a:latin typeface="Arial Narrow" panose="020B0606020202030204" pitchFamily="34" charset="0"/>
          </a:endParaRPr>
        </a:p>
      </dgm:t>
    </dgm:pt>
    <dgm:pt modelId="{9584A932-0592-4207-BF89-5BCCCADA4752}" type="parTrans" cxnId="{6E4C77F4-0071-4650-93E2-2AACB6C9660A}">
      <dgm:prSet/>
      <dgm:spPr/>
      <dgm:t>
        <a:bodyPr/>
        <a:lstStyle/>
        <a:p>
          <a:endParaRPr lang="es-PE">
            <a:latin typeface="Arial Narrow" panose="020B0606020202030204" pitchFamily="34" charset="0"/>
          </a:endParaRPr>
        </a:p>
      </dgm:t>
    </dgm:pt>
    <dgm:pt modelId="{36C6683E-FEF2-4BB5-B5A9-887FF87AC1E5}" type="sibTrans" cxnId="{6E4C77F4-0071-4650-93E2-2AACB6C9660A}">
      <dgm:prSet/>
      <dgm:spPr/>
      <dgm:t>
        <a:bodyPr/>
        <a:lstStyle/>
        <a:p>
          <a:endParaRPr lang="es-PE">
            <a:latin typeface="Arial Narrow" panose="020B0606020202030204" pitchFamily="34" charset="0"/>
          </a:endParaRPr>
        </a:p>
      </dgm:t>
    </dgm:pt>
    <dgm:pt modelId="{4E430904-2308-45ED-8A80-D54FC65848B6}">
      <dgm:prSet custT="1"/>
      <dgm:spPr/>
      <dgm:t>
        <a:bodyPr/>
        <a:lstStyle/>
        <a:p>
          <a:pPr algn="l"/>
          <a:r>
            <a:rPr lang="es-ES" sz="2800" dirty="0">
              <a:latin typeface="Arial Narrow" panose="020B0606020202030204" pitchFamily="34" charset="0"/>
            </a:rPr>
            <a:t>Ejemplo: 	</a:t>
          </a:r>
          <a:endParaRPr lang="es-PE" sz="2800" dirty="0">
            <a:latin typeface="Arial Narrow" panose="020B0606020202030204" pitchFamily="34" charset="0"/>
          </a:endParaRPr>
        </a:p>
      </dgm:t>
    </dgm:pt>
    <dgm:pt modelId="{6AD42AC6-494B-45FE-BDF0-D997EDA03769}" type="parTrans" cxnId="{53908DAD-0EE4-4D58-AC30-2494B5EDAC1E}">
      <dgm:prSet/>
      <dgm:spPr/>
      <dgm:t>
        <a:bodyPr/>
        <a:lstStyle/>
        <a:p>
          <a:endParaRPr lang="es-PE">
            <a:latin typeface="Arial Narrow" panose="020B0606020202030204" pitchFamily="34" charset="0"/>
          </a:endParaRPr>
        </a:p>
      </dgm:t>
    </dgm:pt>
    <dgm:pt modelId="{8BEFD28C-5ACD-4470-9BAA-81F7C41E3F3C}" type="sibTrans" cxnId="{53908DAD-0EE4-4D58-AC30-2494B5EDAC1E}">
      <dgm:prSet/>
      <dgm:spPr/>
      <dgm:t>
        <a:bodyPr/>
        <a:lstStyle/>
        <a:p>
          <a:endParaRPr lang="es-PE">
            <a:latin typeface="Arial Narrow" panose="020B0606020202030204" pitchFamily="34" charset="0"/>
          </a:endParaRPr>
        </a:p>
      </dgm:t>
    </dgm:pt>
    <dgm:pt modelId="{B95E3AC5-F154-449A-8F07-BFB247835A1A}">
      <dgm:prSet custT="1"/>
      <dgm:spPr/>
      <dgm:t>
        <a:bodyPr/>
        <a:lstStyle/>
        <a:p>
          <a:pPr algn="l"/>
          <a:r>
            <a:rPr lang="es-ES" sz="2800">
              <a:latin typeface="Arial Narrow" panose="020B0606020202030204" pitchFamily="34" charset="0"/>
            </a:rPr>
            <a:t>Modelo Físico estático. </a:t>
          </a:r>
          <a:endParaRPr lang="es-PE" sz="2800">
            <a:latin typeface="Arial Narrow" panose="020B0606020202030204" pitchFamily="34" charset="0"/>
          </a:endParaRPr>
        </a:p>
      </dgm:t>
    </dgm:pt>
    <dgm:pt modelId="{7B77BAC1-C298-4929-822B-795DD70B0470}" type="parTrans" cxnId="{CBEBB71F-4EC9-463B-900A-553A93AC82F4}">
      <dgm:prSet/>
      <dgm:spPr/>
      <dgm:t>
        <a:bodyPr/>
        <a:lstStyle/>
        <a:p>
          <a:endParaRPr lang="es-PE">
            <a:latin typeface="Arial Narrow" panose="020B0606020202030204" pitchFamily="34" charset="0"/>
          </a:endParaRPr>
        </a:p>
      </dgm:t>
    </dgm:pt>
    <dgm:pt modelId="{57A91076-911F-4B9B-9596-A4D7B89D2C45}" type="sibTrans" cxnId="{CBEBB71F-4EC9-463B-900A-553A93AC82F4}">
      <dgm:prSet/>
      <dgm:spPr/>
      <dgm:t>
        <a:bodyPr/>
        <a:lstStyle/>
        <a:p>
          <a:endParaRPr lang="es-PE">
            <a:latin typeface="Arial Narrow" panose="020B0606020202030204" pitchFamily="34" charset="0"/>
          </a:endParaRPr>
        </a:p>
      </dgm:t>
    </dgm:pt>
    <dgm:pt modelId="{A0B58363-FB36-4C11-AB62-3BA75695E494}">
      <dgm:prSet custT="1"/>
      <dgm:spPr/>
      <dgm:t>
        <a:bodyPr/>
        <a:lstStyle/>
        <a:p>
          <a:pPr algn="l"/>
          <a:r>
            <a:rPr lang="es-ES" sz="2800">
              <a:latin typeface="Arial Narrow" panose="020B0606020202030204" pitchFamily="34" charset="0"/>
            </a:rPr>
            <a:t>Modelo Físico dinámico. </a:t>
          </a:r>
          <a:endParaRPr lang="es-PE" sz="2800">
            <a:latin typeface="Arial Narrow" panose="020B0606020202030204" pitchFamily="34" charset="0"/>
          </a:endParaRPr>
        </a:p>
      </dgm:t>
    </dgm:pt>
    <dgm:pt modelId="{F3B78563-0766-403E-B1D3-23D5BFAFC126}" type="parTrans" cxnId="{E929C405-F737-4E45-9C19-D60DCE67140E}">
      <dgm:prSet/>
      <dgm:spPr/>
      <dgm:t>
        <a:bodyPr/>
        <a:lstStyle/>
        <a:p>
          <a:endParaRPr lang="es-PE">
            <a:latin typeface="Arial Narrow" panose="020B0606020202030204" pitchFamily="34" charset="0"/>
          </a:endParaRPr>
        </a:p>
      </dgm:t>
    </dgm:pt>
    <dgm:pt modelId="{CE88F8C7-E672-470F-B94E-B9D8650159A9}" type="sibTrans" cxnId="{E929C405-F737-4E45-9C19-D60DCE67140E}">
      <dgm:prSet/>
      <dgm:spPr/>
      <dgm:t>
        <a:bodyPr/>
        <a:lstStyle/>
        <a:p>
          <a:endParaRPr lang="es-PE">
            <a:latin typeface="Arial Narrow" panose="020B0606020202030204" pitchFamily="34" charset="0"/>
          </a:endParaRPr>
        </a:p>
      </dgm:t>
    </dgm:pt>
    <dgm:pt modelId="{0B2ED169-4D25-487D-BD77-562238A698A7}">
      <dgm:prSet custT="1"/>
      <dgm:spPr/>
      <dgm:t>
        <a:bodyPr/>
        <a:lstStyle/>
        <a:p>
          <a:pPr algn="l"/>
          <a:r>
            <a:rPr lang="es-ES" sz="2800">
              <a:latin typeface="Arial Narrow" panose="020B0606020202030204" pitchFamily="34" charset="0"/>
            </a:rPr>
            <a:t>Modelos arquitectónicos.</a:t>
          </a:r>
          <a:endParaRPr lang="es-PE" sz="2800">
            <a:latin typeface="Arial Narrow" panose="020B0606020202030204" pitchFamily="34" charset="0"/>
          </a:endParaRPr>
        </a:p>
      </dgm:t>
    </dgm:pt>
    <dgm:pt modelId="{E158B274-9B86-4284-855B-8211D8A8A6EB}" type="parTrans" cxnId="{F836979A-943E-47E9-B2A8-3EE7BDF3A6FC}">
      <dgm:prSet/>
      <dgm:spPr/>
      <dgm:t>
        <a:bodyPr/>
        <a:lstStyle/>
        <a:p>
          <a:endParaRPr lang="es-PE">
            <a:latin typeface="Arial Narrow" panose="020B0606020202030204" pitchFamily="34" charset="0"/>
          </a:endParaRPr>
        </a:p>
      </dgm:t>
    </dgm:pt>
    <dgm:pt modelId="{FEBDE1F4-9708-4DC9-8B85-65D519F06873}" type="sibTrans" cxnId="{F836979A-943E-47E9-B2A8-3EE7BDF3A6FC}">
      <dgm:prSet/>
      <dgm:spPr/>
      <dgm:t>
        <a:bodyPr/>
        <a:lstStyle/>
        <a:p>
          <a:endParaRPr lang="es-PE">
            <a:latin typeface="Arial Narrow" panose="020B0606020202030204" pitchFamily="34" charset="0"/>
          </a:endParaRPr>
        </a:p>
      </dgm:t>
    </dgm:pt>
    <dgm:pt modelId="{4870F87D-FDB1-49D6-91DF-6045E0215071}">
      <dgm:prSet custT="1"/>
      <dgm:spPr/>
      <dgm:t>
        <a:bodyPr/>
        <a:lstStyle/>
        <a:p>
          <a:pPr algn="l"/>
          <a:r>
            <a:rPr lang="es-ES" sz="2800" dirty="0">
              <a:latin typeface="Arial Narrow" panose="020B0606020202030204" pitchFamily="34" charset="0"/>
            </a:rPr>
            <a:t>Avión probado a un túnel.</a:t>
          </a:r>
          <a:endParaRPr lang="es-PE" sz="2800" dirty="0">
            <a:latin typeface="Arial Narrow" panose="020B0606020202030204" pitchFamily="34" charset="0"/>
          </a:endParaRPr>
        </a:p>
      </dgm:t>
    </dgm:pt>
    <dgm:pt modelId="{936B2E97-7F83-4AEB-9DF4-18F4630A1AAE}" type="parTrans" cxnId="{3FA405A4-C562-461C-A464-22F2817622B5}">
      <dgm:prSet/>
      <dgm:spPr/>
      <dgm:t>
        <a:bodyPr/>
        <a:lstStyle/>
        <a:p>
          <a:endParaRPr lang="es-PE">
            <a:latin typeface="Arial Narrow" panose="020B0606020202030204" pitchFamily="34" charset="0"/>
          </a:endParaRPr>
        </a:p>
      </dgm:t>
    </dgm:pt>
    <dgm:pt modelId="{C50F3C38-D633-4D99-AF62-8F8BAFD770E7}" type="sibTrans" cxnId="{3FA405A4-C562-461C-A464-22F2817622B5}">
      <dgm:prSet/>
      <dgm:spPr/>
      <dgm:t>
        <a:bodyPr/>
        <a:lstStyle/>
        <a:p>
          <a:endParaRPr lang="es-PE">
            <a:latin typeface="Arial Narrow" panose="020B0606020202030204" pitchFamily="34" charset="0"/>
          </a:endParaRPr>
        </a:p>
      </dgm:t>
    </dgm:pt>
    <dgm:pt modelId="{67919A62-2CF5-4ED7-AD11-D79FBE907DE2}" type="pres">
      <dgm:prSet presAssocID="{CBF4566E-5634-44BA-97E2-5D597FE27A72}" presName="Name0" presStyleCnt="0">
        <dgm:presLayoutVars>
          <dgm:dir/>
          <dgm:animLvl val="lvl"/>
          <dgm:resizeHandles val="exact"/>
        </dgm:presLayoutVars>
      </dgm:prSet>
      <dgm:spPr/>
    </dgm:pt>
    <dgm:pt modelId="{FAE153FA-BDE2-4BFE-A639-323DAE6773C2}" type="pres">
      <dgm:prSet presAssocID="{A38886B6-0BA2-4F29-B726-79DE47593FF7}" presName="linNode" presStyleCnt="0"/>
      <dgm:spPr/>
    </dgm:pt>
    <dgm:pt modelId="{D6BCA280-CAC0-4B0D-BF8C-9F5F11819E70}" type="pres">
      <dgm:prSet presAssocID="{A38886B6-0BA2-4F29-B726-79DE47593FF7}" presName="parentText" presStyleLbl="node1" presStyleIdx="0" presStyleCnt="1" custScaleY="97989">
        <dgm:presLayoutVars>
          <dgm:chMax val="1"/>
          <dgm:bulletEnabled val="1"/>
        </dgm:presLayoutVars>
      </dgm:prSet>
      <dgm:spPr/>
    </dgm:pt>
    <dgm:pt modelId="{DA6B9F7C-8F94-45BA-8999-DDE0EB4C68FF}" type="pres">
      <dgm:prSet presAssocID="{A38886B6-0BA2-4F29-B726-79DE47593FF7}" presName="descendantText" presStyleLbl="alignAccFollowNode1" presStyleIdx="0" presStyleCnt="1" custScaleY="121994">
        <dgm:presLayoutVars>
          <dgm:bulletEnabled val="1"/>
        </dgm:presLayoutVars>
      </dgm:prSet>
      <dgm:spPr/>
    </dgm:pt>
  </dgm:ptLst>
  <dgm:cxnLst>
    <dgm:cxn modelId="{6E18E500-0AFB-4553-9DE6-1833A73E23A0}" srcId="{A38886B6-0BA2-4F29-B726-79DE47593FF7}" destId="{70A469AF-6526-433D-8BD8-4CB6A00F0048}" srcOrd="0" destOrd="0" parTransId="{4A8DA6C2-EFBA-41D0-8E64-A1DE1D1B843A}" sibTransId="{567D02FD-8A24-45F3-9700-A95A4997A31D}"/>
    <dgm:cxn modelId="{E929C405-F737-4E45-9C19-D60DCE67140E}" srcId="{4E430904-2308-45ED-8A80-D54FC65848B6}" destId="{A0B58363-FB36-4C11-AB62-3BA75695E494}" srcOrd="1" destOrd="0" parTransId="{F3B78563-0766-403E-B1D3-23D5BFAFC126}" sibTransId="{CE88F8C7-E672-470F-B94E-B9D8650159A9}"/>
    <dgm:cxn modelId="{C015D110-B292-45B9-A70F-4BDB61A9812B}" type="presOf" srcId="{4E430904-2308-45ED-8A80-D54FC65848B6}" destId="{DA6B9F7C-8F94-45BA-8999-DDE0EB4C68FF}" srcOrd="0" destOrd="2" presId="urn:microsoft.com/office/officeart/2005/8/layout/vList5"/>
    <dgm:cxn modelId="{CBEBB71F-4EC9-463B-900A-553A93AC82F4}" srcId="{4E430904-2308-45ED-8A80-D54FC65848B6}" destId="{B95E3AC5-F154-449A-8F07-BFB247835A1A}" srcOrd="0" destOrd="0" parTransId="{7B77BAC1-C298-4929-822B-795DD70B0470}" sibTransId="{57A91076-911F-4B9B-9596-A4D7B89D2C45}"/>
    <dgm:cxn modelId="{3BD8D234-6E66-4CA8-8BC1-1FA5A6A6279B}" type="presOf" srcId="{A0B58363-FB36-4C11-AB62-3BA75695E494}" destId="{DA6B9F7C-8F94-45BA-8999-DDE0EB4C68FF}" srcOrd="0" destOrd="4" presId="urn:microsoft.com/office/officeart/2005/8/layout/vList5"/>
    <dgm:cxn modelId="{FBF89444-D572-410F-B6D7-77F887A8EDF8}" type="presOf" srcId="{CBF4566E-5634-44BA-97E2-5D597FE27A72}" destId="{67919A62-2CF5-4ED7-AD11-D79FBE907DE2}" srcOrd="0" destOrd="0" presId="urn:microsoft.com/office/officeart/2005/8/layout/vList5"/>
    <dgm:cxn modelId="{82B93773-F44A-499A-BB56-9A4D3639C283}" type="presOf" srcId="{5AA6E5F0-DA6F-4399-A713-19350BCE0B90}" destId="{DA6B9F7C-8F94-45BA-8999-DDE0EB4C68FF}" srcOrd="0" destOrd="1" presId="urn:microsoft.com/office/officeart/2005/8/layout/vList5"/>
    <dgm:cxn modelId="{B06A317F-529E-42F8-88C3-657B9ACDC765}" type="presOf" srcId="{B95E3AC5-F154-449A-8F07-BFB247835A1A}" destId="{DA6B9F7C-8F94-45BA-8999-DDE0EB4C68FF}" srcOrd="0" destOrd="3" presId="urn:microsoft.com/office/officeart/2005/8/layout/vList5"/>
    <dgm:cxn modelId="{9FBF7F7F-7161-4B11-933A-150DAB77E17A}" srcId="{CBF4566E-5634-44BA-97E2-5D597FE27A72}" destId="{A38886B6-0BA2-4F29-B726-79DE47593FF7}" srcOrd="0" destOrd="0" parTransId="{5593257C-EB8B-4D84-87B6-A7A54C65315A}" sibTransId="{8DD0C845-0AC1-49E7-B896-513423F661C4}"/>
    <dgm:cxn modelId="{CD515983-9560-4E6C-A570-359B121776FB}" type="presOf" srcId="{A38886B6-0BA2-4F29-B726-79DE47593FF7}" destId="{D6BCA280-CAC0-4B0D-BF8C-9F5F11819E70}" srcOrd="0" destOrd="0" presId="urn:microsoft.com/office/officeart/2005/8/layout/vList5"/>
    <dgm:cxn modelId="{F836979A-943E-47E9-B2A8-3EE7BDF3A6FC}" srcId="{4E430904-2308-45ED-8A80-D54FC65848B6}" destId="{0B2ED169-4D25-487D-BD77-562238A698A7}" srcOrd="2" destOrd="0" parTransId="{E158B274-9B86-4284-855B-8211D8A8A6EB}" sibTransId="{FEBDE1F4-9708-4DC9-8B85-65D519F06873}"/>
    <dgm:cxn modelId="{3FA405A4-C562-461C-A464-22F2817622B5}" srcId="{4E430904-2308-45ED-8A80-D54FC65848B6}" destId="{4870F87D-FDB1-49D6-91DF-6045E0215071}" srcOrd="3" destOrd="0" parTransId="{936B2E97-7F83-4AEB-9DF4-18F4630A1AAE}" sibTransId="{C50F3C38-D633-4D99-AF62-8F8BAFD770E7}"/>
    <dgm:cxn modelId="{53908DAD-0EE4-4D58-AC30-2494B5EDAC1E}" srcId="{A38886B6-0BA2-4F29-B726-79DE47593FF7}" destId="{4E430904-2308-45ED-8A80-D54FC65848B6}" srcOrd="2" destOrd="0" parTransId="{6AD42AC6-494B-45FE-BDF0-D997EDA03769}" sibTransId="{8BEFD28C-5ACD-4470-9BAA-81F7C41E3F3C}"/>
    <dgm:cxn modelId="{601111B0-C36A-4FA6-94CA-0FCC4A637BD7}" type="presOf" srcId="{4870F87D-FDB1-49D6-91DF-6045E0215071}" destId="{DA6B9F7C-8F94-45BA-8999-DDE0EB4C68FF}" srcOrd="0" destOrd="6" presId="urn:microsoft.com/office/officeart/2005/8/layout/vList5"/>
    <dgm:cxn modelId="{0760A4C6-B8B5-4566-A966-06010B645501}" type="presOf" srcId="{70A469AF-6526-433D-8BD8-4CB6A00F0048}" destId="{DA6B9F7C-8F94-45BA-8999-DDE0EB4C68FF}" srcOrd="0" destOrd="0" presId="urn:microsoft.com/office/officeart/2005/8/layout/vList5"/>
    <dgm:cxn modelId="{6E4C77F4-0071-4650-93E2-2AACB6C9660A}" srcId="{A38886B6-0BA2-4F29-B726-79DE47593FF7}" destId="{5AA6E5F0-DA6F-4399-A713-19350BCE0B90}" srcOrd="1" destOrd="0" parTransId="{9584A932-0592-4207-BF89-5BCCCADA4752}" sibTransId="{36C6683E-FEF2-4BB5-B5A9-887FF87AC1E5}"/>
    <dgm:cxn modelId="{CBA1D9FB-8D19-492C-9D24-2A88FB762A3D}" type="presOf" srcId="{0B2ED169-4D25-487D-BD77-562238A698A7}" destId="{DA6B9F7C-8F94-45BA-8999-DDE0EB4C68FF}" srcOrd="0" destOrd="5" presId="urn:microsoft.com/office/officeart/2005/8/layout/vList5"/>
    <dgm:cxn modelId="{03F2101E-515E-41C4-9033-541139485C10}" type="presParOf" srcId="{67919A62-2CF5-4ED7-AD11-D79FBE907DE2}" destId="{FAE153FA-BDE2-4BFE-A639-323DAE6773C2}" srcOrd="0" destOrd="0" presId="urn:microsoft.com/office/officeart/2005/8/layout/vList5"/>
    <dgm:cxn modelId="{9E990090-4EC0-41C6-936C-E5678C08180B}" type="presParOf" srcId="{FAE153FA-BDE2-4BFE-A639-323DAE6773C2}" destId="{D6BCA280-CAC0-4B0D-BF8C-9F5F11819E70}" srcOrd="0" destOrd="0" presId="urn:microsoft.com/office/officeart/2005/8/layout/vList5"/>
    <dgm:cxn modelId="{43AD2159-1CCC-4827-8BAE-92AFA62239EA}" type="presParOf" srcId="{FAE153FA-BDE2-4BFE-A639-323DAE6773C2}" destId="{DA6B9F7C-8F94-45BA-8999-DDE0EB4C68FF}"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0658049F-57E1-4779-91BF-1E745A9584AA}"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s-PE"/>
        </a:p>
      </dgm:t>
    </dgm:pt>
    <dgm:pt modelId="{455A2226-9314-40D1-BC7D-9947408BDF20}">
      <dgm:prSet custT="1"/>
      <dgm:spPr/>
      <dgm:t>
        <a:bodyPr/>
        <a:lstStyle/>
        <a:p>
          <a:r>
            <a:rPr lang="es-ES" sz="2800"/>
            <a:t>Cuando se reproduce el objeto a menor o mayor tamaño con respecto al objeto real.</a:t>
          </a:r>
          <a:endParaRPr lang="es-PE" sz="2800"/>
        </a:p>
      </dgm:t>
    </dgm:pt>
    <dgm:pt modelId="{B490C90D-6D9D-4267-AB5E-E93E3ABB1544}" type="parTrans" cxnId="{3BEE60BE-3946-48C4-BF78-EEEB0DC987F7}">
      <dgm:prSet/>
      <dgm:spPr/>
      <dgm:t>
        <a:bodyPr/>
        <a:lstStyle/>
        <a:p>
          <a:endParaRPr lang="es-PE" sz="2800"/>
        </a:p>
      </dgm:t>
    </dgm:pt>
    <dgm:pt modelId="{91B45725-4A4D-4C03-BF86-18C7BDB5589C}" type="sibTrans" cxnId="{3BEE60BE-3946-48C4-BF78-EEEB0DC987F7}">
      <dgm:prSet/>
      <dgm:spPr/>
      <dgm:t>
        <a:bodyPr/>
        <a:lstStyle/>
        <a:p>
          <a:endParaRPr lang="es-PE" sz="2800"/>
        </a:p>
      </dgm:t>
    </dgm:pt>
    <dgm:pt modelId="{A0976CC6-F2B6-41B0-9F28-B3BCCD315C68}">
      <dgm:prSet custT="1"/>
      <dgm:spPr/>
      <dgm:t>
        <a:bodyPr/>
        <a:lstStyle/>
        <a:p>
          <a:r>
            <a:rPr lang="es-ES" sz="2800"/>
            <a:t>Son los modelos sencillos de maquetas </a:t>
          </a:r>
          <a:endParaRPr lang="es-PE" sz="2800"/>
        </a:p>
      </dgm:t>
    </dgm:pt>
    <dgm:pt modelId="{63B6BCD1-55BE-437C-A5CB-39BE541305FC}" type="parTrans" cxnId="{B99FB78A-6B60-499D-B322-907BA21B8088}">
      <dgm:prSet/>
      <dgm:spPr/>
      <dgm:t>
        <a:bodyPr/>
        <a:lstStyle/>
        <a:p>
          <a:endParaRPr lang="es-PE" sz="2800"/>
        </a:p>
      </dgm:t>
    </dgm:pt>
    <dgm:pt modelId="{767E9825-10B9-4654-8D4E-699A9EF83716}" type="sibTrans" cxnId="{B99FB78A-6B60-499D-B322-907BA21B8088}">
      <dgm:prSet/>
      <dgm:spPr/>
      <dgm:t>
        <a:bodyPr/>
        <a:lstStyle/>
        <a:p>
          <a:endParaRPr lang="es-PE" sz="2800"/>
        </a:p>
      </dgm:t>
    </dgm:pt>
    <dgm:pt modelId="{ED439602-5A1C-4CB4-8359-A062EAB86BE5}">
      <dgm:prSet custT="1"/>
      <dgm:spPr/>
      <dgm:t>
        <a:bodyPr/>
        <a:lstStyle/>
        <a:p>
          <a:r>
            <a:rPr lang="es-ES" sz="2800"/>
            <a:t>Ejemplo:Casa con baño, cuartos, etc. </a:t>
          </a:r>
          <a:endParaRPr lang="es-PE" sz="2800"/>
        </a:p>
      </dgm:t>
    </dgm:pt>
    <dgm:pt modelId="{5C51ECED-30F1-433B-A303-D0C1D232353B}" type="parTrans" cxnId="{464FD735-0687-4DCE-8963-9BDE8C1C26F1}">
      <dgm:prSet/>
      <dgm:spPr/>
      <dgm:t>
        <a:bodyPr/>
        <a:lstStyle/>
        <a:p>
          <a:endParaRPr lang="es-PE" sz="2800"/>
        </a:p>
      </dgm:t>
    </dgm:pt>
    <dgm:pt modelId="{E0524DF4-0CBD-4AF1-8F25-F551F82519A1}" type="sibTrans" cxnId="{464FD735-0687-4DCE-8963-9BDE8C1C26F1}">
      <dgm:prSet/>
      <dgm:spPr/>
      <dgm:t>
        <a:bodyPr/>
        <a:lstStyle/>
        <a:p>
          <a:endParaRPr lang="es-PE" sz="2800"/>
        </a:p>
      </dgm:t>
    </dgm:pt>
    <dgm:pt modelId="{C9E157B8-8FB1-4FBF-AB23-EC95A1F8080C}">
      <dgm:prSet custT="1"/>
      <dgm:spPr/>
      <dgm:t>
        <a:bodyPr/>
        <a:lstStyle/>
        <a:p>
          <a:r>
            <a:rPr lang="es-ES" sz="2800" dirty="0"/>
            <a:t>Puede ser bidimensional, tridimensional.</a:t>
          </a:r>
          <a:endParaRPr lang="es-PE" sz="2800" dirty="0"/>
        </a:p>
      </dgm:t>
    </dgm:pt>
    <dgm:pt modelId="{1FEF9C47-1547-4D46-BDEC-9381477E5F2F}" type="parTrans" cxnId="{CF14D869-4788-4E54-92D7-573930453400}">
      <dgm:prSet/>
      <dgm:spPr/>
      <dgm:t>
        <a:bodyPr/>
        <a:lstStyle/>
        <a:p>
          <a:endParaRPr lang="es-PE" sz="2800"/>
        </a:p>
      </dgm:t>
    </dgm:pt>
    <dgm:pt modelId="{7684DD04-E53C-4CE5-BD4F-199C07E0AE7D}" type="sibTrans" cxnId="{CF14D869-4788-4E54-92D7-573930453400}">
      <dgm:prSet/>
      <dgm:spPr/>
      <dgm:t>
        <a:bodyPr/>
        <a:lstStyle/>
        <a:p>
          <a:endParaRPr lang="es-PE" sz="2800"/>
        </a:p>
      </dgm:t>
    </dgm:pt>
    <dgm:pt modelId="{3FC832A5-E0A6-4B24-823C-F26BBEC88A90}" type="pres">
      <dgm:prSet presAssocID="{0658049F-57E1-4779-91BF-1E745A9584AA}" presName="Name0" presStyleCnt="0">
        <dgm:presLayoutVars>
          <dgm:dir/>
          <dgm:animLvl val="lvl"/>
          <dgm:resizeHandles val="exact"/>
        </dgm:presLayoutVars>
      </dgm:prSet>
      <dgm:spPr/>
    </dgm:pt>
    <dgm:pt modelId="{9F50A050-5213-465E-A91D-87FBBA665A4F}" type="pres">
      <dgm:prSet presAssocID="{455A2226-9314-40D1-BC7D-9947408BDF20}" presName="linNode" presStyleCnt="0"/>
      <dgm:spPr/>
    </dgm:pt>
    <dgm:pt modelId="{7571CD3B-C167-4DEB-A742-E9A7606B4A12}" type="pres">
      <dgm:prSet presAssocID="{455A2226-9314-40D1-BC7D-9947408BDF20}" presName="parentText" presStyleLbl="node1" presStyleIdx="0" presStyleCnt="1" custScaleX="124360">
        <dgm:presLayoutVars>
          <dgm:chMax val="1"/>
          <dgm:bulletEnabled val="1"/>
        </dgm:presLayoutVars>
      </dgm:prSet>
      <dgm:spPr/>
    </dgm:pt>
    <dgm:pt modelId="{3322D564-798F-4AF9-875E-A2D01A207FE3}" type="pres">
      <dgm:prSet presAssocID="{455A2226-9314-40D1-BC7D-9947408BDF20}" presName="descendantText" presStyleLbl="alignAccFollowNode1" presStyleIdx="0" presStyleCnt="1" custScaleY="125000">
        <dgm:presLayoutVars>
          <dgm:bulletEnabled val="1"/>
        </dgm:presLayoutVars>
      </dgm:prSet>
      <dgm:spPr/>
    </dgm:pt>
  </dgm:ptLst>
  <dgm:cxnLst>
    <dgm:cxn modelId="{98712900-B592-46A9-88BB-C9E9C8EAA12E}" type="presOf" srcId="{C9E157B8-8FB1-4FBF-AB23-EC95A1F8080C}" destId="{3322D564-798F-4AF9-875E-A2D01A207FE3}" srcOrd="0" destOrd="2" presId="urn:microsoft.com/office/officeart/2005/8/layout/vList5"/>
    <dgm:cxn modelId="{464FD735-0687-4DCE-8963-9BDE8C1C26F1}" srcId="{A0976CC6-F2B6-41B0-9F28-B3BCCD315C68}" destId="{ED439602-5A1C-4CB4-8359-A062EAB86BE5}" srcOrd="0" destOrd="0" parTransId="{5C51ECED-30F1-433B-A303-D0C1D232353B}" sibTransId="{E0524DF4-0CBD-4AF1-8F25-F551F82519A1}"/>
    <dgm:cxn modelId="{0B390F5F-BAE8-46A6-BBD2-997CBE1AD6F5}" type="presOf" srcId="{0658049F-57E1-4779-91BF-1E745A9584AA}" destId="{3FC832A5-E0A6-4B24-823C-F26BBEC88A90}" srcOrd="0" destOrd="0" presId="urn:microsoft.com/office/officeart/2005/8/layout/vList5"/>
    <dgm:cxn modelId="{D0595067-E079-4675-825F-7E2CF565B0F4}" type="presOf" srcId="{455A2226-9314-40D1-BC7D-9947408BDF20}" destId="{7571CD3B-C167-4DEB-A742-E9A7606B4A12}" srcOrd="0" destOrd="0" presId="urn:microsoft.com/office/officeart/2005/8/layout/vList5"/>
    <dgm:cxn modelId="{CF14D869-4788-4E54-92D7-573930453400}" srcId="{A0976CC6-F2B6-41B0-9F28-B3BCCD315C68}" destId="{C9E157B8-8FB1-4FBF-AB23-EC95A1F8080C}" srcOrd="1" destOrd="0" parTransId="{1FEF9C47-1547-4D46-BDEC-9381477E5F2F}" sibTransId="{7684DD04-E53C-4CE5-BD4F-199C07E0AE7D}"/>
    <dgm:cxn modelId="{D735387F-D86D-4400-8155-25C46004341B}" type="presOf" srcId="{A0976CC6-F2B6-41B0-9F28-B3BCCD315C68}" destId="{3322D564-798F-4AF9-875E-A2D01A207FE3}" srcOrd="0" destOrd="0" presId="urn:microsoft.com/office/officeart/2005/8/layout/vList5"/>
    <dgm:cxn modelId="{B99FB78A-6B60-499D-B322-907BA21B8088}" srcId="{455A2226-9314-40D1-BC7D-9947408BDF20}" destId="{A0976CC6-F2B6-41B0-9F28-B3BCCD315C68}" srcOrd="0" destOrd="0" parTransId="{63B6BCD1-55BE-437C-A5CB-39BE541305FC}" sibTransId="{767E9825-10B9-4654-8D4E-699A9EF83716}"/>
    <dgm:cxn modelId="{3BEE60BE-3946-48C4-BF78-EEEB0DC987F7}" srcId="{0658049F-57E1-4779-91BF-1E745A9584AA}" destId="{455A2226-9314-40D1-BC7D-9947408BDF20}" srcOrd="0" destOrd="0" parTransId="{B490C90D-6D9D-4267-AB5E-E93E3ABB1544}" sibTransId="{91B45725-4A4D-4C03-BF86-18C7BDB5589C}"/>
    <dgm:cxn modelId="{2A3943CC-10ED-4A63-9F15-5D5BEFA448B6}" type="presOf" srcId="{ED439602-5A1C-4CB4-8359-A062EAB86BE5}" destId="{3322D564-798F-4AF9-875E-A2D01A207FE3}" srcOrd="0" destOrd="1" presId="urn:microsoft.com/office/officeart/2005/8/layout/vList5"/>
    <dgm:cxn modelId="{A362EAA8-26BA-4B97-A523-8DDF70C9FC38}" type="presParOf" srcId="{3FC832A5-E0A6-4B24-823C-F26BBEC88A90}" destId="{9F50A050-5213-465E-A91D-87FBBA665A4F}" srcOrd="0" destOrd="0" presId="urn:microsoft.com/office/officeart/2005/8/layout/vList5"/>
    <dgm:cxn modelId="{0C34DDA2-79C4-4C2B-BC84-C6214FC57BF3}" type="presParOf" srcId="{9F50A050-5213-465E-A91D-87FBBA665A4F}" destId="{7571CD3B-C167-4DEB-A742-E9A7606B4A12}" srcOrd="0" destOrd="0" presId="urn:microsoft.com/office/officeart/2005/8/layout/vList5"/>
    <dgm:cxn modelId="{CF1471F4-CB19-487A-938A-03E6D0812DC6}" type="presParOf" srcId="{9F50A050-5213-465E-A91D-87FBBA665A4F}" destId="{3322D564-798F-4AF9-875E-A2D01A207FE3}"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38F19D42-B4F3-4E5D-82FA-2953B16F21A1}"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s-PE"/>
        </a:p>
      </dgm:t>
    </dgm:pt>
    <dgm:pt modelId="{42E5AB13-C1B4-46E1-8DE2-BBDFBC45F498}">
      <dgm:prSet custT="1"/>
      <dgm:spPr/>
      <dgm:t>
        <a:bodyPr/>
        <a:lstStyle/>
        <a:p>
          <a:r>
            <a:rPr lang="es-ES" sz="2800"/>
            <a:t>Se encargan de representar una propiedad determinada de un objeto o sistema.</a:t>
          </a:r>
          <a:endParaRPr lang="es-PE" sz="2800"/>
        </a:p>
      </dgm:t>
    </dgm:pt>
    <dgm:pt modelId="{AE361F9D-F614-4725-9AB2-BDF404FB7250}" type="parTrans" cxnId="{BAF261E4-2DF3-4290-91A9-F20362EF82F6}">
      <dgm:prSet/>
      <dgm:spPr/>
      <dgm:t>
        <a:bodyPr/>
        <a:lstStyle/>
        <a:p>
          <a:endParaRPr lang="es-PE" sz="2400"/>
        </a:p>
      </dgm:t>
    </dgm:pt>
    <dgm:pt modelId="{3B7F5E26-03C6-4DE4-8B6A-EC56881D1257}" type="sibTrans" cxnId="{BAF261E4-2DF3-4290-91A9-F20362EF82F6}">
      <dgm:prSet/>
      <dgm:spPr/>
      <dgm:t>
        <a:bodyPr/>
        <a:lstStyle/>
        <a:p>
          <a:endParaRPr lang="es-PE" sz="2400"/>
        </a:p>
      </dgm:t>
    </dgm:pt>
    <dgm:pt modelId="{979C04CA-821C-43AF-AFAB-38BFF7F2CFA0}">
      <dgm:prSet custT="1"/>
      <dgm:spPr/>
      <dgm:t>
        <a:bodyPr/>
        <a:lstStyle/>
        <a:p>
          <a:r>
            <a:rPr lang="es-PE" sz="2800"/>
            <a:t>Ejemplo: Modelo del taller de manufactura</a:t>
          </a:r>
        </a:p>
      </dgm:t>
    </dgm:pt>
    <dgm:pt modelId="{E31F4074-1D47-4C60-A715-8FBCB595DD2A}" type="parTrans" cxnId="{4023F87F-AAA7-4EC7-9D0D-1A568832BFF8}">
      <dgm:prSet/>
      <dgm:spPr/>
      <dgm:t>
        <a:bodyPr/>
        <a:lstStyle/>
        <a:p>
          <a:endParaRPr lang="es-PE" sz="2400"/>
        </a:p>
      </dgm:t>
    </dgm:pt>
    <dgm:pt modelId="{2D747959-6D35-420F-AB0F-B4CD2325B8E0}" type="sibTrans" cxnId="{4023F87F-AAA7-4EC7-9D0D-1A568832BFF8}">
      <dgm:prSet/>
      <dgm:spPr/>
      <dgm:t>
        <a:bodyPr/>
        <a:lstStyle/>
        <a:p>
          <a:endParaRPr lang="es-PE" sz="2400"/>
        </a:p>
      </dgm:t>
    </dgm:pt>
    <dgm:pt modelId="{D29F8FBD-DFD8-47C7-BE1D-1F62A5DA10E2}" type="pres">
      <dgm:prSet presAssocID="{38F19D42-B4F3-4E5D-82FA-2953B16F21A1}" presName="Name0" presStyleCnt="0">
        <dgm:presLayoutVars>
          <dgm:dir/>
          <dgm:animLvl val="lvl"/>
          <dgm:resizeHandles val="exact"/>
        </dgm:presLayoutVars>
      </dgm:prSet>
      <dgm:spPr/>
    </dgm:pt>
    <dgm:pt modelId="{96D763F3-9B8F-4852-9E79-F8C00C75BD2B}" type="pres">
      <dgm:prSet presAssocID="{42E5AB13-C1B4-46E1-8DE2-BBDFBC45F498}" presName="linNode" presStyleCnt="0"/>
      <dgm:spPr/>
    </dgm:pt>
    <dgm:pt modelId="{4A10ECEB-5795-4B2C-8D69-4D5CD1ED8AEC}" type="pres">
      <dgm:prSet presAssocID="{42E5AB13-C1B4-46E1-8DE2-BBDFBC45F498}" presName="parentText" presStyleLbl="node1" presStyleIdx="0" presStyleCnt="1" custScaleX="220584">
        <dgm:presLayoutVars>
          <dgm:chMax val="1"/>
          <dgm:bulletEnabled val="1"/>
        </dgm:presLayoutVars>
      </dgm:prSet>
      <dgm:spPr/>
    </dgm:pt>
    <dgm:pt modelId="{3A90086F-F0CF-43E0-A20D-5531D634451C}" type="pres">
      <dgm:prSet presAssocID="{42E5AB13-C1B4-46E1-8DE2-BBDFBC45F498}" presName="descendantText" presStyleLbl="alignAccFollowNode1" presStyleIdx="0" presStyleCnt="1" custScaleY="125000" custLinFactNeighborY="0">
        <dgm:presLayoutVars>
          <dgm:bulletEnabled val="1"/>
        </dgm:presLayoutVars>
      </dgm:prSet>
      <dgm:spPr/>
    </dgm:pt>
  </dgm:ptLst>
  <dgm:cxnLst>
    <dgm:cxn modelId="{0CE7CC34-B317-474B-B574-B6D99F2432A1}" type="presOf" srcId="{38F19D42-B4F3-4E5D-82FA-2953B16F21A1}" destId="{D29F8FBD-DFD8-47C7-BE1D-1F62A5DA10E2}" srcOrd="0" destOrd="0" presId="urn:microsoft.com/office/officeart/2005/8/layout/vList5"/>
    <dgm:cxn modelId="{4E0D6470-4C7C-435C-8FFF-0D8682D4AD7A}" type="presOf" srcId="{979C04CA-821C-43AF-AFAB-38BFF7F2CFA0}" destId="{3A90086F-F0CF-43E0-A20D-5531D634451C}" srcOrd="0" destOrd="0" presId="urn:microsoft.com/office/officeart/2005/8/layout/vList5"/>
    <dgm:cxn modelId="{4023F87F-AAA7-4EC7-9D0D-1A568832BFF8}" srcId="{42E5AB13-C1B4-46E1-8DE2-BBDFBC45F498}" destId="{979C04CA-821C-43AF-AFAB-38BFF7F2CFA0}" srcOrd="0" destOrd="0" parTransId="{E31F4074-1D47-4C60-A715-8FBCB595DD2A}" sibTransId="{2D747959-6D35-420F-AB0F-B4CD2325B8E0}"/>
    <dgm:cxn modelId="{861500CB-FB3B-446B-93FA-E1954E7ADA36}" type="presOf" srcId="{42E5AB13-C1B4-46E1-8DE2-BBDFBC45F498}" destId="{4A10ECEB-5795-4B2C-8D69-4D5CD1ED8AEC}" srcOrd="0" destOrd="0" presId="urn:microsoft.com/office/officeart/2005/8/layout/vList5"/>
    <dgm:cxn modelId="{BAF261E4-2DF3-4290-91A9-F20362EF82F6}" srcId="{38F19D42-B4F3-4E5D-82FA-2953B16F21A1}" destId="{42E5AB13-C1B4-46E1-8DE2-BBDFBC45F498}" srcOrd="0" destOrd="0" parTransId="{AE361F9D-F614-4725-9AB2-BDF404FB7250}" sibTransId="{3B7F5E26-03C6-4DE4-8B6A-EC56881D1257}"/>
    <dgm:cxn modelId="{24A4B5D1-522B-4253-AB00-A4B756874C0C}" type="presParOf" srcId="{D29F8FBD-DFD8-47C7-BE1D-1F62A5DA10E2}" destId="{96D763F3-9B8F-4852-9E79-F8C00C75BD2B}" srcOrd="0" destOrd="0" presId="urn:microsoft.com/office/officeart/2005/8/layout/vList5"/>
    <dgm:cxn modelId="{88FDD6D3-80BC-4A24-9208-FA43E16EB3E9}" type="presParOf" srcId="{96D763F3-9B8F-4852-9E79-F8C00C75BD2B}" destId="{4A10ECEB-5795-4B2C-8D69-4D5CD1ED8AEC}" srcOrd="0" destOrd="0" presId="urn:microsoft.com/office/officeart/2005/8/layout/vList5"/>
    <dgm:cxn modelId="{B672AAB6-EFC5-4163-B03D-CE9C43DE2CED}" type="presParOf" srcId="{96D763F3-9B8F-4852-9E79-F8C00C75BD2B}" destId="{3A90086F-F0CF-43E0-A20D-5531D634451C}"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3C34264F-349B-489F-8CE8-21516BC36D02}"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s-PE"/>
        </a:p>
      </dgm:t>
    </dgm:pt>
    <dgm:pt modelId="{7BFDF653-EC1C-470C-8CA6-B6A4B340756D}">
      <dgm:prSet custT="1"/>
      <dgm:spPr/>
      <dgm:t>
        <a:bodyPr/>
        <a:lstStyle/>
        <a:p>
          <a:r>
            <a:rPr lang="es-ES" sz="2800" dirty="0"/>
            <a:t>Simula aspectos del sistemas y toma decisiones acerca de la información recibida. </a:t>
          </a:r>
          <a:endParaRPr lang="es-PE" sz="2800" dirty="0"/>
        </a:p>
      </dgm:t>
    </dgm:pt>
    <dgm:pt modelId="{7B07B474-7340-48FD-81FE-2E59A25A9C3B}" type="parTrans" cxnId="{E23DA621-0027-423F-8670-47497F8D2F80}">
      <dgm:prSet/>
      <dgm:spPr/>
      <dgm:t>
        <a:bodyPr/>
        <a:lstStyle/>
        <a:p>
          <a:endParaRPr lang="es-PE" sz="2800"/>
        </a:p>
      </dgm:t>
    </dgm:pt>
    <dgm:pt modelId="{81BFB797-E057-4D4B-8D7A-1923DB388200}" type="sibTrans" cxnId="{E23DA621-0027-423F-8670-47497F8D2F80}">
      <dgm:prSet/>
      <dgm:spPr/>
      <dgm:t>
        <a:bodyPr/>
        <a:lstStyle/>
        <a:p>
          <a:endParaRPr lang="es-PE" sz="2800"/>
        </a:p>
      </dgm:t>
    </dgm:pt>
    <dgm:pt modelId="{063870A0-05A7-47E7-B10A-3D318FBD859B}">
      <dgm:prSet custT="1"/>
      <dgm:spPr/>
      <dgm:t>
        <a:bodyPr/>
        <a:lstStyle/>
        <a:p>
          <a:r>
            <a:rPr lang="es-ES" sz="2800" dirty="0"/>
            <a:t>Ejemplo:</a:t>
          </a:r>
          <a:endParaRPr lang="es-PE" sz="2800" dirty="0"/>
        </a:p>
      </dgm:t>
    </dgm:pt>
    <dgm:pt modelId="{26038869-A875-4DE2-A5CA-11982D3BFE59}" type="parTrans" cxnId="{0F15BCD4-81AB-4969-8787-C121C942A6FE}">
      <dgm:prSet/>
      <dgm:spPr/>
      <dgm:t>
        <a:bodyPr/>
        <a:lstStyle/>
        <a:p>
          <a:endParaRPr lang="es-PE" sz="2800"/>
        </a:p>
      </dgm:t>
    </dgm:pt>
    <dgm:pt modelId="{E5641487-9410-4040-A897-A66A63A8436A}" type="sibTrans" cxnId="{0F15BCD4-81AB-4969-8787-C121C942A6FE}">
      <dgm:prSet/>
      <dgm:spPr/>
      <dgm:t>
        <a:bodyPr/>
        <a:lstStyle/>
        <a:p>
          <a:endParaRPr lang="es-PE" sz="2800"/>
        </a:p>
      </dgm:t>
    </dgm:pt>
    <dgm:pt modelId="{F50E82DD-CDF8-4807-8B8B-B80FAB6CB29A}">
      <dgm:prSet custT="1"/>
      <dgm:spPr/>
      <dgm:t>
        <a:bodyPr/>
        <a:lstStyle/>
        <a:p>
          <a:r>
            <a:rPr lang="es-ES" sz="2800"/>
            <a:t>Marketplace es una herramienta virtual de simulación de negocios.</a:t>
          </a:r>
          <a:endParaRPr lang="es-PE" sz="2800"/>
        </a:p>
      </dgm:t>
    </dgm:pt>
    <dgm:pt modelId="{02B66D89-656E-4E69-9DD7-200B2B1E293A}" type="parTrans" cxnId="{A4AFA450-C7C0-40DB-91C6-B8C5904D3425}">
      <dgm:prSet/>
      <dgm:spPr/>
      <dgm:t>
        <a:bodyPr/>
        <a:lstStyle/>
        <a:p>
          <a:endParaRPr lang="es-PE" sz="2800"/>
        </a:p>
      </dgm:t>
    </dgm:pt>
    <dgm:pt modelId="{8E60B8B1-6BF8-42C0-9A6B-EBF64DD2C8CD}" type="sibTrans" cxnId="{A4AFA450-C7C0-40DB-91C6-B8C5904D3425}">
      <dgm:prSet/>
      <dgm:spPr/>
      <dgm:t>
        <a:bodyPr/>
        <a:lstStyle/>
        <a:p>
          <a:endParaRPr lang="es-PE" sz="2800"/>
        </a:p>
      </dgm:t>
    </dgm:pt>
    <dgm:pt modelId="{8619D3F1-BE72-477C-8F98-7E9EB974B3F8}">
      <dgm:prSet custT="1"/>
      <dgm:spPr/>
      <dgm:t>
        <a:bodyPr/>
        <a:lstStyle/>
        <a:p>
          <a:r>
            <a:rPr lang="es-ES" sz="2800" dirty="0"/>
            <a:t>Juegos de administración. </a:t>
          </a:r>
          <a:endParaRPr lang="es-PE" sz="2800" dirty="0"/>
        </a:p>
      </dgm:t>
    </dgm:pt>
    <dgm:pt modelId="{6BC9FE31-D96B-4B77-8C1F-B34FE39F68A5}" type="parTrans" cxnId="{8E1C365C-8BD4-4DAF-908D-074FE1E906FA}">
      <dgm:prSet/>
      <dgm:spPr/>
      <dgm:t>
        <a:bodyPr/>
        <a:lstStyle/>
        <a:p>
          <a:endParaRPr lang="es-PE" sz="2800"/>
        </a:p>
      </dgm:t>
    </dgm:pt>
    <dgm:pt modelId="{71195CA9-7537-410A-B5ED-6CDAEB68FBA1}" type="sibTrans" cxnId="{8E1C365C-8BD4-4DAF-908D-074FE1E906FA}">
      <dgm:prSet/>
      <dgm:spPr/>
      <dgm:t>
        <a:bodyPr/>
        <a:lstStyle/>
        <a:p>
          <a:endParaRPr lang="es-PE" sz="2800"/>
        </a:p>
      </dgm:t>
    </dgm:pt>
    <dgm:pt modelId="{C4C68A3B-FB09-4B6E-93DF-AE30A68150BA}">
      <dgm:prSet custT="1"/>
      <dgm:spPr/>
      <dgm:t>
        <a:bodyPr/>
        <a:lstStyle/>
        <a:p>
          <a:r>
            <a:rPr lang="es-ES" sz="2800" dirty="0"/>
            <a:t>Juegos de estrategia. militar y de planeación.</a:t>
          </a:r>
          <a:endParaRPr lang="es-PE" sz="2800" dirty="0"/>
        </a:p>
      </dgm:t>
    </dgm:pt>
    <dgm:pt modelId="{D4BBBBFA-4DB0-4457-8850-04A056C08F9C}" type="parTrans" cxnId="{87A12534-D76F-4728-84EF-423633267305}">
      <dgm:prSet/>
      <dgm:spPr/>
      <dgm:t>
        <a:bodyPr/>
        <a:lstStyle/>
        <a:p>
          <a:endParaRPr lang="es-PE" sz="2800"/>
        </a:p>
      </dgm:t>
    </dgm:pt>
    <dgm:pt modelId="{18AB7B0A-A412-46D7-A0F7-92A85189EDA7}" type="sibTrans" cxnId="{87A12534-D76F-4728-84EF-423633267305}">
      <dgm:prSet/>
      <dgm:spPr/>
      <dgm:t>
        <a:bodyPr/>
        <a:lstStyle/>
        <a:p>
          <a:endParaRPr lang="es-PE" sz="2800"/>
        </a:p>
      </dgm:t>
    </dgm:pt>
    <dgm:pt modelId="{25084B5B-B2EF-44BF-AFA0-A39057E381CF}" type="pres">
      <dgm:prSet presAssocID="{3C34264F-349B-489F-8CE8-21516BC36D02}" presName="Name0" presStyleCnt="0">
        <dgm:presLayoutVars>
          <dgm:dir/>
          <dgm:animLvl val="lvl"/>
          <dgm:resizeHandles val="exact"/>
        </dgm:presLayoutVars>
      </dgm:prSet>
      <dgm:spPr/>
    </dgm:pt>
    <dgm:pt modelId="{A0DA1354-279A-4DCC-9CBE-945C29E44372}" type="pres">
      <dgm:prSet presAssocID="{7BFDF653-EC1C-470C-8CA6-B6A4B340756D}" presName="linNode" presStyleCnt="0"/>
      <dgm:spPr/>
    </dgm:pt>
    <dgm:pt modelId="{4B7BC44E-BBE6-469A-A8D9-730EB67E0158}" type="pres">
      <dgm:prSet presAssocID="{7BFDF653-EC1C-470C-8CA6-B6A4B340756D}" presName="parentText" presStyleLbl="node1" presStyleIdx="0" presStyleCnt="1" custScaleX="110311" custScaleY="87813">
        <dgm:presLayoutVars>
          <dgm:chMax val="1"/>
          <dgm:bulletEnabled val="1"/>
        </dgm:presLayoutVars>
      </dgm:prSet>
      <dgm:spPr/>
    </dgm:pt>
    <dgm:pt modelId="{E72E2F4B-4BBC-4DF8-9B48-07613CF7C8B8}" type="pres">
      <dgm:prSet presAssocID="{7BFDF653-EC1C-470C-8CA6-B6A4B340756D}" presName="descendantText" presStyleLbl="alignAccFollowNode1" presStyleIdx="0" presStyleCnt="1" custScaleY="107694">
        <dgm:presLayoutVars>
          <dgm:bulletEnabled val="1"/>
        </dgm:presLayoutVars>
      </dgm:prSet>
      <dgm:spPr/>
    </dgm:pt>
  </dgm:ptLst>
  <dgm:cxnLst>
    <dgm:cxn modelId="{CA091804-1FCB-40D2-B1E2-2C516878864E}" type="presOf" srcId="{F50E82DD-CDF8-4807-8B8B-B80FAB6CB29A}" destId="{E72E2F4B-4BBC-4DF8-9B48-07613CF7C8B8}" srcOrd="0" destOrd="1" presId="urn:microsoft.com/office/officeart/2005/8/layout/vList5"/>
    <dgm:cxn modelId="{E23DA621-0027-423F-8670-47497F8D2F80}" srcId="{3C34264F-349B-489F-8CE8-21516BC36D02}" destId="{7BFDF653-EC1C-470C-8CA6-B6A4B340756D}" srcOrd="0" destOrd="0" parTransId="{7B07B474-7340-48FD-81FE-2E59A25A9C3B}" sibTransId="{81BFB797-E057-4D4B-8D7A-1923DB388200}"/>
    <dgm:cxn modelId="{87A12534-D76F-4728-84EF-423633267305}" srcId="{7BFDF653-EC1C-470C-8CA6-B6A4B340756D}" destId="{C4C68A3B-FB09-4B6E-93DF-AE30A68150BA}" srcOrd="3" destOrd="0" parTransId="{D4BBBBFA-4DB0-4457-8850-04A056C08F9C}" sibTransId="{18AB7B0A-A412-46D7-A0F7-92A85189EDA7}"/>
    <dgm:cxn modelId="{ACDF2B3D-8E55-4FF9-9BBC-214AA6250627}" type="presOf" srcId="{7BFDF653-EC1C-470C-8CA6-B6A4B340756D}" destId="{4B7BC44E-BBE6-469A-A8D9-730EB67E0158}" srcOrd="0" destOrd="0" presId="urn:microsoft.com/office/officeart/2005/8/layout/vList5"/>
    <dgm:cxn modelId="{8E1C365C-8BD4-4DAF-908D-074FE1E906FA}" srcId="{7BFDF653-EC1C-470C-8CA6-B6A4B340756D}" destId="{8619D3F1-BE72-477C-8F98-7E9EB974B3F8}" srcOrd="2" destOrd="0" parTransId="{6BC9FE31-D96B-4B77-8C1F-B34FE39F68A5}" sibTransId="{71195CA9-7537-410A-B5ED-6CDAEB68FBA1}"/>
    <dgm:cxn modelId="{A4AFA450-C7C0-40DB-91C6-B8C5904D3425}" srcId="{7BFDF653-EC1C-470C-8CA6-B6A4B340756D}" destId="{F50E82DD-CDF8-4807-8B8B-B80FAB6CB29A}" srcOrd="1" destOrd="0" parTransId="{02B66D89-656E-4E69-9DD7-200B2B1E293A}" sibTransId="{8E60B8B1-6BF8-42C0-9A6B-EBF64DD2C8CD}"/>
    <dgm:cxn modelId="{0E617855-84D0-43BE-B512-EBFA65DE69A7}" type="presOf" srcId="{8619D3F1-BE72-477C-8F98-7E9EB974B3F8}" destId="{E72E2F4B-4BBC-4DF8-9B48-07613CF7C8B8}" srcOrd="0" destOrd="2" presId="urn:microsoft.com/office/officeart/2005/8/layout/vList5"/>
    <dgm:cxn modelId="{59FB038C-C74A-4642-8DCD-1B4C10D94F48}" type="presOf" srcId="{3C34264F-349B-489F-8CE8-21516BC36D02}" destId="{25084B5B-B2EF-44BF-AFA0-A39057E381CF}" srcOrd="0" destOrd="0" presId="urn:microsoft.com/office/officeart/2005/8/layout/vList5"/>
    <dgm:cxn modelId="{08A001A9-513A-411F-9E3E-37AC3A6431EA}" type="presOf" srcId="{063870A0-05A7-47E7-B10A-3D318FBD859B}" destId="{E72E2F4B-4BBC-4DF8-9B48-07613CF7C8B8}" srcOrd="0" destOrd="0" presId="urn:microsoft.com/office/officeart/2005/8/layout/vList5"/>
    <dgm:cxn modelId="{0F15BCD4-81AB-4969-8787-C121C942A6FE}" srcId="{7BFDF653-EC1C-470C-8CA6-B6A4B340756D}" destId="{063870A0-05A7-47E7-B10A-3D318FBD859B}" srcOrd="0" destOrd="0" parTransId="{26038869-A875-4DE2-A5CA-11982D3BFE59}" sibTransId="{E5641487-9410-4040-A897-A66A63A8436A}"/>
    <dgm:cxn modelId="{2C954DE3-54A0-4C1F-B4DB-3525F8620991}" type="presOf" srcId="{C4C68A3B-FB09-4B6E-93DF-AE30A68150BA}" destId="{E72E2F4B-4BBC-4DF8-9B48-07613CF7C8B8}" srcOrd="0" destOrd="3" presId="urn:microsoft.com/office/officeart/2005/8/layout/vList5"/>
    <dgm:cxn modelId="{7A0CDA6A-C0FA-451E-AB07-2D561A58967D}" type="presParOf" srcId="{25084B5B-B2EF-44BF-AFA0-A39057E381CF}" destId="{A0DA1354-279A-4DCC-9CBE-945C29E44372}" srcOrd="0" destOrd="0" presId="urn:microsoft.com/office/officeart/2005/8/layout/vList5"/>
    <dgm:cxn modelId="{1C4DF062-17B0-47E1-BA56-9A0610CB36F2}" type="presParOf" srcId="{A0DA1354-279A-4DCC-9CBE-945C29E44372}" destId="{4B7BC44E-BBE6-469A-A8D9-730EB67E0158}" srcOrd="0" destOrd="0" presId="urn:microsoft.com/office/officeart/2005/8/layout/vList5"/>
    <dgm:cxn modelId="{57C4034C-8EB9-415A-B061-A6767B1ADFC7}" type="presParOf" srcId="{A0DA1354-279A-4DCC-9CBE-945C29E44372}" destId="{E72E2F4B-4BBC-4DF8-9B48-07613CF7C8B8}"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AC7F1EE5-FEA6-4C3A-BED8-061443B8E349}"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s-PE"/>
        </a:p>
      </dgm:t>
    </dgm:pt>
    <dgm:pt modelId="{4B198E25-BCE0-4292-A335-76B0C0331EAD}">
      <dgm:prSet custT="1"/>
      <dgm:spPr/>
      <dgm:t>
        <a:bodyPr/>
        <a:lstStyle/>
        <a:p>
          <a:r>
            <a:rPr lang="es-ES" sz="2800"/>
            <a:t>Nos permite demostrar o imitar situaciones físicas empleando computadoras.</a:t>
          </a:r>
          <a:endParaRPr lang="es-PE" sz="2800"/>
        </a:p>
      </dgm:t>
    </dgm:pt>
    <dgm:pt modelId="{5C25059F-F7FC-44A4-8EAD-D4E43C0C798E}" type="parTrans" cxnId="{A776E95E-901F-4DEB-A95D-F3F5B237382F}">
      <dgm:prSet/>
      <dgm:spPr/>
      <dgm:t>
        <a:bodyPr/>
        <a:lstStyle/>
        <a:p>
          <a:endParaRPr lang="es-PE" sz="2800"/>
        </a:p>
      </dgm:t>
    </dgm:pt>
    <dgm:pt modelId="{07F44CE1-AFD2-4AB5-9EF2-AD9BC491BB1D}" type="sibTrans" cxnId="{A776E95E-901F-4DEB-A95D-F3F5B237382F}">
      <dgm:prSet/>
      <dgm:spPr/>
      <dgm:t>
        <a:bodyPr/>
        <a:lstStyle/>
        <a:p>
          <a:endParaRPr lang="es-PE" sz="2800"/>
        </a:p>
      </dgm:t>
    </dgm:pt>
    <dgm:pt modelId="{656A6694-0B1F-4910-89B1-DD031BB1A35B}">
      <dgm:prSet custT="1"/>
      <dgm:spPr/>
      <dgm:t>
        <a:bodyPr/>
        <a:lstStyle/>
        <a:p>
          <a:r>
            <a:rPr lang="es-ES" sz="2800"/>
            <a:t>Los resultados representan el comportamiento del proceso real.</a:t>
          </a:r>
          <a:endParaRPr lang="es-PE" sz="2800"/>
        </a:p>
      </dgm:t>
    </dgm:pt>
    <dgm:pt modelId="{3AFA949B-1C3E-4FFB-A395-E949D73B9FAE}" type="parTrans" cxnId="{ED775E97-AED2-460D-926C-741DD9ACE526}">
      <dgm:prSet/>
      <dgm:spPr/>
      <dgm:t>
        <a:bodyPr/>
        <a:lstStyle/>
        <a:p>
          <a:endParaRPr lang="es-PE" sz="2800"/>
        </a:p>
      </dgm:t>
    </dgm:pt>
    <dgm:pt modelId="{F65C3139-64AE-4141-89C3-5DBCFD246FE7}" type="sibTrans" cxnId="{ED775E97-AED2-460D-926C-741DD9ACE526}">
      <dgm:prSet/>
      <dgm:spPr/>
      <dgm:t>
        <a:bodyPr/>
        <a:lstStyle/>
        <a:p>
          <a:endParaRPr lang="es-PE" sz="2800"/>
        </a:p>
      </dgm:t>
    </dgm:pt>
    <dgm:pt modelId="{21CB2164-D4F8-45BF-8BD0-79C226EE663A}">
      <dgm:prSet custT="1"/>
      <dgm:spPr/>
      <dgm:t>
        <a:bodyPr/>
        <a:lstStyle/>
        <a:p>
          <a:r>
            <a:rPr lang="es-ES" sz="2800"/>
            <a:t>Ejemplo: Representación de un automóvil.</a:t>
          </a:r>
          <a:endParaRPr lang="es-PE" sz="2800"/>
        </a:p>
      </dgm:t>
    </dgm:pt>
    <dgm:pt modelId="{7FDDB1B6-799F-4156-B49C-B5BD52908A7B}" type="parTrans" cxnId="{93A67A1F-7DF6-4347-9C49-B011E6672E37}">
      <dgm:prSet/>
      <dgm:spPr/>
      <dgm:t>
        <a:bodyPr/>
        <a:lstStyle/>
        <a:p>
          <a:endParaRPr lang="es-PE" sz="2800"/>
        </a:p>
      </dgm:t>
    </dgm:pt>
    <dgm:pt modelId="{8D70A38F-A37E-4AA7-B359-38DCF2CC5EEA}" type="sibTrans" cxnId="{93A67A1F-7DF6-4347-9C49-B011E6672E37}">
      <dgm:prSet/>
      <dgm:spPr/>
      <dgm:t>
        <a:bodyPr/>
        <a:lstStyle/>
        <a:p>
          <a:endParaRPr lang="es-PE" sz="2800"/>
        </a:p>
      </dgm:t>
    </dgm:pt>
    <dgm:pt modelId="{A81EC272-5489-4646-AAC2-9492D105A1DC}" type="pres">
      <dgm:prSet presAssocID="{AC7F1EE5-FEA6-4C3A-BED8-061443B8E349}" presName="Name0" presStyleCnt="0">
        <dgm:presLayoutVars>
          <dgm:dir/>
          <dgm:animLvl val="lvl"/>
          <dgm:resizeHandles val="exact"/>
        </dgm:presLayoutVars>
      </dgm:prSet>
      <dgm:spPr/>
    </dgm:pt>
    <dgm:pt modelId="{D77F9335-0186-4609-B5B3-352CD00D4487}" type="pres">
      <dgm:prSet presAssocID="{4B198E25-BCE0-4292-A335-76B0C0331EAD}" presName="linNode" presStyleCnt="0"/>
      <dgm:spPr/>
    </dgm:pt>
    <dgm:pt modelId="{C649131A-2BFC-4833-869A-E477B42C4FAD}" type="pres">
      <dgm:prSet presAssocID="{4B198E25-BCE0-4292-A335-76B0C0331EAD}" presName="parentText" presStyleLbl="node1" presStyleIdx="0" presStyleCnt="1">
        <dgm:presLayoutVars>
          <dgm:chMax val="1"/>
          <dgm:bulletEnabled val="1"/>
        </dgm:presLayoutVars>
      </dgm:prSet>
      <dgm:spPr/>
    </dgm:pt>
    <dgm:pt modelId="{3D36433B-364B-4E35-B8B0-E96B3B4D3E6E}" type="pres">
      <dgm:prSet presAssocID="{4B198E25-BCE0-4292-A335-76B0C0331EAD}" presName="descendantText" presStyleLbl="alignAccFollowNode1" presStyleIdx="0" presStyleCnt="1" custScaleY="125000">
        <dgm:presLayoutVars>
          <dgm:bulletEnabled val="1"/>
        </dgm:presLayoutVars>
      </dgm:prSet>
      <dgm:spPr/>
    </dgm:pt>
  </dgm:ptLst>
  <dgm:cxnLst>
    <dgm:cxn modelId="{03CA5C12-DC3D-431F-9F9F-A9EDFD0E6720}" type="presOf" srcId="{4B198E25-BCE0-4292-A335-76B0C0331EAD}" destId="{C649131A-2BFC-4833-869A-E477B42C4FAD}" srcOrd="0" destOrd="0" presId="urn:microsoft.com/office/officeart/2005/8/layout/vList5"/>
    <dgm:cxn modelId="{93A67A1F-7DF6-4347-9C49-B011E6672E37}" srcId="{4B198E25-BCE0-4292-A335-76B0C0331EAD}" destId="{21CB2164-D4F8-45BF-8BD0-79C226EE663A}" srcOrd="1" destOrd="0" parTransId="{7FDDB1B6-799F-4156-B49C-B5BD52908A7B}" sibTransId="{8D70A38F-A37E-4AA7-B359-38DCF2CC5EEA}"/>
    <dgm:cxn modelId="{A776E95E-901F-4DEB-A95D-F3F5B237382F}" srcId="{AC7F1EE5-FEA6-4C3A-BED8-061443B8E349}" destId="{4B198E25-BCE0-4292-A335-76B0C0331EAD}" srcOrd="0" destOrd="0" parTransId="{5C25059F-F7FC-44A4-8EAD-D4E43C0C798E}" sibTransId="{07F44CE1-AFD2-4AB5-9EF2-AD9BC491BB1D}"/>
    <dgm:cxn modelId="{FFAA1645-69F5-466A-B6FA-237BE5E09171}" type="presOf" srcId="{656A6694-0B1F-4910-89B1-DD031BB1A35B}" destId="{3D36433B-364B-4E35-B8B0-E96B3B4D3E6E}" srcOrd="0" destOrd="0" presId="urn:microsoft.com/office/officeart/2005/8/layout/vList5"/>
    <dgm:cxn modelId="{4BBF5C93-428D-4E4E-B87D-D656F8655152}" type="presOf" srcId="{21CB2164-D4F8-45BF-8BD0-79C226EE663A}" destId="{3D36433B-364B-4E35-B8B0-E96B3B4D3E6E}" srcOrd="0" destOrd="1" presId="urn:microsoft.com/office/officeart/2005/8/layout/vList5"/>
    <dgm:cxn modelId="{ED775E97-AED2-460D-926C-741DD9ACE526}" srcId="{4B198E25-BCE0-4292-A335-76B0C0331EAD}" destId="{656A6694-0B1F-4910-89B1-DD031BB1A35B}" srcOrd="0" destOrd="0" parTransId="{3AFA949B-1C3E-4FFB-A395-E949D73B9FAE}" sibTransId="{F65C3139-64AE-4141-89C3-5DBCFD246FE7}"/>
    <dgm:cxn modelId="{E9A05EA6-C471-4C3D-AEAD-75ABD5714940}" type="presOf" srcId="{AC7F1EE5-FEA6-4C3A-BED8-061443B8E349}" destId="{A81EC272-5489-4646-AAC2-9492D105A1DC}" srcOrd="0" destOrd="0" presId="urn:microsoft.com/office/officeart/2005/8/layout/vList5"/>
    <dgm:cxn modelId="{A1ECC94F-70D3-447C-B5F4-7EF6EF4BAD41}" type="presParOf" srcId="{A81EC272-5489-4646-AAC2-9492D105A1DC}" destId="{D77F9335-0186-4609-B5B3-352CD00D4487}" srcOrd="0" destOrd="0" presId="urn:microsoft.com/office/officeart/2005/8/layout/vList5"/>
    <dgm:cxn modelId="{1F5F1288-270B-4988-9D76-E84C421DE69B}" type="presParOf" srcId="{D77F9335-0186-4609-B5B3-352CD00D4487}" destId="{C649131A-2BFC-4833-869A-E477B42C4FAD}" srcOrd="0" destOrd="0" presId="urn:microsoft.com/office/officeart/2005/8/layout/vList5"/>
    <dgm:cxn modelId="{FFCD25C8-0D78-42FD-9769-7C51E0AD87C1}" type="presParOf" srcId="{D77F9335-0186-4609-B5B3-352CD00D4487}" destId="{3D36433B-364B-4E35-B8B0-E96B3B4D3E6E}"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19E74F31-DCFD-4FC6-A2D2-DBEE476F7A57}"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s-PE"/>
        </a:p>
      </dgm:t>
    </dgm:pt>
    <dgm:pt modelId="{430B0F0F-9F0A-472B-862C-4616A1D1DE84}">
      <dgm:prSet custT="1"/>
      <dgm:spPr/>
      <dgm:t>
        <a:bodyPr/>
        <a:lstStyle/>
        <a:p>
          <a:r>
            <a:rPr lang="es-ES" sz="2800" dirty="0"/>
            <a:t>Usan símbolos en lugar de un dispositivo físico para representar una entidad.</a:t>
          </a:r>
          <a:endParaRPr lang="es-PE" sz="2800" dirty="0"/>
        </a:p>
      </dgm:t>
    </dgm:pt>
    <dgm:pt modelId="{636AA218-0156-4940-A660-94C58715257A}" type="parTrans" cxnId="{3A0E7DE7-95C1-40A9-9F2B-076F8C6076FA}">
      <dgm:prSet/>
      <dgm:spPr/>
      <dgm:t>
        <a:bodyPr/>
        <a:lstStyle/>
        <a:p>
          <a:endParaRPr lang="es-PE" sz="2800"/>
        </a:p>
      </dgm:t>
    </dgm:pt>
    <dgm:pt modelId="{6D995A64-2360-4CFE-B80D-A510DEDA40DB}" type="sibTrans" cxnId="{3A0E7DE7-95C1-40A9-9F2B-076F8C6076FA}">
      <dgm:prSet/>
      <dgm:spPr/>
      <dgm:t>
        <a:bodyPr/>
        <a:lstStyle/>
        <a:p>
          <a:endParaRPr lang="es-PE" sz="2800"/>
        </a:p>
      </dgm:t>
    </dgm:pt>
    <dgm:pt modelId="{B67E80ED-787E-4F65-9726-2609236D7B22}">
      <dgm:prSet custT="1"/>
      <dgm:spPr/>
      <dgm:t>
        <a:bodyPr/>
        <a:lstStyle/>
        <a:p>
          <a:r>
            <a:rPr lang="es-ES" sz="2800" dirty="0"/>
            <a:t>Una letra puede representar el volumen de producción. </a:t>
          </a:r>
          <a:endParaRPr lang="es-PE" sz="2800" dirty="0"/>
        </a:p>
      </dgm:t>
    </dgm:pt>
    <dgm:pt modelId="{1BC0A390-7B68-43C7-B24F-1F21539D498F}" type="parTrans" cxnId="{57B664FB-0A62-4C29-92F5-EB048769BDAD}">
      <dgm:prSet/>
      <dgm:spPr/>
      <dgm:t>
        <a:bodyPr/>
        <a:lstStyle/>
        <a:p>
          <a:endParaRPr lang="es-PE" sz="2800"/>
        </a:p>
      </dgm:t>
    </dgm:pt>
    <dgm:pt modelId="{4B5F3BBC-BC1B-4169-A12B-74AFE216B792}" type="sibTrans" cxnId="{57B664FB-0A62-4C29-92F5-EB048769BDAD}">
      <dgm:prSet/>
      <dgm:spPr/>
      <dgm:t>
        <a:bodyPr/>
        <a:lstStyle/>
        <a:p>
          <a:endParaRPr lang="es-PE" sz="2800"/>
        </a:p>
      </dgm:t>
    </dgm:pt>
    <dgm:pt modelId="{5B73640B-46B4-4B39-BB98-1D6C123D531E}">
      <dgm:prSet custT="1"/>
      <dgm:spPr/>
      <dgm:t>
        <a:bodyPr/>
        <a:lstStyle/>
        <a:p>
          <a:r>
            <a:rPr lang="es-ES" sz="2800" dirty="0"/>
            <a:t>Se tiene en cuenta las expresiones lógicas.</a:t>
          </a:r>
          <a:endParaRPr lang="es-PE" sz="2800" dirty="0"/>
        </a:p>
      </dgm:t>
    </dgm:pt>
    <dgm:pt modelId="{614F4CBA-65C4-49A9-9AE4-A294C8A47625}" type="parTrans" cxnId="{97BEF251-B4EA-4E55-B690-70E59BC6C46B}">
      <dgm:prSet/>
      <dgm:spPr/>
      <dgm:t>
        <a:bodyPr/>
        <a:lstStyle/>
        <a:p>
          <a:endParaRPr lang="es-PE" sz="2800"/>
        </a:p>
      </dgm:t>
    </dgm:pt>
    <dgm:pt modelId="{4F6AF765-6BCD-44F2-828E-4898A32A1C91}" type="sibTrans" cxnId="{97BEF251-B4EA-4E55-B690-70E59BC6C46B}">
      <dgm:prSet/>
      <dgm:spPr/>
      <dgm:t>
        <a:bodyPr/>
        <a:lstStyle/>
        <a:p>
          <a:endParaRPr lang="es-PE" sz="2800"/>
        </a:p>
      </dgm:t>
    </dgm:pt>
    <dgm:pt modelId="{7094194F-4AD5-4B36-9CA5-D6A44CE51F5C}">
      <dgm:prSet custT="1"/>
      <dgm:spPr/>
      <dgm:t>
        <a:bodyPr/>
        <a:lstStyle/>
        <a:p>
          <a:r>
            <a:rPr lang="es-ES" sz="2800" dirty="0"/>
            <a:t>Se debe hacer muchas suposiciones dentro de un modelo matemático</a:t>
          </a:r>
          <a:r>
            <a:rPr lang="es-MX" sz="2800" dirty="0"/>
            <a:t> </a:t>
          </a:r>
          <a:endParaRPr lang="es-PE" sz="2800" dirty="0"/>
        </a:p>
      </dgm:t>
    </dgm:pt>
    <dgm:pt modelId="{7D171B4B-8DA6-43B5-857F-6D06E87AFC7A}" type="parTrans" cxnId="{658E19A2-E3E7-483B-9CC8-7A225B4BBA64}">
      <dgm:prSet/>
      <dgm:spPr/>
      <dgm:t>
        <a:bodyPr/>
        <a:lstStyle/>
        <a:p>
          <a:endParaRPr lang="es-PE" sz="2800"/>
        </a:p>
      </dgm:t>
    </dgm:pt>
    <dgm:pt modelId="{E5FC138D-73E3-4A91-9CA1-F77398987148}" type="sibTrans" cxnId="{658E19A2-E3E7-483B-9CC8-7A225B4BBA64}">
      <dgm:prSet/>
      <dgm:spPr/>
      <dgm:t>
        <a:bodyPr/>
        <a:lstStyle/>
        <a:p>
          <a:endParaRPr lang="es-PE" sz="2800"/>
        </a:p>
      </dgm:t>
    </dgm:pt>
    <dgm:pt modelId="{DA674603-804F-42DF-90AC-4968E4CA4B15}">
      <dgm:prSet custT="1"/>
      <dgm:spPr/>
      <dgm:t>
        <a:bodyPr/>
        <a:lstStyle/>
        <a:p>
          <a:r>
            <a:rPr lang="es-ES" sz="2800" dirty="0"/>
            <a:t>Son abstractos y generales.</a:t>
          </a:r>
          <a:endParaRPr lang="es-PE" sz="2800" dirty="0"/>
        </a:p>
      </dgm:t>
    </dgm:pt>
    <dgm:pt modelId="{6F84296A-E830-4170-A09E-CCF16C305FF1}" type="parTrans" cxnId="{8E1705A2-0172-4785-B9E2-B9834E6E6A4E}">
      <dgm:prSet/>
      <dgm:spPr/>
      <dgm:t>
        <a:bodyPr/>
        <a:lstStyle/>
        <a:p>
          <a:endParaRPr lang="es-PE" sz="2800"/>
        </a:p>
      </dgm:t>
    </dgm:pt>
    <dgm:pt modelId="{ABC986CA-D311-48B0-800E-1417ED50EB02}" type="sibTrans" cxnId="{8E1705A2-0172-4785-B9E2-B9834E6E6A4E}">
      <dgm:prSet/>
      <dgm:spPr/>
      <dgm:t>
        <a:bodyPr/>
        <a:lstStyle/>
        <a:p>
          <a:endParaRPr lang="es-PE" sz="2800"/>
        </a:p>
      </dgm:t>
    </dgm:pt>
    <dgm:pt modelId="{2BDA2DAF-210F-48CC-895E-75D2404962DA}" type="pres">
      <dgm:prSet presAssocID="{19E74F31-DCFD-4FC6-A2D2-DBEE476F7A57}" presName="Name0" presStyleCnt="0">
        <dgm:presLayoutVars>
          <dgm:dir/>
          <dgm:animLvl val="lvl"/>
          <dgm:resizeHandles val="exact"/>
        </dgm:presLayoutVars>
      </dgm:prSet>
      <dgm:spPr/>
    </dgm:pt>
    <dgm:pt modelId="{B6740DE6-F7E2-434D-9C38-5D6A6E642FD0}" type="pres">
      <dgm:prSet presAssocID="{430B0F0F-9F0A-472B-862C-4616A1D1DE84}" presName="linNode" presStyleCnt="0"/>
      <dgm:spPr/>
    </dgm:pt>
    <dgm:pt modelId="{26BDD742-5EE1-4BA9-B809-093FD06763CB}" type="pres">
      <dgm:prSet presAssocID="{430B0F0F-9F0A-472B-862C-4616A1D1DE84}" presName="parentText" presStyleLbl="node1" presStyleIdx="0" presStyleCnt="1" custScaleX="88014" custScaleY="88891">
        <dgm:presLayoutVars>
          <dgm:chMax val="1"/>
          <dgm:bulletEnabled val="1"/>
        </dgm:presLayoutVars>
      </dgm:prSet>
      <dgm:spPr/>
    </dgm:pt>
    <dgm:pt modelId="{68BCF748-7048-4575-8744-C1606726EEDE}" type="pres">
      <dgm:prSet presAssocID="{430B0F0F-9F0A-472B-862C-4616A1D1DE84}" presName="descendantText" presStyleLbl="alignAccFollowNode1" presStyleIdx="0" presStyleCnt="1" custScaleX="105181" custScaleY="111248">
        <dgm:presLayoutVars>
          <dgm:bulletEnabled val="1"/>
        </dgm:presLayoutVars>
      </dgm:prSet>
      <dgm:spPr/>
    </dgm:pt>
  </dgm:ptLst>
  <dgm:cxnLst>
    <dgm:cxn modelId="{BD07365C-B647-4530-B8CF-B9A7D15E264E}" type="presOf" srcId="{DA674603-804F-42DF-90AC-4968E4CA4B15}" destId="{68BCF748-7048-4575-8744-C1606726EEDE}" srcOrd="0" destOrd="1" presId="urn:microsoft.com/office/officeart/2005/8/layout/vList5"/>
    <dgm:cxn modelId="{CD841371-403D-43E6-96CB-50A5EAAE3AEF}" type="presOf" srcId="{7094194F-4AD5-4B36-9CA5-D6A44CE51F5C}" destId="{68BCF748-7048-4575-8744-C1606726EEDE}" srcOrd="0" destOrd="3" presId="urn:microsoft.com/office/officeart/2005/8/layout/vList5"/>
    <dgm:cxn modelId="{97BEF251-B4EA-4E55-B690-70E59BC6C46B}" srcId="{430B0F0F-9F0A-472B-862C-4616A1D1DE84}" destId="{5B73640B-46B4-4B39-BB98-1D6C123D531E}" srcOrd="2" destOrd="0" parTransId="{614F4CBA-65C4-49A9-9AE4-A294C8A47625}" sibTransId="{4F6AF765-6BCD-44F2-828E-4898A32A1C91}"/>
    <dgm:cxn modelId="{6F749772-E5B8-4582-BBBD-644AA56091D5}" type="presOf" srcId="{19E74F31-DCFD-4FC6-A2D2-DBEE476F7A57}" destId="{2BDA2DAF-210F-48CC-895E-75D2404962DA}" srcOrd="0" destOrd="0" presId="urn:microsoft.com/office/officeart/2005/8/layout/vList5"/>
    <dgm:cxn modelId="{964E6956-4D50-40BE-8E1D-A55152E418C9}" type="presOf" srcId="{430B0F0F-9F0A-472B-862C-4616A1D1DE84}" destId="{26BDD742-5EE1-4BA9-B809-093FD06763CB}" srcOrd="0" destOrd="0" presId="urn:microsoft.com/office/officeart/2005/8/layout/vList5"/>
    <dgm:cxn modelId="{8E1705A2-0172-4785-B9E2-B9834E6E6A4E}" srcId="{430B0F0F-9F0A-472B-862C-4616A1D1DE84}" destId="{DA674603-804F-42DF-90AC-4968E4CA4B15}" srcOrd="1" destOrd="0" parTransId="{6F84296A-E830-4170-A09E-CCF16C305FF1}" sibTransId="{ABC986CA-D311-48B0-800E-1417ED50EB02}"/>
    <dgm:cxn modelId="{658E19A2-E3E7-483B-9CC8-7A225B4BBA64}" srcId="{430B0F0F-9F0A-472B-862C-4616A1D1DE84}" destId="{7094194F-4AD5-4B36-9CA5-D6A44CE51F5C}" srcOrd="3" destOrd="0" parTransId="{7D171B4B-8DA6-43B5-857F-6D06E87AFC7A}" sibTransId="{E5FC138D-73E3-4A91-9CA1-F77398987148}"/>
    <dgm:cxn modelId="{DE7D9ACF-E0E6-4093-B64F-DF5B9A8EE441}" type="presOf" srcId="{5B73640B-46B4-4B39-BB98-1D6C123D531E}" destId="{68BCF748-7048-4575-8744-C1606726EEDE}" srcOrd="0" destOrd="2" presId="urn:microsoft.com/office/officeart/2005/8/layout/vList5"/>
    <dgm:cxn modelId="{61AC10D6-970C-47DC-948E-322AE8779C6D}" type="presOf" srcId="{B67E80ED-787E-4F65-9726-2609236D7B22}" destId="{68BCF748-7048-4575-8744-C1606726EEDE}" srcOrd="0" destOrd="0" presId="urn:microsoft.com/office/officeart/2005/8/layout/vList5"/>
    <dgm:cxn modelId="{3A0E7DE7-95C1-40A9-9F2B-076F8C6076FA}" srcId="{19E74F31-DCFD-4FC6-A2D2-DBEE476F7A57}" destId="{430B0F0F-9F0A-472B-862C-4616A1D1DE84}" srcOrd="0" destOrd="0" parTransId="{636AA218-0156-4940-A660-94C58715257A}" sibTransId="{6D995A64-2360-4CFE-B80D-A510DEDA40DB}"/>
    <dgm:cxn modelId="{57B664FB-0A62-4C29-92F5-EB048769BDAD}" srcId="{430B0F0F-9F0A-472B-862C-4616A1D1DE84}" destId="{B67E80ED-787E-4F65-9726-2609236D7B22}" srcOrd="0" destOrd="0" parTransId="{1BC0A390-7B68-43C7-B24F-1F21539D498F}" sibTransId="{4B5F3BBC-BC1B-4169-A12B-74AFE216B792}"/>
    <dgm:cxn modelId="{3A7C7D2E-DD43-4622-88B9-F0C51B3F3F19}" type="presParOf" srcId="{2BDA2DAF-210F-48CC-895E-75D2404962DA}" destId="{B6740DE6-F7E2-434D-9C38-5D6A6E642FD0}" srcOrd="0" destOrd="0" presId="urn:microsoft.com/office/officeart/2005/8/layout/vList5"/>
    <dgm:cxn modelId="{DF47592D-89A8-4F2E-A0B8-B1ED3EF9C9F9}" type="presParOf" srcId="{B6740DE6-F7E2-434D-9C38-5D6A6E642FD0}" destId="{26BDD742-5EE1-4BA9-B809-093FD06763CB}" srcOrd="0" destOrd="0" presId="urn:microsoft.com/office/officeart/2005/8/layout/vList5"/>
    <dgm:cxn modelId="{F51FB22F-42DA-4AF1-8929-E14666B23F45}" type="presParOf" srcId="{B6740DE6-F7E2-434D-9C38-5D6A6E642FD0}" destId="{68BCF748-7048-4575-8744-C1606726EEDE}"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52310907-E2AC-4E2A-A736-316376E8E18F}"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PE"/>
        </a:p>
      </dgm:t>
    </dgm:pt>
    <dgm:pt modelId="{0D34A408-63FF-4CA1-BB1B-FC31D3113978}">
      <dgm:prSet custT="1"/>
      <dgm:spPr/>
      <dgm:t>
        <a:bodyPr/>
        <a:lstStyle/>
        <a:p>
          <a:pPr rtl="0"/>
          <a:r>
            <a:rPr lang="es-ES_tradnl" sz="2800" dirty="0"/>
            <a:t>Porque la experimentación de un sistema o procesos  puede ser muy costosa, puede llevarlo a colapsos o puede ser simplemente imposible.</a:t>
          </a:r>
          <a:endParaRPr lang="es-PE" sz="2800" dirty="0"/>
        </a:p>
      </dgm:t>
    </dgm:pt>
    <dgm:pt modelId="{834DDCE5-F604-44A5-8D0F-4113E702D01C}" type="parTrans" cxnId="{029810B0-69D3-4737-8B29-9936ECE5BA57}">
      <dgm:prSet/>
      <dgm:spPr/>
      <dgm:t>
        <a:bodyPr/>
        <a:lstStyle/>
        <a:p>
          <a:endParaRPr lang="es-PE" sz="2800"/>
        </a:p>
      </dgm:t>
    </dgm:pt>
    <dgm:pt modelId="{54FDB154-53C8-42C5-83BA-662CD932F91F}" type="sibTrans" cxnId="{029810B0-69D3-4737-8B29-9936ECE5BA57}">
      <dgm:prSet/>
      <dgm:spPr/>
      <dgm:t>
        <a:bodyPr/>
        <a:lstStyle/>
        <a:p>
          <a:endParaRPr lang="es-PE" sz="2800"/>
        </a:p>
      </dgm:t>
    </dgm:pt>
    <dgm:pt modelId="{D2B85422-911E-4820-A6C4-83DB71E58A1E}" type="pres">
      <dgm:prSet presAssocID="{52310907-E2AC-4E2A-A736-316376E8E18F}" presName="linear" presStyleCnt="0">
        <dgm:presLayoutVars>
          <dgm:animLvl val="lvl"/>
          <dgm:resizeHandles val="exact"/>
        </dgm:presLayoutVars>
      </dgm:prSet>
      <dgm:spPr/>
    </dgm:pt>
    <dgm:pt modelId="{ABD93775-7834-46B3-8EDA-3E0E7454BAE2}" type="pres">
      <dgm:prSet presAssocID="{0D34A408-63FF-4CA1-BB1B-FC31D3113978}" presName="parentText" presStyleLbl="node1" presStyleIdx="0" presStyleCnt="1">
        <dgm:presLayoutVars>
          <dgm:chMax val="0"/>
          <dgm:bulletEnabled val="1"/>
        </dgm:presLayoutVars>
      </dgm:prSet>
      <dgm:spPr/>
    </dgm:pt>
  </dgm:ptLst>
  <dgm:cxnLst>
    <dgm:cxn modelId="{8E303504-D604-4B97-933B-0E77F43A86F2}" type="presOf" srcId="{0D34A408-63FF-4CA1-BB1B-FC31D3113978}" destId="{ABD93775-7834-46B3-8EDA-3E0E7454BAE2}" srcOrd="0" destOrd="0" presId="urn:microsoft.com/office/officeart/2005/8/layout/vList2"/>
    <dgm:cxn modelId="{903CAD40-E079-4260-834A-94677FDC7315}" type="presOf" srcId="{52310907-E2AC-4E2A-A736-316376E8E18F}" destId="{D2B85422-911E-4820-A6C4-83DB71E58A1E}" srcOrd="0" destOrd="0" presId="urn:microsoft.com/office/officeart/2005/8/layout/vList2"/>
    <dgm:cxn modelId="{029810B0-69D3-4737-8B29-9936ECE5BA57}" srcId="{52310907-E2AC-4E2A-A736-316376E8E18F}" destId="{0D34A408-63FF-4CA1-BB1B-FC31D3113978}" srcOrd="0" destOrd="0" parTransId="{834DDCE5-F604-44A5-8D0F-4113E702D01C}" sibTransId="{54FDB154-53C8-42C5-83BA-662CD932F91F}"/>
    <dgm:cxn modelId="{0DACCCA4-26C6-4E0D-8C86-7466C1F28E5D}" type="presParOf" srcId="{D2B85422-911E-4820-A6C4-83DB71E58A1E}" destId="{ABD93775-7834-46B3-8EDA-3E0E7454BAE2}"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F7E7920E-4A18-496E-8F68-31C525961517}"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PE"/>
        </a:p>
      </dgm:t>
    </dgm:pt>
    <dgm:pt modelId="{8269199C-9F02-4388-9D75-3C69265B9094}">
      <dgm:prSet custT="1"/>
      <dgm:spPr>
        <a:solidFill>
          <a:srgbClr val="4472C4">
            <a:hueOff val="0"/>
            <a:satOff val="0"/>
            <a:lumOff val="0"/>
            <a:alphaOff val="0"/>
          </a:srgbClr>
        </a:solidFill>
        <a:ln w="12700" cap="flat" cmpd="sng" algn="ctr">
          <a:solidFill>
            <a:prstClr val="white">
              <a:hueOff val="0"/>
              <a:satOff val="0"/>
              <a:lumOff val="0"/>
              <a:alphaOff val="0"/>
            </a:prstClr>
          </a:solidFill>
          <a:prstDash val="solid"/>
          <a:miter lim="800000"/>
        </a:ln>
        <a:effectLst/>
      </dgm:spPr>
      <dgm:t>
        <a:bodyPr spcFirstLastPara="0" vert="horz" wrap="square" lIns="91440" tIns="91440" rIns="91440" bIns="91440" numCol="1" spcCol="1270" anchor="ctr" anchorCtr="0"/>
        <a:lstStyle/>
        <a:p>
          <a:pPr rtl="0"/>
          <a:r>
            <a:rPr lang="es-ES_tradnl" sz="2800" i="0" dirty="0">
              <a:latin typeface="Arial" panose="020B0604020202020204" pitchFamily="34" charset="0"/>
              <a:cs typeface="Arial" panose="020B0604020202020204" pitchFamily="34" charset="0"/>
            </a:rPr>
            <a:t>Es una imitación de la operación de un proceso del mundo real .</a:t>
          </a:r>
          <a:r>
            <a:rPr lang="es-ES" sz="2800" i="0" dirty="0">
              <a:latin typeface="Arial" panose="020B0604020202020204" pitchFamily="34" charset="0"/>
              <a:cs typeface="Arial" panose="020B0604020202020204" pitchFamily="34" charset="0"/>
            </a:rPr>
            <a:t> </a:t>
          </a:r>
          <a:endParaRPr lang="es-PE" sz="2800" i="0" dirty="0">
            <a:latin typeface="Arial" panose="020B0604020202020204" pitchFamily="34" charset="0"/>
            <a:cs typeface="Arial" panose="020B0604020202020204" pitchFamily="34" charset="0"/>
          </a:endParaRPr>
        </a:p>
      </dgm:t>
    </dgm:pt>
    <dgm:pt modelId="{42816A36-4A91-499F-A432-73D9E4D967B6}" type="parTrans" cxnId="{9265155C-3FB2-480B-87AE-8B49E1205DBC}">
      <dgm:prSet/>
      <dgm:spPr/>
      <dgm:t>
        <a:bodyPr/>
        <a:lstStyle/>
        <a:p>
          <a:endParaRPr lang="es-PE" sz="2800">
            <a:latin typeface="Arial" panose="020B0604020202020204" pitchFamily="34" charset="0"/>
            <a:cs typeface="Arial" panose="020B0604020202020204" pitchFamily="34" charset="0"/>
          </a:endParaRPr>
        </a:p>
      </dgm:t>
    </dgm:pt>
    <dgm:pt modelId="{945068F2-0240-4F4A-B38C-6C69107510C1}" type="sibTrans" cxnId="{9265155C-3FB2-480B-87AE-8B49E1205DBC}">
      <dgm:prSet/>
      <dgm:spPr/>
      <dgm:t>
        <a:bodyPr/>
        <a:lstStyle/>
        <a:p>
          <a:endParaRPr lang="es-PE" sz="2800">
            <a:latin typeface="Arial" panose="020B0604020202020204" pitchFamily="34" charset="0"/>
            <a:cs typeface="Arial" panose="020B0604020202020204" pitchFamily="34" charset="0"/>
          </a:endParaRPr>
        </a:p>
      </dgm:t>
    </dgm:pt>
    <dgm:pt modelId="{0A0E1B1F-3719-4E08-A098-07F9CD8C19A3}">
      <dgm:prSet custT="1"/>
      <dgm:spPr/>
      <dgm:t>
        <a:bodyPr/>
        <a:lstStyle/>
        <a:p>
          <a:pPr rtl="0"/>
          <a:r>
            <a:rPr lang="es-ES_tradnl" sz="2800" dirty="0">
              <a:latin typeface="Arial" panose="020B0604020202020204" pitchFamily="34" charset="0"/>
              <a:cs typeface="Arial" panose="020B0604020202020204" pitchFamily="34" charset="0"/>
            </a:rPr>
            <a:t>Es desarrollar un modelo matemático sobre un sistema real y realizar experimentos con este modelo, </a:t>
          </a:r>
          <a:r>
            <a:rPr lang="es-ES" sz="2800" dirty="0">
              <a:latin typeface="Arial" panose="020B0604020202020204" pitchFamily="34" charset="0"/>
              <a:cs typeface="Arial" panose="020B0604020202020204" pitchFamily="34" charset="0"/>
            </a:rPr>
            <a:t>para entender el </a:t>
          </a:r>
          <a:r>
            <a:rPr lang="es-ES" sz="2800" i="1" dirty="0">
              <a:latin typeface="Arial" panose="020B0604020202020204" pitchFamily="34" charset="0"/>
              <a:cs typeface="Arial" panose="020B0604020202020204" pitchFamily="34" charset="0"/>
            </a:rPr>
            <a:t>comportamiento del sistema </a:t>
          </a:r>
          <a:r>
            <a:rPr lang="es-ES" sz="2800" dirty="0">
              <a:latin typeface="Arial" panose="020B0604020202020204" pitchFamily="34" charset="0"/>
              <a:cs typeface="Arial" panose="020B0604020202020204" pitchFamily="34" charset="0"/>
            </a:rPr>
            <a:t>o evaluar  estrategias.</a:t>
          </a:r>
          <a:endParaRPr lang="es-PE" sz="2800" dirty="0">
            <a:latin typeface="Arial" panose="020B0604020202020204" pitchFamily="34" charset="0"/>
            <a:cs typeface="Arial" panose="020B0604020202020204" pitchFamily="34" charset="0"/>
          </a:endParaRPr>
        </a:p>
      </dgm:t>
    </dgm:pt>
    <dgm:pt modelId="{3A155A66-7585-4F07-9270-BF31FA775710}" type="parTrans" cxnId="{CCDB4BFC-9FDF-4E32-8598-FA0C741D7472}">
      <dgm:prSet/>
      <dgm:spPr/>
      <dgm:t>
        <a:bodyPr/>
        <a:lstStyle/>
        <a:p>
          <a:endParaRPr lang="es-PE" sz="2800">
            <a:latin typeface="Arial" panose="020B0604020202020204" pitchFamily="34" charset="0"/>
            <a:cs typeface="Arial" panose="020B0604020202020204" pitchFamily="34" charset="0"/>
          </a:endParaRPr>
        </a:p>
      </dgm:t>
    </dgm:pt>
    <dgm:pt modelId="{4773EACA-81AA-44E5-BDE2-BD5FB72BA36E}" type="sibTrans" cxnId="{CCDB4BFC-9FDF-4E32-8598-FA0C741D7472}">
      <dgm:prSet/>
      <dgm:spPr/>
      <dgm:t>
        <a:bodyPr/>
        <a:lstStyle/>
        <a:p>
          <a:endParaRPr lang="es-PE" sz="2800">
            <a:latin typeface="Arial" panose="020B0604020202020204" pitchFamily="34" charset="0"/>
            <a:cs typeface="Arial" panose="020B0604020202020204" pitchFamily="34" charset="0"/>
          </a:endParaRPr>
        </a:p>
      </dgm:t>
    </dgm:pt>
    <dgm:pt modelId="{C2B43C3D-7436-4789-A042-D57B18513F64}">
      <dgm:prSet custT="1"/>
      <dgm:spPr/>
      <dgm:t>
        <a:bodyPr/>
        <a:lstStyle/>
        <a:p>
          <a:pPr rtl="0"/>
          <a:r>
            <a:rPr lang="es-ES_tradnl" sz="2800" dirty="0">
              <a:latin typeface="Arial" panose="020B0604020202020204" pitchFamily="34" charset="0"/>
              <a:cs typeface="Arial" panose="020B0604020202020204" pitchFamily="34" charset="0"/>
            </a:rPr>
            <a:t>Consiste en la observación del </a:t>
          </a:r>
          <a:r>
            <a:rPr lang="es-ES_tradnl" sz="2800" i="1" dirty="0">
              <a:latin typeface="Arial" panose="020B0604020202020204" pitchFamily="34" charset="0"/>
              <a:cs typeface="Arial" panose="020B0604020202020204" pitchFamily="34" charset="0"/>
            </a:rPr>
            <a:t>comportamiento dinámico de un modelo</a:t>
          </a:r>
          <a:r>
            <a:rPr lang="es-ES_tradnl" sz="2800" dirty="0">
              <a:latin typeface="Arial" panose="020B0604020202020204" pitchFamily="34" charset="0"/>
              <a:cs typeface="Arial" panose="020B0604020202020204" pitchFamily="34" charset="0"/>
            </a:rPr>
            <a:t> que se mueve de un estado a otro de acuerdo a una serie de  restricciones en el modelo.</a:t>
          </a:r>
          <a:endParaRPr lang="es-PE" sz="2800" dirty="0">
            <a:latin typeface="Arial" panose="020B0604020202020204" pitchFamily="34" charset="0"/>
            <a:cs typeface="Arial" panose="020B0604020202020204" pitchFamily="34" charset="0"/>
          </a:endParaRPr>
        </a:p>
      </dgm:t>
    </dgm:pt>
    <dgm:pt modelId="{9DF906F7-6335-4531-B908-7D78C6B936B1}" type="parTrans" cxnId="{023ACF3E-F1C6-4D67-8FB9-DA97683ABDBB}">
      <dgm:prSet/>
      <dgm:spPr/>
      <dgm:t>
        <a:bodyPr/>
        <a:lstStyle/>
        <a:p>
          <a:endParaRPr lang="es-PE" sz="2800">
            <a:latin typeface="Arial" panose="020B0604020202020204" pitchFamily="34" charset="0"/>
            <a:cs typeface="Arial" panose="020B0604020202020204" pitchFamily="34" charset="0"/>
          </a:endParaRPr>
        </a:p>
      </dgm:t>
    </dgm:pt>
    <dgm:pt modelId="{59AE9C39-4E37-4B35-9A64-D2923BB1406D}" type="sibTrans" cxnId="{023ACF3E-F1C6-4D67-8FB9-DA97683ABDBB}">
      <dgm:prSet/>
      <dgm:spPr/>
      <dgm:t>
        <a:bodyPr/>
        <a:lstStyle/>
        <a:p>
          <a:endParaRPr lang="es-PE" sz="2800">
            <a:latin typeface="Arial" panose="020B0604020202020204" pitchFamily="34" charset="0"/>
            <a:cs typeface="Arial" panose="020B0604020202020204" pitchFamily="34" charset="0"/>
          </a:endParaRPr>
        </a:p>
      </dgm:t>
    </dgm:pt>
    <dgm:pt modelId="{99B84A21-1433-4348-A664-6BB900C3C64C}" type="pres">
      <dgm:prSet presAssocID="{F7E7920E-4A18-496E-8F68-31C525961517}" presName="linear" presStyleCnt="0">
        <dgm:presLayoutVars>
          <dgm:animLvl val="lvl"/>
          <dgm:resizeHandles val="exact"/>
        </dgm:presLayoutVars>
      </dgm:prSet>
      <dgm:spPr/>
    </dgm:pt>
    <dgm:pt modelId="{D88EE497-E30E-4473-8865-AA6FB655277E}" type="pres">
      <dgm:prSet presAssocID="{8269199C-9F02-4388-9D75-3C69265B9094}" presName="parentText" presStyleLbl="node1" presStyleIdx="0" presStyleCnt="3" custScaleY="65288">
        <dgm:presLayoutVars>
          <dgm:chMax val="0"/>
          <dgm:bulletEnabled val="1"/>
        </dgm:presLayoutVars>
      </dgm:prSet>
      <dgm:spPr>
        <a:xfrm>
          <a:off x="0" y="1960"/>
          <a:ext cx="5875788" cy="1136615"/>
        </a:xfrm>
        <a:prstGeom prst="roundRect">
          <a:avLst/>
        </a:prstGeom>
      </dgm:spPr>
    </dgm:pt>
    <dgm:pt modelId="{F18F9C53-333F-4389-9700-044A664A2B15}" type="pres">
      <dgm:prSet presAssocID="{945068F2-0240-4F4A-B38C-6C69107510C1}" presName="spacer" presStyleCnt="0"/>
      <dgm:spPr/>
    </dgm:pt>
    <dgm:pt modelId="{D31D3B65-2F13-4EBE-B221-61DDBD53CC29}" type="pres">
      <dgm:prSet presAssocID="{0A0E1B1F-3719-4E08-A098-07F9CD8C19A3}" presName="parentText" presStyleLbl="node1" presStyleIdx="1" presStyleCnt="3">
        <dgm:presLayoutVars>
          <dgm:chMax val="0"/>
          <dgm:bulletEnabled val="1"/>
        </dgm:presLayoutVars>
      </dgm:prSet>
      <dgm:spPr/>
    </dgm:pt>
    <dgm:pt modelId="{4E696F50-C05E-457D-9519-995A9DF68759}" type="pres">
      <dgm:prSet presAssocID="{4773EACA-81AA-44E5-BDE2-BD5FB72BA36E}" presName="spacer" presStyleCnt="0"/>
      <dgm:spPr/>
    </dgm:pt>
    <dgm:pt modelId="{065BF1B1-0658-4BE3-8D55-0D83158E7E4C}" type="pres">
      <dgm:prSet presAssocID="{C2B43C3D-7436-4789-A042-D57B18513F64}" presName="parentText" presStyleLbl="node1" presStyleIdx="2" presStyleCnt="3">
        <dgm:presLayoutVars>
          <dgm:chMax val="0"/>
          <dgm:bulletEnabled val="1"/>
        </dgm:presLayoutVars>
      </dgm:prSet>
      <dgm:spPr/>
    </dgm:pt>
  </dgm:ptLst>
  <dgm:cxnLst>
    <dgm:cxn modelId="{EC402512-7193-4D60-810A-FCA1B4A340C2}" type="presOf" srcId="{C2B43C3D-7436-4789-A042-D57B18513F64}" destId="{065BF1B1-0658-4BE3-8D55-0D83158E7E4C}" srcOrd="0" destOrd="0" presId="urn:microsoft.com/office/officeart/2005/8/layout/vList2"/>
    <dgm:cxn modelId="{023ACF3E-F1C6-4D67-8FB9-DA97683ABDBB}" srcId="{F7E7920E-4A18-496E-8F68-31C525961517}" destId="{C2B43C3D-7436-4789-A042-D57B18513F64}" srcOrd="2" destOrd="0" parTransId="{9DF906F7-6335-4531-B908-7D78C6B936B1}" sibTransId="{59AE9C39-4E37-4B35-9A64-D2923BB1406D}"/>
    <dgm:cxn modelId="{9265155C-3FB2-480B-87AE-8B49E1205DBC}" srcId="{F7E7920E-4A18-496E-8F68-31C525961517}" destId="{8269199C-9F02-4388-9D75-3C69265B9094}" srcOrd="0" destOrd="0" parTransId="{42816A36-4A91-499F-A432-73D9E4D967B6}" sibTransId="{945068F2-0240-4F4A-B38C-6C69107510C1}"/>
    <dgm:cxn modelId="{17C46574-69E4-42D8-8D2A-CE9E29C57F9E}" type="presOf" srcId="{0A0E1B1F-3719-4E08-A098-07F9CD8C19A3}" destId="{D31D3B65-2F13-4EBE-B221-61DDBD53CC29}" srcOrd="0" destOrd="0" presId="urn:microsoft.com/office/officeart/2005/8/layout/vList2"/>
    <dgm:cxn modelId="{A4D0A3C0-A8D6-4AC8-BE6E-EBBA43B6F8FB}" type="presOf" srcId="{F7E7920E-4A18-496E-8F68-31C525961517}" destId="{99B84A21-1433-4348-A664-6BB900C3C64C}" srcOrd="0" destOrd="0" presId="urn:microsoft.com/office/officeart/2005/8/layout/vList2"/>
    <dgm:cxn modelId="{72C763DC-8A4C-43ED-996A-F392BCA262C3}" type="presOf" srcId="{8269199C-9F02-4388-9D75-3C69265B9094}" destId="{D88EE497-E30E-4473-8865-AA6FB655277E}" srcOrd="0" destOrd="0" presId="urn:microsoft.com/office/officeart/2005/8/layout/vList2"/>
    <dgm:cxn modelId="{CCDB4BFC-9FDF-4E32-8598-FA0C741D7472}" srcId="{F7E7920E-4A18-496E-8F68-31C525961517}" destId="{0A0E1B1F-3719-4E08-A098-07F9CD8C19A3}" srcOrd="1" destOrd="0" parTransId="{3A155A66-7585-4F07-9270-BF31FA775710}" sibTransId="{4773EACA-81AA-44E5-BDE2-BD5FB72BA36E}"/>
    <dgm:cxn modelId="{A3B87A49-C2D5-487A-840D-FA81C51C7EE9}" type="presParOf" srcId="{99B84A21-1433-4348-A664-6BB900C3C64C}" destId="{D88EE497-E30E-4473-8865-AA6FB655277E}" srcOrd="0" destOrd="0" presId="urn:microsoft.com/office/officeart/2005/8/layout/vList2"/>
    <dgm:cxn modelId="{F5C3B3C8-1FB9-496B-A8D5-9D8602F2F86F}" type="presParOf" srcId="{99B84A21-1433-4348-A664-6BB900C3C64C}" destId="{F18F9C53-333F-4389-9700-044A664A2B15}" srcOrd="1" destOrd="0" presId="urn:microsoft.com/office/officeart/2005/8/layout/vList2"/>
    <dgm:cxn modelId="{BF7E63A9-61E3-4A3A-9F01-AB4FCB62CEDB}" type="presParOf" srcId="{99B84A21-1433-4348-A664-6BB900C3C64C}" destId="{D31D3B65-2F13-4EBE-B221-61DDBD53CC29}" srcOrd="2" destOrd="0" presId="urn:microsoft.com/office/officeart/2005/8/layout/vList2"/>
    <dgm:cxn modelId="{C656E9BF-3A1A-49B8-AC4D-DEACA98EA3CB}" type="presParOf" srcId="{99B84A21-1433-4348-A664-6BB900C3C64C}" destId="{4E696F50-C05E-457D-9519-995A9DF68759}" srcOrd="3" destOrd="0" presId="urn:microsoft.com/office/officeart/2005/8/layout/vList2"/>
    <dgm:cxn modelId="{5048ED5C-071F-4510-94B6-5062AC145BDD}" type="presParOf" srcId="{99B84A21-1433-4348-A664-6BB900C3C64C}" destId="{065BF1B1-0658-4BE3-8D55-0D83158E7E4C}"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C4D9C0EA-E136-402B-94CB-5A573C63B8CF}"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PE"/>
        </a:p>
      </dgm:t>
    </dgm:pt>
    <dgm:pt modelId="{DC729404-D75D-4738-B90F-EB07B55CD371}">
      <dgm:prSet custT="1"/>
      <dgm:spPr/>
      <dgm:t>
        <a:bodyPr/>
        <a:lstStyle/>
        <a:p>
          <a:pPr rtl="0"/>
          <a:r>
            <a:rPr lang="es-ES_tradnl" sz="2800" i="1" dirty="0"/>
            <a:t>Permite predecir y entender el comportamiento del sistema. </a:t>
          </a:r>
          <a:endParaRPr lang="es-PE" sz="2800" dirty="0"/>
        </a:p>
      </dgm:t>
    </dgm:pt>
    <dgm:pt modelId="{B1FBA110-C2DE-4480-988F-2C4AAD0B03B1}" type="parTrans" cxnId="{AF751715-9702-4257-A49A-5D2FFA131ACB}">
      <dgm:prSet/>
      <dgm:spPr/>
      <dgm:t>
        <a:bodyPr/>
        <a:lstStyle/>
        <a:p>
          <a:endParaRPr lang="es-PE" sz="2800"/>
        </a:p>
      </dgm:t>
    </dgm:pt>
    <dgm:pt modelId="{D4D00DB4-01BA-4057-8DEC-4D69917BE99E}" type="sibTrans" cxnId="{AF751715-9702-4257-A49A-5D2FFA131ACB}">
      <dgm:prSet/>
      <dgm:spPr/>
      <dgm:t>
        <a:bodyPr/>
        <a:lstStyle/>
        <a:p>
          <a:endParaRPr lang="es-PE" sz="2800"/>
        </a:p>
      </dgm:t>
    </dgm:pt>
    <dgm:pt modelId="{2653F83F-9F81-474F-9E22-B4FB05FBF6B1}">
      <dgm:prSet custT="1"/>
      <dgm:spPr/>
      <dgm:t>
        <a:bodyPr/>
        <a:lstStyle/>
        <a:p>
          <a:pPr rtl="0"/>
          <a:r>
            <a:rPr lang="es-ES_tradnl" sz="2800" i="1" dirty="0"/>
            <a:t>Permite estudiar modelos de sistemas del mundo real.</a:t>
          </a:r>
          <a:endParaRPr lang="es-PE" sz="2800" dirty="0"/>
        </a:p>
      </dgm:t>
    </dgm:pt>
    <dgm:pt modelId="{4A9A006B-7A33-451A-80E9-FD5323B97147}" type="parTrans" cxnId="{DE8E04A0-8C58-41B4-B91B-6D9D9D04622B}">
      <dgm:prSet/>
      <dgm:spPr/>
      <dgm:t>
        <a:bodyPr/>
        <a:lstStyle/>
        <a:p>
          <a:endParaRPr lang="es-PE" sz="2800"/>
        </a:p>
      </dgm:t>
    </dgm:pt>
    <dgm:pt modelId="{3FAA4C30-D1F1-4BF7-BE41-F88539BA183A}" type="sibTrans" cxnId="{DE8E04A0-8C58-41B4-B91B-6D9D9D04622B}">
      <dgm:prSet/>
      <dgm:spPr/>
      <dgm:t>
        <a:bodyPr/>
        <a:lstStyle/>
        <a:p>
          <a:endParaRPr lang="es-PE" sz="2800"/>
        </a:p>
      </dgm:t>
    </dgm:pt>
    <dgm:pt modelId="{DE79E875-5995-4E1D-A825-027E7130955E}">
      <dgm:prSet custT="1"/>
      <dgm:spPr/>
      <dgm:t>
        <a:bodyPr/>
        <a:lstStyle/>
        <a:p>
          <a:pPr rtl="0"/>
          <a:r>
            <a:rPr lang="es-ES_tradnl" sz="2800" i="1" dirty="0"/>
            <a:t>Permite la evaluación numérica con el computador.</a:t>
          </a:r>
          <a:endParaRPr lang="es-PE" sz="2800" dirty="0"/>
        </a:p>
      </dgm:t>
    </dgm:pt>
    <dgm:pt modelId="{B9B5303E-7563-4325-9656-E55641DB817B}" type="parTrans" cxnId="{95F92064-20ED-444F-806A-07F117BA77C1}">
      <dgm:prSet/>
      <dgm:spPr/>
      <dgm:t>
        <a:bodyPr/>
        <a:lstStyle/>
        <a:p>
          <a:endParaRPr lang="es-PE" sz="2800"/>
        </a:p>
      </dgm:t>
    </dgm:pt>
    <dgm:pt modelId="{C7EB7DAE-FAB2-4440-8CD4-91D00F575FEC}" type="sibTrans" cxnId="{95F92064-20ED-444F-806A-07F117BA77C1}">
      <dgm:prSet/>
      <dgm:spPr/>
      <dgm:t>
        <a:bodyPr/>
        <a:lstStyle/>
        <a:p>
          <a:endParaRPr lang="es-PE" sz="2800"/>
        </a:p>
      </dgm:t>
    </dgm:pt>
    <dgm:pt modelId="{3082CCCE-24EF-4C43-8975-E938F8F3A8DA}">
      <dgm:prSet custT="1"/>
      <dgm:spPr/>
      <dgm:t>
        <a:bodyPr/>
        <a:lstStyle/>
        <a:p>
          <a:pPr rtl="0"/>
          <a:r>
            <a:rPr lang="es-ES_tradnl" sz="2800" i="1" dirty="0"/>
            <a:t>Permite “imitar” las operaciones y   características del sistema.</a:t>
          </a:r>
          <a:endParaRPr lang="es-PE" sz="2800" dirty="0"/>
        </a:p>
      </dgm:t>
    </dgm:pt>
    <dgm:pt modelId="{131CF1F8-5A65-44D4-B813-60FB501664CE}" type="parTrans" cxnId="{F8351032-0226-4CFD-97AE-321F793E4B2D}">
      <dgm:prSet/>
      <dgm:spPr/>
      <dgm:t>
        <a:bodyPr/>
        <a:lstStyle/>
        <a:p>
          <a:endParaRPr lang="es-PE" sz="2800"/>
        </a:p>
      </dgm:t>
    </dgm:pt>
    <dgm:pt modelId="{88A049F2-6BA1-46D0-924F-056EC5868897}" type="sibTrans" cxnId="{F8351032-0226-4CFD-97AE-321F793E4B2D}">
      <dgm:prSet/>
      <dgm:spPr/>
      <dgm:t>
        <a:bodyPr/>
        <a:lstStyle/>
        <a:p>
          <a:endParaRPr lang="es-PE" sz="2800"/>
        </a:p>
      </dgm:t>
    </dgm:pt>
    <dgm:pt modelId="{1F00D358-5D7B-4747-A56E-5655EEBE76E2}">
      <dgm:prSet custT="1"/>
      <dgm:spPr/>
      <dgm:t>
        <a:bodyPr/>
        <a:lstStyle/>
        <a:p>
          <a:pPr rtl="0"/>
          <a:r>
            <a:rPr lang="es-ES_tradnl" sz="2800" i="1" dirty="0"/>
            <a:t>Permite hacer experimentos numéricos con el computador.</a:t>
          </a:r>
          <a:endParaRPr lang="es-PE" sz="2800" dirty="0"/>
        </a:p>
      </dgm:t>
    </dgm:pt>
    <dgm:pt modelId="{09BC9B82-1561-497B-9E60-B77850B5AA28}" type="parTrans" cxnId="{97F28F7D-1642-4EE1-BF18-0559EF489A44}">
      <dgm:prSet/>
      <dgm:spPr/>
      <dgm:t>
        <a:bodyPr/>
        <a:lstStyle/>
        <a:p>
          <a:endParaRPr lang="es-PE" sz="2800"/>
        </a:p>
      </dgm:t>
    </dgm:pt>
    <dgm:pt modelId="{FC7A9BA2-6965-4AB3-BAE8-43C515B3424B}" type="sibTrans" cxnId="{97F28F7D-1642-4EE1-BF18-0559EF489A44}">
      <dgm:prSet/>
      <dgm:spPr/>
      <dgm:t>
        <a:bodyPr/>
        <a:lstStyle/>
        <a:p>
          <a:endParaRPr lang="es-PE" sz="2800"/>
        </a:p>
      </dgm:t>
    </dgm:pt>
    <dgm:pt modelId="{15B677A4-3D70-43AF-BD34-1CA02F207DBE}">
      <dgm:prSet custT="1"/>
      <dgm:spPr/>
      <dgm:t>
        <a:bodyPr/>
        <a:lstStyle/>
        <a:p>
          <a:pPr rtl="0"/>
          <a:r>
            <a:rPr lang="es-ES_tradnl" sz="2800" i="1" dirty="0"/>
            <a:t>Es una aplicación poderosa a sistemas complejos. </a:t>
          </a:r>
          <a:endParaRPr lang="es-PE" sz="2800" dirty="0"/>
        </a:p>
      </dgm:t>
    </dgm:pt>
    <dgm:pt modelId="{12E6ACAD-E950-4503-8F49-79DF77C082FF}" type="parTrans" cxnId="{7CF9D76D-E098-4CE6-BA48-E854E015AF73}">
      <dgm:prSet/>
      <dgm:spPr/>
      <dgm:t>
        <a:bodyPr/>
        <a:lstStyle/>
        <a:p>
          <a:endParaRPr lang="es-PE" sz="2800"/>
        </a:p>
      </dgm:t>
    </dgm:pt>
    <dgm:pt modelId="{65CFE4F6-A6C2-44D3-A243-08393744877D}" type="sibTrans" cxnId="{7CF9D76D-E098-4CE6-BA48-E854E015AF73}">
      <dgm:prSet/>
      <dgm:spPr/>
      <dgm:t>
        <a:bodyPr/>
        <a:lstStyle/>
        <a:p>
          <a:endParaRPr lang="es-PE" sz="2800"/>
        </a:p>
      </dgm:t>
    </dgm:pt>
    <dgm:pt modelId="{B004476E-7446-4AE8-ACDA-0C0D3B3BB22B}" type="pres">
      <dgm:prSet presAssocID="{C4D9C0EA-E136-402B-94CB-5A573C63B8CF}" presName="linear" presStyleCnt="0">
        <dgm:presLayoutVars>
          <dgm:animLvl val="lvl"/>
          <dgm:resizeHandles val="exact"/>
        </dgm:presLayoutVars>
      </dgm:prSet>
      <dgm:spPr/>
    </dgm:pt>
    <dgm:pt modelId="{FE7ED714-64D0-4678-A852-871E8F7BBA15}" type="pres">
      <dgm:prSet presAssocID="{DC729404-D75D-4738-B90F-EB07B55CD371}" presName="parentText" presStyleLbl="node1" presStyleIdx="0" presStyleCnt="6">
        <dgm:presLayoutVars>
          <dgm:chMax val="0"/>
          <dgm:bulletEnabled val="1"/>
        </dgm:presLayoutVars>
      </dgm:prSet>
      <dgm:spPr/>
    </dgm:pt>
    <dgm:pt modelId="{4E466264-9FD0-4EF9-8941-CD948B55383C}" type="pres">
      <dgm:prSet presAssocID="{D4D00DB4-01BA-4057-8DEC-4D69917BE99E}" presName="spacer" presStyleCnt="0"/>
      <dgm:spPr/>
    </dgm:pt>
    <dgm:pt modelId="{CEF6A594-F443-4B14-A99C-6FD376111106}" type="pres">
      <dgm:prSet presAssocID="{2653F83F-9F81-474F-9E22-B4FB05FBF6B1}" presName="parentText" presStyleLbl="node1" presStyleIdx="1" presStyleCnt="6">
        <dgm:presLayoutVars>
          <dgm:chMax val="0"/>
          <dgm:bulletEnabled val="1"/>
        </dgm:presLayoutVars>
      </dgm:prSet>
      <dgm:spPr/>
    </dgm:pt>
    <dgm:pt modelId="{979E9550-5613-4CA0-A28E-73483ECB6746}" type="pres">
      <dgm:prSet presAssocID="{3FAA4C30-D1F1-4BF7-BE41-F88539BA183A}" presName="spacer" presStyleCnt="0"/>
      <dgm:spPr/>
    </dgm:pt>
    <dgm:pt modelId="{2C4873BA-EC57-484A-A6B6-D121BE2DD6F3}" type="pres">
      <dgm:prSet presAssocID="{DE79E875-5995-4E1D-A825-027E7130955E}" presName="parentText" presStyleLbl="node1" presStyleIdx="2" presStyleCnt="6" custScaleY="62254">
        <dgm:presLayoutVars>
          <dgm:chMax val="0"/>
          <dgm:bulletEnabled val="1"/>
        </dgm:presLayoutVars>
      </dgm:prSet>
      <dgm:spPr/>
    </dgm:pt>
    <dgm:pt modelId="{4B9AF899-BD3F-48B5-99B2-719480853EF6}" type="pres">
      <dgm:prSet presAssocID="{C7EB7DAE-FAB2-4440-8CD4-91D00F575FEC}" presName="spacer" presStyleCnt="0"/>
      <dgm:spPr/>
    </dgm:pt>
    <dgm:pt modelId="{7C447532-ACAD-4625-AF4C-314879BE4152}" type="pres">
      <dgm:prSet presAssocID="{3082CCCE-24EF-4C43-8975-E938F8F3A8DA}" presName="parentText" presStyleLbl="node1" presStyleIdx="3" presStyleCnt="6">
        <dgm:presLayoutVars>
          <dgm:chMax val="0"/>
          <dgm:bulletEnabled val="1"/>
        </dgm:presLayoutVars>
      </dgm:prSet>
      <dgm:spPr/>
    </dgm:pt>
    <dgm:pt modelId="{675C7C48-772E-46F3-A808-879D569B6096}" type="pres">
      <dgm:prSet presAssocID="{88A049F2-6BA1-46D0-924F-056EC5868897}" presName="spacer" presStyleCnt="0"/>
      <dgm:spPr/>
    </dgm:pt>
    <dgm:pt modelId="{D51356A0-41B4-4149-9F03-D0E5D5993F90}" type="pres">
      <dgm:prSet presAssocID="{1F00D358-5D7B-4747-A56E-5655EEBE76E2}" presName="parentText" presStyleLbl="node1" presStyleIdx="4" presStyleCnt="6" custScaleY="88460">
        <dgm:presLayoutVars>
          <dgm:chMax val="0"/>
          <dgm:bulletEnabled val="1"/>
        </dgm:presLayoutVars>
      </dgm:prSet>
      <dgm:spPr/>
    </dgm:pt>
    <dgm:pt modelId="{0DA91B71-EBDE-49DC-BFD3-371F0ED4D397}" type="pres">
      <dgm:prSet presAssocID="{FC7A9BA2-6965-4AB3-BAE8-43C515B3424B}" presName="spacer" presStyleCnt="0"/>
      <dgm:spPr/>
    </dgm:pt>
    <dgm:pt modelId="{78933CFF-78D9-4F14-B27A-7C2537A669E7}" type="pres">
      <dgm:prSet presAssocID="{15B677A4-3D70-43AF-BD34-1CA02F207DBE}" presName="parentText" presStyleLbl="node1" presStyleIdx="5" presStyleCnt="6" custScaleY="63076">
        <dgm:presLayoutVars>
          <dgm:chMax val="0"/>
          <dgm:bulletEnabled val="1"/>
        </dgm:presLayoutVars>
      </dgm:prSet>
      <dgm:spPr/>
    </dgm:pt>
  </dgm:ptLst>
  <dgm:cxnLst>
    <dgm:cxn modelId="{AF751715-9702-4257-A49A-5D2FFA131ACB}" srcId="{C4D9C0EA-E136-402B-94CB-5A573C63B8CF}" destId="{DC729404-D75D-4738-B90F-EB07B55CD371}" srcOrd="0" destOrd="0" parTransId="{B1FBA110-C2DE-4480-988F-2C4AAD0B03B1}" sibTransId="{D4D00DB4-01BA-4057-8DEC-4D69917BE99E}"/>
    <dgm:cxn modelId="{F8351032-0226-4CFD-97AE-321F793E4B2D}" srcId="{C4D9C0EA-E136-402B-94CB-5A573C63B8CF}" destId="{3082CCCE-24EF-4C43-8975-E938F8F3A8DA}" srcOrd="3" destOrd="0" parTransId="{131CF1F8-5A65-44D4-B813-60FB501664CE}" sibTransId="{88A049F2-6BA1-46D0-924F-056EC5868897}"/>
    <dgm:cxn modelId="{6A326363-3667-4F32-97FB-F46C45CD07AE}" type="presOf" srcId="{DE79E875-5995-4E1D-A825-027E7130955E}" destId="{2C4873BA-EC57-484A-A6B6-D121BE2DD6F3}" srcOrd="0" destOrd="0" presId="urn:microsoft.com/office/officeart/2005/8/layout/vList2"/>
    <dgm:cxn modelId="{1DECC643-D948-4C26-9C5A-E116DE0A96E3}" type="presOf" srcId="{3082CCCE-24EF-4C43-8975-E938F8F3A8DA}" destId="{7C447532-ACAD-4625-AF4C-314879BE4152}" srcOrd="0" destOrd="0" presId="urn:microsoft.com/office/officeart/2005/8/layout/vList2"/>
    <dgm:cxn modelId="{95F92064-20ED-444F-806A-07F117BA77C1}" srcId="{C4D9C0EA-E136-402B-94CB-5A573C63B8CF}" destId="{DE79E875-5995-4E1D-A825-027E7130955E}" srcOrd="2" destOrd="0" parTransId="{B9B5303E-7563-4325-9656-E55641DB817B}" sibTransId="{C7EB7DAE-FAB2-4440-8CD4-91D00F575FEC}"/>
    <dgm:cxn modelId="{7CF9D76D-E098-4CE6-BA48-E854E015AF73}" srcId="{C4D9C0EA-E136-402B-94CB-5A573C63B8CF}" destId="{15B677A4-3D70-43AF-BD34-1CA02F207DBE}" srcOrd="5" destOrd="0" parTransId="{12E6ACAD-E950-4503-8F49-79DF77C082FF}" sibTransId="{65CFE4F6-A6C2-44D3-A243-08393744877D}"/>
    <dgm:cxn modelId="{EC373C6F-A803-4A7F-8614-D5DA657139EA}" type="presOf" srcId="{DC729404-D75D-4738-B90F-EB07B55CD371}" destId="{FE7ED714-64D0-4678-A852-871E8F7BBA15}" srcOrd="0" destOrd="0" presId="urn:microsoft.com/office/officeart/2005/8/layout/vList2"/>
    <dgm:cxn modelId="{97F28F7D-1642-4EE1-BF18-0559EF489A44}" srcId="{C4D9C0EA-E136-402B-94CB-5A573C63B8CF}" destId="{1F00D358-5D7B-4747-A56E-5655EEBE76E2}" srcOrd="4" destOrd="0" parTransId="{09BC9B82-1561-497B-9E60-B77850B5AA28}" sibTransId="{FC7A9BA2-6965-4AB3-BAE8-43C515B3424B}"/>
    <dgm:cxn modelId="{6E201787-0F8D-43B8-97F4-2F3387C86A1A}" type="presOf" srcId="{1F00D358-5D7B-4747-A56E-5655EEBE76E2}" destId="{D51356A0-41B4-4149-9F03-D0E5D5993F90}" srcOrd="0" destOrd="0" presId="urn:microsoft.com/office/officeart/2005/8/layout/vList2"/>
    <dgm:cxn modelId="{5B1B289D-B2E0-46B8-A956-5F97B8FB4F8B}" type="presOf" srcId="{2653F83F-9F81-474F-9E22-B4FB05FBF6B1}" destId="{CEF6A594-F443-4B14-A99C-6FD376111106}" srcOrd="0" destOrd="0" presId="urn:microsoft.com/office/officeart/2005/8/layout/vList2"/>
    <dgm:cxn modelId="{DE8E04A0-8C58-41B4-B91B-6D9D9D04622B}" srcId="{C4D9C0EA-E136-402B-94CB-5A573C63B8CF}" destId="{2653F83F-9F81-474F-9E22-B4FB05FBF6B1}" srcOrd="1" destOrd="0" parTransId="{4A9A006B-7A33-451A-80E9-FD5323B97147}" sibTransId="{3FAA4C30-D1F1-4BF7-BE41-F88539BA183A}"/>
    <dgm:cxn modelId="{336485A1-988D-419C-AC74-CA9B493A3581}" type="presOf" srcId="{C4D9C0EA-E136-402B-94CB-5A573C63B8CF}" destId="{B004476E-7446-4AE8-ACDA-0C0D3B3BB22B}" srcOrd="0" destOrd="0" presId="urn:microsoft.com/office/officeart/2005/8/layout/vList2"/>
    <dgm:cxn modelId="{AA4D63DE-E03F-4202-9CAF-36A3D7D04619}" type="presOf" srcId="{15B677A4-3D70-43AF-BD34-1CA02F207DBE}" destId="{78933CFF-78D9-4F14-B27A-7C2537A669E7}" srcOrd="0" destOrd="0" presId="urn:microsoft.com/office/officeart/2005/8/layout/vList2"/>
    <dgm:cxn modelId="{6BCDB115-ADEC-4553-9927-1C6FBF510111}" type="presParOf" srcId="{B004476E-7446-4AE8-ACDA-0C0D3B3BB22B}" destId="{FE7ED714-64D0-4678-A852-871E8F7BBA15}" srcOrd="0" destOrd="0" presId="urn:microsoft.com/office/officeart/2005/8/layout/vList2"/>
    <dgm:cxn modelId="{5D371208-274A-4004-8AC4-99D50FEC0349}" type="presParOf" srcId="{B004476E-7446-4AE8-ACDA-0C0D3B3BB22B}" destId="{4E466264-9FD0-4EF9-8941-CD948B55383C}" srcOrd="1" destOrd="0" presId="urn:microsoft.com/office/officeart/2005/8/layout/vList2"/>
    <dgm:cxn modelId="{FE341BC5-27F3-46D0-97A6-066FCBE80C18}" type="presParOf" srcId="{B004476E-7446-4AE8-ACDA-0C0D3B3BB22B}" destId="{CEF6A594-F443-4B14-A99C-6FD376111106}" srcOrd="2" destOrd="0" presId="urn:microsoft.com/office/officeart/2005/8/layout/vList2"/>
    <dgm:cxn modelId="{F7F5023D-4179-402D-A330-48D4FCBF5B8B}" type="presParOf" srcId="{B004476E-7446-4AE8-ACDA-0C0D3B3BB22B}" destId="{979E9550-5613-4CA0-A28E-73483ECB6746}" srcOrd="3" destOrd="0" presId="urn:microsoft.com/office/officeart/2005/8/layout/vList2"/>
    <dgm:cxn modelId="{232D49D7-F625-4BE4-AB0B-FA3EAA3724DC}" type="presParOf" srcId="{B004476E-7446-4AE8-ACDA-0C0D3B3BB22B}" destId="{2C4873BA-EC57-484A-A6B6-D121BE2DD6F3}" srcOrd="4" destOrd="0" presId="urn:microsoft.com/office/officeart/2005/8/layout/vList2"/>
    <dgm:cxn modelId="{3C0E5024-227B-4E91-83A2-9385F7310ECF}" type="presParOf" srcId="{B004476E-7446-4AE8-ACDA-0C0D3B3BB22B}" destId="{4B9AF899-BD3F-48B5-99B2-719480853EF6}" srcOrd="5" destOrd="0" presId="urn:microsoft.com/office/officeart/2005/8/layout/vList2"/>
    <dgm:cxn modelId="{2CADE6F1-E754-4A4A-8388-385D5060C143}" type="presParOf" srcId="{B004476E-7446-4AE8-ACDA-0C0D3B3BB22B}" destId="{7C447532-ACAD-4625-AF4C-314879BE4152}" srcOrd="6" destOrd="0" presId="urn:microsoft.com/office/officeart/2005/8/layout/vList2"/>
    <dgm:cxn modelId="{53723685-6ACE-4B58-B2E8-E73BCDEBDB3A}" type="presParOf" srcId="{B004476E-7446-4AE8-ACDA-0C0D3B3BB22B}" destId="{675C7C48-772E-46F3-A808-879D569B6096}" srcOrd="7" destOrd="0" presId="urn:microsoft.com/office/officeart/2005/8/layout/vList2"/>
    <dgm:cxn modelId="{A6AD37EF-6BE7-4E1F-95F2-83A21B292316}" type="presParOf" srcId="{B004476E-7446-4AE8-ACDA-0C0D3B3BB22B}" destId="{D51356A0-41B4-4149-9F03-D0E5D5993F90}" srcOrd="8" destOrd="0" presId="urn:microsoft.com/office/officeart/2005/8/layout/vList2"/>
    <dgm:cxn modelId="{106CBBA6-1571-4818-BA27-A0F8DABEF1ED}" type="presParOf" srcId="{B004476E-7446-4AE8-ACDA-0C0D3B3BB22B}" destId="{0DA91B71-EBDE-49DC-BFD3-371F0ED4D397}" srcOrd="9" destOrd="0" presId="urn:microsoft.com/office/officeart/2005/8/layout/vList2"/>
    <dgm:cxn modelId="{B92CA313-9727-4870-A50C-5631FB50602D}" type="presParOf" srcId="{B004476E-7446-4AE8-ACDA-0C0D3B3BB22B}" destId="{78933CFF-78D9-4F14-B27A-7C2537A669E7}"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652695EA-B725-43CE-BA80-194FD703BF5C}"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s-PE"/>
        </a:p>
      </dgm:t>
    </dgm:pt>
    <dgm:pt modelId="{3A3DE62C-98E4-4A49-ADAB-3B37F7E70A46}">
      <dgm:prSet custT="1"/>
      <dgm:spPr/>
      <dgm:t>
        <a:bodyPr/>
        <a:lstStyle/>
        <a:p>
          <a:pPr rtl="0"/>
          <a:r>
            <a:rPr lang="es-ES_tradnl" sz="3200" i="1"/>
            <a:t>Es apropiada cuando:</a:t>
          </a:r>
          <a:endParaRPr lang="es-PE" sz="3200"/>
        </a:p>
      </dgm:t>
    </dgm:pt>
    <dgm:pt modelId="{2A392E1F-501A-40E4-9A0A-BC32EC7DB6D9}" type="parTrans" cxnId="{AC6377F5-4909-4BBA-96DE-9343BDC0B333}">
      <dgm:prSet/>
      <dgm:spPr/>
      <dgm:t>
        <a:bodyPr/>
        <a:lstStyle/>
        <a:p>
          <a:endParaRPr lang="es-PE" sz="2400"/>
        </a:p>
      </dgm:t>
    </dgm:pt>
    <dgm:pt modelId="{F44A9D98-2F5F-4973-90BA-16EB416F1EC8}" type="sibTrans" cxnId="{AC6377F5-4909-4BBA-96DE-9343BDC0B333}">
      <dgm:prSet/>
      <dgm:spPr/>
      <dgm:t>
        <a:bodyPr/>
        <a:lstStyle/>
        <a:p>
          <a:endParaRPr lang="es-PE" sz="2400"/>
        </a:p>
      </dgm:t>
    </dgm:pt>
    <dgm:pt modelId="{4F5F4535-E35B-4E06-986D-66808EA65F10}">
      <dgm:prSet custT="1"/>
      <dgm:spPr/>
      <dgm:t>
        <a:bodyPr/>
        <a:lstStyle/>
        <a:p>
          <a:pPr rtl="0"/>
          <a:r>
            <a:rPr lang="es-ES_tradnl" sz="2800" i="1" dirty="0"/>
            <a:t>El sistema tiene una o más variables aleatorias relacionadas</a:t>
          </a:r>
          <a:endParaRPr lang="es-PE" sz="2800" dirty="0"/>
        </a:p>
      </dgm:t>
    </dgm:pt>
    <dgm:pt modelId="{246F38F4-5650-490A-B4D0-03BD057551C7}" type="parTrans" cxnId="{9CF7D52E-FDE5-4E72-A52E-DC6549B9A91F}">
      <dgm:prSet/>
      <dgm:spPr/>
      <dgm:t>
        <a:bodyPr/>
        <a:lstStyle/>
        <a:p>
          <a:endParaRPr lang="es-PE" sz="2400"/>
        </a:p>
      </dgm:t>
    </dgm:pt>
    <dgm:pt modelId="{CC21BEFE-1BF1-40F7-99CE-10EFDF891CA4}" type="sibTrans" cxnId="{9CF7D52E-FDE5-4E72-A52E-DC6549B9A91F}">
      <dgm:prSet/>
      <dgm:spPr/>
      <dgm:t>
        <a:bodyPr/>
        <a:lstStyle/>
        <a:p>
          <a:endParaRPr lang="es-PE" sz="2400"/>
        </a:p>
      </dgm:t>
    </dgm:pt>
    <dgm:pt modelId="{95814ACF-8276-4BF2-91D7-36E12F1E79F8}">
      <dgm:prSet custT="1"/>
      <dgm:spPr/>
      <dgm:t>
        <a:bodyPr/>
        <a:lstStyle/>
        <a:p>
          <a:pPr rtl="0"/>
          <a:r>
            <a:rPr lang="es-ES_tradnl" sz="2800" i="1" dirty="0"/>
            <a:t>La Dinámica del sistema es extremadamente compleja</a:t>
          </a:r>
          <a:endParaRPr lang="es-PE" sz="2800" dirty="0"/>
        </a:p>
      </dgm:t>
    </dgm:pt>
    <dgm:pt modelId="{9625F7CC-D543-403C-B9FD-BF3978740D8D}" type="parTrans" cxnId="{F59041C0-43B5-4503-92D0-27A06F05F913}">
      <dgm:prSet/>
      <dgm:spPr/>
      <dgm:t>
        <a:bodyPr/>
        <a:lstStyle/>
        <a:p>
          <a:endParaRPr lang="es-PE" sz="2400"/>
        </a:p>
      </dgm:t>
    </dgm:pt>
    <dgm:pt modelId="{CB19D792-4500-42F5-B587-54AD6EFEBC1D}" type="sibTrans" cxnId="{F59041C0-43B5-4503-92D0-27A06F05F913}">
      <dgm:prSet/>
      <dgm:spPr/>
      <dgm:t>
        <a:bodyPr/>
        <a:lstStyle/>
        <a:p>
          <a:endParaRPr lang="es-PE" sz="2400"/>
        </a:p>
      </dgm:t>
    </dgm:pt>
    <dgm:pt modelId="{7B230223-96DB-4155-82A1-9EE390FE1715}">
      <dgm:prSet custT="1"/>
      <dgm:spPr/>
      <dgm:t>
        <a:bodyPr/>
        <a:lstStyle/>
        <a:p>
          <a:pPr rtl="0"/>
          <a:r>
            <a:rPr lang="es-ES_tradnl" sz="2800" i="1"/>
            <a:t>El objetivo es observar el comportamiento del sistema sobre un período</a:t>
          </a:r>
          <a:endParaRPr lang="es-PE" sz="2800"/>
        </a:p>
      </dgm:t>
    </dgm:pt>
    <dgm:pt modelId="{57788D60-16AD-4586-9396-792239FC32F6}" type="parTrans" cxnId="{F9F66683-E24A-43A4-B5BD-77DEB54E6D4E}">
      <dgm:prSet/>
      <dgm:spPr/>
      <dgm:t>
        <a:bodyPr/>
        <a:lstStyle/>
        <a:p>
          <a:endParaRPr lang="es-PE" sz="2400"/>
        </a:p>
      </dgm:t>
    </dgm:pt>
    <dgm:pt modelId="{D7E30033-936E-4A7E-9B1C-5BBE70C32464}" type="sibTrans" cxnId="{F9F66683-E24A-43A4-B5BD-77DEB54E6D4E}">
      <dgm:prSet/>
      <dgm:spPr/>
      <dgm:t>
        <a:bodyPr/>
        <a:lstStyle/>
        <a:p>
          <a:endParaRPr lang="es-PE" sz="2400"/>
        </a:p>
      </dgm:t>
    </dgm:pt>
    <dgm:pt modelId="{BDFD3F7D-8CCA-4741-AC94-1CA1288BDFE7}">
      <dgm:prSet custT="1"/>
      <dgm:spPr/>
      <dgm:t>
        <a:bodyPr/>
        <a:lstStyle/>
        <a:p>
          <a:pPr rtl="0"/>
          <a:r>
            <a:rPr lang="es-ES_tradnl" sz="2800" i="1"/>
            <a:t>La habilidad de mostrar la animación es importante</a:t>
          </a:r>
          <a:endParaRPr lang="es-PE" sz="2800"/>
        </a:p>
      </dgm:t>
    </dgm:pt>
    <dgm:pt modelId="{D6D0B159-85E4-4BF9-B698-B973F0586298}" type="parTrans" cxnId="{98ECC4F5-AE56-4832-85DC-E6FCC70B1977}">
      <dgm:prSet/>
      <dgm:spPr/>
      <dgm:t>
        <a:bodyPr/>
        <a:lstStyle/>
        <a:p>
          <a:endParaRPr lang="es-PE" sz="2400"/>
        </a:p>
      </dgm:t>
    </dgm:pt>
    <dgm:pt modelId="{9A2E4341-3B0B-43A5-88AA-FD24E371C29F}" type="sibTrans" cxnId="{98ECC4F5-AE56-4832-85DC-E6FCC70B1977}">
      <dgm:prSet/>
      <dgm:spPr/>
      <dgm:t>
        <a:bodyPr/>
        <a:lstStyle/>
        <a:p>
          <a:endParaRPr lang="es-PE" sz="2400"/>
        </a:p>
      </dgm:t>
    </dgm:pt>
    <dgm:pt modelId="{3C42F166-FC27-46B1-96E7-9AF8C6DF5E39}" type="pres">
      <dgm:prSet presAssocID="{652695EA-B725-43CE-BA80-194FD703BF5C}" presName="Name0" presStyleCnt="0">
        <dgm:presLayoutVars>
          <dgm:dir/>
          <dgm:animLvl val="lvl"/>
          <dgm:resizeHandles val="exact"/>
        </dgm:presLayoutVars>
      </dgm:prSet>
      <dgm:spPr/>
    </dgm:pt>
    <dgm:pt modelId="{F188591C-1AF6-4B35-93DC-7482988B11AD}" type="pres">
      <dgm:prSet presAssocID="{3A3DE62C-98E4-4A49-ADAB-3B37F7E70A46}" presName="linNode" presStyleCnt="0"/>
      <dgm:spPr/>
    </dgm:pt>
    <dgm:pt modelId="{84551E0D-4AFA-48F0-8568-288338FF03B9}" type="pres">
      <dgm:prSet presAssocID="{3A3DE62C-98E4-4A49-ADAB-3B37F7E70A46}" presName="parentText" presStyleLbl="node1" presStyleIdx="0" presStyleCnt="1" custScaleX="78282" custLinFactNeighborX="-3870" custLinFactNeighborY="-177">
        <dgm:presLayoutVars>
          <dgm:chMax val="1"/>
          <dgm:bulletEnabled val="1"/>
        </dgm:presLayoutVars>
      </dgm:prSet>
      <dgm:spPr/>
    </dgm:pt>
    <dgm:pt modelId="{BBEF56FE-8BAC-4FBE-84A6-BBD9D41FDE9A}" type="pres">
      <dgm:prSet presAssocID="{3A3DE62C-98E4-4A49-ADAB-3B37F7E70A46}" presName="descendantText" presStyleLbl="alignAccFollowNode1" presStyleIdx="0" presStyleCnt="1" custScaleX="107720" custScaleY="125122">
        <dgm:presLayoutVars>
          <dgm:bulletEnabled val="1"/>
        </dgm:presLayoutVars>
      </dgm:prSet>
      <dgm:spPr/>
    </dgm:pt>
  </dgm:ptLst>
  <dgm:cxnLst>
    <dgm:cxn modelId="{4256D708-CF3F-4063-B21E-1C7BC09DB433}" type="presOf" srcId="{BDFD3F7D-8CCA-4741-AC94-1CA1288BDFE7}" destId="{BBEF56FE-8BAC-4FBE-84A6-BBD9D41FDE9A}" srcOrd="0" destOrd="3" presId="urn:microsoft.com/office/officeart/2005/8/layout/vList5"/>
    <dgm:cxn modelId="{9CF7D52E-FDE5-4E72-A52E-DC6549B9A91F}" srcId="{3A3DE62C-98E4-4A49-ADAB-3B37F7E70A46}" destId="{4F5F4535-E35B-4E06-986D-66808EA65F10}" srcOrd="0" destOrd="0" parTransId="{246F38F4-5650-490A-B4D0-03BD057551C7}" sibTransId="{CC21BEFE-1BF1-40F7-99CE-10EFDF891CA4}"/>
    <dgm:cxn modelId="{3417A960-28CB-4EA1-AB48-19723A47EDD6}" type="presOf" srcId="{652695EA-B725-43CE-BA80-194FD703BF5C}" destId="{3C42F166-FC27-46B1-96E7-9AF8C6DF5E39}" srcOrd="0" destOrd="0" presId="urn:microsoft.com/office/officeart/2005/8/layout/vList5"/>
    <dgm:cxn modelId="{B88E5B61-2893-4D4D-9F9B-E45AB29DC667}" type="presOf" srcId="{3A3DE62C-98E4-4A49-ADAB-3B37F7E70A46}" destId="{84551E0D-4AFA-48F0-8568-288338FF03B9}" srcOrd="0" destOrd="0" presId="urn:microsoft.com/office/officeart/2005/8/layout/vList5"/>
    <dgm:cxn modelId="{F7C26F62-A740-49E9-80E1-F90556C13D2A}" type="presOf" srcId="{4F5F4535-E35B-4E06-986D-66808EA65F10}" destId="{BBEF56FE-8BAC-4FBE-84A6-BBD9D41FDE9A}" srcOrd="0" destOrd="0" presId="urn:microsoft.com/office/officeart/2005/8/layout/vList5"/>
    <dgm:cxn modelId="{F2E59451-E38B-4C41-BC89-3CC8A7F68076}" type="presOf" srcId="{7B230223-96DB-4155-82A1-9EE390FE1715}" destId="{BBEF56FE-8BAC-4FBE-84A6-BBD9D41FDE9A}" srcOrd="0" destOrd="2" presId="urn:microsoft.com/office/officeart/2005/8/layout/vList5"/>
    <dgm:cxn modelId="{F9F66683-E24A-43A4-B5BD-77DEB54E6D4E}" srcId="{3A3DE62C-98E4-4A49-ADAB-3B37F7E70A46}" destId="{7B230223-96DB-4155-82A1-9EE390FE1715}" srcOrd="2" destOrd="0" parTransId="{57788D60-16AD-4586-9396-792239FC32F6}" sibTransId="{D7E30033-936E-4A7E-9B1C-5BBE70C32464}"/>
    <dgm:cxn modelId="{F59041C0-43B5-4503-92D0-27A06F05F913}" srcId="{3A3DE62C-98E4-4A49-ADAB-3B37F7E70A46}" destId="{95814ACF-8276-4BF2-91D7-36E12F1E79F8}" srcOrd="1" destOrd="0" parTransId="{9625F7CC-D543-403C-B9FD-BF3978740D8D}" sibTransId="{CB19D792-4500-42F5-B587-54AD6EFEBC1D}"/>
    <dgm:cxn modelId="{673127D8-8E37-4165-ABCB-1A13262A9AEF}" type="presOf" srcId="{95814ACF-8276-4BF2-91D7-36E12F1E79F8}" destId="{BBEF56FE-8BAC-4FBE-84A6-BBD9D41FDE9A}" srcOrd="0" destOrd="1" presId="urn:microsoft.com/office/officeart/2005/8/layout/vList5"/>
    <dgm:cxn modelId="{AC6377F5-4909-4BBA-96DE-9343BDC0B333}" srcId="{652695EA-B725-43CE-BA80-194FD703BF5C}" destId="{3A3DE62C-98E4-4A49-ADAB-3B37F7E70A46}" srcOrd="0" destOrd="0" parTransId="{2A392E1F-501A-40E4-9A0A-BC32EC7DB6D9}" sibTransId="{F44A9D98-2F5F-4973-90BA-16EB416F1EC8}"/>
    <dgm:cxn modelId="{98ECC4F5-AE56-4832-85DC-E6FCC70B1977}" srcId="{3A3DE62C-98E4-4A49-ADAB-3B37F7E70A46}" destId="{BDFD3F7D-8CCA-4741-AC94-1CA1288BDFE7}" srcOrd="3" destOrd="0" parTransId="{D6D0B159-85E4-4BF9-B698-B973F0586298}" sibTransId="{9A2E4341-3B0B-43A5-88AA-FD24E371C29F}"/>
    <dgm:cxn modelId="{62B10476-19F7-44AC-971F-896EEF08FDCB}" type="presParOf" srcId="{3C42F166-FC27-46B1-96E7-9AF8C6DF5E39}" destId="{F188591C-1AF6-4B35-93DC-7482988B11AD}" srcOrd="0" destOrd="0" presId="urn:microsoft.com/office/officeart/2005/8/layout/vList5"/>
    <dgm:cxn modelId="{E7138C98-97A7-463C-9A8A-4406763F7EC5}" type="presParOf" srcId="{F188591C-1AF6-4B35-93DC-7482988B11AD}" destId="{84551E0D-4AFA-48F0-8568-288338FF03B9}" srcOrd="0" destOrd="0" presId="urn:microsoft.com/office/officeart/2005/8/layout/vList5"/>
    <dgm:cxn modelId="{12FA5328-628E-41DD-A962-D9E51CC27141}" type="presParOf" srcId="{F188591C-1AF6-4B35-93DC-7482988B11AD}" destId="{BBEF56FE-8BAC-4FBE-84A6-BBD9D41FDE9A}"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EC400AA0-295B-4E6A-90D7-E33125010ED3}"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ES"/>
        </a:p>
      </dgm:t>
    </dgm:pt>
    <dgm:pt modelId="{24136E3F-85BD-4A38-8EE5-ACE02C8AFF47}">
      <dgm:prSet custT="1"/>
      <dgm:spPr/>
      <dgm:t>
        <a:bodyPr/>
        <a:lstStyle/>
        <a:p>
          <a:pPr rtl="0"/>
          <a:r>
            <a:rPr lang="es-ES" sz="2800" b="0" i="0" dirty="0"/>
            <a:t>La Investigación de operaciones es el uso de la matemática e informática para resolver problemas del mundo real.</a:t>
          </a:r>
          <a:endParaRPr lang="es-ES" sz="2800" dirty="0"/>
        </a:p>
      </dgm:t>
    </dgm:pt>
    <dgm:pt modelId="{CF21C5BD-26BA-4000-88B6-F28A12817424}" type="parTrans" cxnId="{BB2E3E40-6ACA-4DFB-BFEF-A7FB86CF087B}">
      <dgm:prSet/>
      <dgm:spPr/>
      <dgm:t>
        <a:bodyPr/>
        <a:lstStyle/>
        <a:p>
          <a:endParaRPr lang="es-ES" sz="2800"/>
        </a:p>
      </dgm:t>
    </dgm:pt>
    <dgm:pt modelId="{703A559D-7F92-404B-80D0-23667EBF47CB}" type="sibTrans" cxnId="{BB2E3E40-6ACA-4DFB-BFEF-A7FB86CF087B}">
      <dgm:prSet/>
      <dgm:spPr/>
      <dgm:t>
        <a:bodyPr/>
        <a:lstStyle/>
        <a:p>
          <a:endParaRPr lang="es-ES" sz="2800"/>
        </a:p>
      </dgm:t>
    </dgm:pt>
    <dgm:pt modelId="{3833ED8C-0B12-4E64-B659-149975F6875E}">
      <dgm:prSet custT="1"/>
      <dgm:spPr/>
      <dgm:t>
        <a:bodyPr/>
        <a:lstStyle/>
        <a:p>
          <a:pPr rtl="0"/>
          <a:r>
            <a:rPr lang="es-ES" sz="2800" b="0" i="0" dirty="0"/>
            <a:t>Actualmente se utiliza el programa LINDO que puede resolver modelos matemáticos de hasta 200 000 variables o 50 000 restricciones.</a:t>
          </a:r>
          <a:endParaRPr lang="es-ES" sz="2800" dirty="0"/>
        </a:p>
      </dgm:t>
    </dgm:pt>
    <dgm:pt modelId="{07DD7D4D-336B-4808-B00E-F026B0C4E2A6}" type="parTrans" cxnId="{D661407E-EF31-47BD-BADB-AEB72AC89B30}">
      <dgm:prSet/>
      <dgm:spPr/>
      <dgm:t>
        <a:bodyPr/>
        <a:lstStyle/>
        <a:p>
          <a:endParaRPr lang="es-ES" sz="2800"/>
        </a:p>
      </dgm:t>
    </dgm:pt>
    <dgm:pt modelId="{E9AD80F2-B058-4ADF-90E6-FA38158E5705}" type="sibTrans" cxnId="{D661407E-EF31-47BD-BADB-AEB72AC89B30}">
      <dgm:prSet/>
      <dgm:spPr/>
      <dgm:t>
        <a:bodyPr/>
        <a:lstStyle/>
        <a:p>
          <a:endParaRPr lang="es-ES" sz="2800"/>
        </a:p>
      </dgm:t>
    </dgm:pt>
    <dgm:pt modelId="{36C5D0A3-9DF4-4AA2-BA8D-8E7083CFAF94}">
      <dgm:prSet custT="1"/>
      <dgm:spPr/>
      <dgm:t>
        <a:bodyPr/>
        <a:lstStyle/>
        <a:p>
          <a:pPr rtl="0"/>
          <a:r>
            <a:rPr lang="es-ES" sz="2800" b="0" i="0" dirty="0"/>
            <a:t>La investigación de operaciones se puede aplicar a casi todas las actividades y negocios.</a:t>
          </a:r>
          <a:endParaRPr lang="es-ES" sz="2800" dirty="0"/>
        </a:p>
      </dgm:t>
    </dgm:pt>
    <dgm:pt modelId="{D299C588-B232-4A44-B2B1-5929C8E9BBB7}" type="parTrans" cxnId="{99BA6EC0-AD87-40C4-8457-726D41FB5A35}">
      <dgm:prSet/>
      <dgm:spPr/>
      <dgm:t>
        <a:bodyPr/>
        <a:lstStyle/>
        <a:p>
          <a:endParaRPr lang="es-ES" sz="2800"/>
        </a:p>
      </dgm:t>
    </dgm:pt>
    <dgm:pt modelId="{7CEE0DF3-2C7C-4E85-B35D-D64D709B4F4E}" type="sibTrans" cxnId="{99BA6EC0-AD87-40C4-8457-726D41FB5A35}">
      <dgm:prSet/>
      <dgm:spPr/>
      <dgm:t>
        <a:bodyPr/>
        <a:lstStyle/>
        <a:p>
          <a:endParaRPr lang="es-ES" sz="2800"/>
        </a:p>
      </dgm:t>
    </dgm:pt>
    <dgm:pt modelId="{A71917D7-547C-4EEC-8627-8A8437A335CB}" type="pres">
      <dgm:prSet presAssocID="{EC400AA0-295B-4E6A-90D7-E33125010ED3}" presName="linear" presStyleCnt="0">
        <dgm:presLayoutVars>
          <dgm:animLvl val="lvl"/>
          <dgm:resizeHandles val="exact"/>
        </dgm:presLayoutVars>
      </dgm:prSet>
      <dgm:spPr/>
    </dgm:pt>
    <dgm:pt modelId="{A4290A69-283E-4EDE-BED7-51D1CF4BBDE0}" type="pres">
      <dgm:prSet presAssocID="{24136E3F-85BD-4A38-8EE5-ACE02C8AFF47}" presName="parentText" presStyleLbl="node1" presStyleIdx="0" presStyleCnt="3" custScaleY="87963" custLinFactNeighborY="4725">
        <dgm:presLayoutVars>
          <dgm:chMax val="0"/>
          <dgm:bulletEnabled val="1"/>
        </dgm:presLayoutVars>
      </dgm:prSet>
      <dgm:spPr/>
    </dgm:pt>
    <dgm:pt modelId="{22F0F567-523B-4B09-A391-63C03037169F}" type="pres">
      <dgm:prSet presAssocID="{703A559D-7F92-404B-80D0-23667EBF47CB}" presName="spacer" presStyleCnt="0"/>
      <dgm:spPr/>
    </dgm:pt>
    <dgm:pt modelId="{2DF7BC30-7E18-4341-9543-726171EC87D7}" type="pres">
      <dgm:prSet presAssocID="{3833ED8C-0B12-4E64-B659-149975F6875E}" presName="parentText" presStyleLbl="node1" presStyleIdx="1" presStyleCnt="3" custScaleY="89503">
        <dgm:presLayoutVars>
          <dgm:chMax val="0"/>
          <dgm:bulletEnabled val="1"/>
        </dgm:presLayoutVars>
      </dgm:prSet>
      <dgm:spPr/>
    </dgm:pt>
    <dgm:pt modelId="{43105A4E-DCF8-4E09-AE28-9BE452ADD7C3}" type="pres">
      <dgm:prSet presAssocID="{E9AD80F2-B058-4ADF-90E6-FA38158E5705}" presName="spacer" presStyleCnt="0"/>
      <dgm:spPr/>
    </dgm:pt>
    <dgm:pt modelId="{2937C4FA-8AB8-4033-9638-4704AE8AF80A}" type="pres">
      <dgm:prSet presAssocID="{36C5D0A3-9DF4-4AA2-BA8D-8E7083CFAF94}" presName="parentText" presStyleLbl="node1" presStyleIdx="2" presStyleCnt="3" custScaleY="71287">
        <dgm:presLayoutVars>
          <dgm:chMax val="0"/>
          <dgm:bulletEnabled val="1"/>
        </dgm:presLayoutVars>
      </dgm:prSet>
      <dgm:spPr/>
    </dgm:pt>
  </dgm:ptLst>
  <dgm:cxnLst>
    <dgm:cxn modelId="{91CA2F0B-26ED-40ED-B84E-48FBEB2AF7CD}" type="presOf" srcId="{3833ED8C-0B12-4E64-B659-149975F6875E}" destId="{2DF7BC30-7E18-4341-9543-726171EC87D7}" srcOrd="0" destOrd="0" presId="urn:microsoft.com/office/officeart/2005/8/layout/vList2"/>
    <dgm:cxn modelId="{BB2E3E40-6ACA-4DFB-BFEF-A7FB86CF087B}" srcId="{EC400AA0-295B-4E6A-90D7-E33125010ED3}" destId="{24136E3F-85BD-4A38-8EE5-ACE02C8AFF47}" srcOrd="0" destOrd="0" parTransId="{CF21C5BD-26BA-4000-88B6-F28A12817424}" sibTransId="{703A559D-7F92-404B-80D0-23667EBF47CB}"/>
    <dgm:cxn modelId="{61B7C056-9D5D-4276-9C63-3023D8D18643}" type="presOf" srcId="{EC400AA0-295B-4E6A-90D7-E33125010ED3}" destId="{A71917D7-547C-4EEC-8627-8A8437A335CB}" srcOrd="0" destOrd="0" presId="urn:microsoft.com/office/officeart/2005/8/layout/vList2"/>
    <dgm:cxn modelId="{D661407E-EF31-47BD-BADB-AEB72AC89B30}" srcId="{EC400AA0-295B-4E6A-90D7-E33125010ED3}" destId="{3833ED8C-0B12-4E64-B659-149975F6875E}" srcOrd="1" destOrd="0" parTransId="{07DD7D4D-336B-4808-B00E-F026B0C4E2A6}" sibTransId="{E9AD80F2-B058-4ADF-90E6-FA38158E5705}"/>
    <dgm:cxn modelId="{68E861AE-2947-4D4A-BB2A-F457A4DEE0DF}" type="presOf" srcId="{24136E3F-85BD-4A38-8EE5-ACE02C8AFF47}" destId="{A4290A69-283E-4EDE-BED7-51D1CF4BBDE0}" srcOrd="0" destOrd="0" presId="urn:microsoft.com/office/officeart/2005/8/layout/vList2"/>
    <dgm:cxn modelId="{99BA6EC0-AD87-40C4-8457-726D41FB5A35}" srcId="{EC400AA0-295B-4E6A-90D7-E33125010ED3}" destId="{36C5D0A3-9DF4-4AA2-BA8D-8E7083CFAF94}" srcOrd="2" destOrd="0" parTransId="{D299C588-B232-4A44-B2B1-5929C8E9BBB7}" sibTransId="{7CEE0DF3-2C7C-4E85-B35D-D64D709B4F4E}"/>
    <dgm:cxn modelId="{C300F7DD-5C76-487E-B221-948296B7416B}" type="presOf" srcId="{36C5D0A3-9DF4-4AA2-BA8D-8E7083CFAF94}" destId="{2937C4FA-8AB8-4033-9638-4704AE8AF80A}" srcOrd="0" destOrd="0" presId="urn:microsoft.com/office/officeart/2005/8/layout/vList2"/>
    <dgm:cxn modelId="{300D8F4A-8800-4875-BB6D-C81AC0D2A57C}" type="presParOf" srcId="{A71917D7-547C-4EEC-8627-8A8437A335CB}" destId="{A4290A69-283E-4EDE-BED7-51D1CF4BBDE0}" srcOrd="0" destOrd="0" presId="urn:microsoft.com/office/officeart/2005/8/layout/vList2"/>
    <dgm:cxn modelId="{C2EF29F1-2A08-47D9-8606-9BBE7F3FD112}" type="presParOf" srcId="{A71917D7-547C-4EEC-8627-8A8437A335CB}" destId="{22F0F567-523B-4B09-A391-63C03037169F}" srcOrd="1" destOrd="0" presId="urn:microsoft.com/office/officeart/2005/8/layout/vList2"/>
    <dgm:cxn modelId="{298767C3-6340-4DBB-81E9-94D478AE23A5}" type="presParOf" srcId="{A71917D7-547C-4EEC-8627-8A8437A335CB}" destId="{2DF7BC30-7E18-4341-9543-726171EC87D7}" srcOrd="2" destOrd="0" presId="urn:microsoft.com/office/officeart/2005/8/layout/vList2"/>
    <dgm:cxn modelId="{5B5BC706-1E21-4998-9B7D-D3DEB13EE0A0}" type="presParOf" srcId="{A71917D7-547C-4EEC-8627-8A8437A335CB}" destId="{43105A4E-DCF8-4E09-AE28-9BE452ADD7C3}" srcOrd="3" destOrd="0" presId="urn:microsoft.com/office/officeart/2005/8/layout/vList2"/>
    <dgm:cxn modelId="{47AF3D35-8040-489B-86BD-727245CDDAA0}" type="presParOf" srcId="{A71917D7-547C-4EEC-8627-8A8437A335CB}" destId="{2937C4FA-8AB8-4033-9638-4704AE8AF80A}"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702D29-1D4E-48A8-992E-A1B5B851A03F}">
      <dsp:nvSpPr>
        <dsp:cNvPr id="0" name=""/>
        <dsp:cNvSpPr/>
      </dsp:nvSpPr>
      <dsp:spPr>
        <a:xfrm rot="5400000">
          <a:off x="5292986" y="-3129101"/>
          <a:ext cx="1800197" cy="8058400"/>
        </a:xfrm>
        <a:prstGeom prst="round2SameRect">
          <a:avLst/>
        </a:prstGeom>
        <a:solidFill>
          <a:schemeClr val="accent5">
            <a:lumMod val="20000"/>
            <a:lumOff val="80000"/>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just" defTabSz="1244600" rtl="0">
            <a:lnSpc>
              <a:spcPct val="90000"/>
            </a:lnSpc>
            <a:spcBef>
              <a:spcPct val="0"/>
            </a:spcBef>
            <a:spcAft>
              <a:spcPct val="15000"/>
            </a:spcAft>
            <a:buChar char="•"/>
          </a:pPr>
          <a:r>
            <a:rPr lang="es-ES" sz="2800" b="1" i="0" kern="1200" dirty="0">
              <a:latin typeface="Arial Narrow" pitchFamily="34" charset="0"/>
            </a:rPr>
            <a:t>La Investigación de operaciones es el uso de la matemática e informática para resolver problemas del mundo real, tomando decisiones acertadas que garanticen el éxito.</a:t>
          </a:r>
          <a:endParaRPr lang="es-ES" sz="2800" b="1" kern="1200" dirty="0">
            <a:latin typeface="Arial Narrow" pitchFamily="34" charset="0"/>
          </a:endParaRPr>
        </a:p>
      </dsp:txBody>
      <dsp:txXfrm rot="-5400000">
        <a:off x="2163885" y="87878"/>
        <a:ext cx="7970522" cy="1624441"/>
      </dsp:txXfrm>
    </dsp:sp>
    <dsp:sp modelId="{4BF5DF39-2C8D-436A-A950-49174EE865BB}">
      <dsp:nvSpPr>
        <dsp:cNvPr id="0" name=""/>
        <dsp:cNvSpPr/>
      </dsp:nvSpPr>
      <dsp:spPr>
        <a:xfrm>
          <a:off x="0" y="34303"/>
          <a:ext cx="2161847" cy="531457"/>
        </a:xfrm>
        <a:prstGeom prst="roundRect">
          <a:avLst/>
        </a:prstGeom>
        <a:solidFill>
          <a:schemeClr val="accent6">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rtl="0">
            <a:lnSpc>
              <a:spcPct val="90000"/>
            </a:lnSpc>
            <a:spcBef>
              <a:spcPct val="0"/>
            </a:spcBef>
            <a:spcAft>
              <a:spcPct val="35000"/>
            </a:spcAft>
            <a:buNone/>
          </a:pPr>
          <a:r>
            <a:rPr lang="es-ES_tradnl" sz="2800" b="1" i="0" kern="1200" dirty="0">
              <a:solidFill>
                <a:srgbClr val="FF0000"/>
              </a:solidFill>
              <a:latin typeface="Arial Narrow" pitchFamily="34" charset="0"/>
            </a:rPr>
            <a:t>Resumiendo: </a:t>
          </a:r>
          <a:endParaRPr lang="es-ES" sz="2800" b="1" kern="1200" dirty="0">
            <a:solidFill>
              <a:srgbClr val="FF0000"/>
            </a:solidFill>
            <a:latin typeface="Arial Narrow" pitchFamily="34" charset="0"/>
          </a:endParaRPr>
        </a:p>
      </dsp:txBody>
      <dsp:txXfrm>
        <a:off x="25944" y="60247"/>
        <a:ext cx="2109959" cy="47956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6CEECC-95E3-4888-81E7-06947C319362}">
      <dsp:nvSpPr>
        <dsp:cNvPr id="0" name=""/>
        <dsp:cNvSpPr/>
      </dsp:nvSpPr>
      <dsp:spPr>
        <a:xfrm>
          <a:off x="0" y="5159"/>
          <a:ext cx="6587852" cy="771267"/>
        </a:xfrm>
        <a:prstGeom prst="roundRect">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just" defTabSz="1244600" rtl="0">
            <a:lnSpc>
              <a:spcPct val="90000"/>
            </a:lnSpc>
            <a:spcBef>
              <a:spcPct val="0"/>
            </a:spcBef>
            <a:spcAft>
              <a:spcPct val="35000"/>
            </a:spcAft>
            <a:buNone/>
          </a:pPr>
          <a:r>
            <a:rPr lang="es-ES_tradnl" sz="2800" b="1" i="0" kern="1200" dirty="0">
              <a:solidFill>
                <a:srgbClr val="FF0000"/>
              </a:solidFill>
              <a:latin typeface="Arial Narrow" panose="020B0606020202030204" pitchFamily="34" charset="0"/>
            </a:rPr>
            <a:t>1. </a:t>
          </a:r>
          <a:r>
            <a:rPr lang="es-ES_tradnl" sz="2800" b="1" i="0" kern="1200" dirty="0">
              <a:solidFill>
                <a:schemeClr val="tx1"/>
              </a:solidFill>
              <a:latin typeface="Arial Narrow" panose="020B0606020202030204" pitchFamily="34" charset="0"/>
            </a:rPr>
            <a:t>Apoyar a la toma de decisiones.</a:t>
          </a:r>
          <a:endParaRPr lang="es-ES" sz="2800" b="1" kern="1200" dirty="0">
            <a:solidFill>
              <a:schemeClr val="tx1"/>
            </a:solidFill>
            <a:latin typeface="Arial Narrow" panose="020B0606020202030204" pitchFamily="34" charset="0"/>
          </a:endParaRPr>
        </a:p>
      </dsp:txBody>
      <dsp:txXfrm>
        <a:off x="37650" y="42809"/>
        <a:ext cx="6512552" cy="695967"/>
      </dsp:txXfrm>
    </dsp:sp>
    <dsp:sp modelId="{FE1AC223-5247-4EC5-BE36-C79F5BFD0CD5}">
      <dsp:nvSpPr>
        <dsp:cNvPr id="0" name=""/>
        <dsp:cNvSpPr/>
      </dsp:nvSpPr>
      <dsp:spPr>
        <a:xfrm>
          <a:off x="0" y="929873"/>
          <a:ext cx="6587852" cy="654671"/>
        </a:xfrm>
        <a:prstGeom prst="roundRect">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just" defTabSz="1244600" rtl="0">
            <a:lnSpc>
              <a:spcPct val="90000"/>
            </a:lnSpc>
            <a:spcBef>
              <a:spcPct val="0"/>
            </a:spcBef>
            <a:spcAft>
              <a:spcPct val="35000"/>
            </a:spcAft>
            <a:buNone/>
          </a:pPr>
          <a:r>
            <a:rPr lang="es-ES_tradnl" sz="2800" b="1" i="0" kern="1200" dirty="0">
              <a:solidFill>
                <a:srgbClr val="FF0000"/>
              </a:solidFill>
              <a:latin typeface="Arial Narrow" panose="020B0606020202030204" pitchFamily="34" charset="0"/>
            </a:rPr>
            <a:t>2. </a:t>
          </a:r>
          <a:r>
            <a:rPr lang="es-ES" sz="2800" b="1" i="0" kern="1200" dirty="0">
              <a:solidFill>
                <a:schemeClr val="tx1"/>
              </a:solidFill>
              <a:latin typeface="Arial Narrow" panose="020B0606020202030204" pitchFamily="34" charset="0"/>
            </a:rPr>
            <a:t>Estudiar la asignación óptima de recursos.</a:t>
          </a:r>
          <a:endParaRPr lang="es-ES" sz="2800" b="1" kern="1200" dirty="0">
            <a:solidFill>
              <a:schemeClr val="tx1"/>
            </a:solidFill>
            <a:latin typeface="Arial Narrow" panose="020B0606020202030204" pitchFamily="34" charset="0"/>
          </a:endParaRPr>
        </a:p>
      </dsp:txBody>
      <dsp:txXfrm>
        <a:off x="31958" y="961831"/>
        <a:ext cx="6523936" cy="590755"/>
      </dsp:txXfrm>
    </dsp:sp>
    <dsp:sp modelId="{39101647-B3B8-4A92-A90E-705EABEC2211}">
      <dsp:nvSpPr>
        <dsp:cNvPr id="0" name=""/>
        <dsp:cNvSpPr/>
      </dsp:nvSpPr>
      <dsp:spPr>
        <a:xfrm>
          <a:off x="0" y="1719905"/>
          <a:ext cx="6587852" cy="643180"/>
        </a:xfrm>
        <a:prstGeom prst="roundRect">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just" defTabSz="1244600" rtl="0">
            <a:lnSpc>
              <a:spcPct val="90000"/>
            </a:lnSpc>
            <a:spcBef>
              <a:spcPct val="0"/>
            </a:spcBef>
            <a:spcAft>
              <a:spcPct val="35000"/>
            </a:spcAft>
            <a:buNone/>
          </a:pPr>
          <a:r>
            <a:rPr lang="es-ES_tradnl" sz="2800" b="1" i="0" kern="1200" dirty="0">
              <a:solidFill>
                <a:srgbClr val="FF0000"/>
              </a:solidFill>
              <a:latin typeface="Arial Narrow" panose="020B0606020202030204" pitchFamily="34" charset="0"/>
            </a:rPr>
            <a:t>3. </a:t>
          </a:r>
          <a:r>
            <a:rPr lang="es-ES" sz="2800" b="1" i="0" kern="1200" dirty="0">
              <a:solidFill>
                <a:schemeClr val="tx1"/>
              </a:solidFill>
              <a:latin typeface="Arial Narrow" panose="020B0606020202030204" pitchFamily="34" charset="0"/>
            </a:rPr>
            <a:t>Evaluar el rendimiento de un sistema.</a:t>
          </a:r>
          <a:endParaRPr lang="es-ES" sz="2800" b="1" kern="1200" dirty="0">
            <a:solidFill>
              <a:schemeClr val="tx1"/>
            </a:solidFill>
            <a:latin typeface="Arial Narrow" panose="020B0606020202030204" pitchFamily="34" charset="0"/>
          </a:endParaRPr>
        </a:p>
      </dsp:txBody>
      <dsp:txXfrm>
        <a:off x="31397" y="1751302"/>
        <a:ext cx="6525058" cy="580386"/>
      </dsp:txXfrm>
    </dsp:sp>
    <dsp:sp modelId="{1E70CB1F-2515-4116-B133-4747A66A0542}">
      <dsp:nvSpPr>
        <dsp:cNvPr id="0" name=""/>
        <dsp:cNvSpPr/>
      </dsp:nvSpPr>
      <dsp:spPr>
        <a:xfrm>
          <a:off x="0" y="2498445"/>
          <a:ext cx="6587852" cy="434816"/>
        </a:xfrm>
        <a:prstGeom prst="roundRect">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just" defTabSz="1244600" rtl="0">
            <a:lnSpc>
              <a:spcPct val="90000"/>
            </a:lnSpc>
            <a:spcBef>
              <a:spcPct val="0"/>
            </a:spcBef>
            <a:spcAft>
              <a:spcPct val="35000"/>
            </a:spcAft>
            <a:buNone/>
          </a:pPr>
          <a:r>
            <a:rPr lang="es-ES_tradnl" sz="2800" b="1" i="0" kern="1200" dirty="0">
              <a:solidFill>
                <a:srgbClr val="FF0000"/>
              </a:solidFill>
              <a:latin typeface="Arial Narrow" panose="020B0606020202030204" pitchFamily="34" charset="0"/>
            </a:rPr>
            <a:t>4. </a:t>
          </a:r>
          <a:r>
            <a:rPr lang="es-ES_tradnl" sz="2800" b="1" i="0" kern="1200" dirty="0">
              <a:solidFill>
                <a:schemeClr val="tx1"/>
              </a:solidFill>
              <a:latin typeface="Arial Narrow" panose="020B0606020202030204" pitchFamily="34" charset="0"/>
            </a:rPr>
            <a:t>Obtener información cuantitativa.</a:t>
          </a:r>
          <a:endParaRPr lang="es-ES" sz="2800" b="1" kern="1200" dirty="0">
            <a:solidFill>
              <a:schemeClr val="tx1"/>
            </a:solidFill>
            <a:latin typeface="Arial Narrow" panose="020B0606020202030204" pitchFamily="34" charset="0"/>
          </a:endParaRPr>
        </a:p>
      </dsp:txBody>
      <dsp:txXfrm>
        <a:off x="21226" y="2519671"/>
        <a:ext cx="6545400" cy="392364"/>
      </dsp:txXfrm>
    </dsp:sp>
    <dsp:sp modelId="{3D7CBD34-E32E-44EE-A1D9-9C2DCC5537BE}">
      <dsp:nvSpPr>
        <dsp:cNvPr id="0" name=""/>
        <dsp:cNvSpPr/>
      </dsp:nvSpPr>
      <dsp:spPr>
        <a:xfrm>
          <a:off x="0" y="3068622"/>
          <a:ext cx="6587852" cy="769191"/>
        </a:xfrm>
        <a:prstGeom prst="roundRect">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just" defTabSz="1244600" rtl="0">
            <a:lnSpc>
              <a:spcPct val="90000"/>
            </a:lnSpc>
            <a:spcBef>
              <a:spcPct val="0"/>
            </a:spcBef>
            <a:spcAft>
              <a:spcPct val="35000"/>
            </a:spcAft>
            <a:buNone/>
          </a:pPr>
          <a:r>
            <a:rPr lang="es-ES_tradnl" sz="2800" b="1" i="0" kern="1200" dirty="0">
              <a:solidFill>
                <a:srgbClr val="FF0000"/>
              </a:solidFill>
              <a:latin typeface="Arial Narrow" panose="020B0606020202030204" pitchFamily="34" charset="0"/>
            </a:rPr>
            <a:t>5. </a:t>
          </a:r>
          <a:r>
            <a:rPr lang="es-ES_tradnl" sz="2800" b="1" i="0" kern="1200" dirty="0">
              <a:solidFill>
                <a:schemeClr val="tx1"/>
              </a:solidFill>
              <a:latin typeface="Arial Narrow" panose="020B0606020202030204" pitchFamily="34" charset="0"/>
            </a:rPr>
            <a:t>Mejorar procedimientos tradicionales.</a:t>
          </a:r>
          <a:endParaRPr lang="es-ES" sz="2800" b="1" kern="1200" dirty="0">
            <a:solidFill>
              <a:schemeClr val="tx1"/>
            </a:solidFill>
            <a:latin typeface="Arial Narrow" panose="020B0606020202030204" pitchFamily="34" charset="0"/>
          </a:endParaRPr>
        </a:p>
      </dsp:txBody>
      <dsp:txXfrm>
        <a:off x="37549" y="3106171"/>
        <a:ext cx="6512754" cy="694093"/>
      </dsp:txXfrm>
    </dsp:sp>
    <dsp:sp modelId="{75940BCD-AD2A-4F5D-A49B-98E75222DA38}">
      <dsp:nvSpPr>
        <dsp:cNvPr id="0" name=""/>
        <dsp:cNvSpPr/>
      </dsp:nvSpPr>
      <dsp:spPr>
        <a:xfrm>
          <a:off x="0" y="3973174"/>
          <a:ext cx="6587852" cy="491944"/>
        </a:xfrm>
        <a:prstGeom prst="roundRect">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just" defTabSz="1244600" rtl="0">
            <a:lnSpc>
              <a:spcPct val="90000"/>
            </a:lnSpc>
            <a:spcBef>
              <a:spcPct val="0"/>
            </a:spcBef>
            <a:spcAft>
              <a:spcPct val="35000"/>
            </a:spcAft>
            <a:buNone/>
          </a:pPr>
          <a:r>
            <a:rPr lang="es-ES_tradnl" sz="2800" b="1" i="0" kern="1200" dirty="0">
              <a:solidFill>
                <a:srgbClr val="FF0000"/>
              </a:solidFill>
              <a:latin typeface="Arial Narrow" panose="020B0606020202030204" pitchFamily="34" charset="0"/>
            </a:rPr>
            <a:t>6. </a:t>
          </a:r>
          <a:r>
            <a:rPr lang="es-ES_tradnl" sz="2800" b="1" i="0" kern="1200" dirty="0">
              <a:solidFill>
                <a:schemeClr val="tx1"/>
              </a:solidFill>
              <a:latin typeface="Arial Narrow" panose="020B0606020202030204" pitchFamily="34" charset="0"/>
            </a:rPr>
            <a:t>Lograr flexibilidad y bajo costo.</a:t>
          </a:r>
          <a:endParaRPr lang="es-ES" sz="2800" b="1" kern="1200" dirty="0">
            <a:solidFill>
              <a:schemeClr val="tx1"/>
            </a:solidFill>
            <a:latin typeface="Arial Narrow" panose="020B0606020202030204" pitchFamily="34" charset="0"/>
          </a:endParaRPr>
        </a:p>
      </dsp:txBody>
      <dsp:txXfrm>
        <a:off x="24015" y="3997189"/>
        <a:ext cx="6539822" cy="443914"/>
      </dsp:txXfrm>
    </dsp:sp>
    <dsp:sp modelId="{2E74CB2D-8E55-455B-AEFF-DE613586AE5E}">
      <dsp:nvSpPr>
        <dsp:cNvPr id="0" name=""/>
        <dsp:cNvSpPr/>
      </dsp:nvSpPr>
      <dsp:spPr>
        <a:xfrm>
          <a:off x="0" y="4600479"/>
          <a:ext cx="6587852" cy="492560"/>
        </a:xfrm>
        <a:prstGeom prst="roundRect">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just" defTabSz="1244600" rtl="0">
            <a:lnSpc>
              <a:spcPct val="90000"/>
            </a:lnSpc>
            <a:spcBef>
              <a:spcPct val="0"/>
            </a:spcBef>
            <a:spcAft>
              <a:spcPct val="35000"/>
            </a:spcAft>
            <a:buNone/>
          </a:pPr>
          <a:r>
            <a:rPr lang="es-ES_tradnl" sz="2800" b="1" i="0" kern="1200" dirty="0">
              <a:solidFill>
                <a:srgbClr val="FF0000"/>
              </a:solidFill>
              <a:latin typeface="Arial Narrow" panose="020B0606020202030204" pitchFamily="34" charset="0"/>
            </a:rPr>
            <a:t>7. </a:t>
          </a:r>
          <a:r>
            <a:rPr lang="es-ES_tradnl" sz="2800" b="1" i="0" kern="1200" dirty="0">
              <a:solidFill>
                <a:schemeClr val="tx1"/>
              </a:solidFill>
              <a:latin typeface="Arial Narrow" panose="020B0606020202030204" pitchFamily="34" charset="0"/>
            </a:rPr>
            <a:t>Medir la incertidumbre.</a:t>
          </a:r>
          <a:endParaRPr lang="es-ES" sz="2800" b="1" kern="1200" dirty="0">
            <a:solidFill>
              <a:schemeClr val="tx1"/>
            </a:solidFill>
            <a:latin typeface="Arial Narrow" panose="020B0606020202030204" pitchFamily="34" charset="0"/>
          </a:endParaRPr>
        </a:p>
      </dsp:txBody>
      <dsp:txXfrm>
        <a:off x="24045" y="4624524"/>
        <a:ext cx="6539762" cy="44447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7F5518-A4C5-44A7-8300-C8BBC26DE469}">
      <dsp:nvSpPr>
        <dsp:cNvPr id="0" name=""/>
        <dsp:cNvSpPr/>
      </dsp:nvSpPr>
      <dsp:spPr>
        <a:xfrm>
          <a:off x="0" y="24647"/>
          <a:ext cx="7550332" cy="757328"/>
        </a:xfrm>
        <a:prstGeom prst="roundRect">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just" defTabSz="1244600" rtl="0">
            <a:lnSpc>
              <a:spcPct val="90000"/>
            </a:lnSpc>
            <a:spcBef>
              <a:spcPct val="0"/>
            </a:spcBef>
            <a:spcAft>
              <a:spcPct val="35000"/>
            </a:spcAft>
            <a:buNone/>
          </a:pPr>
          <a:r>
            <a:rPr lang="es-ES_tradnl" sz="2800" b="1" i="0" kern="1200" dirty="0">
              <a:solidFill>
                <a:schemeClr val="tx1"/>
              </a:solidFill>
              <a:latin typeface="Arial Narrow" panose="020B0606020202030204" pitchFamily="34" charset="0"/>
            </a:rPr>
            <a:t>Desempeño correcto y rápido dentro de un dominio.</a:t>
          </a:r>
          <a:endParaRPr lang="es-ES" sz="2800" b="1" kern="1200" dirty="0">
            <a:solidFill>
              <a:schemeClr val="tx1"/>
            </a:solidFill>
            <a:latin typeface="Arial Narrow" panose="020B0606020202030204" pitchFamily="34" charset="0"/>
          </a:endParaRPr>
        </a:p>
      </dsp:txBody>
      <dsp:txXfrm>
        <a:off x="36970" y="61617"/>
        <a:ext cx="7476392" cy="683388"/>
      </dsp:txXfrm>
    </dsp:sp>
    <dsp:sp modelId="{90BCB7AF-8FFC-4695-BBC4-7C0054DE563A}">
      <dsp:nvSpPr>
        <dsp:cNvPr id="0" name=""/>
        <dsp:cNvSpPr/>
      </dsp:nvSpPr>
      <dsp:spPr>
        <a:xfrm>
          <a:off x="0" y="859735"/>
          <a:ext cx="7550332" cy="858500"/>
        </a:xfrm>
        <a:prstGeom prst="roundRect">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just" defTabSz="1244600" rtl="0">
            <a:lnSpc>
              <a:spcPct val="90000"/>
            </a:lnSpc>
            <a:spcBef>
              <a:spcPct val="0"/>
            </a:spcBef>
            <a:spcAft>
              <a:spcPct val="35000"/>
            </a:spcAft>
            <a:buNone/>
          </a:pPr>
          <a:r>
            <a:rPr lang="es-ES_tradnl" sz="2800" b="1" i="0" kern="1200" dirty="0">
              <a:solidFill>
                <a:schemeClr val="tx1"/>
              </a:solidFill>
              <a:latin typeface="Arial Narrow" panose="020B0606020202030204" pitchFamily="34" charset="0"/>
            </a:rPr>
            <a:t>Capacidad para justificar un resultado y   explicar el proceso.</a:t>
          </a:r>
          <a:endParaRPr lang="es-ES" sz="2800" b="1" kern="1200" dirty="0">
            <a:solidFill>
              <a:schemeClr val="tx1"/>
            </a:solidFill>
            <a:latin typeface="Arial Narrow" panose="020B0606020202030204" pitchFamily="34" charset="0"/>
          </a:endParaRPr>
        </a:p>
      </dsp:txBody>
      <dsp:txXfrm>
        <a:off x="41909" y="901644"/>
        <a:ext cx="7466514" cy="774682"/>
      </dsp:txXfrm>
    </dsp:sp>
    <dsp:sp modelId="{78CA584C-C45F-4230-B6A4-AD7D8CA79F8F}">
      <dsp:nvSpPr>
        <dsp:cNvPr id="0" name=""/>
        <dsp:cNvSpPr/>
      </dsp:nvSpPr>
      <dsp:spPr>
        <a:xfrm>
          <a:off x="0" y="1795996"/>
          <a:ext cx="7550332" cy="377527"/>
        </a:xfrm>
        <a:prstGeom prst="roundRect">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just" defTabSz="1244600" rtl="0">
            <a:lnSpc>
              <a:spcPct val="90000"/>
            </a:lnSpc>
            <a:spcBef>
              <a:spcPct val="0"/>
            </a:spcBef>
            <a:spcAft>
              <a:spcPct val="35000"/>
            </a:spcAft>
            <a:buNone/>
          </a:pPr>
          <a:r>
            <a:rPr lang="es-ES_tradnl" sz="2800" b="1" i="0" kern="1200" dirty="0">
              <a:solidFill>
                <a:schemeClr val="tx1"/>
              </a:solidFill>
              <a:latin typeface="Arial Narrow" panose="020B0606020202030204" pitchFamily="34" charset="0"/>
            </a:rPr>
            <a:t>Capacidad para aprender de la experiencia.</a:t>
          </a:r>
          <a:endParaRPr lang="es-ES" sz="2800" b="1" kern="1200" dirty="0">
            <a:solidFill>
              <a:schemeClr val="tx1"/>
            </a:solidFill>
            <a:latin typeface="Arial Narrow" panose="020B0606020202030204" pitchFamily="34" charset="0"/>
          </a:endParaRPr>
        </a:p>
      </dsp:txBody>
      <dsp:txXfrm>
        <a:off x="18429" y="1814425"/>
        <a:ext cx="7513474" cy="340669"/>
      </dsp:txXfrm>
    </dsp:sp>
    <dsp:sp modelId="{4206DE47-A018-4DD4-B31B-E34744CEF6F5}">
      <dsp:nvSpPr>
        <dsp:cNvPr id="0" name=""/>
        <dsp:cNvSpPr/>
      </dsp:nvSpPr>
      <dsp:spPr>
        <a:xfrm>
          <a:off x="0" y="2251283"/>
          <a:ext cx="7550332" cy="739985"/>
        </a:xfrm>
        <a:prstGeom prst="roundRect">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just" defTabSz="1244600" rtl="0">
            <a:lnSpc>
              <a:spcPct val="90000"/>
            </a:lnSpc>
            <a:spcBef>
              <a:spcPct val="0"/>
            </a:spcBef>
            <a:spcAft>
              <a:spcPct val="35000"/>
            </a:spcAft>
            <a:buNone/>
          </a:pPr>
          <a:r>
            <a:rPr lang="es-ES_tradnl" sz="2800" b="1" i="0" kern="1200" dirty="0">
              <a:solidFill>
                <a:schemeClr val="tx1"/>
              </a:solidFill>
              <a:latin typeface="Arial Narrow" panose="020B0606020202030204" pitchFamily="34" charset="0"/>
            </a:rPr>
            <a:t>Capacidad para resolver casos únicos.</a:t>
          </a:r>
          <a:endParaRPr lang="es-ES" sz="2800" b="1" kern="1200" dirty="0">
            <a:solidFill>
              <a:schemeClr val="tx1"/>
            </a:solidFill>
            <a:latin typeface="Arial Narrow" panose="020B0606020202030204" pitchFamily="34" charset="0"/>
          </a:endParaRPr>
        </a:p>
      </dsp:txBody>
      <dsp:txXfrm>
        <a:off x="36123" y="2287406"/>
        <a:ext cx="7478086" cy="667739"/>
      </dsp:txXfrm>
    </dsp:sp>
    <dsp:sp modelId="{C3BF2CD5-3C3B-485F-A10D-06FCE710380B}">
      <dsp:nvSpPr>
        <dsp:cNvPr id="0" name=""/>
        <dsp:cNvSpPr/>
      </dsp:nvSpPr>
      <dsp:spPr>
        <a:xfrm>
          <a:off x="0" y="3069029"/>
          <a:ext cx="7550332" cy="844641"/>
        </a:xfrm>
        <a:prstGeom prst="roundRect">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just" defTabSz="1244600" rtl="0">
            <a:lnSpc>
              <a:spcPct val="90000"/>
            </a:lnSpc>
            <a:spcBef>
              <a:spcPct val="0"/>
            </a:spcBef>
            <a:spcAft>
              <a:spcPct val="35000"/>
            </a:spcAft>
            <a:buNone/>
          </a:pPr>
          <a:r>
            <a:rPr lang="es-ES_tradnl" sz="2800" b="1" i="0" kern="1200" dirty="0">
              <a:solidFill>
                <a:schemeClr val="tx1"/>
              </a:solidFill>
              <a:latin typeface="Arial Narrow" panose="020B0606020202030204" pitchFamily="34" charset="0"/>
            </a:rPr>
            <a:t>Capacidad para razonar bajo condiciones de incertidumbre.</a:t>
          </a:r>
          <a:endParaRPr lang="es-ES" sz="2800" b="1" kern="1200" dirty="0">
            <a:solidFill>
              <a:schemeClr val="tx1"/>
            </a:solidFill>
            <a:latin typeface="Arial Narrow" panose="020B0606020202030204" pitchFamily="34" charset="0"/>
          </a:endParaRPr>
        </a:p>
      </dsp:txBody>
      <dsp:txXfrm>
        <a:off x="41232" y="3110261"/>
        <a:ext cx="7467868" cy="76217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059DC7-9A85-435E-B67F-C4DEE27B4B54}">
      <dsp:nvSpPr>
        <dsp:cNvPr id="0" name=""/>
        <dsp:cNvSpPr/>
      </dsp:nvSpPr>
      <dsp:spPr>
        <a:xfrm>
          <a:off x="0" y="0"/>
          <a:ext cx="1736996" cy="1736996"/>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FEDB3EA-D99A-4E60-AD7A-5D064B62DF84}">
      <dsp:nvSpPr>
        <dsp:cNvPr id="0" name=""/>
        <dsp:cNvSpPr/>
      </dsp:nvSpPr>
      <dsp:spPr>
        <a:xfrm>
          <a:off x="868498" y="0"/>
          <a:ext cx="3965442" cy="1736996"/>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s-ES_tradnl" sz="2000" b="1" i="0" kern="1200" dirty="0">
              <a:solidFill>
                <a:srgbClr val="7030A0"/>
              </a:solidFill>
            </a:rPr>
            <a:t>MEMORIA  A LARGO PLAZO</a:t>
          </a:r>
          <a:endParaRPr lang="es-ES" sz="2000" b="1" kern="1200" dirty="0">
            <a:solidFill>
              <a:srgbClr val="7030A0"/>
            </a:solidFill>
          </a:endParaRPr>
        </a:p>
      </dsp:txBody>
      <dsp:txXfrm>
        <a:off x="868498" y="0"/>
        <a:ext cx="3965442" cy="825073"/>
      </dsp:txXfrm>
    </dsp:sp>
    <dsp:sp modelId="{00758630-56A6-439C-A0E0-449AD74B348A}">
      <dsp:nvSpPr>
        <dsp:cNvPr id="0" name=""/>
        <dsp:cNvSpPr/>
      </dsp:nvSpPr>
      <dsp:spPr>
        <a:xfrm>
          <a:off x="455961" y="825073"/>
          <a:ext cx="825073" cy="825073"/>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31616ED-3F70-46D9-9029-C2EBB53A6AC4}">
      <dsp:nvSpPr>
        <dsp:cNvPr id="0" name=""/>
        <dsp:cNvSpPr/>
      </dsp:nvSpPr>
      <dsp:spPr>
        <a:xfrm>
          <a:off x="868498" y="825073"/>
          <a:ext cx="3965442" cy="825073"/>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s-ES_tradnl" sz="2000" b="1" i="0" kern="1200" dirty="0"/>
            <a:t>Conocimiento en el dominio, experiencia, experticia.</a:t>
          </a:r>
          <a:endParaRPr lang="es-ES" sz="2000" b="1" kern="1200" dirty="0"/>
        </a:p>
      </dsp:txBody>
      <dsp:txXfrm>
        <a:off x="868498" y="825073"/>
        <a:ext cx="3965442" cy="82507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425C8A-1034-4EAF-B7DC-693FA0A7237F}">
      <dsp:nvSpPr>
        <dsp:cNvPr id="0" name=""/>
        <dsp:cNvSpPr/>
      </dsp:nvSpPr>
      <dsp:spPr>
        <a:xfrm>
          <a:off x="0" y="0"/>
          <a:ext cx="1494423" cy="1494423"/>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E3F906A-6E5E-47D4-9373-E0427F9DFAC6}">
      <dsp:nvSpPr>
        <dsp:cNvPr id="0" name=""/>
        <dsp:cNvSpPr/>
      </dsp:nvSpPr>
      <dsp:spPr>
        <a:xfrm>
          <a:off x="747211" y="0"/>
          <a:ext cx="3929317" cy="1494423"/>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s-ES_tradnl" sz="2000" b="1" i="0" kern="1200" dirty="0">
              <a:solidFill>
                <a:srgbClr val="7030A0"/>
              </a:solidFill>
            </a:rPr>
            <a:t>MEMORIA  A CORTO PLAZO</a:t>
          </a:r>
          <a:endParaRPr lang="es-ES" sz="2000" b="1" kern="1200" dirty="0">
            <a:solidFill>
              <a:srgbClr val="7030A0"/>
            </a:solidFill>
          </a:endParaRPr>
        </a:p>
      </dsp:txBody>
      <dsp:txXfrm>
        <a:off x="747211" y="0"/>
        <a:ext cx="3929317" cy="709851"/>
      </dsp:txXfrm>
    </dsp:sp>
    <dsp:sp modelId="{AC425089-2C11-461F-B7A7-EAE72D2E101F}">
      <dsp:nvSpPr>
        <dsp:cNvPr id="0" name=""/>
        <dsp:cNvSpPr/>
      </dsp:nvSpPr>
      <dsp:spPr>
        <a:xfrm>
          <a:off x="392286" y="709851"/>
          <a:ext cx="709851" cy="709851"/>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4D1AA59-2860-4097-9532-23430B646902}">
      <dsp:nvSpPr>
        <dsp:cNvPr id="0" name=""/>
        <dsp:cNvSpPr/>
      </dsp:nvSpPr>
      <dsp:spPr>
        <a:xfrm>
          <a:off x="747211" y="709851"/>
          <a:ext cx="3929317" cy="709851"/>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s-ES_tradnl" sz="2000" b="1" i="0" kern="1200" dirty="0"/>
            <a:t>Hechos, casos, reglas, conclusiones.</a:t>
          </a:r>
          <a:endParaRPr lang="es-ES" sz="2000" b="1" kern="1200" dirty="0"/>
        </a:p>
      </dsp:txBody>
      <dsp:txXfrm>
        <a:off x="747211" y="709851"/>
        <a:ext cx="3929317" cy="70985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D015E1-C477-4FB6-A7A6-AEB4FB037549}">
      <dsp:nvSpPr>
        <dsp:cNvPr id="0" name=""/>
        <dsp:cNvSpPr/>
      </dsp:nvSpPr>
      <dsp:spPr>
        <a:xfrm>
          <a:off x="0" y="52"/>
          <a:ext cx="2869894" cy="444782"/>
        </a:xfrm>
        <a:prstGeom prst="roundRect">
          <a:avLst/>
        </a:prstGeom>
        <a:no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s-ES_tradnl" sz="2400" b="1" i="0" kern="1200" dirty="0">
              <a:solidFill>
                <a:schemeClr val="tx1"/>
              </a:solidFill>
              <a:latin typeface="Arial Narrow" pitchFamily="34" charset="0"/>
            </a:rPr>
            <a:t>RAZONAMIENTO</a:t>
          </a:r>
          <a:endParaRPr lang="es-ES" sz="2400" b="1" kern="1200" dirty="0">
            <a:solidFill>
              <a:schemeClr val="tx1"/>
            </a:solidFill>
            <a:latin typeface="Arial Narrow" pitchFamily="34" charset="0"/>
          </a:endParaRPr>
        </a:p>
      </dsp:txBody>
      <dsp:txXfrm>
        <a:off x="21712" y="21764"/>
        <a:ext cx="2826470" cy="401358"/>
      </dsp:txXfrm>
    </dsp:sp>
    <dsp:sp modelId="{473D49BD-393C-4929-82E4-0CF2E777B9EE}">
      <dsp:nvSpPr>
        <dsp:cNvPr id="0" name=""/>
        <dsp:cNvSpPr/>
      </dsp:nvSpPr>
      <dsp:spPr>
        <a:xfrm>
          <a:off x="0" y="456240"/>
          <a:ext cx="2869894" cy="444782"/>
        </a:xfrm>
        <a:prstGeom prst="roundRect">
          <a:avLst/>
        </a:prstGeom>
        <a:no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s-ES_tradnl" sz="2400" b="1" i="0" kern="1200" dirty="0">
              <a:solidFill>
                <a:srgbClr val="FF0000"/>
              </a:solidFill>
              <a:latin typeface="Arial Narrow" pitchFamily="34" charset="0"/>
            </a:rPr>
            <a:t>APRENDIZAJE</a:t>
          </a:r>
          <a:endParaRPr lang="es-ES" sz="2400" b="1" kern="1200" dirty="0">
            <a:solidFill>
              <a:srgbClr val="FF0000"/>
            </a:solidFill>
            <a:latin typeface="Arial Narrow" pitchFamily="34" charset="0"/>
          </a:endParaRPr>
        </a:p>
      </dsp:txBody>
      <dsp:txXfrm>
        <a:off x="21712" y="477952"/>
        <a:ext cx="2826470" cy="40135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78CD5A-F65F-4499-A614-E7359F1B002A}">
      <dsp:nvSpPr>
        <dsp:cNvPr id="0" name=""/>
        <dsp:cNvSpPr/>
      </dsp:nvSpPr>
      <dsp:spPr>
        <a:xfrm>
          <a:off x="-58802" y="0"/>
          <a:ext cx="3385194" cy="3481848"/>
        </a:xfrm>
        <a:prstGeom prst="triangl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1E5B0EC-FC2F-4884-92AE-3109CF199D06}">
      <dsp:nvSpPr>
        <dsp:cNvPr id="0" name=""/>
        <dsp:cNvSpPr/>
      </dsp:nvSpPr>
      <dsp:spPr>
        <a:xfrm>
          <a:off x="1585146" y="349458"/>
          <a:ext cx="1430858" cy="1361629"/>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s-ES_tradnl" sz="2000" b="1" i="0" kern="1200" dirty="0"/>
            <a:t>USUARIO</a:t>
          </a:r>
          <a:endParaRPr lang="es-ES" sz="2000" b="1" kern="1200" dirty="0"/>
        </a:p>
      </dsp:txBody>
      <dsp:txXfrm>
        <a:off x="1651615" y="415927"/>
        <a:ext cx="1297920" cy="1228691"/>
      </dsp:txXfrm>
    </dsp:sp>
    <dsp:sp modelId="{8EEBD273-3EC9-4BCE-B3A5-3DBB743C132D}">
      <dsp:nvSpPr>
        <dsp:cNvPr id="0" name=""/>
        <dsp:cNvSpPr/>
      </dsp:nvSpPr>
      <dsp:spPr>
        <a:xfrm>
          <a:off x="1157153" y="1853218"/>
          <a:ext cx="2286844" cy="1137040"/>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s-ES_tradnl" sz="2000" b="1" i="0" kern="1200" dirty="0"/>
            <a:t>Recomendaciones, conclusiones, casos resueltos.</a:t>
          </a:r>
          <a:endParaRPr lang="es-ES" sz="2000" b="1" kern="1200" dirty="0"/>
        </a:p>
      </dsp:txBody>
      <dsp:txXfrm>
        <a:off x="1212659" y="1908724"/>
        <a:ext cx="2175832" cy="102602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059DC7-9A85-435E-B67F-C4DEE27B4B54}">
      <dsp:nvSpPr>
        <dsp:cNvPr id="0" name=""/>
        <dsp:cNvSpPr/>
      </dsp:nvSpPr>
      <dsp:spPr>
        <a:xfrm>
          <a:off x="0" y="0"/>
          <a:ext cx="1736996" cy="1736996"/>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FEDB3EA-D99A-4E60-AD7A-5D064B62DF84}">
      <dsp:nvSpPr>
        <dsp:cNvPr id="0" name=""/>
        <dsp:cNvSpPr/>
      </dsp:nvSpPr>
      <dsp:spPr>
        <a:xfrm>
          <a:off x="868498" y="0"/>
          <a:ext cx="3965442" cy="1736996"/>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s-ES_tradnl" sz="2000" b="1" i="0" kern="1200" dirty="0">
              <a:solidFill>
                <a:srgbClr val="7030A0"/>
              </a:solidFill>
            </a:rPr>
            <a:t>MEMORIA  A LARGO PLAZO</a:t>
          </a:r>
          <a:endParaRPr lang="es-ES" sz="2000" b="1" kern="1200" dirty="0">
            <a:solidFill>
              <a:srgbClr val="7030A0"/>
            </a:solidFill>
          </a:endParaRPr>
        </a:p>
      </dsp:txBody>
      <dsp:txXfrm>
        <a:off x="868498" y="0"/>
        <a:ext cx="3965442" cy="825073"/>
      </dsp:txXfrm>
    </dsp:sp>
    <dsp:sp modelId="{00758630-56A6-439C-A0E0-449AD74B348A}">
      <dsp:nvSpPr>
        <dsp:cNvPr id="0" name=""/>
        <dsp:cNvSpPr/>
      </dsp:nvSpPr>
      <dsp:spPr>
        <a:xfrm>
          <a:off x="455961" y="825073"/>
          <a:ext cx="825073" cy="825073"/>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31616ED-3F70-46D9-9029-C2EBB53A6AC4}">
      <dsp:nvSpPr>
        <dsp:cNvPr id="0" name=""/>
        <dsp:cNvSpPr/>
      </dsp:nvSpPr>
      <dsp:spPr>
        <a:xfrm>
          <a:off x="868498" y="825073"/>
          <a:ext cx="3965442" cy="825073"/>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s-ES_tradnl" sz="2000" b="1" i="0" kern="1200" dirty="0"/>
            <a:t>Conocimiento en el dominio, experiencia, experticia.</a:t>
          </a:r>
          <a:endParaRPr lang="es-ES" sz="2000" b="1" kern="1200" dirty="0"/>
        </a:p>
      </dsp:txBody>
      <dsp:txXfrm>
        <a:off x="868498" y="825073"/>
        <a:ext cx="3965442" cy="82507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425C8A-1034-4EAF-B7DC-693FA0A7237F}">
      <dsp:nvSpPr>
        <dsp:cNvPr id="0" name=""/>
        <dsp:cNvSpPr/>
      </dsp:nvSpPr>
      <dsp:spPr>
        <a:xfrm>
          <a:off x="0" y="0"/>
          <a:ext cx="1494423" cy="1494423"/>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E3F906A-6E5E-47D4-9373-E0427F9DFAC6}">
      <dsp:nvSpPr>
        <dsp:cNvPr id="0" name=""/>
        <dsp:cNvSpPr/>
      </dsp:nvSpPr>
      <dsp:spPr>
        <a:xfrm>
          <a:off x="747211" y="0"/>
          <a:ext cx="3929317" cy="1494423"/>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s-ES_tradnl" sz="2000" b="1" i="0" kern="1200" dirty="0">
              <a:solidFill>
                <a:srgbClr val="7030A0"/>
              </a:solidFill>
            </a:rPr>
            <a:t>MEMORIA  A CORTO PLAZO</a:t>
          </a:r>
          <a:endParaRPr lang="es-ES" sz="2000" b="1" kern="1200" dirty="0">
            <a:solidFill>
              <a:srgbClr val="7030A0"/>
            </a:solidFill>
          </a:endParaRPr>
        </a:p>
      </dsp:txBody>
      <dsp:txXfrm>
        <a:off x="747211" y="0"/>
        <a:ext cx="3929317" cy="709851"/>
      </dsp:txXfrm>
    </dsp:sp>
    <dsp:sp modelId="{AC425089-2C11-461F-B7A7-EAE72D2E101F}">
      <dsp:nvSpPr>
        <dsp:cNvPr id="0" name=""/>
        <dsp:cNvSpPr/>
      </dsp:nvSpPr>
      <dsp:spPr>
        <a:xfrm>
          <a:off x="392286" y="709851"/>
          <a:ext cx="709851" cy="709851"/>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4D1AA59-2860-4097-9532-23430B646902}">
      <dsp:nvSpPr>
        <dsp:cNvPr id="0" name=""/>
        <dsp:cNvSpPr/>
      </dsp:nvSpPr>
      <dsp:spPr>
        <a:xfrm>
          <a:off x="747211" y="709851"/>
          <a:ext cx="3929317" cy="709851"/>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s-ES_tradnl" sz="2000" b="1" i="0" kern="1200" dirty="0"/>
            <a:t>Hechos, casos, reglas, conclusiones.</a:t>
          </a:r>
          <a:endParaRPr lang="es-ES" sz="2000" b="1" kern="1200" dirty="0"/>
        </a:p>
      </dsp:txBody>
      <dsp:txXfrm>
        <a:off x="747211" y="709851"/>
        <a:ext cx="3929317" cy="709851"/>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78CD5A-F65F-4499-A614-E7359F1B002A}">
      <dsp:nvSpPr>
        <dsp:cNvPr id="0" name=""/>
        <dsp:cNvSpPr/>
      </dsp:nvSpPr>
      <dsp:spPr>
        <a:xfrm>
          <a:off x="-58802" y="0"/>
          <a:ext cx="3385194" cy="3481848"/>
        </a:xfrm>
        <a:prstGeom prst="triangl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1E5B0EC-FC2F-4884-92AE-3109CF199D06}">
      <dsp:nvSpPr>
        <dsp:cNvPr id="0" name=""/>
        <dsp:cNvSpPr/>
      </dsp:nvSpPr>
      <dsp:spPr>
        <a:xfrm>
          <a:off x="1585146" y="349458"/>
          <a:ext cx="1430858" cy="1361629"/>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s-ES_tradnl" sz="2000" b="1" i="0" kern="1200" dirty="0"/>
            <a:t>USUARIO</a:t>
          </a:r>
          <a:endParaRPr lang="es-ES" sz="2000" b="1" kern="1200" dirty="0"/>
        </a:p>
      </dsp:txBody>
      <dsp:txXfrm>
        <a:off x="1651615" y="415927"/>
        <a:ext cx="1297920" cy="1228691"/>
      </dsp:txXfrm>
    </dsp:sp>
    <dsp:sp modelId="{8EEBD273-3EC9-4BCE-B3A5-3DBB743C132D}">
      <dsp:nvSpPr>
        <dsp:cNvPr id="0" name=""/>
        <dsp:cNvSpPr/>
      </dsp:nvSpPr>
      <dsp:spPr>
        <a:xfrm>
          <a:off x="1157153" y="1853218"/>
          <a:ext cx="2286844" cy="1137040"/>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s-ES_tradnl" sz="2000" b="1" i="0" kern="1200" dirty="0"/>
            <a:t>Recomendaciones, conclusiones, casos resueltos.</a:t>
          </a:r>
          <a:endParaRPr lang="es-ES" sz="2000" b="1" kern="1200" dirty="0"/>
        </a:p>
      </dsp:txBody>
      <dsp:txXfrm>
        <a:off x="1212659" y="1908724"/>
        <a:ext cx="2175832" cy="1026028"/>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D015E1-C477-4FB6-A7A6-AEB4FB037549}">
      <dsp:nvSpPr>
        <dsp:cNvPr id="0" name=""/>
        <dsp:cNvSpPr/>
      </dsp:nvSpPr>
      <dsp:spPr>
        <a:xfrm>
          <a:off x="0" y="325"/>
          <a:ext cx="3475228" cy="506756"/>
        </a:xfrm>
        <a:prstGeom prst="roundRect">
          <a:avLst/>
        </a:prstGeom>
        <a:no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r" defTabSz="1066800" rtl="0">
            <a:lnSpc>
              <a:spcPct val="90000"/>
            </a:lnSpc>
            <a:spcBef>
              <a:spcPct val="0"/>
            </a:spcBef>
            <a:spcAft>
              <a:spcPct val="35000"/>
            </a:spcAft>
            <a:buNone/>
          </a:pPr>
          <a:r>
            <a:rPr lang="es-ES_tradnl" sz="2400" b="1" i="0" kern="1200" dirty="0">
              <a:solidFill>
                <a:schemeClr val="tx1"/>
              </a:solidFill>
              <a:latin typeface="Arial Narrow" pitchFamily="34" charset="0"/>
            </a:rPr>
            <a:t>MÁQUINA INFERENCIAL</a:t>
          </a:r>
          <a:endParaRPr lang="es-ES" sz="2400" b="1" kern="1200" dirty="0">
            <a:solidFill>
              <a:schemeClr val="tx1"/>
            </a:solidFill>
            <a:latin typeface="Arial Narrow" pitchFamily="34" charset="0"/>
          </a:endParaRPr>
        </a:p>
      </dsp:txBody>
      <dsp:txXfrm>
        <a:off x="24738" y="25063"/>
        <a:ext cx="3425752" cy="457280"/>
      </dsp:txXfrm>
    </dsp:sp>
    <dsp:sp modelId="{473D49BD-393C-4929-82E4-0CF2E777B9EE}">
      <dsp:nvSpPr>
        <dsp:cNvPr id="0" name=""/>
        <dsp:cNvSpPr/>
      </dsp:nvSpPr>
      <dsp:spPr>
        <a:xfrm>
          <a:off x="0" y="520075"/>
          <a:ext cx="3475228" cy="506756"/>
        </a:xfrm>
        <a:prstGeom prst="roundRect">
          <a:avLst/>
        </a:prstGeom>
        <a:no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s-ES_tradnl" sz="2400" b="1" i="0" kern="1200" dirty="0">
              <a:solidFill>
                <a:srgbClr val="FF0000"/>
              </a:solidFill>
              <a:latin typeface="Arial Narrow" pitchFamily="34" charset="0"/>
            </a:rPr>
            <a:t>RED NEURONAL</a:t>
          </a:r>
          <a:endParaRPr lang="es-ES" sz="2400" b="1" kern="1200" dirty="0">
            <a:solidFill>
              <a:srgbClr val="FF0000"/>
            </a:solidFill>
            <a:latin typeface="Arial Narrow" pitchFamily="34" charset="0"/>
          </a:endParaRPr>
        </a:p>
      </dsp:txBody>
      <dsp:txXfrm>
        <a:off x="24738" y="544813"/>
        <a:ext cx="3425752" cy="45728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793694-B2C3-4BA4-9FB6-4277BAA2802E}">
      <dsp:nvSpPr>
        <dsp:cNvPr id="0" name=""/>
        <dsp:cNvSpPr/>
      </dsp:nvSpPr>
      <dsp:spPr>
        <a:xfrm rot="5400000">
          <a:off x="2759277" y="-644272"/>
          <a:ext cx="4175795" cy="6295980"/>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244600" rtl="0">
            <a:lnSpc>
              <a:spcPct val="90000"/>
            </a:lnSpc>
            <a:spcBef>
              <a:spcPct val="0"/>
            </a:spcBef>
            <a:spcAft>
              <a:spcPct val="15000"/>
            </a:spcAft>
            <a:buChar char="•"/>
          </a:pPr>
          <a:r>
            <a:rPr lang="es-ES_tradnl" sz="2800" b="0" i="0" kern="1200" dirty="0"/>
            <a:t>Economía:</a:t>
          </a:r>
          <a:endParaRPr lang="es-PE" sz="2800" b="0" kern="1200" dirty="0"/>
        </a:p>
        <a:p>
          <a:pPr marL="450850" lvl="1" indent="0" algn="l" defTabSz="1244600" rtl="0">
            <a:lnSpc>
              <a:spcPct val="90000"/>
            </a:lnSpc>
            <a:spcBef>
              <a:spcPct val="0"/>
            </a:spcBef>
            <a:spcAft>
              <a:spcPct val="15000"/>
            </a:spcAft>
            <a:buChar char="•"/>
          </a:pPr>
          <a:r>
            <a:rPr lang="es-ES_tradnl" sz="2800" b="0" i="0" kern="1200" dirty="0" err="1"/>
            <a:t>Quesnay</a:t>
          </a:r>
          <a:r>
            <a:rPr lang="es-ES_tradnl" sz="2800" b="0" i="0" kern="1200" dirty="0"/>
            <a:t> 		s. XVIII</a:t>
          </a:r>
          <a:endParaRPr lang="es-PE" sz="2800" b="0" kern="1200" dirty="0"/>
        </a:p>
        <a:p>
          <a:pPr marL="457200" lvl="2" indent="0" algn="l" defTabSz="1244600" rtl="0">
            <a:lnSpc>
              <a:spcPct val="90000"/>
            </a:lnSpc>
            <a:spcBef>
              <a:spcPct val="0"/>
            </a:spcBef>
            <a:spcAft>
              <a:spcPct val="15000"/>
            </a:spcAft>
            <a:buChar char="•"/>
          </a:pPr>
          <a:r>
            <a:rPr lang="es-ES_tradnl" sz="2800" b="0" i="0" kern="1200" dirty="0" err="1"/>
            <a:t>Walras</a:t>
          </a:r>
          <a:r>
            <a:rPr lang="es-ES_tradnl" sz="2800" b="0" i="0" kern="1200" dirty="0"/>
            <a:t> 		s. XIX </a:t>
          </a:r>
          <a:endParaRPr lang="es-PE" sz="2800" b="0" kern="1200" dirty="0"/>
        </a:p>
        <a:p>
          <a:pPr marL="457200" lvl="2" indent="0" algn="l" defTabSz="1244600" rtl="0">
            <a:lnSpc>
              <a:spcPct val="90000"/>
            </a:lnSpc>
            <a:spcBef>
              <a:spcPct val="0"/>
            </a:spcBef>
            <a:spcAft>
              <a:spcPct val="15000"/>
            </a:spcAft>
            <a:buChar char="•"/>
          </a:pPr>
          <a:r>
            <a:rPr lang="es-ES_tradnl" sz="2800" b="0" i="0" kern="1200" dirty="0"/>
            <a:t>Von Neumann  	s. XX</a:t>
          </a:r>
          <a:endParaRPr lang="es-PE" sz="2800" b="0" kern="1200" dirty="0"/>
        </a:p>
        <a:p>
          <a:pPr marL="177800" lvl="1" indent="-177800" algn="l" defTabSz="1244600">
            <a:lnSpc>
              <a:spcPct val="90000"/>
            </a:lnSpc>
            <a:spcBef>
              <a:spcPct val="0"/>
            </a:spcBef>
            <a:spcAft>
              <a:spcPct val="15000"/>
            </a:spcAft>
            <a:buChar char="•"/>
          </a:pPr>
          <a:r>
            <a:rPr lang="es-ES_tradnl" sz="2800" b="0" i="0" kern="1200" dirty="0"/>
            <a:t>Matemáticas: Modelos lineales           </a:t>
          </a:r>
          <a:r>
            <a:rPr lang="es-ES_tradnl" sz="2800" b="0" i="0" kern="1200" dirty="0" err="1"/>
            <a:t>Farkas</a:t>
          </a:r>
          <a:r>
            <a:rPr lang="es-ES_tradnl" sz="2800" b="0" i="0" kern="1200" dirty="0"/>
            <a:t>, Minkowski (s.XIX)</a:t>
          </a:r>
          <a:endParaRPr lang="es-PE" sz="2800" b="0" kern="1200" dirty="0"/>
        </a:p>
        <a:p>
          <a:pPr marL="228600" lvl="1" indent="-228600" algn="l" defTabSz="1244600" rtl="0">
            <a:lnSpc>
              <a:spcPct val="90000"/>
            </a:lnSpc>
            <a:spcBef>
              <a:spcPct val="0"/>
            </a:spcBef>
            <a:spcAft>
              <a:spcPct val="15000"/>
            </a:spcAft>
            <a:buChar char="•"/>
          </a:pPr>
          <a:r>
            <a:rPr lang="es-ES_tradnl" sz="2800" b="0" i="0" kern="1200" dirty="0"/>
            <a:t>Estadística: Fenómenos de espera Erlang, </a:t>
          </a:r>
          <a:r>
            <a:rPr lang="es-ES_tradnl" sz="2800" b="0" i="0" kern="1200" dirty="0" err="1"/>
            <a:t>Markov</a:t>
          </a:r>
          <a:r>
            <a:rPr lang="es-ES_tradnl" sz="2800" b="0" i="0" kern="1200" dirty="0"/>
            <a:t> (1920)</a:t>
          </a:r>
          <a:endParaRPr lang="es-PE" sz="2800" b="0" kern="1200" dirty="0"/>
        </a:p>
      </dsp:txBody>
      <dsp:txXfrm rot="-5400000">
        <a:off x="1699185" y="619666"/>
        <a:ext cx="6092134" cy="3768103"/>
      </dsp:txXfrm>
    </dsp:sp>
    <dsp:sp modelId="{D17CF8AC-5079-4DF3-AD73-676B2FD74131}">
      <dsp:nvSpPr>
        <dsp:cNvPr id="0" name=""/>
        <dsp:cNvSpPr/>
      </dsp:nvSpPr>
      <dsp:spPr>
        <a:xfrm>
          <a:off x="0" y="350140"/>
          <a:ext cx="1698767" cy="444014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rtl="0">
            <a:lnSpc>
              <a:spcPct val="90000"/>
            </a:lnSpc>
            <a:spcBef>
              <a:spcPct val="0"/>
            </a:spcBef>
            <a:spcAft>
              <a:spcPct val="35000"/>
            </a:spcAft>
            <a:buNone/>
          </a:pPr>
          <a:r>
            <a:rPr lang="es-ES_tradnl" sz="2400" b="1" i="0" kern="1200" dirty="0"/>
            <a:t>Se aplica por primera vez en 1780</a:t>
          </a:r>
          <a:endParaRPr lang="es-PE" sz="2400" b="1" kern="1200" dirty="0"/>
        </a:p>
      </dsp:txBody>
      <dsp:txXfrm>
        <a:off x="82927" y="433067"/>
        <a:ext cx="1532913" cy="4274293"/>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7DBF73-6E1F-44C9-B34A-670D8F9A7C50}">
      <dsp:nvSpPr>
        <dsp:cNvPr id="0" name=""/>
        <dsp:cNvSpPr/>
      </dsp:nvSpPr>
      <dsp:spPr>
        <a:xfrm>
          <a:off x="59455" y="0"/>
          <a:ext cx="9697948" cy="4019919"/>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CEB1EE6-7883-4F7E-AFD8-DE7E0AA17961}">
      <dsp:nvSpPr>
        <dsp:cNvPr id="0" name=""/>
        <dsp:cNvSpPr/>
      </dsp:nvSpPr>
      <dsp:spPr>
        <a:xfrm>
          <a:off x="1909" y="1205975"/>
          <a:ext cx="1506986" cy="1607967"/>
        </a:xfrm>
        <a:prstGeom prst="roundRect">
          <a:avLst/>
        </a:prstGeom>
        <a:solidFill>
          <a:schemeClr val="bg2">
            <a:lumMod val="9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s-ES_tradnl" sz="2400" b="0" i="0" kern="1200" dirty="0">
              <a:solidFill>
                <a:schemeClr val="tx1"/>
              </a:solidFill>
              <a:latin typeface="Arial Narrow" pitchFamily="34" charset="0"/>
            </a:rPr>
            <a:t>Refinerías de petróleo</a:t>
          </a:r>
          <a:endParaRPr lang="es-PE" sz="2400" b="0" kern="1200" dirty="0">
            <a:solidFill>
              <a:schemeClr val="tx1"/>
            </a:solidFill>
            <a:latin typeface="Arial Narrow" pitchFamily="34" charset="0"/>
          </a:endParaRPr>
        </a:p>
      </dsp:txBody>
      <dsp:txXfrm>
        <a:off x="75474" y="1279540"/>
        <a:ext cx="1359856" cy="1460837"/>
      </dsp:txXfrm>
    </dsp:sp>
    <dsp:sp modelId="{5321D206-B37C-48F3-8A2F-5B3AC589D7A5}">
      <dsp:nvSpPr>
        <dsp:cNvPr id="0" name=""/>
        <dsp:cNvSpPr/>
      </dsp:nvSpPr>
      <dsp:spPr>
        <a:xfrm>
          <a:off x="1566502" y="1205975"/>
          <a:ext cx="1779886" cy="1607967"/>
        </a:xfrm>
        <a:prstGeom prst="roundRect">
          <a:avLst/>
        </a:prstGeom>
        <a:solidFill>
          <a:schemeClr val="bg2">
            <a:lumMod val="9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s-ES_tradnl" sz="2400" b="0" i="0" kern="1200" dirty="0">
              <a:solidFill>
                <a:schemeClr val="tx1"/>
              </a:solidFill>
              <a:latin typeface="Arial Narrow" pitchFamily="34" charset="0"/>
            </a:rPr>
            <a:t>Distribución de   productos </a:t>
          </a:r>
          <a:endParaRPr lang="es-PE" sz="2400" b="0" kern="1200" dirty="0">
            <a:solidFill>
              <a:schemeClr val="tx1"/>
            </a:solidFill>
            <a:latin typeface="Arial Narrow" pitchFamily="34" charset="0"/>
          </a:endParaRPr>
        </a:p>
      </dsp:txBody>
      <dsp:txXfrm>
        <a:off x="1644996" y="1284469"/>
        <a:ext cx="1622898" cy="1450979"/>
      </dsp:txXfrm>
    </dsp:sp>
    <dsp:sp modelId="{81957682-937D-4A31-9C3C-5670724C2534}">
      <dsp:nvSpPr>
        <dsp:cNvPr id="0" name=""/>
        <dsp:cNvSpPr/>
      </dsp:nvSpPr>
      <dsp:spPr>
        <a:xfrm>
          <a:off x="3405448" y="1205975"/>
          <a:ext cx="1799746" cy="1607967"/>
        </a:xfrm>
        <a:prstGeom prst="roundRect">
          <a:avLst/>
        </a:prstGeom>
        <a:solidFill>
          <a:schemeClr val="bg2">
            <a:lumMod val="9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s-ES_tradnl" sz="2400" b="0" i="0" kern="1200" dirty="0">
              <a:solidFill>
                <a:schemeClr val="tx1"/>
              </a:solidFill>
              <a:latin typeface="Arial Narrow" pitchFamily="34" charset="0"/>
            </a:rPr>
            <a:t>Planeación y control de la producción</a:t>
          </a:r>
          <a:endParaRPr lang="es-PE" sz="2400" b="0" kern="1200" dirty="0">
            <a:solidFill>
              <a:schemeClr val="tx1"/>
            </a:solidFill>
            <a:latin typeface="Arial Narrow" pitchFamily="34" charset="0"/>
          </a:endParaRPr>
        </a:p>
      </dsp:txBody>
      <dsp:txXfrm>
        <a:off x="3483942" y="1284469"/>
        <a:ext cx="1642758" cy="1450979"/>
      </dsp:txXfrm>
    </dsp:sp>
    <dsp:sp modelId="{E7CFEA7F-293A-4369-A04F-A5ECCAEE4BF5}">
      <dsp:nvSpPr>
        <dsp:cNvPr id="0" name=""/>
        <dsp:cNvSpPr/>
      </dsp:nvSpPr>
      <dsp:spPr>
        <a:xfrm>
          <a:off x="5276318" y="1205975"/>
          <a:ext cx="1970160" cy="1607967"/>
        </a:xfrm>
        <a:prstGeom prst="roundRect">
          <a:avLst/>
        </a:prstGeom>
        <a:solidFill>
          <a:schemeClr val="bg2">
            <a:lumMod val="9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s-ES_tradnl" sz="2400" b="0" i="0" kern="1200" dirty="0">
              <a:solidFill>
                <a:schemeClr val="tx1"/>
              </a:solidFill>
              <a:latin typeface="Arial Narrow" pitchFamily="34" charset="0"/>
            </a:rPr>
            <a:t>Estudio de mercado y planeación de  inversiones </a:t>
          </a:r>
          <a:endParaRPr lang="es-PE" sz="2400" b="0" kern="1200" dirty="0">
            <a:solidFill>
              <a:schemeClr val="tx1"/>
            </a:solidFill>
            <a:latin typeface="Arial Narrow" pitchFamily="34" charset="0"/>
          </a:endParaRPr>
        </a:p>
      </dsp:txBody>
      <dsp:txXfrm>
        <a:off x="5354812" y="1284469"/>
        <a:ext cx="1813172" cy="1450979"/>
      </dsp:txXfrm>
    </dsp:sp>
    <dsp:sp modelId="{57F85C7D-4FEB-4A07-A08F-E463A5616BFD}">
      <dsp:nvSpPr>
        <dsp:cNvPr id="0" name=""/>
        <dsp:cNvSpPr/>
      </dsp:nvSpPr>
      <dsp:spPr>
        <a:xfrm>
          <a:off x="7308892" y="1205975"/>
          <a:ext cx="1736668" cy="1607967"/>
        </a:xfrm>
        <a:prstGeom prst="roundRect">
          <a:avLst/>
        </a:prstGeom>
        <a:solidFill>
          <a:schemeClr val="bg2">
            <a:lumMod val="9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s-ES_tradnl" sz="2400" b="0" i="0" kern="1200" dirty="0">
              <a:solidFill>
                <a:schemeClr val="tx1"/>
              </a:solidFill>
              <a:latin typeface="Arial Narrow" panose="020B0606020202030204" pitchFamily="34" charset="0"/>
              <a:cs typeface="Arial" panose="020B0604020202020204" pitchFamily="34" charset="0"/>
            </a:rPr>
            <a:t>Inteligencia Artificial</a:t>
          </a:r>
          <a:endParaRPr lang="es-PE" sz="2400" b="0" kern="1200" dirty="0">
            <a:solidFill>
              <a:schemeClr val="tx1"/>
            </a:solidFill>
            <a:latin typeface="Arial Narrow" panose="020B0606020202030204" pitchFamily="34" charset="0"/>
            <a:cs typeface="Arial" panose="020B0604020202020204" pitchFamily="34" charset="0"/>
          </a:endParaRPr>
        </a:p>
      </dsp:txBody>
      <dsp:txXfrm>
        <a:off x="7387386" y="1284469"/>
        <a:ext cx="1579680" cy="1450979"/>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6F5C37-0471-475D-9870-0F5837366ED1}">
      <dsp:nvSpPr>
        <dsp:cNvPr id="0" name=""/>
        <dsp:cNvSpPr/>
      </dsp:nvSpPr>
      <dsp:spPr>
        <a:xfrm>
          <a:off x="0" y="0"/>
          <a:ext cx="8891451" cy="5367942"/>
        </a:xfrm>
        <a:prstGeom prst="roundRect">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just" defTabSz="889000" rtl="0">
            <a:lnSpc>
              <a:spcPct val="90000"/>
            </a:lnSpc>
            <a:spcBef>
              <a:spcPct val="0"/>
            </a:spcBef>
            <a:spcAft>
              <a:spcPct val="35000"/>
            </a:spcAft>
            <a:buNone/>
          </a:pPr>
          <a:r>
            <a:rPr lang="es-ES" sz="2000" b="1" i="0" kern="1200" dirty="0">
              <a:solidFill>
                <a:schemeClr val="tx1"/>
              </a:solidFill>
              <a:latin typeface="Arial Narrow" pitchFamily="34" charset="0"/>
            </a:rPr>
            <a:t>Estudió en la Universidad de Maryland donde obtuvo una licenciatura en Matemáticas y Física en 1936.  Obtuvo la Maestría en Matemática en la Universidad de Michigan y el Doctorado en Estadística en la Universidad de Berkeley.</a:t>
          </a:r>
        </a:p>
        <a:p>
          <a:pPr marL="0" lvl="0" indent="0" algn="just" defTabSz="889000" rtl="0">
            <a:lnSpc>
              <a:spcPct val="90000"/>
            </a:lnSpc>
            <a:spcBef>
              <a:spcPct val="0"/>
            </a:spcBef>
            <a:spcAft>
              <a:spcPct val="35000"/>
            </a:spcAft>
            <a:buNone/>
          </a:pPr>
          <a:r>
            <a:rPr lang="es-ES" sz="2000" b="1" i="0" kern="1200" dirty="0">
              <a:solidFill>
                <a:schemeClr val="tx1"/>
              </a:solidFill>
              <a:latin typeface="Arial Narrow" pitchFamily="34" charset="0"/>
            </a:rPr>
            <a:t>Basándose en el método input-output, ideado por el economista ruso Wassily </a:t>
          </a:r>
          <a:r>
            <a:rPr lang="es-ES" sz="2000" b="1" i="0" kern="1200" dirty="0" err="1">
              <a:solidFill>
                <a:schemeClr val="tx1"/>
              </a:solidFill>
              <a:latin typeface="Arial Narrow" pitchFamily="34" charset="0"/>
            </a:rPr>
            <a:t>Leontief</a:t>
          </a:r>
          <a:r>
            <a:rPr lang="es-ES" sz="2000" b="1" i="0" kern="1200" dirty="0">
              <a:solidFill>
                <a:schemeClr val="tx1"/>
              </a:solidFill>
              <a:latin typeface="Arial Narrow" pitchFamily="34" charset="0"/>
            </a:rPr>
            <a:t> en 1939 por cuyo trabajo recibió el Premio Nobel, estableció el problema general</a:t>
          </a:r>
          <a:r>
            <a:rPr lang="es-ES" sz="2000" b="1" i="0" kern="1200" dirty="0">
              <a:solidFill>
                <a:srgbClr val="FF0000"/>
              </a:solidFill>
              <a:latin typeface="Arial Narrow" pitchFamily="34" charset="0"/>
            </a:rPr>
            <a:t> </a:t>
          </a:r>
          <a:r>
            <a:rPr lang="es-ES" sz="2000" b="1" i="0" kern="1200" dirty="0">
              <a:solidFill>
                <a:schemeClr val="tx1"/>
              </a:solidFill>
              <a:latin typeface="Arial Narrow" pitchFamily="34" charset="0"/>
            </a:rPr>
            <a:t>de</a:t>
          </a:r>
          <a:r>
            <a:rPr lang="es-ES" sz="2000" b="1" i="0" kern="1200" dirty="0">
              <a:solidFill>
                <a:srgbClr val="FF0000"/>
              </a:solidFill>
              <a:latin typeface="Arial Narrow" pitchFamily="34" charset="0"/>
            </a:rPr>
            <a:t> </a:t>
          </a:r>
          <a:r>
            <a:rPr lang="es-ES" sz="2000" b="1" i="1" kern="1200" dirty="0">
              <a:solidFill>
                <a:srgbClr val="FF0000"/>
              </a:solidFill>
              <a:latin typeface="Arial Narrow" pitchFamily="34" charset="0"/>
            </a:rPr>
            <a:t>Programación Lineal</a:t>
          </a:r>
          <a:r>
            <a:rPr lang="es-ES" sz="2000" b="1" i="0" kern="1200" dirty="0">
              <a:solidFill>
                <a:schemeClr val="tx1"/>
              </a:solidFill>
              <a:latin typeface="Arial Narrow" pitchFamily="34" charset="0"/>
            </a:rPr>
            <a:t>.</a:t>
          </a:r>
        </a:p>
        <a:p>
          <a:pPr marL="0" lvl="0" indent="0" algn="just" defTabSz="889000" rtl="0">
            <a:lnSpc>
              <a:spcPct val="90000"/>
            </a:lnSpc>
            <a:spcBef>
              <a:spcPct val="0"/>
            </a:spcBef>
            <a:spcAft>
              <a:spcPct val="35000"/>
            </a:spcAft>
            <a:buNone/>
          </a:pPr>
          <a:r>
            <a:rPr lang="es-ES" sz="2000" b="1" i="0" kern="1200" dirty="0">
              <a:solidFill>
                <a:schemeClr val="tx1"/>
              </a:solidFill>
              <a:latin typeface="Arial Narrow" pitchFamily="34" charset="0"/>
            </a:rPr>
            <a:t>Sin embargo, los problemas planteados eran demasiado complejos para las computadoras más veloces de la época. En el verano de 1947 realizó la primera formulación del  </a:t>
          </a:r>
          <a:r>
            <a:rPr lang="es-ES" sz="2000" b="1" i="1" kern="1200" dirty="0">
              <a:solidFill>
                <a:srgbClr val="FF0000"/>
              </a:solidFill>
              <a:latin typeface="Arial Narrow" pitchFamily="34" charset="0"/>
            </a:rPr>
            <a:t>Método Simplex</a:t>
          </a:r>
          <a:r>
            <a:rPr lang="es-ES" sz="2000" b="1" i="0" kern="1200" dirty="0">
              <a:solidFill>
                <a:schemeClr val="tx1"/>
              </a:solidFill>
              <a:latin typeface="Arial Narrow" pitchFamily="34" charset="0"/>
            </a:rPr>
            <a:t>. escribió su gran libro de referencia «Linear </a:t>
          </a:r>
          <a:r>
            <a:rPr lang="es-ES" sz="2000" b="1" i="0" kern="1200" dirty="0" err="1">
              <a:solidFill>
                <a:schemeClr val="tx1"/>
              </a:solidFill>
              <a:latin typeface="Arial Narrow" pitchFamily="34" charset="0"/>
            </a:rPr>
            <a:t>Programming</a:t>
          </a:r>
          <a:r>
            <a:rPr lang="es-ES" sz="2000" b="1" i="0" kern="1200" dirty="0">
              <a:solidFill>
                <a:schemeClr val="tx1"/>
              </a:solidFill>
              <a:latin typeface="Arial Narrow" pitchFamily="34" charset="0"/>
            </a:rPr>
            <a:t> and </a:t>
          </a:r>
          <a:r>
            <a:rPr lang="es-ES" sz="2000" b="1" i="0" kern="1200" dirty="0" err="1">
              <a:solidFill>
                <a:schemeClr val="tx1"/>
              </a:solidFill>
              <a:latin typeface="Arial Narrow" pitchFamily="34" charset="0"/>
            </a:rPr>
            <a:t>Extensions</a:t>
          </a:r>
          <a:r>
            <a:rPr lang="es-ES" sz="2000" b="1" i="0" kern="1200" dirty="0">
              <a:solidFill>
                <a:schemeClr val="tx1"/>
              </a:solidFill>
              <a:latin typeface="Arial Narrow" pitchFamily="34" charset="0"/>
            </a:rPr>
            <a:t>», publicado en agosto de 1963.</a:t>
          </a:r>
        </a:p>
        <a:p>
          <a:pPr marL="0" lvl="0" indent="0" algn="just" defTabSz="889000" rtl="0">
            <a:lnSpc>
              <a:spcPct val="90000"/>
            </a:lnSpc>
            <a:spcBef>
              <a:spcPct val="0"/>
            </a:spcBef>
            <a:spcAft>
              <a:spcPct val="35000"/>
            </a:spcAft>
            <a:buNone/>
          </a:pPr>
          <a:r>
            <a:rPr lang="es-PE" sz="2000" b="1" kern="1200" dirty="0">
              <a:solidFill>
                <a:schemeClr val="tx1"/>
              </a:solidFill>
              <a:latin typeface="Arial Narrow" panose="020B0606020202030204" pitchFamily="34" charset="0"/>
            </a:rPr>
            <a:t>Crea la </a:t>
          </a:r>
          <a:r>
            <a:rPr lang="es-PE" sz="2000" b="1" i="1" kern="1200" dirty="0">
              <a:solidFill>
                <a:schemeClr val="tx1"/>
              </a:solidFill>
              <a:latin typeface="Arial Narrow" panose="020B0606020202030204" pitchFamily="34" charset="0"/>
            </a:rPr>
            <a:t>Programación Dinámica, Líneas de Espera, Teoría de Inventarios</a:t>
          </a:r>
          <a:r>
            <a:rPr lang="es-PE" sz="2000" b="1" kern="1200" dirty="0">
              <a:solidFill>
                <a:schemeClr val="tx1"/>
              </a:solidFill>
              <a:latin typeface="Arial Narrow" panose="020B0606020202030204" pitchFamily="34" charset="0"/>
            </a:rPr>
            <a:t>, etc. antes de 1950 . </a:t>
          </a:r>
          <a:r>
            <a:rPr lang="es-ES" sz="2000" b="1" i="0" kern="1200" dirty="0">
              <a:solidFill>
                <a:srgbClr val="00B0F0"/>
              </a:solidFill>
            </a:rPr>
            <a:t>Medalla Nacional de Ciencia en 1975. Premio </a:t>
          </a:r>
          <a:r>
            <a:rPr lang="es-ES" sz="2000" b="1" i="0" kern="1200" dirty="0" err="1">
              <a:solidFill>
                <a:srgbClr val="00B0F0"/>
              </a:solidFill>
            </a:rPr>
            <a:t>Von</a:t>
          </a:r>
          <a:r>
            <a:rPr lang="es-ES" sz="2000" b="1" i="0" kern="1200" dirty="0">
              <a:solidFill>
                <a:srgbClr val="00B0F0"/>
              </a:solidFill>
            </a:rPr>
            <a:t> Neumann en 1974. </a:t>
          </a:r>
        </a:p>
        <a:p>
          <a:pPr marL="0" lvl="0" indent="0" algn="just" defTabSz="889000">
            <a:lnSpc>
              <a:spcPct val="90000"/>
            </a:lnSpc>
            <a:spcBef>
              <a:spcPct val="0"/>
            </a:spcBef>
            <a:spcAft>
              <a:spcPct val="35000"/>
            </a:spcAft>
            <a:buNone/>
          </a:pPr>
          <a:r>
            <a:rPr lang="es-PE" sz="2000" b="1" kern="1200" dirty="0">
              <a:solidFill>
                <a:schemeClr val="tx1"/>
              </a:solidFill>
              <a:latin typeface="Arial Narrow" panose="020B0606020202030204" pitchFamily="34" charset="0"/>
            </a:rPr>
            <a:t>Formó parte de sociedades como: </a:t>
          </a:r>
          <a:r>
            <a:rPr lang="es-PE" sz="2000" b="1" kern="1200" dirty="0" err="1">
              <a:solidFill>
                <a:schemeClr val="tx1"/>
              </a:solidFill>
              <a:latin typeface="Arial Narrow" panose="020B0606020202030204" pitchFamily="34" charset="0"/>
            </a:rPr>
            <a:t>INFORMS</a:t>
          </a:r>
          <a:r>
            <a:rPr lang="es-PE" sz="2000" b="1" kern="1200" dirty="0">
              <a:solidFill>
                <a:schemeClr val="tx1"/>
              </a:solidFill>
              <a:latin typeface="Arial Narrow" panose="020B0606020202030204" pitchFamily="34" charset="0"/>
            </a:rPr>
            <a:t> (Instituto de Investigación de Operaciones y Ciencias de la Administración) con sede en </a:t>
          </a:r>
          <a:r>
            <a:rPr lang="es-PE" sz="2000" b="1" kern="1200" dirty="0" err="1">
              <a:solidFill>
                <a:schemeClr val="tx1"/>
              </a:solidFill>
              <a:latin typeface="Arial Narrow" panose="020B0606020202030204" pitchFamily="34" charset="0"/>
            </a:rPr>
            <a:t>EE.UU</a:t>
          </a:r>
          <a:r>
            <a:rPr lang="es-PE" sz="2000" b="1" kern="1200" dirty="0">
              <a:solidFill>
                <a:schemeClr val="tx1"/>
              </a:solidFill>
              <a:latin typeface="Arial Narrow" panose="020B0606020202030204" pitchFamily="34" charset="0"/>
            </a:rPr>
            <a:t> e </a:t>
          </a:r>
          <a:r>
            <a:rPr lang="es-PE" sz="2000" b="1" kern="1200" dirty="0" err="1">
              <a:solidFill>
                <a:schemeClr val="tx1"/>
              </a:solidFill>
              <a:latin typeface="Arial Narrow" panose="020B0606020202030204" pitchFamily="34" charset="0"/>
            </a:rPr>
            <a:t>IFORS</a:t>
          </a:r>
          <a:r>
            <a:rPr lang="es-PE" sz="2000" b="1" kern="1200" dirty="0">
              <a:solidFill>
                <a:schemeClr val="tx1"/>
              </a:solidFill>
              <a:latin typeface="Arial Narrow" panose="020B0606020202030204" pitchFamily="34" charset="0"/>
            </a:rPr>
            <a:t> (Federación Internacional de Sociedades de Investigación de Operaciones) que agrupa a más de 45 países miembros. </a:t>
          </a:r>
        </a:p>
      </dsp:txBody>
      <dsp:txXfrm>
        <a:off x="262041" y="262041"/>
        <a:ext cx="8367369" cy="4843860"/>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A6588B-1D30-40A1-B044-7C0B3C2972CE}">
      <dsp:nvSpPr>
        <dsp:cNvPr id="0" name=""/>
        <dsp:cNvSpPr/>
      </dsp:nvSpPr>
      <dsp:spPr>
        <a:xfrm>
          <a:off x="220216" y="19"/>
          <a:ext cx="6332722" cy="3485310"/>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rtl="0">
            <a:lnSpc>
              <a:spcPct val="100000"/>
            </a:lnSpc>
            <a:spcBef>
              <a:spcPct val="0"/>
            </a:spcBef>
            <a:spcAft>
              <a:spcPts val="0"/>
            </a:spcAft>
            <a:buNone/>
          </a:pPr>
          <a:r>
            <a:rPr lang="es-ES_tradnl" sz="2800" b="0" i="1" kern="1200" dirty="0"/>
            <a:t>Máx / Mín:     Z = C</a:t>
          </a:r>
          <a:r>
            <a:rPr lang="es-ES_tradnl" sz="2800" b="0" i="1" kern="1200" baseline="-25000" dirty="0"/>
            <a:t>1</a:t>
          </a:r>
          <a:r>
            <a:rPr lang="es-ES_tradnl" sz="2800" b="0" i="1" kern="1200" dirty="0"/>
            <a:t>X</a:t>
          </a:r>
          <a:r>
            <a:rPr lang="es-ES_tradnl" sz="2800" b="0" i="1" kern="1200" baseline="-25000" dirty="0"/>
            <a:t>1</a:t>
          </a:r>
          <a:r>
            <a:rPr lang="es-ES_tradnl" sz="2800" b="0" i="1" kern="1200" dirty="0"/>
            <a:t> + C</a:t>
          </a:r>
          <a:r>
            <a:rPr lang="es-ES_tradnl" sz="2800" b="0" i="1" kern="1200" baseline="-25000" dirty="0"/>
            <a:t>2</a:t>
          </a:r>
          <a:r>
            <a:rPr lang="es-ES_tradnl" sz="2800" b="0" i="1" kern="1200" dirty="0"/>
            <a:t>X</a:t>
          </a:r>
          <a:r>
            <a:rPr lang="es-ES_tradnl" sz="2800" b="0" i="1" kern="1200" baseline="-25000" dirty="0"/>
            <a:t>2</a:t>
          </a:r>
          <a:r>
            <a:rPr lang="es-ES_tradnl" sz="2800" b="0" i="1" kern="1200" dirty="0"/>
            <a:t> +  ... + </a:t>
          </a:r>
          <a:r>
            <a:rPr lang="es-ES_tradnl" sz="2800" b="0" i="1" kern="1200" dirty="0" err="1"/>
            <a:t>C</a:t>
          </a:r>
          <a:r>
            <a:rPr lang="es-ES_tradnl" sz="2800" b="0" i="1" kern="1200" baseline="-25000" dirty="0" err="1"/>
            <a:t>n</a:t>
          </a:r>
          <a:r>
            <a:rPr lang="es-ES_tradnl" sz="2800" b="0" i="1" kern="1200" dirty="0" err="1"/>
            <a:t>X</a:t>
          </a:r>
          <a:r>
            <a:rPr lang="es-ES_tradnl" sz="2800" b="0" i="1" kern="1200" baseline="-25000" dirty="0" err="1"/>
            <a:t>n</a:t>
          </a:r>
          <a:endParaRPr lang="es-ES_tradnl" sz="2800" b="0" i="1" kern="1200" baseline="-25000" dirty="0"/>
        </a:p>
        <a:p>
          <a:pPr marL="0" lvl="0" indent="0" algn="l" defTabSz="1244600" rtl="0">
            <a:lnSpc>
              <a:spcPct val="100000"/>
            </a:lnSpc>
            <a:spcBef>
              <a:spcPct val="0"/>
            </a:spcBef>
            <a:spcAft>
              <a:spcPts val="0"/>
            </a:spcAft>
            <a:buNone/>
          </a:pPr>
          <a:r>
            <a:rPr lang="es-ES_tradnl" sz="2800" b="0" i="1" kern="1200" dirty="0"/>
            <a:t>Sujeto a:</a:t>
          </a:r>
        </a:p>
        <a:p>
          <a:pPr marL="0" lvl="0" indent="0" algn="l" defTabSz="1244600">
            <a:lnSpc>
              <a:spcPct val="100000"/>
            </a:lnSpc>
            <a:spcBef>
              <a:spcPct val="0"/>
            </a:spcBef>
            <a:spcAft>
              <a:spcPts val="0"/>
            </a:spcAft>
            <a:buNone/>
          </a:pPr>
          <a:r>
            <a:rPr lang="es-ES_tradnl" sz="2800" b="0" i="1" kern="1200" dirty="0" err="1"/>
            <a:t>A</a:t>
          </a:r>
          <a:r>
            <a:rPr lang="es-ES_tradnl" sz="2800" b="0" i="1" kern="1200" baseline="-25000" dirty="0" err="1"/>
            <a:t>11</a:t>
          </a:r>
          <a:r>
            <a:rPr lang="es-ES_tradnl" sz="2800" b="0" i="1" kern="1200" dirty="0" err="1"/>
            <a:t>X</a:t>
          </a:r>
          <a:r>
            <a:rPr lang="es-ES_tradnl" sz="2800" b="0" i="1" kern="1200" baseline="-25000" dirty="0" err="1"/>
            <a:t>1</a:t>
          </a:r>
          <a:r>
            <a:rPr lang="es-ES_tradnl" sz="2800" b="0" i="1" kern="1200" dirty="0"/>
            <a:t> + </a:t>
          </a:r>
          <a:r>
            <a:rPr lang="es-ES_tradnl" sz="2800" b="0" i="1" kern="1200" dirty="0" err="1"/>
            <a:t>A</a:t>
          </a:r>
          <a:r>
            <a:rPr lang="es-ES_tradnl" sz="2800" b="0" i="1" kern="1200" baseline="-25000" dirty="0" err="1"/>
            <a:t>12</a:t>
          </a:r>
          <a:r>
            <a:rPr lang="es-ES_tradnl" sz="2800" b="0" i="1" kern="1200" dirty="0" err="1"/>
            <a:t>X</a:t>
          </a:r>
          <a:r>
            <a:rPr lang="es-ES_tradnl" sz="2800" b="0" i="1" kern="1200" baseline="-25000" dirty="0" err="1"/>
            <a:t>2</a:t>
          </a:r>
          <a:r>
            <a:rPr lang="es-ES_tradnl" sz="2800" b="0" i="1" kern="1200" dirty="0"/>
            <a:t> +  .... + </a:t>
          </a:r>
          <a:r>
            <a:rPr lang="es-ES_tradnl" sz="2800" b="0" i="1" kern="1200" dirty="0" err="1"/>
            <a:t>A</a:t>
          </a:r>
          <a:r>
            <a:rPr lang="es-ES_tradnl" sz="2800" b="0" i="1" kern="1200" baseline="-25000" dirty="0" err="1"/>
            <a:t>1n</a:t>
          </a:r>
          <a:r>
            <a:rPr lang="es-ES_tradnl" sz="2800" b="0" i="1" kern="1200" dirty="0" err="1"/>
            <a:t>X</a:t>
          </a:r>
          <a:r>
            <a:rPr lang="es-ES_tradnl" sz="2800" b="0" i="1" kern="1200" baseline="-25000" dirty="0" err="1"/>
            <a:t>n</a:t>
          </a:r>
          <a:r>
            <a:rPr lang="es-ES_tradnl" sz="2800" b="0" i="1" kern="1200" dirty="0"/>
            <a:t> </a:t>
          </a:r>
          <a:r>
            <a:rPr lang="es-ES_tradnl" sz="2800" b="0" kern="1200" dirty="0">
              <a:sym typeface="Symbol"/>
            </a:rPr>
            <a:t></a:t>
          </a:r>
          <a:r>
            <a:rPr lang="es-ES_tradnl" sz="2800" b="0" kern="1200" dirty="0"/>
            <a:t> </a:t>
          </a:r>
          <a:r>
            <a:rPr lang="es-ES_tradnl" sz="2800" b="0" i="1" kern="1200" dirty="0" err="1"/>
            <a:t>B</a:t>
          </a:r>
          <a:r>
            <a:rPr lang="es-ES_tradnl" sz="2800" b="0" i="1" kern="1200" baseline="-25000" dirty="0" err="1"/>
            <a:t>1</a:t>
          </a:r>
          <a:endParaRPr lang="es-ES_tradnl" sz="2800" b="0" i="1" kern="1200" baseline="-25000" dirty="0"/>
        </a:p>
        <a:p>
          <a:pPr marL="0" lvl="0" indent="0" algn="l" defTabSz="1244600">
            <a:lnSpc>
              <a:spcPct val="100000"/>
            </a:lnSpc>
            <a:spcBef>
              <a:spcPct val="0"/>
            </a:spcBef>
            <a:spcAft>
              <a:spcPts val="0"/>
            </a:spcAft>
            <a:buNone/>
          </a:pPr>
          <a:r>
            <a:rPr lang="es-ES_tradnl" sz="2800" b="0" i="1" kern="1200" dirty="0" err="1"/>
            <a:t>A</a:t>
          </a:r>
          <a:r>
            <a:rPr lang="es-ES_tradnl" sz="2800" b="0" i="1" kern="1200" baseline="-25000" dirty="0" err="1"/>
            <a:t>21</a:t>
          </a:r>
          <a:r>
            <a:rPr lang="es-ES_tradnl" sz="2800" b="0" i="1" kern="1200" dirty="0" err="1"/>
            <a:t>X</a:t>
          </a:r>
          <a:r>
            <a:rPr lang="es-ES_tradnl" sz="2800" b="0" i="1" kern="1200" baseline="-25000" dirty="0" err="1"/>
            <a:t>1</a:t>
          </a:r>
          <a:r>
            <a:rPr lang="es-ES_tradnl" sz="2800" b="0" i="1" kern="1200" dirty="0"/>
            <a:t> + </a:t>
          </a:r>
          <a:r>
            <a:rPr lang="es-ES_tradnl" sz="2800" b="0" i="1" kern="1200" dirty="0" err="1"/>
            <a:t>A</a:t>
          </a:r>
          <a:r>
            <a:rPr lang="es-ES_tradnl" sz="2800" b="0" i="1" kern="1200" baseline="-25000" dirty="0" err="1"/>
            <a:t>22</a:t>
          </a:r>
          <a:r>
            <a:rPr lang="es-ES_tradnl" sz="2800" b="0" i="1" kern="1200" dirty="0" err="1"/>
            <a:t>X</a:t>
          </a:r>
          <a:r>
            <a:rPr lang="es-ES_tradnl" sz="2800" b="0" i="1" kern="1200" baseline="-25000" dirty="0" err="1"/>
            <a:t>2</a:t>
          </a:r>
          <a:r>
            <a:rPr lang="es-ES_tradnl" sz="2800" b="0" i="1" kern="1200" dirty="0"/>
            <a:t> +  .... + </a:t>
          </a:r>
          <a:r>
            <a:rPr lang="es-ES_tradnl" sz="2800" b="0" i="1" kern="1200" dirty="0" err="1"/>
            <a:t>A</a:t>
          </a:r>
          <a:r>
            <a:rPr lang="es-ES_tradnl" sz="2800" b="0" i="1" kern="1200" baseline="-25000" dirty="0" err="1"/>
            <a:t>2n</a:t>
          </a:r>
          <a:r>
            <a:rPr lang="es-ES_tradnl" sz="2800" b="0" i="1" kern="1200" dirty="0" err="1"/>
            <a:t>X</a:t>
          </a:r>
          <a:r>
            <a:rPr lang="es-ES_tradnl" sz="2800" b="0" i="1" kern="1200" baseline="-25000" dirty="0" err="1"/>
            <a:t>n</a:t>
          </a:r>
          <a:r>
            <a:rPr lang="es-ES_tradnl" sz="2800" b="0" i="1" kern="1200" dirty="0"/>
            <a:t> </a:t>
          </a:r>
          <a:r>
            <a:rPr lang="es-ES_tradnl" sz="2800" b="0" kern="1200" dirty="0">
              <a:sym typeface="Symbol"/>
            </a:rPr>
            <a:t></a:t>
          </a:r>
          <a:r>
            <a:rPr lang="es-ES_tradnl" sz="2800" b="0" kern="1200" dirty="0"/>
            <a:t> </a:t>
          </a:r>
          <a:r>
            <a:rPr lang="es-ES_tradnl" sz="2800" b="0" i="1" kern="1200" dirty="0" err="1"/>
            <a:t>B</a:t>
          </a:r>
          <a:r>
            <a:rPr lang="es-ES_tradnl" sz="2800" b="0" i="1" kern="1200" baseline="-25000" dirty="0" err="1"/>
            <a:t>2</a:t>
          </a:r>
          <a:endParaRPr lang="es-ES_tradnl" sz="2800" b="0" i="1" kern="1200" baseline="-25000" dirty="0"/>
        </a:p>
        <a:p>
          <a:pPr marL="0" lvl="0" indent="0" algn="l" defTabSz="1244600">
            <a:lnSpc>
              <a:spcPct val="100000"/>
            </a:lnSpc>
            <a:spcBef>
              <a:spcPct val="0"/>
            </a:spcBef>
            <a:spcAft>
              <a:spcPts val="0"/>
            </a:spcAft>
            <a:buNone/>
          </a:pPr>
          <a:r>
            <a:rPr lang="es-ES_tradnl" sz="2800" b="0" i="1" kern="1200" baseline="-25000" dirty="0"/>
            <a:t>……………………………………….</a:t>
          </a:r>
        </a:p>
        <a:p>
          <a:pPr marL="0" lvl="0" indent="0" algn="l" defTabSz="1244600">
            <a:lnSpc>
              <a:spcPct val="100000"/>
            </a:lnSpc>
            <a:spcBef>
              <a:spcPct val="0"/>
            </a:spcBef>
            <a:spcAft>
              <a:spcPts val="0"/>
            </a:spcAft>
            <a:buNone/>
          </a:pPr>
          <a:r>
            <a:rPr lang="es-ES_tradnl" sz="2800" b="0" i="1" kern="1200" dirty="0" err="1"/>
            <a:t>A</a:t>
          </a:r>
          <a:r>
            <a:rPr lang="es-ES_tradnl" sz="2800" b="0" i="1" kern="1200" baseline="-25000" dirty="0" err="1"/>
            <a:t>m1</a:t>
          </a:r>
          <a:r>
            <a:rPr lang="es-ES_tradnl" sz="2800" b="0" i="1" kern="1200" dirty="0" err="1"/>
            <a:t>X</a:t>
          </a:r>
          <a:r>
            <a:rPr lang="es-ES_tradnl" sz="2800" b="0" i="1" kern="1200" baseline="-25000" dirty="0" err="1"/>
            <a:t>1</a:t>
          </a:r>
          <a:r>
            <a:rPr lang="es-ES_tradnl" sz="2800" b="0" i="1" kern="1200" dirty="0"/>
            <a:t> + </a:t>
          </a:r>
          <a:r>
            <a:rPr lang="es-ES_tradnl" sz="2800" b="0" i="1" kern="1200" dirty="0" err="1"/>
            <a:t>A</a:t>
          </a:r>
          <a:r>
            <a:rPr lang="es-ES_tradnl" sz="2800" b="0" i="1" kern="1200" baseline="-25000" dirty="0" err="1"/>
            <a:t>m2</a:t>
          </a:r>
          <a:r>
            <a:rPr lang="es-ES_tradnl" sz="2800" b="0" i="1" kern="1200" dirty="0" err="1"/>
            <a:t>X</a:t>
          </a:r>
          <a:r>
            <a:rPr lang="es-ES_tradnl" sz="2800" b="0" i="1" kern="1200" baseline="-25000" dirty="0" err="1"/>
            <a:t>2</a:t>
          </a:r>
          <a:r>
            <a:rPr lang="es-ES_tradnl" sz="2800" b="0" i="1" kern="1200" dirty="0"/>
            <a:t> +  ..... + </a:t>
          </a:r>
          <a:r>
            <a:rPr lang="es-ES_tradnl" sz="2800" b="0" i="1" kern="1200" dirty="0" err="1"/>
            <a:t>A</a:t>
          </a:r>
          <a:r>
            <a:rPr lang="es-ES_tradnl" sz="2800" b="0" i="1" kern="1200" baseline="-25000" dirty="0" err="1"/>
            <a:t>mn</a:t>
          </a:r>
          <a:r>
            <a:rPr lang="es-ES_tradnl" sz="2800" b="0" i="1" kern="1200" dirty="0" err="1"/>
            <a:t>X</a:t>
          </a:r>
          <a:r>
            <a:rPr lang="es-ES_tradnl" sz="2800" b="0" i="1" kern="1200" baseline="-25000" dirty="0" err="1"/>
            <a:t>n</a:t>
          </a:r>
          <a:r>
            <a:rPr lang="es-ES_tradnl" sz="2800" b="0" i="1" kern="1200" dirty="0"/>
            <a:t> </a:t>
          </a:r>
          <a:r>
            <a:rPr lang="es-ES_tradnl" sz="2800" b="0" kern="1200" dirty="0">
              <a:sym typeface="Symbol"/>
            </a:rPr>
            <a:t></a:t>
          </a:r>
          <a:r>
            <a:rPr lang="es-ES_tradnl" sz="2800" b="0" kern="1200" dirty="0"/>
            <a:t> </a:t>
          </a:r>
          <a:r>
            <a:rPr lang="es-ES_tradnl" sz="2800" b="0" i="1" kern="1200" dirty="0" err="1"/>
            <a:t>B</a:t>
          </a:r>
          <a:r>
            <a:rPr lang="es-ES_tradnl" sz="2800" b="0" i="1" kern="1200" baseline="-25000" dirty="0" err="1"/>
            <a:t>m</a:t>
          </a:r>
          <a:endParaRPr lang="es-ES_tradnl" sz="2800" b="0" i="1" kern="1200" baseline="-25000" dirty="0"/>
        </a:p>
        <a:p>
          <a:pPr marL="0" lvl="0" indent="0" algn="l" defTabSz="1244600">
            <a:lnSpc>
              <a:spcPct val="100000"/>
            </a:lnSpc>
            <a:spcBef>
              <a:spcPct val="0"/>
            </a:spcBef>
            <a:spcAft>
              <a:spcPts val="0"/>
            </a:spcAft>
            <a:buNone/>
          </a:pPr>
          <a:r>
            <a:rPr lang="es-ES_tradnl" sz="2800" b="0" i="1" kern="1200" dirty="0" err="1"/>
            <a:t>X</a:t>
          </a:r>
          <a:r>
            <a:rPr lang="es-ES_tradnl" sz="2800" b="0" i="1" kern="1200" baseline="-25000" dirty="0" err="1"/>
            <a:t>1</a:t>
          </a:r>
          <a:r>
            <a:rPr lang="es-ES_tradnl" sz="2800" b="0" i="1" kern="1200" dirty="0"/>
            <a:t>; </a:t>
          </a:r>
          <a:r>
            <a:rPr lang="es-ES_tradnl" sz="2800" b="0" i="1" kern="1200" dirty="0" err="1"/>
            <a:t>X</a:t>
          </a:r>
          <a:r>
            <a:rPr lang="es-ES_tradnl" sz="2800" b="0" i="1" kern="1200" baseline="-25000" dirty="0" err="1"/>
            <a:t>2</a:t>
          </a:r>
          <a:r>
            <a:rPr lang="es-ES_tradnl" sz="2800" b="0" i="1" kern="1200" dirty="0"/>
            <a:t>;  ....;</a:t>
          </a:r>
          <a:r>
            <a:rPr lang="es-ES_tradnl" sz="2800" b="0" i="1" kern="1200" dirty="0" err="1"/>
            <a:t>X</a:t>
          </a:r>
          <a:r>
            <a:rPr lang="es-ES_tradnl" sz="2800" b="0" i="1" kern="1200" baseline="-25000" dirty="0" err="1"/>
            <a:t>n</a:t>
          </a:r>
          <a:r>
            <a:rPr lang="es-ES_tradnl" sz="2800" b="0" i="1" kern="1200" dirty="0"/>
            <a:t> </a:t>
          </a:r>
          <a:r>
            <a:rPr lang="es-ES_tradnl" sz="2800" b="0" kern="1200" dirty="0"/>
            <a:t>≥ 0</a:t>
          </a:r>
          <a:endParaRPr lang="es-ES" sz="2800" b="0" kern="1200" dirty="0"/>
        </a:p>
      </dsp:txBody>
      <dsp:txXfrm>
        <a:off x="390355" y="170158"/>
        <a:ext cx="5992444" cy="3145032"/>
      </dsp:txXfrm>
    </dsp:sp>
    <dsp:sp modelId="{6CDB4F54-9EDB-4E4C-9C89-48D0F7221498}">
      <dsp:nvSpPr>
        <dsp:cNvPr id="0" name=""/>
        <dsp:cNvSpPr/>
      </dsp:nvSpPr>
      <dsp:spPr>
        <a:xfrm>
          <a:off x="0" y="3498366"/>
          <a:ext cx="11280423" cy="2059339"/>
        </a:xfrm>
        <a:prstGeom prst="roundRect">
          <a:avLst/>
        </a:prstGeom>
        <a:no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100000"/>
            </a:lnSpc>
            <a:spcBef>
              <a:spcPct val="0"/>
            </a:spcBef>
            <a:spcAft>
              <a:spcPts val="0"/>
            </a:spcAft>
            <a:buNone/>
          </a:pPr>
          <a:r>
            <a:rPr lang="es-ES_tradnl" sz="2400" b="0" i="1" kern="1200" dirty="0">
              <a:solidFill>
                <a:schemeClr val="tx1"/>
              </a:solidFill>
            </a:rPr>
            <a:t>Z</a:t>
          </a:r>
          <a:r>
            <a:rPr lang="es-ES_tradnl" sz="2400" b="0" kern="1200" dirty="0">
              <a:solidFill>
                <a:schemeClr val="tx1"/>
              </a:solidFill>
            </a:rPr>
            <a:t> : Objetivo económico (beneficios, costos, etc.)</a:t>
          </a:r>
        </a:p>
        <a:p>
          <a:pPr marL="0" lvl="0" indent="0" algn="l" defTabSz="1066800" rtl="0">
            <a:lnSpc>
              <a:spcPct val="100000"/>
            </a:lnSpc>
            <a:spcBef>
              <a:spcPct val="0"/>
            </a:spcBef>
            <a:spcAft>
              <a:spcPts val="0"/>
            </a:spcAft>
            <a:buNone/>
          </a:pPr>
          <a:r>
            <a:rPr lang="es-ES_tradnl" sz="2400" b="0" i="1" kern="1200" dirty="0">
              <a:solidFill>
                <a:schemeClr val="tx1"/>
              </a:solidFill>
            </a:rPr>
            <a:t>C</a:t>
          </a:r>
          <a:r>
            <a:rPr lang="es-ES_tradnl" sz="2400" b="0" i="1" kern="1200" baseline="-25000" dirty="0">
              <a:solidFill>
                <a:schemeClr val="tx1"/>
              </a:solidFill>
            </a:rPr>
            <a:t>i </a:t>
          </a:r>
          <a:r>
            <a:rPr lang="es-ES_tradnl" sz="2400" b="0" kern="1200" dirty="0">
              <a:solidFill>
                <a:schemeClr val="tx1"/>
              </a:solidFill>
            </a:rPr>
            <a:t>: Coeficientes constantes (factores de ponderación)</a:t>
          </a:r>
        </a:p>
        <a:p>
          <a:pPr marL="0" lvl="0" indent="0" algn="l" defTabSz="1066800" rtl="0">
            <a:lnSpc>
              <a:spcPct val="100000"/>
            </a:lnSpc>
            <a:spcBef>
              <a:spcPct val="0"/>
            </a:spcBef>
            <a:spcAft>
              <a:spcPts val="0"/>
            </a:spcAft>
            <a:buNone/>
          </a:pPr>
          <a:r>
            <a:rPr lang="es-ES_tradnl" sz="2400" b="0" i="1" kern="1200" dirty="0">
              <a:solidFill>
                <a:schemeClr val="tx1"/>
              </a:solidFill>
            </a:rPr>
            <a:t>X</a:t>
          </a:r>
          <a:r>
            <a:rPr lang="es-ES_tradnl" sz="2400" b="0" i="1" kern="1200" baseline="-25000" dirty="0">
              <a:solidFill>
                <a:schemeClr val="tx1"/>
              </a:solidFill>
            </a:rPr>
            <a:t>i</a:t>
          </a:r>
          <a:r>
            <a:rPr lang="es-ES_tradnl" sz="2400" b="0" kern="1200" dirty="0">
              <a:solidFill>
                <a:schemeClr val="tx1"/>
              </a:solidFill>
            </a:rPr>
            <a:t> : Variables de decisión (n)</a:t>
          </a:r>
        </a:p>
        <a:p>
          <a:pPr marL="0" lvl="0" indent="0" algn="l" defTabSz="1066800" rtl="0">
            <a:lnSpc>
              <a:spcPct val="100000"/>
            </a:lnSpc>
            <a:spcBef>
              <a:spcPct val="0"/>
            </a:spcBef>
            <a:spcAft>
              <a:spcPts val="0"/>
            </a:spcAft>
            <a:buNone/>
          </a:pPr>
          <a:r>
            <a:rPr lang="es-ES_tradnl" sz="2400" b="0" kern="1200" dirty="0">
              <a:solidFill>
                <a:schemeClr val="tx1"/>
              </a:solidFill>
            </a:rPr>
            <a:t>B</a:t>
          </a:r>
          <a:r>
            <a:rPr lang="es-ES_tradnl" sz="2400" b="0" i="1" kern="1200" baseline="-25000" dirty="0">
              <a:solidFill>
                <a:schemeClr val="tx1"/>
              </a:solidFill>
            </a:rPr>
            <a:t>i</a:t>
          </a:r>
          <a:r>
            <a:rPr lang="es-ES_tradnl" sz="2400" b="0" kern="1200" dirty="0">
              <a:solidFill>
                <a:schemeClr val="tx1"/>
              </a:solidFill>
            </a:rPr>
            <a:t>: Cantidad de recurso i disponible para asignar a las actividades (para i = 1,2,...,m)</a:t>
          </a:r>
        </a:p>
        <a:p>
          <a:pPr marL="0" lvl="0" indent="0" algn="l" defTabSz="1066800" rtl="0">
            <a:lnSpc>
              <a:spcPct val="100000"/>
            </a:lnSpc>
            <a:spcBef>
              <a:spcPct val="0"/>
            </a:spcBef>
            <a:spcAft>
              <a:spcPts val="0"/>
            </a:spcAft>
            <a:buNone/>
          </a:pPr>
          <a:r>
            <a:rPr lang="es-ES_tradnl" sz="2400" b="0" kern="1200" dirty="0">
              <a:solidFill>
                <a:schemeClr val="tx1"/>
              </a:solidFill>
            </a:rPr>
            <a:t>A</a:t>
          </a:r>
          <a:r>
            <a:rPr lang="es-ES_tradnl" sz="2400" b="0" i="1" kern="1200" baseline="-25000" dirty="0">
              <a:solidFill>
                <a:schemeClr val="tx1"/>
              </a:solidFill>
            </a:rPr>
            <a:t>ij</a:t>
          </a:r>
          <a:r>
            <a:rPr lang="es-ES_tradnl" sz="2400" b="0" kern="1200" dirty="0">
              <a:solidFill>
                <a:schemeClr val="tx1"/>
              </a:solidFill>
            </a:rPr>
            <a:t>: Cantidad del recurso i consumido por cada unidad de la actividad j</a:t>
          </a:r>
          <a:endParaRPr lang="es-ES" sz="2400" b="0" kern="1200" dirty="0">
            <a:solidFill>
              <a:schemeClr val="tx1"/>
            </a:solidFill>
          </a:endParaRPr>
        </a:p>
      </dsp:txBody>
      <dsp:txXfrm>
        <a:off x="100529" y="3598895"/>
        <a:ext cx="11079365" cy="1858281"/>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BC4B41-8591-4794-847E-3BD3440E2E10}">
      <dsp:nvSpPr>
        <dsp:cNvPr id="0" name=""/>
        <dsp:cNvSpPr/>
      </dsp:nvSpPr>
      <dsp:spPr>
        <a:xfrm>
          <a:off x="0" y="458391"/>
          <a:ext cx="5688632" cy="116251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s-ES" sz="2400" b="0" i="0" kern="1200" dirty="0">
              <a:latin typeface="Arial Narrow" pitchFamily="34" charset="0"/>
            </a:rPr>
            <a:t>Es resolver el modelo usando una técnica adecuada, es decir obtener valores numéricos para la variable de decisión. </a:t>
          </a:r>
          <a:endParaRPr lang="es-ES" sz="2400" b="0" kern="1200" dirty="0">
            <a:latin typeface="Arial Narrow" pitchFamily="34" charset="0"/>
          </a:endParaRPr>
        </a:p>
      </dsp:txBody>
      <dsp:txXfrm>
        <a:off x="56749" y="515140"/>
        <a:ext cx="5575134" cy="1049019"/>
      </dsp:txXfrm>
    </dsp:sp>
    <dsp:sp modelId="{7585343A-9993-455E-A279-BBCDC8DC0683}">
      <dsp:nvSpPr>
        <dsp:cNvPr id="0" name=""/>
        <dsp:cNvSpPr/>
      </dsp:nvSpPr>
      <dsp:spPr>
        <a:xfrm>
          <a:off x="0" y="1805229"/>
          <a:ext cx="5688632" cy="111749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s-ES_tradnl" sz="2400" b="0" i="0" kern="1200" dirty="0">
              <a:latin typeface="Arial Narrow" pitchFamily="34" charset="0"/>
            </a:rPr>
            <a:t>Los valores de las variables de decisión es la solución óptima (o satisfactoria) sujeta a las restricciones.</a:t>
          </a:r>
          <a:endParaRPr lang="es-ES" sz="2400" b="0" kern="1200" dirty="0">
            <a:latin typeface="Arial Narrow" pitchFamily="34" charset="0"/>
          </a:endParaRPr>
        </a:p>
      </dsp:txBody>
      <dsp:txXfrm>
        <a:off x="54552" y="1859781"/>
        <a:ext cx="5579528" cy="1008389"/>
      </dsp:txXfrm>
    </dsp:sp>
    <dsp:sp modelId="{55D99EFC-09F9-426A-BFCC-48A75501C8EF}">
      <dsp:nvSpPr>
        <dsp:cNvPr id="0" name=""/>
        <dsp:cNvSpPr/>
      </dsp:nvSpPr>
      <dsp:spPr>
        <a:xfrm>
          <a:off x="0" y="3107042"/>
          <a:ext cx="5688632" cy="12729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s-ES" sz="2400" b="0" i="0" kern="1200" dirty="0">
              <a:latin typeface="Arial Narrow" pitchFamily="34" charset="0"/>
            </a:rPr>
            <a:t>Una técnica adecuada es el </a:t>
          </a:r>
          <a:r>
            <a:rPr lang="es-MX" sz="2400" b="0" i="0" kern="1200" dirty="0">
              <a:latin typeface="Arial Narrow" pitchFamily="34" charset="0"/>
            </a:rPr>
            <a:t>uso del Software LINDO, que puede resolver modelos de hasta 200,000 variables y 50,000 restricciones. </a:t>
          </a:r>
          <a:endParaRPr lang="es-ES" sz="2400" b="0" kern="1200" dirty="0">
            <a:latin typeface="Arial Narrow" pitchFamily="34" charset="0"/>
          </a:endParaRPr>
        </a:p>
      </dsp:txBody>
      <dsp:txXfrm>
        <a:off x="62141" y="3169183"/>
        <a:ext cx="5564350" cy="1148678"/>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61B77B-8668-443C-ACFA-F828524F3BF5}">
      <dsp:nvSpPr>
        <dsp:cNvPr id="0" name=""/>
        <dsp:cNvSpPr/>
      </dsp:nvSpPr>
      <dsp:spPr>
        <a:xfrm>
          <a:off x="0" y="36295"/>
          <a:ext cx="7776864" cy="9360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s-ES" sz="2400" b="0" i="0" kern="1200" dirty="0">
              <a:latin typeface="Arial Narrow" pitchFamily="34" charset="0"/>
            </a:rPr>
            <a:t>Paso 1.- Elegir la técnica de resolución adecuada, creación o heurísticos.</a:t>
          </a:r>
          <a:endParaRPr lang="es-ES" sz="2400" b="0" kern="1200" dirty="0">
            <a:latin typeface="Arial Narrow" pitchFamily="34" charset="0"/>
          </a:endParaRPr>
        </a:p>
      </dsp:txBody>
      <dsp:txXfrm>
        <a:off x="45692" y="81987"/>
        <a:ext cx="7685480" cy="844616"/>
      </dsp:txXfrm>
    </dsp:sp>
    <dsp:sp modelId="{03F5B8A2-7C4F-4998-BC26-4C562F5F970E}">
      <dsp:nvSpPr>
        <dsp:cNvPr id="0" name=""/>
        <dsp:cNvSpPr/>
      </dsp:nvSpPr>
      <dsp:spPr>
        <a:xfrm>
          <a:off x="0" y="1116295"/>
          <a:ext cx="7776864" cy="9360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s-ES" sz="2400" b="0" i="0" kern="1200" dirty="0">
              <a:latin typeface="Arial Narrow" pitchFamily="34" charset="0"/>
            </a:rPr>
            <a:t>Paso 2.- Generar las soluciones del modelo usando programas de ordenador u hojas de cálculo.</a:t>
          </a:r>
          <a:endParaRPr lang="es-ES" sz="2400" b="0" kern="1200" dirty="0">
            <a:latin typeface="Arial Narrow" pitchFamily="34" charset="0"/>
          </a:endParaRPr>
        </a:p>
      </dsp:txBody>
      <dsp:txXfrm>
        <a:off x="45692" y="1161987"/>
        <a:ext cx="7685480" cy="844616"/>
      </dsp:txXfrm>
    </dsp:sp>
    <dsp:sp modelId="{4A901BB6-8F08-4043-B2FF-F795B030FF5B}">
      <dsp:nvSpPr>
        <dsp:cNvPr id="0" name=""/>
        <dsp:cNvSpPr/>
      </dsp:nvSpPr>
      <dsp:spPr>
        <a:xfrm>
          <a:off x="0" y="2196295"/>
          <a:ext cx="7776864" cy="9360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s-ES" sz="2400" b="0" i="0" kern="1200" dirty="0">
              <a:latin typeface="Arial Narrow" pitchFamily="34" charset="0"/>
            </a:rPr>
            <a:t>Paso 3.- Comprobar/validar los resultados. Probar la solución en el entorno real.</a:t>
          </a:r>
          <a:endParaRPr lang="es-ES" sz="2400" b="0" kern="1200" dirty="0">
            <a:latin typeface="Arial Narrow" pitchFamily="34" charset="0"/>
          </a:endParaRPr>
        </a:p>
      </dsp:txBody>
      <dsp:txXfrm>
        <a:off x="45692" y="2241987"/>
        <a:ext cx="7685480" cy="844616"/>
      </dsp:txXfrm>
    </dsp:sp>
    <dsp:sp modelId="{FB9BEAB5-209E-48D0-A6BD-115FBA56B120}">
      <dsp:nvSpPr>
        <dsp:cNvPr id="0" name=""/>
        <dsp:cNvSpPr/>
      </dsp:nvSpPr>
      <dsp:spPr>
        <a:xfrm>
          <a:off x="0" y="3276295"/>
          <a:ext cx="7776864" cy="9360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s-ES" sz="2400" b="0" i="0" kern="1200" dirty="0">
              <a:latin typeface="Arial Narrow" pitchFamily="34" charset="0"/>
            </a:rPr>
            <a:t>Paso 4.- Si los resultados son inaceptables, revisar el modelo, comprobar exactitud, revisar restricciones.</a:t>
          </a:r>
          <a:endParaRPr lang="es-ES" sz="2400" b="0" kern="1200" dirty="0">
            <a:latin typeface="Arial Narrow" pitchFamily="34" charset="0"/>
          </a:endParaRPr>
        </a:p>
      </dsp:txBody>
      <dsp:txXfrm>
        <a:off x="45692" y="3321987"/>
        <a:ext cx="7685480" cy="844616"/>
      </dsp:txXfrm>
    </dsp:sp>
    <dsp:sp modelId="{5BD76E6A-5673-4C62-A0A4-E3B068341451}">
      <dsp:nvSpPr>
        <dsp:cNvPr id="0" name=""/>
        <dsp:cNvSpPr/>
      </dsp:nvSpPr>
      <dsp:spPr>
        <a:xfrm>
          <a:off x="0" y="4356295"/>
          <a:ext cx="7776864" cy="9360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s-ES" sz="2400" b="0" i="0" kern="1200" dirty="0">
              <a:latin typeface="Arial Narrow" pitchFamily="34" charset="0"/>
            </a:rPr>
            <a:t>Paso 5.- Realizar análisis de sensibilidad, analizando adaptaciones en la solución propuesta.</a:t>
          </a:r>
          <a:endParaRPr lang="es-ES" sz="2400" b="0" kern="1200" dirty="0">
            <a:latin typeface="Arial Narrow" pitchFamily="34" charset="0"/>
          </a:endParaRPr>
        </a:p>
      </dsp:txBody>
      <dsp:txXfrm>
        <a:off x="45692" y="4401987"/>
        <a:ext cx="7685480" cy="844616"/>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5D37C4-B407-4DAE-9908-1370104CEBC3}">
      <dsp:nvSpPr>
        <dsp:cNvPr id="0" name=""/>
        <dsp:cNvSpPr/>
      </dsp:nvSpPr>
      <dsp:spPr>
        <a:xfrm>
          <a:off x="0" y="30480"/>
          <a:ext cx="6375623" cy="9547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s-ES_tradnl" sz="2400" b="0" i="0" kern="1200" dirty="0">
              <a:latin typeface="Arial Narrow" pitchFamily="34" charset="0"/>
            </a:rPr>
            <a:t>Ver que el modelo se adapta a la realidad</a:t>
          </a:r>
          <a:endParaRPr lang="es-ES" sz="2400" b="0" kern="1200" dirty="0">
            <a:latin typeface="Arial Narrow" pitchFamily="34" charset="0"/>
          </a:endParaRPr>
        </a:p>
      </dsp:txBody>
      <dsp:txXfrm>
        <a:off x="46606" y="77086"/>
        <a:ext cx="6282411" cy="861508"/>
      </dsp:txXfrm>
    </dsp:sp>
    <dsp:sp modelId="{901D6607-4B5B-4E9C-991F-524A86FEE903}">
      <dsp:nvSpPr>
        <dsp:cNvPr id="0" name=""/>
        <dsp:cNvSpPr/>
      </dsp:nvSpPr>
      <dsp:spPr>
        <a:xfrm>
          <a:off x="0" y="1132080"/>
          <a:ext cx="6375623" cy="9547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s-ES" sz="2400" b="0" i="0" kern="1200" dirty="0">
              <a:latin typeface="Arial Narrow" pitchFamily="34" charset="0"/>
            </a:rPr>
            <a:t>Interpretación y análisis</a:t>
          </a:r>
          <a:endParaRPr lang="es-ES" sz="2400" b="0" kern="1200" dirty="0">
            <a:latin typeface="Arial Narrow" pitchFamily="34" charset="0"/>
          </a:endParaRPr>
        </a:p>
      </dsp:txBody>
      <dsp:txXfrm>
        <a:off x="46606" y="1178686"/>
        <a:ext cx="6282411" cy="861508"/>
      </dsp:txXfrm>
    </dsp:sp>
    <dsp:sp modelId="{E0542B03-DDEF-4B64-BDEE-DDF64828514B}">
      <dsp:nvSpPr>
        <dsp:cNvPr id="0" name=""/>
        <dsp:cNvSpPr/>
      </dsp:nvSpPr>
      <dsp:spPr>
        <a:xfrm>
          <a:off x="0" y="2233680"/>
          <a:ext cx="6375623" cy="9547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s-ES_tradnl" sz="2400" b="0" i="0" kern="1200" dirty="0">
              <a:latin typeface="Arial Narrow" pitchFamily="34" charset="0"/>
            </a:rPr>
            <a:t>Ver la robustez de la solución óptima obtenida: Análisis de sensibilidad.</a:t>
          </a:r>
          <a:endParaRPr lang="es-ES" sz="2400" b="0" kern="1200" dirty="0">
            <a:latin typeface="Arial Narrow" pitchFamily="34" charset="0"/>
          </a:endParaRPr>
        </a:p>
      </dsp:txBody>
      <dsp:txXfrm>
        <a:off x="46606" y="2280286"/>
        <a:ext cx="6282411" cy="861508"/>
      </dsp:txXfrm>
    </dsp:sp>
    <dsp:sp modelId="{55B40C26-0AEB-4C61-8BE8-9CD6B6F0DACB}">
      <dsp:nvSpPr>
        <dsp:cNvPr id="0" name=""/>
        <dsp:cNvSpPr/>
      </dsp:nvSpPr>
      <dsp:spPr>
        <a:xfrm>
          <a:off x="0" y="3335280"/>
          <a:ext cx="6375623" cy="9547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s-ES_tradnl" sz="2400" b="0" i="0" kern="1200" dirty="0">
              <a:latin typeface="Arial Narrow" pitchFamily="34" charset="0"/>
            </a:rPr>
            <a:t>Detección de soluciones cuasi-óptimas atractivas</a:t>
          </a:r>
          <a:endParaRPr lang="es-ES" sz="2400" b="0" kern="1200" dirty="0">
            <a:latin typeface="Arial Narrow" pitchFamily="34" charset="0"/>
          </a:endParaRPr>
        </a:p>
      </dsp:txBody>
      <dsp:txXfrm>
        <a:off x="46606" y="3381886"/>
        <a:ext cx="6282411" cy="861508"/>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24F566-5C66-47FE-8EAD-1B43157A83FF}">
      <dsp:nvSpPr>
        <dsp:cNvPr id="0" name=""/>
        <dsp:cNvSpPr/>
      </dsp:nvSpPr>
      <dsp:spPr>
        <a:xfrm rot="5400000">
          <a:off x="5681652" y="-2322715"/>
          <a:ext cx="1263685" cy="5942113"/>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rtl="0">
            <a:lnSpc>
              <a:spcPct val="90000"/>
            </a:lnSpc>
            <a:spcBef>
              <a:spcPct val="0"/>
            </a:spcBef>
            <a:spcAft>
              <a:spcPct val="15000"/>
            </a:spcAft>
            <a:buChar char="•"/>
          </a:pPr>
          <a:r>
            <a:rPr lang="es-ES_tradnl" sz="2400" b="0" kern="1200" dirty="0">
              <a:latin typeface="Arial Narrow" pitchFamily="34" charset="0"/>
            </a:rPr>
            <a:t>Programación lineal, programación entera, problema de transporte, teoría de la localización, programación multicriterio.</a:t>
          </a:r>
          <a:endParaRPr lang="es-PE" sz="2400" b="0" kern="1200" dirty="0">
            <a:latin typeface="Arial Narrow" pitchFamily="34" charset="0"/>
          </a:endParaRPr>
        </a:p>
      </dsp:txBody>
      <dsp:txXfrm rot="-5400000">
        <a:off x="3342438" y="78187"/>
        <a:ext cx="5880425" cy="1140309"/>
      </dsp:txXfrm>
    </dsp:sp>
    <dsp:sp modelId="{2451C4A2-9BCC-4336-9BD8-74DFA3915D46}">
      <dsp:nvSpPr>
        <dsp:cNvPr id="0" name=""/>
        <dsp:cNvSpPr/>
      </dsp:nvSpPr>
      <dsp:spPr>
        <a:xfrm>
          <a:off x="0" y="306"/>
          <a:ext cx="3342438" cy="129606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rtl="0">
            <a:lnSpc>
              <a:spcPct val="90000"/>
            </a:lnSpc>
            <a:spcBef>
              <a:spcPct val="0"/>
            </a:spcBef>
            <a:spcAft>
              <a:spcPct val="35000"/>
            </a:spcAft>
            <a:buNone/>
          </a:pPr>
          <a:r>
            <a:rPr lang="es-ES_tradnl" sz="3200" b="1" kern="1200">
              <a:latin typeface="Arial Narrow" pitchFamily="34" charset="0"/>
            </a:rPr>
            <a:t>Métodos determinísticos: </a:t>
          </a:r>
          <a:endParaRPr lang="es-PE" sz="3200" b="1" kern="1200">
            <a:latin typeface="Arial Narrow" pitchFamily="34" charset="0"/>
          </a:endParaRPr>
        </a:p>
      </dsp:txBody>
      <dsp:txXfrm>
        <a:off x="63269" y="63575"/>
        <a:ext cx="3215900" cy="1169531"/>
      </dsp:txXfrm>
    </dsp:sp>
    <dsp:sp modelId="{1BCB0BB8-FE2A-4AAA-A063-4F78D8C61601}">
      <dsp:nvSpPr>
        <dsp:cNvPr id="0" name=""/>
        <dsp:cNvSpPr/>
      </dsp:nvSpPr>
      <dsp:spPr>
        <a:xfrm rot="5400000">
          <a:off x="5843892" y="-1023395"/>
          <a:ext cx="951549" cy="5947921"/>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rtl="0">
            <a:lnSpc>
              <a:spcPct val="90000"/>
            </a:lnSpc>
            <a:spcBef>
              <a:spcPct val="0"/>
            </a:spcBef>
            <a:spcAft>
              <a:spcPct val="15000"/>
            </a:spcAft>
            <a:buChar char="•"/>
          </a:pPr>
          <a:r>
            <a:rPr lang="es-ES_tradnl" sz="2400" b="0" kern="1200" dirty="0">
              <a:latin typeface="Arial Narrow" pitchFamily="34" charset="0"/>
            </a:rPr>
            <a:t>Cadenas de Márkov, teoría de juegos, líneas de espera, teoría de inventarios.</a:t>
          </a:r>
          <a:endParaRPr lang="es-PE" sz="2400" b="0" kern="1200" dirty="0">
            <a:latin typeface="Arial Narrow" pitchFamily="34" charset="0"/>
          </a:endParaRPr>
        </a:p>
      </dsp:txBody>
      <dsp:txXfrm rot="-5400000">
        <a:off x="3345707" y="1521241"/>
        <a:ext cx="5901470" cy="858647"/>
      </dsp:txXfrm>
    </dsp:sp>
    <dsp:sp modelId="{BB746BD8-D84A-454E-94D3-8AEC1EE1B08E}">
      <dsp:nvSpPr>
        <dsp:cNvPr id="0" name=""/>
        <dsp:cNvSpPr/>
      </dsp:nvSpPr>
      <dsp:spPr>
        <a:xfrm>
          <a:off x="0" y="1355847"/>
          <a:ext cx="3345706" cy="1189436"/>
        </a:xfrm>
        <a:prstGeom prst="roundRect">
          <a:avLst/>
        </a:prstGeom>
        <a:solidFill>
          <a:srgbClr val="4472C4">
            <a:hueOff val="0"/>
            <a:satOff val="0"/>
            <a:lumOff val="0"/>
            <a:alphaOff val="0"/>
          </a:srgbClr>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rtl="0">
            <a:lnSpc>
              <a:spcPct val="90000"/>
            </a:lnSpc>
            <a:spcBef>
              <a:spcPct val="0"/>
            </a:spcBef>
            <a:spcAft>
              <a:spcPct val="35000"/>
            </a:spcAft>
            <a:buNone/>
          </a:pPr>
          <a:r>
            <a:rPr lang="es-ES_tradnl" sz="3200" b="1" kern="1200" dirty="0">
              <a:latin typeface="Arial Narrow" pitchFamily="34" charset="0"/>
            </a:rPr>
            <a:t>Métodos</a:t>
          </a:r>
        </a:p>
        <a:p>
          <a:pPr marL="0" lvl="0" indent="0" algn="ctr" defTabSz="1422400" rtl="0">
            <a:lnSpc>
              <a:spcPct val="90000"/>
            </a:lnSpc>
            <a:spcBef>
              <a:spcPct val="0"/>
            </a:spcBef>
            <a:spcAft>
              <a:spcPct val="35000"/>
            </a:spcAft>
            <a:buNone/>
          </a:pPr>
          <a:r>
            <a:rPr lang="es-ES_tradnl" sz="3200" b="1" kern="1200" dirty="0">
              <a:latin typeface="Arial Narrow" pitchFamily="34" charset="0"/>
            </a:rPr>
            <a:t> probabilísticos: </a:t>
          </a:r>
          <a:endParaRPr lang="es-PE" sz="3200" b="1" kern="1200" dirty="0">
            <a:latin typeface="Arial Narrow" pitchFamily="34" charset="0"/>
          </a:endParaRPr>
        </a:p>
      </dsp:txBody>
      <dsp:txXfrm>
        <a:off x="58063" y="1413910"/>
        <a:ext cx="3229580" cy="1073310"/>
      </dsp:txXfrm>
    </dsp:sp>
    <dsp:sp modelId="{87A5DA20-5177-46BD-8956-096B2EFE50AB}">
      <dsp:nvSpPr>
        <dsp:cNvPr id="0" name=""/>
        <dsp:cNvSpPr/>
      </dsp:nvSpPr>
      <dsp:spPr>
        <a:xfrm rot="5400000">
          <a:off x="5843892" y="225513"/>
          <a:ext cx="951549" cy="5947921"/>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rtl="0">
            <a:lnSpc>
              <a:spcPct val="90000"/>
            </a:lnSpc>
            <a:spcBef>
              <a:spcPct val="0"/>
            </a:spcBef>
            <a:spcAft>
              <a:spcPct val="15000"/>
            </a:spcAft>
            <a:buChar char="•"/>
          </a:pPr>
          <a:r>
            <a:rPr lang="es-ES_tradnl" sz="2400" b="0" kern="1200" dirty="0">
              <a:latin typeface="Arial Narrow" pitchFamily="34" charset="0"/>
            </a:rPr>
            <a:t>Conjugan métodos determinísticos y probabilísticos.</a:t>
          </a:r>
          <a:endParaRPr lang="es-PE" sz="2400" b="0" kern="1200" dirty="0">
            <a:latin typeface="Arial Narrow" pitchFamily="34" charset="0"/>
          </a:endParaRPr>
        </a:p>
      </dsp:txBody>
      <dsp:txXfrm rot="-5400000">
        <a:off x="3345707" y="2770150"/>
        <a:ext cx="5901470" cy="858647"/>
      </dsp:txXfrm>
    </dsp:sp>
    <dsp:sp modelId="{4D41795F-59EA-4A68-BCB4-AF33EA406F7C}">
      <dsp:nvSpPr>
        <dsp:cNvPr id="0" name=""/>
        <dsp:cNvSpPr/>
      </dsp:nvSpPr>
      <dsp:spPr>
        <a:xfrm>
          <a:off x="0" y="2604755"/>
          <a:ext cx="3345706" cy="118943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rtl="0">
            <a:lnSpc>
              <a:spcPct val="90000"/>
            </a:lnSpc>
            <a:spcBef>
              <a:spcPct val="0"/>
            </a:spcBef>
            <a:spcAft>
              <a:spcPct val="35000"/>
            </a:spcAft>
            <a:buNone/>
          </a:pPr>
          <a:r>
            <a:rPr lang="es-ES_tradnl" sz="3200" b="1" kern="1200" dirty="0">
              <a:latin typeface="Arial Narrow" pitchFamily="34" charset="0"/>
            </a:rPr>
            <a:t>Métodos híbridos: </a:t>
          </a:r>
          <a:endParaRPr lang="es-PE" sz="3200" b="1" kern="1200" dirty="0">
            <a:latin typeface="Arial Narrow" pitchFamily="34" charset="0"/>
          </a:endParaRPr>
        </a:p>
      </dsp:txBody>
      <dsp:txXfrm>
        <a:off x="58063" y="2662818"/>
        <a:ext cx="3229580" cy="1073310"/>
      </dsp:txXfrm>
    </dsp:sp>
    <dsp:sp modelId="{EC473C35-4EF0-4BDB-9B7E-4EB9AD04D01A}">
      <dsp:nvSpPr>
        <dsp:cNvPr id="0" name=""/>
        <dsp:cNvSpPr/>
      </dsp:nvSpPr>
      <dsp:spPr>
        <a:xfrm rot="5400000">
          <a:off x="5843892" y="1474421"/>
          <a:ext cx="951549" cy="5947921"/>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rtl="0">
            <a:lnSpc>
              <a:spcPct val="90000"/>
            </a:lnSpc>
            <a:spcBef>
              <a:spcPct val="0"/>
            </a:spcBef>
            <a:spcAft>
              <a:spcPct val="15000"/>
            </a:spcAft>
            <a:buChar char="•"/>
          </a:pPr>
          <a:r>
            <a:rPr lang="es-ES_tradnl" sz="2400" b="0" kern="1200">
              <a:latin typeface="Arial Narrow" pitchFamily="34" charset="0"/>
            </a:rPr>
            <a:t>Soluciones basadas en la experiencia.</a:t>
          </a:r>
          <a:endParaRPr lang="es-PE" sz="2400" b="0" kern="1200">
            <a:latin typeface="Arial Narrow" pitchFamily="34" charset="0"/>
          </a:endParaRPr>
        </a:p>
      </dsp:txBody>
      <dsp:txXfrm rot="-5400000">
        <a:off x="3345707" y="4019058"/>
        <a:ext cx="5901470" cy="858647"/>
      </dsp:txXfrm>
    </dsp:sp>
    <dsp:sp modelId="{554C471B-1069-4209-ACAF-2497989A27BB}">
      <dsp:nvSpPr>
        <dsp:cNvPr id="0" name=""/>
        <dsp:cNvSpPr/>
      </dsp:nvSpPr>
      <dsp:spPr>
        <a:xfrm>
          <a:off x="0" y="3853664"/>
          <a:ext cx="3345706" cy="118943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rtl="0">
            <a:lnSpc>
              <a:spcPct val="90000"/>
            </a:lnSpc>
            <a:spcBef>
              <a:spcPct val="0"/>
            </a:spcBef>
            <a:spcAft>
              <a:spcPct val="35000"/>
            </a:spcAft>
            <a:buNone/>
          </a:pPr>
          <a:r>
            <a:rPr lang="es-ES_tradnl" sz="3200" b="1" kern="1200" dirty="0">
              <a:latin typeface="Arial Narrow" pitchFamily="34" charset="0"/>
            </a:rPr>
            <a:t>Métodos heurísticos: </a:t>
          </a:r>
          <a:endParaRPr lang="es-PE" sz="3200" b="1" kern="1200" dirty="0">
            <a:latin typeface="Arial Narrow" pitchFamily="34" charset="0"/>
          </a:endParaRPr>
        </a:p>
      </dsp:txBody>
      <dsp:txXfrm>
        <a:off x="58063" y="3911727"/>
        <a:ext cx="3229580" cy="1073310"/>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006111-0DA6-4252-876F-DEBB3109D562}">
      <dsp:nvSpPr>
        <dsp:cNvPr id="0" name=""/>
        <dsp:cNvSpPr/>
      </dsp:nvSpPr>
      <dsp:spPr>
        <a:xfrm>
          <a:off x="3344578" y="2551188"/>
          <a:ext cx="1595690" cy="1573680"/>
        </a:xfrm>
        <a:prstGeom prst="ellipse">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s-CO" sz="2400" b="1" kern="1200" dirty="0">
              <a:latin typeface="Arial Narrow" panose="020B0606020202030204" pitchFamily="34" charset="0"/>
            </a:rPr>
            <a:t>DIFICULTADES</a:t>
          </a:r>
        </a:p>
      </dsp:txBody>
      <dsp:txXfrm>
        <a:off x="3578261" y="2781648"/>
        <a:ext cx="1128324" cy="1112760"/>
      </dsp:txXfrm>
    </dsp:sp>
    <dsp:sp modelId="{C081A3BF-CE6E-47C1-BF0F-F81BFB8AB4B2}">
      <dsp:nvSpPr>
        <dsp:cNvPr id="0" name=""/>
        <dsp:cNvSpPr/>
      </dsp:nvSpPr>
      <dsp:spPr>
        <a:xfrm rot="16184250">
          <a:off x="4084790" y="2156883"/>
          <a:ext cx="107159" cy="59250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244600">
            <a:lnSpc>
              <a:spcPct val="90000"/>
            </a:lnSpc>
            <a:spcBef>
              <a:spcPct val="0"/>
            </a:spcBef>
            <a:spcAft>
              <a:spcPct val="35000"/>
            </a:spcAft>
            <a:buNone/>
          </a:pPr>
          <a:endParaRPr lang="es-CO" sz="2800" kern="1200">
            <a:latin typeface="Arial Narrow" panose="020B0606020202030204" pitchFamily="34" charset="0"/>
          </a:endParaRPr>
        </a:p>
      </dsp:txBody>
      <dsp:txXfrm rot="10800000">
        <a:off x="4100938" y="2291458"/>
        <a:ext cx="75011" cy="355504"/>
      </dsp:txXfrm>
    </dsp:sp>
    <dsp:sp modelId="{841FC3D1-1FDB-47B1-A097-2C3EC140B16A}">
      <dsp:nvSpPr>
        <dsp:cNvPr id="0" name=""/>
        <dsp:cNvSpPr/>
      </dsp:nvSpPr>
      <dsp:spPr>
        <a:xfrm>
          <a:off x="2893815" y="-87573"/>
          <a:ext cx="2476991" cy="243659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s-ES_tradnl" sz="2800" kern="1200" dirty="0">
              <a:latin typeface="Arial Narrow" panose="020B0606020202030204" pitchFamily="34" charset="0"/>
              <a:cs typeface="Arial" panose="020B0604020202020204" pitchFamily="34" charset="0"/>
            </a:rPr>
            <a:t>¿Debemos ignorar partes o tratar todo?</a:t>
          </a:r>
          <a:endParaRPr lang="es-CO" sz="2800" kern="1200" dirty="0">
            <a:latin typeface="Arial Narrow" panose="020B0606020202030204" pitchFamily="34" charset="0"/>
          </a:endParaRPr>
        </a:p>
      </dsp:txBody>
      <dsp:txXfrm>
        <a:off x="3256562" y="269258"/>
        <a:ext cx="1751497" cy="1722934"/>
      </dsp:txXfrm>
    </dsp:sp>
    <dsp:sp modelId="{363E101F-2FA0-4627-98D9-F5F315B8146B}">
      <dsp:nvSpPr>
        <dsp:cNvPr id="0" name=""/>
        <dsp:cNvSpPr/>
      </dsp:nvSpPr>
      <dsp:spPr>
        <a:xfrm rot="19967346">
          <a:off x="4890117" y="2624379"/>
          <a:ext cx="128183" cy="59250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244600">
            <a:lnSpc>
              <a:spcPct val="90000"/>
            </a:lnSpc>
            <a:spcBef>
              <a:spcPct val="0"/>
            </a:spcBef>
            <a:spcAft>
              <a:spcPct val="35000"/>
            </a:spcAft>
            <a:buNone/>
          </a:pPr>
          <a:endParaRPr lang="es-CO" sz="2800" kern="1200">
            <a:latin typeface="Arial Narrow" panose="020B0606020202030204" pitchFamily="34" charset="0"/>
          </a:endParaRPr>
        </a:p>
      </dsp:txBody>
      <dsp:txXfrm>
        <a:off x="4892245" y="2751672"/>
        <a:ext cx="89728" cy="355504"/>
      </dsp:txXfrm>
    </dsp:sp>
    <dsp:sp modelId="{4A580AC8-3103-4F9D-A284-18C72B50EA36}">
      <dsp:nvSpPr>
        <dsp:cNvPr id="0" name=""/>
        <dsp:cNvSpPr/>
      </dsp:nvSpPr>
      <dsp:spPr>
        <a:xfrm>
          <a:off x="4926142" y="1014549"/>
          <a:ext cx="2528871" cy="2540756"/>
        </a:xfrm>
        <a:prstGeom prst="ellipse">
          <a:avLst/>
        </a:prstGeom>
        <a:solidFill>
          <a:srgbClr val="4472C4">
            <a:hueOff val="0"/>
            <a:satOff val="0"/>
            <a:lumOff val="0"/>
            <a:alphaOff val="0"/>
          </a:srgbClr>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244600">
            <a:lnSpc>
              <a:spcPct val="90000"/>
            </a:lnSpc>
            <a:spcBef>
              <a:spcPct val="0"/>
            </a:spcBef>
            <a:spcAft>
              <a:spcPct val="35000"/>
            </a:spcAft>
            <a:buNone/>
          </a:pPr>
          <a:r>
            <a:rPr lang="es-ES_tradnl" sz="2800" kern="1200" dirty="0">
              <a:latin typeface="Arial Narrow" panose="020B0606020202030204" pitchFamily="34" charset="0"/>
              <a:cs typeface="Arial" panose="020B0604020202020204" pitchFamily="34" charset="0"/>
            </a:rPr>
            <a:t>¿Qué modelo matemático y algoritmo</a:t>
          </a:r>
          <a:endParaRPr lang="es-CO" sz="2800" kern="1200" dirty="0">
            <a:latin typeface="Arial Narrow" panose="020B0606020202030204" pitchFamily="34" charset="0"/>
          </a:endParaRPr>
        </a:p>
      </dsp:txBody>
      <dsp:txXfrm>
        <a:off x="5296487" y="1386634"/>
        <a:ext cx="1788181" cy="1796586"/>
      </dsp:txXfrm>
    </dsp:sp>
    <dsp:sp modelId="{0752321D-8008-4257-84ED-C57442C2668A}">
      <dsp:nvSpPr>
        <dsp:cNvPr id="0" name=""/>
        <dsp:cNvSpPr/>
      </dsp:nvSpPr>
      <dsp:spPr>
        <a:xfrm rot="2022588">
          <a:off x="4847962" y="3569571"/>
          <a:ext cx="171130" cy="59250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244600">
            <a:lnSpc>
              <a:spcPct val="90000"/>
            </a:lnSpc>
            <a:spcBef>
              <a:spcPct val="0"/>
            </a:spcBef>
            <a:spcAft>
              <a:spcPct val="35000"/>
            </a:spcAft>
            <a:buNone/>
          </a:pPr>
          <a:endParaRPr lang="es-CO" sz="2800" kern="1200">
            <a:latin typeface="Arial Narrow" panose="020B0606020202030204" pitchFamily="34" charset="0"/>
          </a:endParaRPr>
        </a:p>
      </dsp:txBody>
      <dsp:txXfrm>
        <a:off x="4852278" y="3673826"/>
        <a:ext cx="119791" cy="355504"/>
      </dsp:txXfrm>
    </dsp:sp>
    <dsp:sp modelId="{E889A0C3-F9C2-406D-AB78-E869C36A7BB9}">
      <dsp:nvSpPr>
        <dsp:cNvPr id="0" name=""/>
        <dsp:cNvSpPr/>
      </dsp:nvSpPr>
      <dsp:spPr>
        <a:xfrm>
          <a:off x="4856894" y="3402239"/>
          <a:ext cx="2530387" cy="2513099"/>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s-ES_tradnl" sz="2800" kern="1200" dirty="0">
              <a:latin typeface="Arial Narrow" panose="020B0606020202030204" pitchFamily="34" charset="0"/>
              <a:cs typeface="Arial" panose="020B0604020202020204" pitchFamily="34" charset="0"/>
            </a:rPr>
            <a:t>Dificultades en la implementación</a:t>
          </a:r>
          <a:endParaRPr lang="es-CO" sz="2800" kern="1200" dirty="0">
            <a:latin typeface="Arial Narrow" panose="020B0606020202030204" pitchFamily="34" charset="0"/>
          </a:endParaRPr>
        </a:p>
      </dsp:txBody>
      <dsp:txXfrm>
        <a:off x="5227461" y="3770274"/>
        <a:ext cx="1789253" cy="1777029"/>
      </dsp:txXfrm>
    </dsp:sp>
    <dsp:sp modelId="{C44DB907-7640-408F-A06C-31DD3FAE992E}">
      <dsp:nvSpPr>
        <dsp:cNvPr id="0" name=""/>
        <dsp:cNvSpPr/>
      </dsp:nvSpPr>
      <dsp:spPr>
        <a:xfrm rot="5400000">
          <a:off x="4061008" y="3977620"/>
          <a:ext cx="162830" cy="59250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244600">
            <a:lnSpc>
              <a:spcPct val="90000"/>
            </a:lnSpc>
            <a:spcBef>
              <a:spcPct val="0"/>
            </a:spcBef>
            <a:spcAft>
              <a:spcPct val="35000"/>
            </a:spcAft>
            <a:buNone/>
          </a:pPr>
          <a:endParaRPr lang="es-CO" sz="2800" kern="1200">
            <a:latin typeface="Arial Narrow" panose="020B0606020202030204" pitchFamily="34" charset="0"/>
          </a:endParaRPr>
        </a:p>
      </dsp:txBody>
      <dsp:txXfrm>
        <a:off x="4085433" y="4071697"/>
        <a:ext cx="113981" cy="355504"/>
      </dsp:txXfrm>
    </dsp:sp>
    <dsp:sp modelId="{702404AB-EEE9-4A16-8B64-0EB812A6222B}">
      <dsp:nvSpPr>
        <dsp:cNvPr id="0" name=""/>
        <dsp:cNvSpPr/>
      </dsp:nvSpPr>
      <dsp:spPr>
        <a:xfrm>
          <a:off x="2924604" y="4432096"/>
          <a:ext cx="2435638" cy="234766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s-ES_tradnl" sz="2800" kern="1200" dirty="0">
              <a:latin typeface="Arial Narrow" panose="020B0606020202030204" pitchFamily="34" charset="0"/>
              <a:cs typeface="Arial" panose="020B0604020202020204" pitchFamily="34" charset="0"/>
            </a:rPr>
            <a:t>Velocidad que supone llegar a una solución</a:t>
          </a:r>
          <a:endParaRPr lang="es-CO" sz="2800" kern="1200" dirty="0">
            <a:latin typeface="Arial Narrow" panose="020B0606020202030204" pitchFamily="34" charset="0"/>
          </a:endParaRPr>
        </a:p>
      </dsp:txBody>
      <dsp:txXfrm>
        <a:off x="3281295" y="4775904"/>
        <a:ext cx="1722256" cy="1660052"/>
      </dsp:txXfrm>
    </dsp:sp>
    <dsp:sp modelId="{0301A74E-05F7-448B-B4B7-914589919D68}">
      <dsp:nvSpPr>
        <dsp:cNvPr id="0" name=""/>
        <dsp:cNvSpPr/>
      </dsp:nvSpPr>
      <dsp:spPr>
        <a:xfrm rot="8998902">
          <a:off x="3282122" y="3500411"/>
          <a:ext cx="133011" cy="59250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244600">
            <a:lnSpc>
              <a:spcPct val="90000"/>
            </a:lnSpc>
            <a:spcBef>
              <a:spcPct val="0"/>
            </a:spcBef>
            <a:spcAft>
              <a:spcPct val="35000"/>
            </a:spcAft>
            <a:buNone/>
          </a:pPr>
          <a:endParaRPr lang="es-CO" sz="2800" kern="1200">
            <a:latin typeface="Arial Narrow" panose="020B0606020202030204" pitchFamily="34" charset="0"/>
          </a:endParaRPr>
        </a:p>
      </dsp:txBody>
      <dsp:txXfrm rot="10800000">
        <a:off x="3319349" y="3608931"/>
        <a:ext cx="93108" cy="355504"/>
      </dsp:txXfrm>
    </dsp:sp>
    <dsp:sp modelId="{27F9AFAB-2C2B-44BB-B27E-254492975352}">
      <dsp:nvSpPr>
        <dsp:cNvPr id="0" name=""/>
        <dsp:cNvSpPr/>
      </dsp:nvSpPr>
      <dsp:spPr>
        <a:xfrm>
          <a:off x="930741" y="3274370"/>
          <a:ext cx="2480843" cy="240521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s-ES_tradnl" sz="2800" kern="1200" dirty="0">
              <a:latin typeface="Arial Narrow" panose="020B0606020202030204" pitchFamily="34" charset="0"/>
              <a:cs typeface="Arial" panose="020B0604020202020204" pitchFamily="34" charset="0"/>
            </a:rPr>
            <a:t>Calidad de la solución</a:t>
          </a:r>
          <a:endParaRPr lang="es-CO" sz="2800" kern="1200" dirty="0">
            <a:latin typeface="Arial Narrow" panose="020B0606020202030204" pitchFamily="34" charset="0"/>
          </a:endParaRPr>
        </a:p>
      </dsp:txBody>
      <dsp:txXfrm>
        <a:off x="1294052" y="3626605"/>
        <a:ext cx="1754221" cy="1700741"/>
      </dsp:txXfrm>
    </dsp:sp>
    <dsp:sp modelId="{701ACEB4-8C81-407B-93B0-76C52B77B6DB}">
      <dsp:nvSpPr>
        <dsp:cNvPr id="0" name=""/>
        <dsp:cNvSpPr/>
      </dsp:nvSpPr>
      <dsp:spPr>
        <a:xfrm rot="12561192">
          <a:off x="3273536" y="2591217"/>
          <a:ext cx="135491" cy="59250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244600">
            <a:lnSpc>
              <a:spcPct val="90000"/>
            </a:lnSpc>
            <a:spcBef>
              <a:spcPct val="0"/>
            </a:spcBef>
            <a:spcAft>
              <a:spcPct val="35000"/>
            </a:spcAft>
            <a:buNone/>
          </a:pPr>
          <a:endParaRPr lang="es-CO" sz="2800" kern="1200">
            <a:latin typeface="Arial Narrow" panose="020B0606020202030204" pitchFamily="34" charset="0"/>
          </a:endParaRPr>
        </a:p>
      </dsp:txBody>
      <dsp:txXfrm rot="10800000">
        <a:off x="3311574" y="2719680"/>
        <a:ext cx="94844" cy="355504"/>
      </dsp:txXfrm>
    </dsp:sp>
    <dsp:sp modelId="{58B16645-05F9-45A8-BE33-F72788885AD7}">
      <dsp:nvSpPr>
        <dsp:cNvPr id="0" name=""/>
        <dsp:cNvSpPr/>
      </dsp:nvSpPr>
      <dsp:spPr>
        <a:xfrm>
          <a:off x="970527" y="985096"/>
          <a:ext cx="2401377" cy="248866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s-ES_tradnl" sz="2800" kern="1200" dirty="0">
              <a:latin typeface="Arial Narrow" panose="020B0606020202030204" pitchFamily="34" charset="0"/>
              <a:cs typeface="Arial" panose="020B0604020202020204" pitchFamily="34" charset="0"/>
            </a:rPr>
            <a:t>Consistencia de la solución</a:t>
          </a:r>
          <a:endParaRPr lang="es-CO" sz="2800" kern="1200" dirty="0">
            <a:latin typeface="Arial Narrow" panose="020B0606020202030204" pitchFamily="34" charset="0"/>
          </a:endParaRPr>
        </a:p>
      </dsp:txBody>
      <dsp:txXfrm>
        <a:off x="1322201" y="1349553"/>
        <a:ext cx="1698029" cy="1759753"/>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5663D2-79F7-4F0E-9198-92581A6DD54D}">
      <dsp:nvSpPr>
        <dsp:cNvPr id="0" name=""/>
        <dsp:cNvSpPr/>
      </dsp:nvSpPr>
      <dsp:spPr>
        <a:xfrm rot="5400000">
          <a:off x="4570268" y="-2439698"/>
          <a:ext cx="1519592" cy="6399321"/>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1244600" rtl="0">
            <a:lnSpc>
              <a:spcPct val="90000"/>
            </a:lnSpc>
            <a:spcBef>
              <a:spcPct val="0"/>
            </a:spcBef>
            <a:spcAft>
              <a:spcPct val="15000"/>
            </a:spcAft>
            <a:buChar char="•"/>
          </a:pPr>
          <a:r>
            <a:rPr lang="es-MX" sz="2800" kern="1200" dirty="0"/>
            <a:t>No hay preguntas respecto a la validez</a:t>
          </a:r>
          <a:endParaRPr lang="es-PE" sz="2800" kern="1200" dirty="0"/>
        </a:p>
        <a:p>
          <a:pPr marL="285750" lvl="1" indent="-285750" algn="l" defTabSz="1244600" rtl="0">
            <a:lnSpc>
              <a:spcPct val="90000"/>
            </a:lnSpc>
            <a:spcBef>
              <a:spcPct val="0"/>
            </a:spcBef>
            <a:spcAft>
              <a:spcPct val="15000"/>
            </a:spcAft>
            <a:buChar char="•"/>
          </a:pPr>
          <a:r>
            <a:rPr lang="es-MX" sz="2800" kern="1200" dirty="0"/>
            <a:t>Puede ser impracticable o imposible</a:t>
          </a:r>
          <a:endParaRPr lang="es-PE" sz="2800" kern="1200" dirty="0"/>
        </a:p>
      </dsp:txBody>
      <dsp:txXfrm rot="-5400000">
        <a:off x="2130404" y="74346"/>
        <a:ext cx="6325141" cy="1371232"/>
      </dsp:txXfrm>
    </dsp:sp>
    <dsp:sp modelId="{0214385F-0F3D-4A74-963D-723DE46BF5B5}">
      <dsp:nvSpPr>
        <dsp:cNvPr id="0" name=""/>
        <dsp:cNvSpPr/>
      </dsp:nvSpPr>
      <dsp:spPr>
        <a:xfrm>
          <a:off x="92044" y="4336"/>
          <a:ext cx="2038358" cy="151125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rtl="0">
            <a:lnSpc>
              <a:spcPct val="90000"/>
            </a:lnSpc>
            <a:spcBef>
              <a:spcPct val="0"/>
            </a:spcBef>
            <a:spcAft>
              <a:spcPct val="35000"/>
            </a:spcAft>
            <a:buNone/>
          </a:pPr>
          <a:r>
            <a:rPr lang="es-MX" sz="2800" kern="1200" dirty="0"/>
            <a:t>Estudio del sistema</a:t>
          </a:r>
          <a:endParaRPr lang="es-PE" sz="2800" kern="1200" dirty="0"/>
        </a:p>
      </dsp:txBody>
      <dsp:txXfrm>
        <a:off x="165817" y="78109"/>
        <a:ext cx="1890812" cy="1363706"/>
      </dsp:txXfrm>
    </dsp:sp>
    <dsp:sp modelId="{4ED22DD5-FF89-473D-81E3-77294D04788D}">
      <dsp:nvSpPr>
        <dsp:cNvPr id="0" name=""/>
        <dsp:cNvSpPr/>
      </dsp:nvSpPr>
      <dsp:spPr>
        <a:xfrm rot="5400000">
          <a:off x="4489147" y="-695702"/>
          <a:ext cx="1671857" cy="6426441"/>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1244600" rtl="0">
            <a:lnSpc>
              <a:spcPct val="90000"/>
            </a:lnSpc>
            <a:spcBef>
              <a:spcPct val="0"/>
            </a:spcBef>
            <a:spcAft>
              <a:spcPct val="15000"/>
            </a:spcAft>
            <a:buChar char="•"/>
          </a:pPr>
          <a:r>
            <a:rPr lang="es-MX" sz="2800" kern="1200" dirty="0"/>
            <a:t>Debe referirse a la validez</a:t>
          </a:r>
          <a:endParaRPr lang="es-PE" sz="2800" kern="1200" dirty="0"/>
        </a:p>
        <a:p>
          <a:pPr marL="285750" lvl="1" indent="-285750" algn="l" defTabSz="1244600" rtl="0">
            <a:lnSpc>
              <a:spcPct val="90000"/>
            </a:lnSpc>
            <a:spcBef>
              <a:spcPct val="0"/>
            </a:spcBef>
            <a:spcAft>
              <a:spcPct val="15000"/>
            </a:spcAft>
            <a:buChar char="•"/>
          </a:pPr>
          <a:r>
            <a:rPr lang="es-MX" sz="2800" kern="1200"/>
            <a:t>Más fácil de trabajar con él</a:t>
          </a:r>
          <a:endParaRPr lang="es-PE" sz="2800" kern="1200"/>
        </a:p>
        <a:p>
          <a:pPr marL="285750" lvl="1" indent="-285750" algn="l" defTabSz="1244600" rtl="0">
            <a:lnSpc>
              <a:spcPct val="90000"/>
            </a:lnSpc>
            <a:spcBef>
              <a:spcPct val="0"/>
            </a:spcBef>
            <a:spcAft>
              <a:spcPct val="15000"/>
            </a:spcAft>
            <a:buChar char="•"/>
          </a:pPr>
          <a:r>
            <a:rPr lang="es-MX" sz="2800" kern="1200" dirty="0"/>
            <a:t>Puede ejercitarlo en más situaciones</a:t>
          </a:r>
          <a:endParaRPr lang="es-PE" sz="2800" kern="1200" dirty="0"/>
        </a:p>
      </dsp:txBody>
      <dsp:txXfrm rot="-5400000">
        <a:off x="2111856" y="1763202"/>
        <a:ext cx="6344828" cy="1508631"/>
      </dsp:txXfrm>
    </dsp:sp>
    <dsp:sp modelId="{8C0DAFA6-655F-47F5-999A-1729F7C3E2A1}">
      <dsp:nvSpPr>
        <dsp:cNvPr id="0" name=""/>
        <dsp:cNvSpPr/>
      </dsp:nvSpPr>
      <dsp:spPr>
        <a:xfrm>
          <a:off x="52220" y="1650970"/>
          <a:ext cx="2019810" cy="1733428"/>
        </a:xfrm>
        <a:prstGeom prst="roundRect">
          <a:avLst/>
        </a:prstGeom>
        <a:solidFill>
          <a:srgbClr val="4472C4">
            <a:hueOff val="0"/>
            <a:satOff val="0"/>
            <a:lumOff val="0"/>
            <a:alphaOff val="0"/>
          </a:srgbClr>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ctr" defTabSz="1244600" rtl="0">
            <a:lnSpc>
              <a:spcPct val="90000"/>
            </a:lnSpc>
            <a:spcBef>
              <a:spcPct val="0"/>
            </a:spcBef>
            <a:spcAft>
              <a:spcPct val="35000"/>
            </a:spcAft>
            <a:buNone/>
          </a:pPr>
          <a:r>
            <a:rPr lang="es-MX" sz="2800" kern="1200" dirty="0">
              <a:solidFill>
                <a:prstClr val="white"/>
              </a:solidFill>
              <a:latin typeface="Calibri" panose="020F0502020204030204"/>
              <a:ea typeface="+mn-ea"/>
              <a:cs typeface="+mn-cs"/>
            </a:rPr>
            <a:t>Estudio</a:t>
          </a:r>
          <a:r>
            <a:rPr lang="es-MX" sz="2800" kern="1200" dirty="0"/>
            <a:t> del modelo</a:t>
          </a:r>
          <a:endParaRPr lang="es-PE" sz="2800" kern="1200" dirty="0"/>
        </a:p>
      </dsp:txBody>
      <dsp:txXfrm>
        <a:off x="136839" y="1735589"/>
        <a:ext cx="1850572" cy="1564190"/>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EAACC5-EEF3-403E-9B39-BA1932AD8BFE}">
      <dsp:nvSpPr>
        <dsp:cNvPr id="0" name=""/>
        <dsp:cNvSpPr/>
      </dsp:nvSpPr>
      <dsp:spPr>
        <a:xfrm rot="5400000">
          <a:off x="4643726" y="-2231437"/>
          <a:ext cx="1165776" cy="6110004"/>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1244600">
            <a:lnSpc>
              <a:spcPct val="90000"/>
            </a:lnSpc>
            <a:spcBef>
              <a:spcPct val="0"/>
            </a:spcBef>
            <a:spcAft>
              <a:spcPct val="15000"/>
            </a:spcAft>
            <a:buChar char="•"/>
          </a:pPr>
          <a:r>
            <a:rPr lang="es-ES_tradnl" sz="2800" kern="1200" dirty="0"/>
            <a:t>Es una representación simplificada de la realidad de un SISTEMA</a:t>
          </a:r>
          <a:endParaRPr lang="es-PE" sz="2800" kern="1200" dirty="0"/>
        </a:p>
      </dsp:txBody>
      <dsp:txXfrm rot="-5400000">
        <a:off x="2171612" y="297585"/>
        <a:ext cx="6053096" cy="1051960"/>
      </dsp:txXfrm>
    </dsp:sp>
    <dsp:sp modelId="{BCB7BCEE-1E8D-48FA-B0AA-049B95E30DB7}">
      <dsp:nvSpPr>
        <dsp:cNvPr id="0" name=""/>
        <dsp:cNvSpPr/>
      </dsp:nvSpPr>
      <dsp:spPr>
        <a:xfrm>
          <a:off x="32874" y="174272"/>
          <a:ext cx="2059538" cy="127778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s-ES_tradnl" sz="2800" kern="1200" dirty="0"/>
            <a:t>Modelo </a:t>
          </a:r>
          <a:endParaRPr lang="es-PE" sz="2800" kern="1200" dirty="0"/>
        </a:p>
      </dsp:txBody>
      <dsp:txXfrm>
        <a:off x="95250" y="236648"/>
        <a:ext cx="1934786" cy="1153032"/>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98AC85-50D6-4A20-87EB-F6A65F90F3B3}">
      <dsp:nvSpPr>
        <dsp:cNvPr id="0" name=""/>
        <dsp:cNvSpPr/>
      </dsp:nvSpPr>
      <dsp:spPr>
        <a:xfrm>
          <a:off x="0" y="69670"/>
          <a:ext cx="8074335" cy="1616606"/>
        </a:xfrm>
        <a:prstGeom prst="roundRect">
          <a:avLst/>
        </a:prstGeom>
        <a:solidFill>
          <a:srgbClr val="4472C4">
            <a:alpha val="90000"/>
            <a:tint val="40000"/>
            <a:hueOff val="0"/>
            <a:satOff val="0"/>
            <a:lumOff val="0"/>
            <a:alphaOff val="0"/>
          </a:srgbClr>
        </a:solidFill>
        <a:ln w="12700" cap="flat" cmpd="sng" algn="ctr">
          <a:solidFill>
            <a:srgbClr val="4472C4">
              <a:alpha val="90000"/>
              <a:tint val="4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dk1">
            <a:hueOff val="0"/>
            <a:satOff val="0"/>
            <a:lumOff val="0"/>
            <a:alphaOff val="0"/>
          </a:schemeClr>
        </a:fontRef>
      </dsp:style>
      <dsp:txBody>
        <a:bodyPr spcFirstLastPara="0" vert="horz" wrap="square" lIns="114300" tIns="57150" rIns="114300" bIns="57150" numCol="1" spcCol="1270" anchor="ctr" anchorCtr="0">
          <a:noAutofit/>
        </a:bodyPr>
        <a:lstStyle/>
        <a:p>
          <a:pPr marL="0" lvl="0" indent="0" algn="just" defTabSz="1244600" rtl="0">
            <a:lnSpc>
              <a:spcPct val="90000"/>
            </a:lnSpc>
            <a:spcBef>
              <a:spcPct val="0"/>
            </a:spcBef>
            <a:spcAft>
              <a:spcPct val="35000"/>
            </a:spcAft>
            <a:buNone/>
          </a:pPr>
          <a:r>
            <a:rPr lang="es-ES" sz="2800" kern="1200" dirty="0">
              <a:solidFill>
                <a:schemeClr val="dk1">
                  <a:hueOff val="0"/>
                  <a:satOff val="0"/>
                  <a:lumOff val="0"/>
                  <a:alphaOff val="0"/>
                </a:schemeClr>
              </a:solidFill>
              <a:latin typeface="+mn-lt"/>
              <a:ea typeface="+mn-ea"/>
              <a:cs typeface="+mn-cs"/>
            </a:rPr>
            <a:t>Es una construcción matemática abstracta y simplificada relacionada con una parte </a:t>
          </a:r>
          <a:r>
            <a:rPr lang="es-MX" sz="2800" kern="1200" dirty="0">
              <a:solidFill>
                <a:schemeClr val="dk1">
                  <a:hueOff val="0"/>
                  <a:satOff val="0"/>
                  <a:lumOff val="0"/>
                  <a:alphaOff val="0"/>
                </a:schemeClr>
              </a:solidFill>
              <a:latin typeface="+mn-lt"/>
              <a:ea typeface="+mn-ea"/>
              <a:cs typeface="+mn-cs"/>
            </a:rPr>
            <a:t>del sistema </a:t>
          </a:r>
          <a:r>
            <a:rPr lang="es-ES" sz="2800" kern="1200" dirty="0">
              <a:solidFill>
                <a:schemeClr val="dk1">
                  <a:hueOff val="0"/>
                  <a:satOff val="0"/>
                  <a:lumOff val="0"/>
                  <a:alphaOff val="0"/>
                </a:schemeClr>
              </a:solidFill>
              <a:latin typeface="+mn-lt"/>
              <a:ea typeface="+mn-ea"/>
              <a:cs typeface="+mn-cs"/>
            </a:rPr>
            <a:t>con el propósito </a:t>
          </a:r>
          <a:r>
            <a:rPr lang="es-ES_tradnl" sz="2800" kern="1200" dirty="0">
              <a:solidFill>
                <a:schemeClr val="dk1">
                  <a:hueOff val="0"/>
                  <a:satOff val="0"/>
                  <a:lumOff val="0"/>
                  <a:alphaOff val="0"/>
                </a:schemeClr>
              </a:solidFill>
              <a:latin typeface="+mn-lt"/>
              <a:ea typeface="+mn-ea"/>
              <a:cs typeface="+mn-cs"/>
            </a:rPr>
            <a:t>de estudiar, </a:t>
          </a:r>
          <a:r>
            <a:rPr lang="es-ES" sz="2800" kern="1200" dirty="0">
              <a:solidFill>
                <a:schemeClr val="dk1">
                  <a:hueOff val="0"/>
                  <a:satOff val="0"/>
                  <a:lumOff val="0"/>
                  <a:alphaOff val="0"/>
                </a:schemeClr>
              </a:solidFill>
              <a:latin typeface="+mn-lt"/>
              <a:ea typeface="+mn-ea"/>
              <a:cs typeface="+mn-cs"/>
            </a:rPr>
            <a:t>entender y mejorar dicho</a:t>
          </a:r>
          <a:r>
            <a:rPr lang="es-ES_tradnl" sz="2800" kern="1200" dirty="0">
              <a:solidFill>
                <a:schemeClr val="dk1">
                  <a:hueOff val="0"/>
                  <a:satOff val="0"/>
                  <a:lumOff val="0"/>
                  <a:alphaOff val="0"/>
                </a:schemeClr>
              </a:solidFill>
              <a:latin typeface="+mn-lt"/>
              <a:ea typeface="+mn-ea"/>
              <a:cs typeface="+mn-cs"/>
            </a:rPr>
            <a:t> sistema</a:t>
          </a:r>
          <a:r>
            <a:rPr lang="es-ES" sz="2800" kern="1200" dirty="0">
              <a:solidFill>
                <a:schemeClr val="dk1">
                  <a:hueOff val="0"/>
                  <a:satOff val="0"/>
                  <a:lumOff val="0"/>
                  <a:alphaOff val="0"/>
                </a:schemeClr>
              </a:solidFill>
              <a:latin typeface="+mn-lt"/>
              <a:ea typeface="+mn-ea"/>
              <a:cs typeface="+mn-cs"/>
            </a:rPr>
            <a:t>. </a:t>
          </a:r>
          <a:endParaRPr lang="es-PE" sz="2800" kern="1200" dirty="0">
            <a:solidFill>
              <a:schemeClr val="dk1">
                <a:hueOff val="0"/>
                <a:satOff val="0"/>
                <a:lumOff val="0"/>
                <a:alphaOff val="0"/>
              </a:schemeClr>
            </a:solidFill>
            <a:latin typeface="+mn-lt"/>
            <a:ea typeface="+mn-ea"/>
            <a:cs typeface="+mn-cs"/>
          </a:endParaRPr>
        </a:p>
      </dsp:txBody>
      <dsp:txXfrm>
        <a:off x="78916" y="148586"/>
        <a:ext cx="7916503" cy="1458774"/>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27CB13-251F-41FB-8B5D-1D8E87BB7F35}">
      <dsp:nvSpPr>
        <dsp:cNvPr id="0" name=""/>
        <dsp:cNvSpPr/>
      </dsp:nvSpPr>
      <dsp:spPr>
        <a:xfrm rot="5400000">
          <a:off x="5407533" y="-1932640"/>
          <a:ext cx="1412141" cy="6119529"/>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1244600">
            <a:lnSpc>
              <a:spcPct val="90000"/>
            </a:lnSpc>
            <a:spcBef>
              <a:spcPct val="0"/>
            </a:spcBef>
            <a:spcAft>
              <a:spcPct val="15000"/>
            </a:spcAft>
            <a:buChar char="•"/>
          </a:pPr>
          <a:r>
            <a:rPr lang="es-ES_tradnl" sz="2800" kern="1200" dirty="0"/>
            <a:t>Realiza un análisis de las relaciones y aplica algoritmos de solución.</a:t>
          </a:r>
          <a:endParaRPr lang="es-PE" sz="2800" kern="1200" dirty="0"/>
        </a:p>
      </dsp:txBody>
      <dsp:txXfrm rot="-5400000">
        <a:off x="3053840" y="489988"/>
        <a:ext cx="6050594" cy="1274271"/>
      </dsp:txXfrm>
    </dsp:sp>
    <dsp:sp modelId="{EB7A7C60-B9A4-4C21-9C62-B05BBE679621}">
      <dsp:nvSpPr>
        <dsp:cNvPr id="0" name=""/>
        <dsp:cNvSpPr/>
      </dsp:nvSpPr>
      <dsp:spPr>
        <a:xfrm>
          <a:off x="107104" y="274769"/>
          <a:ext cx="2946735" cy="170470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76200" rIns="152400" bIns="76200" numCol="1" spcCol="1270" anchor="ctr" anchorCtr="0">
          <a:noAutofit/>
        </a:bodyPr>
        <a:lstStyle/>
        <a:p>
          <a:pPr marL="0" lvl="0" indent="0" algn="ctr" defTabSz="1778000">
            <a:lnSpc>
              <a:spcPct val="90000"/>
            </a:lnSpc>
            <a:spcBef>
              <a:spcPct val="0"/>
            </a:spcBef>
            <a:spcAft>
              <a:spcPct val="35000"/>
            </a:spcAft>
            <a:buNone/>
          </a:pPr>
          <a:r>
            <a:rPr lang="es-ES_tradnl" sz="4000" kern="1200" dirty="0"/>
            <a:t>Es una ciencia, porque</a:t>
          </a:r>
          <a:endParaRPr lang="es-PE" sz="4000" kern="1200" dirty="0"/>
        </a:p>
      </dsp:txBody>
      <dsp:txXfrm>
        <a:off x="190321" y="357986"/>
        <a:ext cx="2780301" cy="1538275"/>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6B9F7C-8F94-45BA-8999-DDE0EB4C68FF}">
      <dsp:nvSpPr>
        <dsp:cNvPr id="0" name=""/>
        <dsp:cNvSpPr/>
      </dsp:nvSpPr>
      <dsp:spPr>
        <a:xfrm rot="5400000">
          <a:off x="3887992" y="-632997"/>
          <a:ext cx="4311819" cy="5688378"/>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1244600">
            <a:lnSpc>
              <a:spcPct val="90000"/>
            </a:lnSpc>
            <a:spcBef>
              <a:spcPct val="0"/>
            </a:spcBef>
            <a:spcAft>
              <a:spcPct val="15000"/>
            </a:spcAft>
            <a:buChar char="•"/>
          </a:pPr>
          <a:r>
            <a:rPr lang="es-ES" sz="2800" kern="1200">
              <a:latin typeface="Arial Narrow" panose="020B0606020202030204" pitchFamily="34" charset="0"/>
            </a:rPr>
            <a:t>Son muy costosos. </a:t>
          </a:r>
          <a:endParaRPr lang="es-PE" sz="2800" kern="1200">
            <a:latin typeface="Arial Narrow" panose="020B0606020202030204" pitchFamily="34" charset="0"/>
          </a:endParaRPr>
        </a:p>
        <a:p>
          <a:pPr marL="285750" lvl="1" indent="-285750" algn="l" defTabSz="1244600">
            <a:lnSpc>
              <a:spcPct val="90000"/>
            </a:lnSpc>
            <a:spcBef>
              <a:spcPct val="0"/>
            </a:spcBef>
            <a:spcAft>
              <a:spcPct val="15000"/>
            </a:spcAft>
            <a:buChar char="•"/>
          </a:pPr>
          <a:r>
            <a:rPr lang="es-ES" sz="2800" kern="1200" dirty="0">
              <a:latin typeface="Arial Narrow" panose="020B0606020202030204" pitchFamily="34" charset="0"/>
            </a:rPr>
            <a:t>Pueden ser de tamaño natural (aparatos de entrenamiento), de menor escala 	(sistema solar), de mayor escala (átomos) </a:t>
          </a:r>
          <a:endParaRPr lang="es-PE" sz="2800" kern="1200" dirty="0">
            <a:latin typeface="Arial Narrow" panose="020B0606020202030204" pitchFamily="34" charset="0"/>
          </a:endParaRPr>
        </a:p>
        <a:p>
          <a:pPr marL="285750" lvl="1" indent="-285750" algn="l" defTabSz="1244600">
            <a:lnSpc>
              <a:spcPct val="90000"/>
            </a:lnSpc>
            <a:spcBef>
              <a:spcPct val="0"/>
            </a:spcBef>
            <a:spcAft>
              <a:spcPct val="15000"/>
            </a:spcAft>
            <a:buChar char="•"/>
          </a:pPr>
          <a:r>
            <a:rPr lang="es-ES" sz="2800" kern="1200" dirty="0">
              <a:latin typeface="Arial Narrow" panose="020B0606020202030204" pitchFamily="34" charset="0"/>
            </a:rPr>
            <a:t>Ejemplo: 	</a:t>
          </a:r>
          <a:endParaRPr lang="es-PE" sz="2800" kern="1200" dirty="0">
            <a:latin typeface="Arial Narrow" panose="020B0606020202030204" pitchFamily="34" charset="0"/>
          </a:endParaRPr>
        </a:p>
        <a:p>
          <a:pPr marL="571500" lvl="2" indent="-285750" algn="l" defTabSz="1244600">
            <a:lnSpc>
              <a:spcPct val="90000"/>
            </a:lnSpc>
            <a:spcBef>
              <a:spcPct val="0"/>
            </a:spcBef>
            <a:spcAft>
              <a:spcPct val="15000"/>
            </a:spcAft>
            <a:buChar char="•"/>
          </a:pPr>
          <a:r>
            <a:rPr lang="es-ES" sz="2800" kern="1200">
              <a:latin typeface="Arial Narrow" panose="020B0606020202030204" pitchFamily="34" charset="0"/>
            </a:rPr>
            <a:t>Modelo Físico estático. </a:t>
          </a:r>
          <a:endParaRPr lang="es-PE" sz="2800" kern="1200">
            <a:latin typeface="Arial Narrow" panose="020B0606020202030204" pitchFamily="34" charset="0"/>
          </a:endParaRPr>
        </a:p>
        <a:p>
          <a:pPr marL="571500" lvl="2" indent="-285750" algn="l" defTabSz="1244600">
            <a:lnSpc>
              <a:spcPct val="90000"/>
            </a:lnSpc>
            <a:spcBef>
              <a:spcPct val="0"/>
            </a:spcBef>
            <a:spcAft>
              <a:spcPct val="15000"/>
            </a:spcAft>
            <a:buChar char="•"/>
          </a:pPr>
          <a:r>
            <a:rPr lang="es-ES" sz="2800" kern="1200">
              <a:latin typeface="Arial Narrow" panose="020B0606020202030204" pitchFamily="34" charset="0"/>
            </a:rPr>
            <a:t>Modelo Físico dinámico. </a:t>
          </a:r>
          <a:endParaRPr lang="es-PE" sz="2800" kern="1200">
            <a:latin typeface="Arial Narrow" panose="020B0606020202030204" pitchFamily="34" charset="0"/>
          </a:endParaRPr>
        </a:p>
        <a:p>
          <a:pPr marL="571500" lvl="2" indent="-285750" algn="l" defTabSz="1244600">
            <a:lnSpc>
              <a:spcPct val="90000"/>
            </a:lnSpc>
            <a:spcBef>
              <a:spcPct val="0"/>
            </a:spcBef>
            <a:spcAft>
              <a:spcPct val="15000"/>
            </a:spcAft>
            <a:buChar char="•"/>
          </a:pPr>
          <a:r>
            <a:rPr lang="es-ES" sz="2800" kern="1200">
              <a:latin typeface="Arial Narrow" panose="020B0606020202030204" pitchFamily="34" charset="0"/>
            </a:rPr>
            <a:t>Modelos arquitectónicos.</a:t>
          </a:r>
          <a:endParaRPr lang="es-PE" sz="2800" kern="1200">
            <a:latin typeface="Arial Narrow" panose="020B0606020202030204" pitchFamily="34" charset="0"/>
          </a:endParaRPr>
        </a:p>
        <a:p>
          <a:pPr marL="571500" lvl="2" indent="-285750" algn="l" defTabSz="1244600">
            <a:lnSpc>
              <a:spcPct val="90000"/>
            </a:lnSpc>
            <a:spcBef>
              <a:spcPct val="0"/>
            </a:spcBef>
            <a:spcAft>
              <a:spcPct val="15000"/>
            </a:spcAft>
            <a:buChar char="•"/>
          </a:pPr>
          <a:r>
            <a:rPr lang="es-ES" sz="2800" kern="1200" dirty="0">
              <a:latin typeface="Arial Narrow" panose="020B0606020202030204" pitchFamily="34" charset="0"/>
            </a:rPr>
            <a:t>Avión probado a un túnel.</a:t>
          </a:r>
          <a:endParaRPr lang="es-PE" sz="2800" kern="1200" dirty="0">
            <a:latin typeface="Arial Narrow" panose="020B0606020202030204" pitchFamily="34" charset="0"/>
          </a:endParaRPr>
        </a:p>
      </dsp:txBody>
      <dsp:txXfrm rot="-5400000">
        <a:off x="3199713" y="265768"/>
        <a:ext cx="5477892" cy="3890847"/>
      </dsp:txXfrm>
    </dsp:sp>
    <dsp:sp modelId="{D6BCA280-CAC0-4B0D-BF8C-9F5F11819E70}">
      <dsp:nvSpPr>
        <dsp:cNvPr id="0" name=""/>
        <dsp:cNvSpPr/>
      </dsp:nvSpPr>
      <dsp:spPr>
        <a:xfrm>
          <a:off x="0" y="46583"/>
          <a:ext cx="3199712" cy="432921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a:lnSpc>
              <a:spcPct val="90000"/>
            </a:lnSpc>
            <a:spcBef>
              <a:spcPct val="0"/>
            </a:spcBef>
            <a:spcAft>
              <a:spcPct val="35000"/>
            </a:spcAft>
            <a:buNone/>
          </a:pPr>
          <a:r>
            <a:rPr lang="es-ES" sz="3200" kern="1200" dirty="0">
              <a:latin typeface="Arial Narrow" panose="020B0606020202030204" pitchFamily="34" charset="0"/>
            </a:rPr>
            <a:t>Son los que más se asemejan a la realidad, se encargan de modelar procesos. </a:t>
          </a:r>
          <a:endParaRPr lang="es-PE" sz="3200" kern="1200" dirty="0">
            <a:latin typeface="Arial Narrow" panose="020B0606020202030204" pitchFamily="34" charset="0"/>
          </a:endParaRPr>
        </a:p>
      </dsp:txBody>
      <dsp:txXfrm>
        <a:off x="156197" y="202780"/>
        <a:ext cx="2887318" cy="4016823"/>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22D564-798F-4AF9-875E-A2D01A207FE3}">
      <dsp:nvSpPr>
        <dsp:cNvPr id="0" name=""/>
        <dsp:cNvSpPr/>
      </dsp:nvSpPr>
      <dsp:spPr>
        <a:xfrm rot="5400000">
          <a:off x="3864526" y="-521662"/>
          <a:ext cx="3726483" cy="4773450"/>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1244600">
            <a:lnSpc>
              <a:spcPct val="90000"/>
            </a:lnSpc>
            <a:spcBef>
              <a:spcPct val="0"/>
            </a:spcBef>
            <a:spcAft>
              <a:spcPct val="15000"/>
            </a:spcAft>
            <a:buChar char="•"/>
          </a:pPr>
          <a:r>
            <a:rPr lang="es-ES" sz="2800" kern="1200"/>
            <a:t>Son los modelos sencillos de maquetas </a:t>
          </a:r>
          <a:endParaRPr lang="es-PE" sz="2800" kern="1200"/>
        </a:p>
        <a:p>
          <a:pPr marL="571500" lvl="2" indent="-285750" algn="l" defTabSz="1244600">
            <a:lnSpc>
              <a:spcPct val="90000"/>
            </a:lnSpc>
            <a:spcBef>
              <a:spcPct val="0"/>
            </a:spcBef>
            <a:spcAft>
              <a:spcPct val="15000"/>
            </a:spcAft>
            <a:buChar char="•"/>
          </a:pPr>
          <a:r>
            <a:rPr lang="es-ES" sz="2800" kern="1200"/>
            <a:t>Ejemplo:Casa con baño, cuartos, etc. </a:t>
          </a:r>
          <a:endParaRPr lang="es-PE" sz="2800" kern="1200"/>
        </a:p>
        <a:p>
          <a:pPr marL="571500" lvl="2" indent="-285750" algn="l" defTabSz="1244600">
            <a:lnSpc>
              <a:spcPct val="90000"/>
            </a:lnSpc>
            <a:spcBef>
              <a:spcPct val="0"/>
            </a:spcBef>
            <a:spcAft>
              <a:spcPct val="15000"/>
            </a:spcAft>
            <a:buChar char="•"/>
          </a:pPr>
          <a:r>
            <a:rPr lang="es-ES" sz="2800" kern="1200" dirty="0"/>
            <a:t>Puede ser bidimensional, tridimensional.</a:t>
          </a:r>
          <a:endParaRPr lang="es-PE" sz="2800" kern="1200" dirty="0"/>
        </a:p>
      </dsp:txBody>
      <dsp:txXfrm rot="-5400000">
        <a:off x="3341043" y="183733"/>
        <a:ext cx="4591538" cy="3362659"/>
      </dsp:txXfrm>
    </dsp:sp>
    <dsp:sp modelId="{7571CD3B-C167-4DEB-A742-E9A7606B4A12}">
      <dsp:nvSpPr>
        <dsp:cNvPr id="0" name=""/>
        <dsp:cNvSpPr/>
      </dsp:nvSpPr>
      <dsp:spPr>
        <a:xfrm>
          <a:off x="1894" y="1821"/>
          <a:ext cx="3339148" cy="372648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s-ES" sz="2800" kern="1200"/>
            <a:t>Cuando se reproduce el objeto a menor o mayor tamaño con respecto al objeto real.</a:t>
          </a:r>
          <a:endParaRPr lang="es-PE" sz="2800" kern="1200"/>
        </a:p>
      </dsp:txBody>
      <dsp:txXfrm>
        <a:off x="164898" y="164825"/>
        <a:ext cx="3013140" cy="3400475"/>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90086F-F0CF-43E0-A20D-5531D634451C}">
      <dsp:nvSpPr>
        <dsp:cNvPr id="0" name=""/>
        <dsp:cNvSpPr/>
      </dsp:nvSpPr>
      <dsp:spPr>
        <a:xfrm rot="5400000">
          <a:off x="5367382" y="-922738"/>
          <a:ext cx="1734107" cy="3581279"/>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1244600">
            <a:lnSpc>
              <a:spcPct val="90000"/>
            </a:lnSpc>
            <a:spcBef>
              <a:spcPct val="0"/>
            </a:spcBef>
            <a:spcAft>
              <a:spcPct val="15000"/>
            </a:spcAft>
            <a:buChar char="•"/>
          </a:pPr>
          <a:r>
            <a:rPr lang="es-PE" sz="2800" kern="1200"/>
            <a:t>Ejemplo: Modelo del taller de manufactura</a:t>
          </a:r>
        </a:p>
      </dsp:txBody>
      <dsp:txXfrm rot="-5400000">
        <a:off x="4443796" y="85500"/>
        <a:ext cx="3496627" cy="1564803"/>
      </dsp:txXfrm>
    </dsp:sp>
    <dsp:sp modelId="{4A10ECEB-5795-4B2C-8D69-4D5CD1ED8AEC}">
      <dsp:nvSpPr>
        <dsp:cNvPr id="0" name=""/>
        <dsp:cNvSpPr/>
      </dsp:nvSpPr>
      <dsp:spPr>
        <a:xfrm>
          <a:off x="199" y="847"/>
          <a:ext cx="4443597" cy="173410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s-ES" sz="2800" kern="1200"/>
            <a:t>Se encargan de representar una propiedad determinada de un objeto o sistema.</a:t>
          </a:r>
          <a:endParaRPr lang="es-PE" sz="2800" kern="1200"/>
        </a:p>
      </dsp:txBody>
      <dsp:txXfrm>
        <a:off x="84851" y="85499"/>
        <a:ext cx="4274293" cy="1564803"/>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2E2F4B-4BBC-4DF8-9B48-07613CF7C8B8}">
      <dsp:nvSpPr>
        <dsp:cNvPr id="0" name=""/>
        <dsp:cNvSpPr/>
      </dsp:nvSpPr>
      <dsp:spPr>
        <a:xfrm rot="5400000">
          <a:off x="3640294" y="-391490"/>
          <a:ext cx="3444106" cy="4784450"/>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1244600">
            <a:lnSpc>
              <a:spcPct val="90000"/>
            </a:lnSpc>
            <a:spcBef>
              <a:spcPct val="0"/>
            </a:spcBef>
            <a:spcAft>
              <a:spcPct val="15000"/>
            </a:spcAft>
            <a:buChar char="•"/>
          </a:pPr>
          <a:r>
            <a:rPr lang="es-ES" sz="2800" kern="1200" dirty="0"/>
            <a:t>Ejemplo:</a:t>
          </a:r>
          <a:endParaRPr lang="es-PE" sz="2800" kern="1200" dirty="0"/>
        </a:p>
        <a:p>
          <a:pPr marL="285750" lvl="1" indent="-285750" algn="l" defTabSz="1244600">
            <a:lnSpc>
              <a:spcPct val="90000"/>
            </a:lnSpc>
            <a:spcBef>
              <a:spcPct val="0"/>
            </a:spcBef>
            <a:spcAft>
              <a:spcPct val="15000"/>
            </a:spcAft>
            <a:buChar char="•"/>
          </a:pPr>
          <a:r>
            <a:rPr lang="es-ES" sz="2800" kern="1200"/>
            <a:t>Marketplace es una herramienta virtual de simulación de negocios.</a:t>
          </a:r>
          <a:endParaRPr lang="es-PE" sz="2800" kern="1200"/>
        </a:p>
        <a:p>
          <a:pPr marL="285750" lvl="1" indent="-285750" algn="l" defTabSz="1244600">
            <a:lnSpc>
              <a:spcPct val="90000"/>
            </a:lnSpc>
            <a:spcBef>
              <a:spcPct val="0"/>
            </a:spcBef>
            <a:spcAft>
              <a:spcPct val="15000"/>
            </a:spcAft>
            <a:buChar char="•"/>
          </a:pPr>
          <a:r>
            <a:rPr lang="es-ES" sz="2800" kern="1200" dirty="0"/>
            <a:t>Juegos de administración. </a:t>
          </a:r>
          <a:endParaRPr lang="es-PE" sz="2800" kern="1200" dirty="0"/>
        </a:p>
        <a:p>
          <a:pPr marL="285750" lvl="1" indent="-285750" algn="l" defTabSz="1244600">
            <a:lnSpc>
              <a:spcPct val="90000"/>
            </a:lnSpc>
            <a:spcBef>
              <a:spcPct val="0"/>
            </a:spcBef>
            <a:spcAft>
              <a:spcPct val="15000"/>
            </a:spcAft>
            <a:buChar char="•"/>
          </a:pPr>
          <a:r>
            <a:rPr lang="es-ES" sz="2800" kern="1200" dirty="0"/>
            <a:t>Juegos de estrategia. militar y de planeación.</a:t>
          </a:r>
          <a:endParaRPr lang="es-PE" sz="2800" kern="1200" dirty="0"/>
        </a:p>
      </dsp:txBody>
      <dsp:txXfrm rot="-5400000">
        <a:off x="2970123" y="446808"/>
        <a:ext cx="4616323" cy="3107852"/>
      </dsp:txXfrm>
    </dsp:sp>
    <dsp:sp modelId="{4B7BC44E-BBE6-469A-A8D9-730EB67E0158}">
      <dsp:nvSpPr>
        <dsp:cNvPr id="0" name=""/>
        <dsp:cNvSpPr/>
      </dsp:nvSpPr>
      <dsp:spPr>
        <a:xfrm>
          <a:off x="1374" y="245545"/>
          <a:ext cx="2968748" cy="351037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s-ES" sz="2800" kern="1200" dirty="0"/>
            <a:t>Simula aspectos del sistemas y toma decisiones acerca de la información recibida. </a:t>
          </a:r>
          <a:endParaRPr lang="es-PE" sz="2800" kern="1200" dirty="0"/>
        </a:p>
      </dsp:txBody>
      <dsp:txXfrm>
        <a:off x="146296" y="390467"/>
        <a:ext cx="2678904" cy="3220534"/>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36433B-364B-4E35-B8B0-E96B3B4D3E6E}">
      <dsp:nvSpPr>
        <dsp:cNvPr id="0" name=""/>
        <dsp:cNvSpPr/>
      </dsp:nvSpPr>
      <dsp:spPr>
        <a:xfrm rot="5400000">
          <a:off x="6412546" y="-2424854"/>
          <a:ext cx="2239522" cy="7089230"/>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1244600">
            <a:lnSpc>
              <a:spcPct val="90000"/>
            </a:lnSpc>
            <a:spcBef>
              <a:spcPct val="0"/>
            </a:spcBef>
            <a:spcAft>
              <a:spcPct val="15000"/>
            </a:spcAft>
            <a:buChar char="•"/>
          </a:pPr>
          <a:r>
            <a:rPr lang="es-ES" sz="2800" kern="1200"/>
            <a:t>Los resultados representan el comportamiento del proceso real.</a:t>
          </a:r>
          <a:endParaRPr lang="es-PE" sz="2800" kern="1200"/>
        </a:p>
        <a:p>
          <a:pPr marL="285750" lvl="1" indent="-285750" algn="l" defTabSz="1244600">
            <a:lnSpc>
              <a:spcPct val="90000"/>
            </a:lnSpc>
            <a:spcBef>
              <a:spcPct val="0"/>
            </a:spcBef>
            <a:spcAft>
              <a:spcPct val="15000"/>
            </a:spcAft>
            <a:buChar char="•"/>
          </a:pPr>
          <a:r>
            <a:rPr lang="es-ES" sz="2800" kern="1200"/>
            <a:t>Ejemplo: Representación de un automóvil.</a:t>
          </a:r>
          <a:endParaRPr lang="es-PE" sz="2800" kern="1200"/>
        </a:p>
      </dsp:txBody>
      <dsp:txXfrm rot="-5400000">
        <a:off x="3987692" y="109324"/>
        <a:ext cx="6979906" cy="2020874"/>
      </dsp:txXfrm>
    </dsp:sp>
    <dsp:sp modelId="{C649131A-2BFC-4833-869A-E477B42C4FAD}">
      <dsp:nvSpPr>
        <dsp:cNvPr id="0" name=""/>
        <dsp:cNvSpPr/>
      </dsp:nvSpPr>
      <dsp:spPr>
        <a:xfrm>
          <a:off x="0" y="0"/>
          <a:ext cx="3987692" cy="223952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s-ES" sz="2800" kern="1200"/>
            <a:t>Nos permite demostrar o imitar situaciones físicas empleando computadoras.</a:t>
          </a:r>
          <a:endParaRPr lang="es-PE" sz="2800" kern="1200"/>
        </a:p>
      </dsp:txBody>
      <dsp:txXfrm>
        <a:off x="109324" y="109324"/>
        <a:ext cx="3769044" cy="2020874"/>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BCF748-7048-4575-8744-C1606726EEDE}">
      <dsp:nvSpPr>
        <dsp:cNvPr id="0" name=""/>
        <dsp:cNvSpPr/>
      </dsp:nvSpPr>
      <dsp:spPr>
        <a:xfrm rot="5400000">
          <a:off x="3659223" y="-721015"/>
          <a:ext cx="3747312" cy="5656685"/>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1244600">
            <a:lnSpc>
              <a:spcPct val="90000"/>
            </a:lnSpc>
            <a:spcBef>
              <a:spcPct val="0"/>
            </a:spcBef>
            <a:spcAft>
              <a:spcPct val="15000"/>
            </a:spcAft>
            <a:buChar char="•"/>
          </a:pPr>
          <a:r>
            <a:rPr lang="es-ES" sz="2800" kern="1200" dirty="0"/>
            <a:t>Una letra puede representar el volumen de producción. </a:t>
          </a:r>
          <a:endParaRPr lang="es-PE" sz="2800" kern="1200" dirty="0"/>
        </a:p>
        <a:p>
          <a:pPr marL="285750" lvl="1" indent="-285750" algn="l" defTabSz="1244600">
            <a:lnSpc>
              <a:spcPct val="90000"/>
            </a:lnSpc>
            <a:spcBef>
              <a:spcPct val="0"/>
            </a:spcBef>
            <a:spcAft>
              <a:spcPct val="15000"/>
            </a:spcAft>
            <a:buChar char="•"/>
          </a:pPr>
          <a:r>
            <a:rPr lang="es-ES" sz="2800" kern="1200" dirty="0"/>
            <a:t>Son abstractos y generales.</a:t>
          </a:r>
          <a:endParaRPr lang="es-PE" sz="2800" kern="1200" dirty="0"/>
        </a:p>
        <a:p>
          <a:pPr marL="285750" lvl="1" indent="-285750" algn="l" defTabSz="1244600">
            <a:lnSpc>
              <a:spcPct val="90000"/>
            </a:lnSpc>
            <a:spcBef>
              <a:spcPct val="0"/>
            </a:spcBef>
            <a:spcAft>
              <a:spcPct val="15000"/>
            </a:spcAft>
            <a:buChar char="•"/>
          </a:pPr>
          <a:r>
            <a:rPr lang="es-ES" sz="2800" kern="1200" dirty="0"/>
            <a:t>Se tiene en cuenta las expresiones lógicas.</a:t>
          </a:r>
          <a:endParaRPr lang="es-PE" sz="2800" kern="1200" dirty="0"/>
        </a:p>
        <a:p>
          <a:pPr marL="285750" lvl="1" indent="-285750" algn="l" defTabSz="1244600">
            <a:lnSpc>
              <a:spcPct val="90000"/>
            </a:lnSpc>
            <a:spcBef>
              <a:spcPct val="0"/>
            </a:spcBef>
            <a:spcAft>
              <a:spcPct val="15000"/>
            </a:spcAft>
            <a:buChar char="•"/>
          </a:pPr>
          <a:r>
            <a:rPr lang="es-ES" sz="2800" kern="1200" dirty="0"/>
            <a:t>Se debe hacer muchas suposiciones dentro de un modelo matemático</a:t>
          </a:r>
          <a:r>
            <a:rPr lang="es-MX" sz="2800" kern="1200" dirty="0"/>
            <a:t> </a:t>
          </a:r>
          <a:endParaRPr lang="es-PE" sz="2800" kern="1200" dirty="0"/>
        </a:p>
      </dsp:txBody>
      <dsp:txXfrm rot="-5400000">
        <a:off x="2704537" y="416600"/>
        <a:ext cx="5473756" cy="3381454"/>
      </dsp:txXfrm>
    </dsp:sp>
    <dsp:sp modelId="{26BDD742-5EE1-4BA9-B809-093FD06763CB}">
      <dsp:nvSpPr>
        <dsp:cNvPr id="0" name=""/>
        <dsp:cNvSpPr/>
      </dsp:nvSpPr>
      <dsp:spPr>
        <a:xfrm>
          <a:off x="41979" y="235932"/>
          <a:ext cx="2662557" cy="37427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s-ES" sz="2800" kern="1200" dirty="0"/>
            <a:t>Usan símbolos en lugar de un dispositivo físico para representar una entidad.</a:t>
          </a:r>
          <a:endParaRPr lang="es-PE" sz="2800" kern="1200" dirty="0"/>
        </a:p>
      </dsp:txBody>
      <dsp:txXfrm>
        <a:off x="171954" y="365907"/>
        <a:ext cx="2402607" cy="3482840"/>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D93775-7834-46B3-8EDA-3E0E7454BAE2}">
      <dsp:nvSpPr>
        <dsp:cNvPr id="0" name=""/>
        <dsp:cNvSpPr/>
      </dsp:nvSpPr>
      <dsp:spPr>
        <a:xfrm>
          <a:off x="0" y="33"/>
          <a:ext cx="7693022" cy="127744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rtl="0">
            <a:lnSpc>
              <a:spcPct val="90000"/>
            </a:lnSpc>
            <a:spcBef>
              <a:spcPct val="0"/>
            </a:spcBef>
            <a:spcAft>
              <a:spcPct val="35000"/>
            </a:spcAft>
            <a:buNone/>
          </a:pPr>
          <a:r>
            <a:rPr lang="es-ES_tradnl" sz="2800" kern="1200" dirty="0"/>
            <a:t>Porque la experimentación de un sistema o procesos  puede ser muy costosa, puede llevarlo a colapsos o puede ser simplemente imposible.</a:t>
          </a:r>
          <a:endParaRPr lang="es-PE" sz="2800" kern="1200" dirty="0"/>
        </a:p>
      </dsp:txBody>
      <dsp:txXfrm>
        <a:off x="62360" y="62393"/>
        <a:ext cx="7568302" cy="1152728"/>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8EE497-E30E-4473-8865-AA6FB655277E}">
      <dsp:nvSpPr>
        <dsp:cNvPr id="0" name=""/>
        <dsp:cNvSpPr/>
      </dsp:nvSpPr>
      <dsp:spPr>
        <a:xfrm>
          <a:off x="0" y="1325"/>
          <a:ext cx="8302225" cy="1098980"/>
        </a:xfrm>
        <a:prstGeom prst="roundRect">
          <a:avLst/>
        </a:prstGeom>
        <a:solidFill>
          <a:srgbClr val="4472C4">
            <a:hueOff val="0"/>
            <a:satOff val="0"/>
            <a:lumOff val="0"/>
            <a:alphaOff val="0"/>
          </a:srgbClr>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244600" rtl="0">
            <a:lnSpc>
              <a:spcPct val="90000"/>
            </a:lnSpc>
            <a:spcBef>
              <a:spcPct val="0"/>
            </a:spcBef>
            <a:spcAft>
              <a:spcPct val="35000"/>
            </a:spcAft>
            <a:buNone/>
          </a:pPr>
          <a:r>
            <a:rPr lang="es-ES_tradnl" sz="2800" i="0" kern="1200" dirty="0">
              <a:latin typeface="Arial" panose="020B0604020202020204" pitchFamily="34" charset="0"/>
              <a:cs typeface="Arial" panose="020B0604020202020204" pitchFamily="34" charset="0"/>
            </a:rPr>
            <a:t>Es una imitación de la operación de un proceso del mundo real .</a:t>
          </a:r>
          <a:r>
            <a:rPr lang="es-ES" sz="2800" i="0" kern="1200" dirty="0">
              <a:latin typeface="Arial" panose="020B0604020202020204" pitchFamily="34" charset="0"/>
              <a:cs typeface="Arial" panose="020B0604020202020204" pitchFamily="34" charset="0"/>
            </a:rPr>
            <a:t> </a:t>
          </a:r>
          <a:endParaRPr lang="es-PE" sz="2800" i="0" kern="1200" dirty="0">
            <a:latin typeface="Arial" panose="020B0604020202020204" pitchFamily="34" charset="0"/>
            <a:cs typeface="Arial" panose="020B0604020202020204" pitchFamily="34" charset="0"/>
          </a:endParaRPr>
        </a:p>
      </dsp:txBody>
      <dsp:txXfrm>
        <a:off x="53648" y="54973"/>
        <a:ext cx="8194929" cy="991684"/>
      </dsp:txXfrm>
    </dsp:sp>
    <dsp:sp modelId="{D31D3B65-2F13-4EBE-B221-61DDBD53CC29}">
      <dsp:nvSpPr>
        <dsp:cNvPr id="0" name=""/>
        <dsp:cNvSpPr/>
      </dsp:nvSpPr>
      <dsp:spPr>
        <a:xfrm>
          <a:off x="0" y="1113074"/>
          <a:ext cx="8302225" cy="16832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rtl="0">
            <a:lnSpc>
              <a:spcPct val="90000"/>
            </a:lnSpc>
            <a:spcBef>
              <a:spcPct val="0"/>
            </a:spcBef>
            <a:spcAft>
              <a:spcPct val="35000"/>
            </a:spcAft>
            <a:buNone/>
          </a:pPr>
          <a:r>
            <a:rPr lang="es-ES_tradnl" sz="2800" kern="1200" dirty="0">
              <a:latin typeface="Arial" panose="020B0604020202020204" pitchFamily="34" charset="0"/>
              <a:cs typeface="Arial" panose="020B0604020202020204" pitchFamily="34" charset="0"/>
            </a:rPr>
            <a:t>Es desarrollar un modelo matemático sobre un sistema real y realizar experimentos con este modelo, </a:t>
          </a:r>
          <a:r>
            <a:rPr lang="es-ES" sz="2800" kern="1200" dirty="0">
              <a:latin typeface="Arial" panose="020B0604020202020204" pitchFamily="34" charset="0"/>
              <a:cs typeface="Arial" panose="020B0604020202020204" pitchFamily="34" charset="0"/>
            </a:rPr>
            <a:t>para entender el </a:t>
          </a:r>
          <a:r>
            <a:rPr lang="es-ES" sz="2800" i="1" kern="1200" dirty="0">
              <a:latin typeface="Arial" panose="020B0604020202020204" pitchFamily="34" charset="0"/>
              <a:cs typeface="Arial" panose="020B0604020202020204" pitchFamily="34" charset="0"/>
            </a:rPr>
            <a:t>comportamiento del sistema </a:t>
          </a:r>
          <a:r>
            <a:rPr lang="es-ES" sz="2800" kern="1200" dirty="0">
              <a:latin typeface="Arial" panose="020B0604020202020204" pitchFamily="34" charset="0"/>
              <a:cs typeface="Arial" panose="020B0604020202020204" pitchFamily="34" charset="0"/>
            </a:rPr>
            <a:t>o evaluar  estrategias.</a:t>
          </a:r>
          <a:endParaRPr lang="es-PE" sz="2800" kern="1200" dirty="0">
            <a:latin typeface="Arial" panose="020B0604020202020204" pitchFamily="34" charset="0"/>
            <a:cs typeface="Arial" panose="020B0604020202020204" pitchFamily="34" charset="0"/>
          </a:endParaRPr>
        </a:p>
      </dsp:txBody>
      <dsp:txXfrm>
        <a:off x="82171" y="1195245"/>
        <a:ext cx="8137883" cy="1518938"/>
      </dsp:txXfrm>
    </dsp:sp>
    <dsp:sp modelId="{065BF1B1-0658-4BE3-8D55-0D83158E7E4C}">
      <dsp:nvSpPr>
        <dsp:cNvPr id="0" name=""/>
        <dsp:cNvSpPr/>
      </dsp:nvSpPr>
      <dsp:spPr>
        <a:xfrm>
          <a:off x="0" y="2809123"/>
          <a:ext cx="8302225" cy="16832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rtl="0">
            <a:lnSpc>
              <a:spcPct val="90000"/>
            </a:lnSpc>
            <a:spcBef>
              <a:spcPct val="0"/>
            </a:spcBef>
            <a:spcAft>
              <a:spcPct val="35000"/>
            </a:spcAft>
            <a:buNone/>
          </a:pPr>
          <a:r>
            <a:rPr lang="es-ES_tradnl" sz="2800" kern="1200" dirty="0">
              <a:latin typeface="Arial" panose="020B0604020202020204" pitchFamily="34" charset="0"/>
              <a:cs typeface="Arial" panose="020B0604020202020204" pitchFamily="34" charset="0"/>
            </a:rPr>
            <a:t>Consiste en la observación del </a:t>
          </a:r>
          <a:r>
            <a:rPr lang="es-ES_tradnl" sz="2800" i="1" kern="1200" dirty="0">
              <a:latin typeface="Arial" panose="020B0604020202020204" pitchFamily="34" charset="0"/>
              <a:cs typeface="Arial" panose="020B0604020202020204" pitchFamily="34" charset="0"/>
            </a:rPr>
            <a:t>comportamiento dinámico de un modelo</a:t>
          </a:r>
          <a:r>
            <a:rPr lang="es-ES_tradnl" sz="2800" kern="1200" dirty="0">
              <a:latin typeface="Arial" panose="020B0604020202020204" pitchFamily="34" charset="0"/>
              <a:cs typeface="Arial" panose="020B0604020202020204" pitchFamily="34" charset="0"/>
            </a:rPr>
            <a:t> que se mueve de un estado a otro de acuerdo a una serie de  restricciones en el modelo.</a:t>
          </a:r>
          <a:endParaRPr lang="es-PE" sz="2800" kern="1200" dirty="0">
            <a:latin typeface="Arial" panose="020B0604020202020204" pitchFamily="34" charset="0"/>
            <a:cs typeface="Arial" panose="020B0604020202020204" pitchFamily="34" charset="0"/>
          </a:endParaRPr>
        </a:p>
      </dsp:txBody>
      <dsp:txXfrm>
        <a:off x="82171" y="2891294"/>
        <a:ext cx="8137883" cy="1518938"/>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7ED714-64D0-4678-A852-871E8F7BBA15}">
      <dsp:nvSpPr>
        <dsp:cNvPr id="0" name=""/>
        <dsp:cNvSpPr/>
      </dsp:nvSpPr>
      <dsp:spPr>
        <a:xfrm>
          <a:off x="0" y="7943"/>
          <a:ext cx="9448799" cy="7862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rtl="0">
            <a:lnSpc>
              <a:spcPct val="90000"/>
            </a:lnSpc>
            <a:spcBef>
              <a:spcPct val="0"/>
            </a:spcBef>
            <a:spcAft>
              <a:spcPct val="35000"/>
            </a:spcAft>
            <a:buNone/>
          </a:pPr>
          <a:r>
            <a:rPr lang="es-ES_tradnl" sz="2800" i="1" kern="1200" dirty="0"/>
            <a:t>Permite predecir y entender el comportamiento del sistema. </a:t>
          </a:r>
          <a:endParaRPr lang="es-PE" sz="2800" kern="1200" dirty="0"/>
        </a:p>
      </dsp:txBody>
      <dsp:txXfrm>
        <a:off x="38381" y="46324"/>
        <a:ext cx="9372037" cy="709478"/>
      </dsp:txXfrm>
    </dsp:sp>
    <dsp:sp modelId="{CEF6A594-F443-4B14-A99C-6FD376111106}">
      <dsp:nvSpPr>
        <dsp:cNvPr id="0" name=""/>
        <dsp:cNvSpPr/>
      </dsp:nvSpPr>
      <dsp:spPr>
        <a:xfrm>
          <a:off x="0" y="915143"/>
          <a:ext cx="9448799" cy="7862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rtl="0">
            <a:lnSpc>
              <a:spcPct val="90000"/>
            </a:lnSpc>
            <a:spcBef>
              <a:spcPct val="0"/>
            </a:spcBef>
            <a:spcAft>
              <a:spcPct val="35000"/>
            </a:spcAft>
            <a:buNone/>
          </a:pPr>
          <a:r>
            <a:rPr lang="es-ES_tradnl" sz="2800" i="1" kern="1200" dirty="0"/>
            <a:t>Permite estudiar modelos de sistemas del mundo real.</a:t>
          </a:r>
          <a:endParaRPr lang="es-PE" sz="2800" kern="1200" dirty="0"/>
        </a:p>
      </dsp:txBody>
      <dsp:txXfrm>
        <a:off x="38381" y="953524"/>
        <a:ext cx="9372037" cy="709478"/>
      </dsp:txXfrm>
    </dsp:sp>
    <dsp:sp modelId="{2C4873BA-EC57-484A-A6B6-D121BE2DD6F3}">
      <dsp:nvSpPr>
        <dsp:cNvPr id="0" name=""/>
        <dsp:cNvSpPr/>
      </dsp:nvSpPr>
      <dsp:spPr>
        <a:xfrm>
          <a:off x="0" y="1822343"/>
          <a:ext cx="9448799" cy="48946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rtl="0">
            <a:lnSpc>
              <a:spcPct val="90000"/>
            </a:lnSpc>
            <a:spcBef>
              <a:spcPct val="0"/>
            </a:spcBef>
            <a:spcAft>
              <a:spcPct val="35000"/>
            </a:spcAft>
            <a:buNone/>
          </a:pPr>
          <a:r>
            <a:rPr lang="es-ES_tradnl" sz="2800" i="1" kern="1200" dirty="0"/>
            <a:t>Permite la evaluación numérica con el computador.</a:t>
          </a:r>
          <a:endParaRPr lang="es-PE" sz="2800" kern="1200" dirty="0"/>
        </a:p>
      </dsp:txBody>
      <dsp:txXfrm>
        <a:off x="23894" y="1846237"/>
        <a:ext cx="9401011" cy="441677"/>
      </dsp:txXfrm>
    </dsp:sp>
    <dsp:sp modelId="{7C447532-ACAD-4625-AF4C-314879BE4152}">
      <dsp:nvSpPr>
        <dsp:cNvPr id="0" name=""/>
        <dsp:cNvSpPr/>
      </dsp:nvSpPr>
      <dsp:spPr>
        <a:xfrm>
          <a:off x="0" y="2432769"/>
          <a:ext cx="9448799" cy="7862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rtl="0">
            <a:lnSpc>
              <a:spcPct val="90000"/>
            </a:lnSpc>
            <a:spcBef>
              <a:spcPct val="0"/>
            </a:spcBef>
            <a:spcAft>
              <a:spcPct val="35000"/>
            </a:spcAft>
            <a:buNone/>
          </a:pPr>
          <a:r>
            <a:rPr lang="es-ES_tradnl" sz="2800" i="1" kern="1200" dirty="0"/>
            <a:t>Permite “imitar” las operaciones y   características del sistema.</a:t>
          </a:r>
          <a:endParaRPr lang="es-PE" sz="2800" kern="1200" dirty="0"/>
        </a:p>
      </dsp:txBody>
      <dsp:txXfrm>
        <a:off x="38381" y="2471150"/>
        <a:ext cx="9372037" cy="709478"/>
      </dsp:txXfrm>
    </dsp:sp>
    <dsp:sp modelId="{D51356A0-41B4-4149-9F03-D0E5D5993F90}">
      <dsp:nvSpPr>
        <dsp:cNvPr id="0" name=""/>
        <dsp:cNvSpPr/>
      </dsp:nvSpPr>
      <dsp:spPr>
        <a:xfrm>
          <a:off x="0" y="3339969"/>
          <a:ext cx="9448799" cy="69550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rtl="0">
            <a:lnSpc>
              <a:spcPct val="90000"/>
            </a:lnSpc>
            <a:spcBef>
              <a:spcPct val="0"/>
            </a:spcBef>
            <a:spcAft>
              <a:spcPct val="35000"/>
            </a:spcAft>
            <a:buNone/>
          </a:pPr>
          <a:r>
            <a:rPr lang="es-ES_tradnl" sz="2800" i="1" kern="1200" dirty="0"/>
            <a:t>Permite hacer experimentos numéricos con el computador.</a:t>
          </a:r>
          <a:endParaRPr lang="es-PE" sz="2800" kern="1200" dirty="0"/>
        </a:p>
      </dsp:txBody>
      <dsp:txXfrm>
        <a:off x="33952" y="3373921"/>
        <a:ext cx="9380895" cy="627603"/>
      </dsp:txXfrm>
    </dsp:sp>
    <dsp:sp modelId="{78933CFF-78D9-4F14-B27A-7C2537A669E7}">
      <dsp:nvSpPr>
        <dsp:cNvPr id="0" name=""/>
        <dsp:cNvSpPr/>
      </dsp:nvSpPr>
      <dsp:spPr>
        <a:xfrm>
          <a:off x="0" y="4156437"/>
          <a:ext cx="9448799" cy="49592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rtl="0">
            <a:lnSpc>
              <a:spcPct val="90000"/>
            </a:lnSpc>
            <a:spcBef>
              <a:spcPct val="0"/>
            </a:spcBef>
            <a:spcAft>
              <a:spcPct val="35000"/>
            </a:spcAft>
            <a:buNone/>
          </a:pPr>
          <a:r>
            <a:rPr lang="es-ES_tradnl" sz="2800" i="1" kern="1200" dirty="0"/>
            <a:t>Es una aplicación poderosa a sistemas complejos. </a:t>
          </a:r>
          <a:endParaRPr lang="es-PE" sz="2800" kern="1200" dirty="0"/>
        </a:p>
      </dsp:txBody>
      <dsp:txXfrm>
        <a:off x="24209" y="4180646"/>
        <a:ext cx="9400381" cy="447510"/>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EF56FE-8BAC-4FBE-84A6-BBD9D41FDE9A}">
      <dsp:nvSpPr>
        <dsp:cNvPr id="0" name=""/>
        <dsp:cNvSpPr/>
      </dsp:nvSpPr>
      <dsp:spPr>
        <a:xfrm rot="5400000">
          <a:off x="4095156" y="-1126423"/>
          <a:ext cx="4645423" cy="6898277"/>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1244600" rtl="0">
            <a:lnSpc>
              <a:spcPct val="90000"/>
            </a:lnSpc>
            <a:spcBef>
              <a:spcPct val="0"/>
            </a:spcBef>
            <a:spcAft>
              <a:spcPct val="15000"/>
            </a:spcAft>
            <a:buChar char="•"/>
          </a:pPr>
          <a:r>
            <a:rPr lang="es-ES_tradnl" sz="2800" i="1" kern="1200" dirty="0"/>
            <a:t>El sistema tiene una o más variables aleatorias relacionadas</a:t>
          </a:r>
          <a:endParaRPr lang="es-PE" sz="2800" kern="1200" dirty="0"/>
        </a:p>
        <a:p>
          <a:pPr marL="285750" lvl="1" indent="-285750" algn="l" defTabSz="1244600" rtl="0">
            <a:lnSpc>
              <a:spcPct val="90000"/>
            </a:lnSpc>
            <a:spcBef>
              <a:spcPct val="0"/>
            </a:spcBef>
            <a:spcAft>
              <a:spcPct val="15000"/>
            </a:spcAft>
            <a:buChar char="•"/>
          </a:pPr>
          <a:r>
            <a:rPr lang="es-ES_tradnl" sz="2800" i="1" kern="1200" dirty="0"/>
            <a:t>La Dinámica del sistema es extremadamente compleja</a:t>
          </a:r>
          <a:endParaRPr lang="es-PE" sz="2800" kern="1200" dirty="0"/>
        </a:p>
        <a:p>
          <a:pPr marL="285750" lvl="1" indent="-285750" algn="l" defTabSz="1244600" rtl="0">
            <a:lnSpc>
              <a:spcPct val="90000"/>
            </a:lnSpc>
            <a:spcBef>
              <a:spcPct val="0"/>
            </a:spcBef>
            <a:spcAft>
              <a:spcPct val="15000"/>
            </a:spcAft>
            <a:buChar char="•"/>
          </a:pPr>
          <a:r>
            <a:rPr lang="es-ES_tradnl" sz="2800" i="1" kern="1200"/>
            <a:t>El objetivo es observar el comportamiento del sistema sobre un período</a:t>
          </a:r>
          <a:endParaRPr lang="es-PE" sz="2800" kern="1200"/>
        </a:p>
        <a:p>
          <a:pPr marL="285750" lvl="1" indent="-285750" algn="l" defTabSz="1244600" rtl="0">
            <a:lnSpc>
              <a:spcPct val="90000"/>
            </a:lnSpc>
            <a:spcBef>
              <a:spcPct val="0"/>
            </a:spcBef>
            <a:spcAft>
              <a:spcPct val="15000"/>
            </a:spcAft>
            <a:buChar char="•"/>
          </a:pPr>
          <a:r>
            <a:rPr lang="es-ES_tradnl" sz="2800" i="1" kern="1200"/>
            <a:t>La habilidad de mostrar la animación es importante</a:t>
          </a:r>
          <a:endParaRPr lang="es-PE" sz="2800" kern="1200"/>
        </a:p>
      </dsp:txBody>
      <dsp:txXfrm rot="-5400000">
        <a:off x="2968730" y="226774"/>
        <a:ext cx="6671506" cy="4191881"/>
      </dsp:txXfrm>
    </dsp:sp>
    <dsp:sp modelId="{84551E0D-4AFA-48F0-8568-288338FF03B9}">
      <dsp:nvSpPr>
        <dsp:cNvPr id="0" name=""/>
        <dsp:cNvSpPr/>
      </dsp:nvSpPr>
      <dsp:spPr>
        <a:xfrm>
          <a:off x="0" y="0"/>
          <a:ext cx="2819867" cy="464089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rtl="0">
            <a:lnSpc>
              <a:spcPct val="90000"/>
            </a:lnSpc>
            <a:spcBef>
              <a:spcPct val="0"/>
            </a:spcBef>
            <a:spcAft>
              <a:spcPct val="35000"/>
            </a:spcAft>
            <a:buNone/>
          </a:pPr>
          <a:r>
            <a:rPr lang="es-ES_tradnl" sz="3200" i="1" kern="1200"/>
            <a:t>Es apropiada cuando:</a:t>
          </a:r>
          <a:endParaRPr lang="es-PE" sz="3200" kern="1200"/>
        </a:p>
      </dsp:txBody>
      <dsp:txXfrm>
        <a:off x="137655" y="137655"/>
        <a:ext cx="2544557" cy="4365584"/>
      </dsp:txXfrm>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290A69-283E-4EDE-BED7-51D1CF4BBDE0}">
      <dsp:nvSpPr>
        <dsp:cNvPr id="0" name=""/>
        <dsp:cNvSpPr/>
      </dsp:nvSpPr>
      <dsp:spPr>
        <a:xfrm>
          <a:off x="0" y="313505"/>
          <a:ext cx="7786234" cy="13832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rtl="0">
            <a:lnSpc>
              <a:spcPct val="90000"/>
            </a:lnSpc>
            <a:spcBef>
              <a:spcPct val="0"/>
            </a:spcBef>
            <a:spcAft>
              <a:spcPct val="35000"/>
            </a:spcAft>
            <a:buNone/>
          </a:pPr>
          <a:r>
            <a:rPr lang="es-ES" sz="2800" b="0" i="0" kern="1200" dirty="0"/>
            <a:t>La Investigación de operaciones es el uso de la matemática e informática para resolver problemas del mundo real.</a:t>
          </a:r>
          <a:endParaRPr lang="es-ES" sz="2800" kern="1200" dirty="0"/>
        </a:p>
      </dsp:txBody>
      <dsp:txXfrm>
        <a:off x="67522" y="381027"/>
        <a:ext cx="7651190" cy="1248156"/>
      </dsp:txXfrm>
    </dsp:sp>
    <dsp:sp modelId="{2DF7BC30-7E18-4341-9543-726171EC87D7}">
      <dsp:nvSpPr>
        <dsp:cNvPr id="0" name=""/>
        <dsp:cNvSpPr/>
      </dsp:nvSpPr>
      <dsp:spPr>
        <a:xfrm>
          <a:off x="0" y="1872316"/>
          <a:ext cx="7786234" cy="140741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rtl="0">
            <a:lnSpc>
              <a:spcPct val="90000"/>
            </a:lnSpc>
            <a:spcBef>
              <a:spcPct val="0"/>
            </a:spcBef>
            <a:spcAft>
              <a:spcPct val="35000"/>
            </a:spcAft>
            <a:buNone/>
          </a:pPr>
          <a:r>
            <a:rPr lang="es-ES" sz="2800" b="0" i="0" kern="1200" dirty="0"/>
            <a:t>Actualmente se utiliza el programa LINDO que puede resolver modelos matemáticos de hasta 200 000 variables o 50 000 restricciones.</a:t>
          </a:r>
          <a:endParaRPr lang="es-ES" sz="2800" kern="1200" dirty="0"/>
        </a:p>
      </dsp:txBody>
      <dsp:txXfrm>
        <a:off x="68704" y="1941020"/>
        <a:ext cx="7648826" cy="1270008"/>
      </dsp:txXfrm>
    </dsp:sp>
    <dsp:sp modelId="{2937C4FA-8AB8-4033-9638-4704AE8AF80A}">
      <dsp:nvSpPr>
        <dsp:cNvPr id="0" name=""/>
        <dsp:cNvSpPr/>
      </dsp:nvSpPr>
      <dsp:spPr>
        <a:xfrm>
          <a:off x="0" y="3464053"/>
          <a:ext cx="7786234" cy="112097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rtl="0">
            <a:lnSpc>
              <a:spcPct val="90000"/>
            </a:lnSpc>
            <a:spcBef>
              <a:spcPct val="0"/>
            </a:spcBef>
            <a:spcAft>
              <a:spcPct val="35000"/>
            </a:spcAft>
            <a:buNone/>
          </a:pPr>
          <a:r>
            <a:rPr lang="es-ES" sz="2800" b="0" i="0" kern="1200" dirty="0"/>
            <a:t>La investigación de operaciones se puede aplicar a casi todas las actividades y negocios.</a:t>
          </a:r>
          <a:endParaRPr lang="es-ES" sz="2800" kern="1200" dirty="0"/>
        </a:p>
      </dsp:txBody>
      <dsp:txXfrm>
        <a:off x="54721" y="3518774"/>
        <a:ext cx="7676792" cy="1011531"/>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8.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2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7.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8.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9.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0.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5178B7CE-16B1-4D5A-BEDA-E05D7C0F0E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a:extLst>
              <a:ext uri="{FF2B5EF4-FFF2-40B4-BE49-F238E27FC236}">
                <a16:creationId xmlns:a16="http://schemas.microsoft.com/office/drawing/2014/main" id="{E5CE36C0-2D64-40DB-852E-EFE530BD79E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703D107-6AA0-4BB9-B3AF-2511759F0087}" type="datetimeFigureOut">
              <a:rPr lang="es-PE" smtClean="0"/>
              <a:t>16/08/2026</a:t>
            </a:fld>
            <a:endParaRPr lang="es-PE"/>
          </a:p>
        </p:txBody>
      </p:sp>
      <p:sp>
        <p:nvSpPr>
          <p:cNvPr id="4" name="Marcador de pie de página 3">
            <a:extLst>
              <a:ext uri="{FF2B5EF4-FFF2-40B4-BE49-F238E27FC236}">
                <a16:creationId xmlns:a16="http://schemas.microsoft.com/office/drawing/2014/main" id="{CBB9BBA3-CB3B-42EF-AC1C-A77E63AFD7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5" name="Marcador de número de diapositiva 4">
            <a:extLst>
              <a:ext uri="{FF2B5EF4-FFF2-40B4-BE49-F238E27FC236}">
                <a16:creationId xmlns:a16="http://schemas.microsoft.com/office/drawing/2014/main" id="{B59A3671-5C2E-4C01-9181-86F70785151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14CDB2B-DC05-4B7E-84A4-8E8FE9CBF710}" type="slidenum">
              <a:rPr lang="es-PE" smtClean="0"/>
              <a:t>‹Nº›</a:t>
            </a:fld>
            <a:endParaRPr lang="es-PE"/>
          </a:p>
        </p:txBody>
      </p:sp>
    </p:spTree>
    <p:extLst>
      <p:ext uri="{BB962C8B-B14F-4D97-AF65-F5344CB8AC3E}">
        <p14:creationId xmlns:p14="http://schemas.microsoft.com/office/powerpoint/2010/main" val="29674508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1D54B5-B035-46F5-86D2-1F43704B1BDB}" type="datetimeFigureOut">
              <a:rPr lang="es-PE" smtClean="0"/>
              <a:t>16/08/2026</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836FA3-1F11-49F4-B68F-8771EDD4DFA8}" type="slidenum">
              <a:rPr lang="es-PE" smtClean="0"/>
              <a:t>‹Nº›</a:t>
            </a:fld>
            <a:endParaRPr lang="es-PE"/>
          </a:p>
        </p:txBody>
      </p:sp>
    </p:spTree>
    <p:extLst>
      <p:ext uri="{BB962C8B-B14F-4D97-AF65-F5344CB8AC3E}">
        <p14:creationId xmlns:p14="http://schemas.microsoft.com/office/powerpoint/2010/main" val="30819940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381000" y="685800"/>
            <a:ext cx="6096000" cy="3429000"/>
          </a:xfrm>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a:xfrm>
            <a:off x="3884613" y="8685213"/>
            <a:ext cx="2971800" cy="457200"/>
          </a:xfrm>
          <a:prstGeom prst="rect">
            <a:avLst/>
          </a:prstGeom>
        </p:spPr>
        <p:txBody>
          <a:bodyPr/>
          <a:lstStyle/>
          <a:p>
            <a:fld id="{937FDB4C-8DB5-4895-9E8B-EB4F1648811C}" type="slidenum">
              <a:rPr lang="es-ES" smtClean="0"/>
              <a:pPr/>
              <a:t>4</a:t>
            </a:fld>
            <a:endParaRPr lang="es-ES" dirty="0"/>
          </a:p>
        </p:txBody>
      </p:sp>
    </p:spTree>
    <p:extLst>
      <p:ext uri="{BB962C8B-B14F-4D97-AF65-F5344CB8AC3E}">
        <p14:creationId xmlns:p14="http://schemas.microsoft.com/office/powerpoint/2010/main" val="6729800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ChangeArrowheads="1"/>
          </p:cNvSpPr>
          <p:nvPr/>
        </p:nvSpPr>
        <p:spPr bwMode="auto">
          <a:xfrm>
            <a:off x="3886200" y="-3175"/>
            <a:ext cx="2971800" cy="458788"/>
          </a:xfrm>
          <a:prstGeom prst="rect">
            <a:avLst/>
          </a:prstGeom>
          <a:noFill/>
          <a:ln w="9525">
            <a:noFill/>
            <a:miter lim="800000"/>
            <a:headEnd/>
            <a:tailEnd/>
          </a:ln>
        </p:spPr>
        <p:txBody>
          <a:bodyPr wrap="none" anchor="ctr"/>
          <a:lstStyle/>
          <a:p>
            <a:endParaRPr lang="es-PE" dirty="0"/>
          </a:p>
        </p:txBody>
      </p:sp>
      <p:sp>
        <p:nvSpPr>
          <p:cNvPr id="34819" name="Rectangle 3"/>
          <p:cNvSpPr>
            <a:spLocks noChangeArrowheads="1"/>
          </p:cNvSpPr>
          <p:nvPr/>
        </p:nvSpPr>
        <p:spPr bwMode="auto">
          <a:xfrm>
            <a:off x="3886200" y="8685213"/>
            <a:ext cx="2971800" cy="460375"/>
          </a:xfrm>
          <a:prstGeom prst="rect">
            <a:avLst/>
          </a:prstGeom>
          <a:noFill/>
          <a:ln w="9525">
            <a:noFill/>
            <a:miter lim="800000"/>
            <a:headEnd/>
            <a:tailEnd/>
          </a:ln>
        </p:spPr>
        <p:txBody>
          <a:bodyPr lIns="19050" tIns="0" rIns="19050" bIns="0" anchor="b"/>
          <a:lstStyle/>
          <a:p>
            <a:pPr algn="r" defTabSz="762000"/>
            <a:r>
              <a:rPr lang="es-ES_tradnl" sz="1000" i="1" dirty="0"/>
              <a:t>1</a:t>
            </a:r>
          </a:p>
        </p:txBody>
      </p:sp>
      <p:sp>
        <p:nvSpPr>
          <p:cNvPr id="34820" name="Rectangle 4"/>
          <p:cNvSpPr>
            <a:spLocks noChangeArrowheads="1"/>
          </p:cNvSpPr>
          <p:nvPr/>
        </p:nvSpPr>
        <p:spPr bwMode="auto">
          <a:xfrm>
            <a:off x="0" y="8685213"/>
            <a:ext cx="2971800" cy="460375"/>
          </a:xfrm>
          <a:prstGeom prst="rect">
            <a:avLst/>
          </a:prstGeom>
          <a:noFill/>
          <a:ln w="9525">
            <a:noFill/>
            <a:miter lim="800000"/>
            <a:headEnd/>
            <a:tailEnd/>
          </a:ln>
        </p:spPr>
        <p:txBody>
          <a:bodyPr wrap="none" anchor="ctr"/>
          <a:lstStyle/>
          <a:p>
            <a:endParaRPr lang="es-PE" dirty="0"/>
          </a:p>
        </p:txBody>
      </p:sp>
      <p:sp>
        <p:nvSpPr>
          <p:cNvPr id="34821" name="Rectangle 5"/>
          <p:cNvSpPr>
            <a:spLocks noChangeArrowheads="1"/>
          </p:cNvSpPr>
          <p:nvPr/>
        </p:nvSpPr>
        <p:spPr bwMode="auto">
          <a:xfrm>
            <a:off x="0" y="-3175"/>
            <a:ext cx="2971800" cy="458788"/>
          </a:xfrm>
          <a:prstGeom prst="rect">
            <a:avLst/>
          </a:prstGeom>
          <a:noFill/>
          <a:ln w="9525">
            <a:noFill/>
            <a:miter lim="800000"/>
            <a:headEnd/>
            <a:tailEnd/>
          </a:ln>
        </p:spPr>
        <p:txBody>
          <a:bodyPr wrap="none" anchor="ctr"/>
          <a:lstStyle/>
          <a:p>
            <a:endParaRPr lang="es-PE" dirty="0"/>
          </a:p>
        </p:txBody>
      </p:sp>
      <p:sp>
        <p:nvSpPr>
          <p:cNvPr id="34822" name="Rectangle 6"/>
          <p:cNvSpPr>
            <a:spLocks noGrp="1" noRot="1" noChangeAspect="1" noChangeArrowheads="1" noTextEdit="1"/>
          </p:cNvSpPr>
          <p:nvPr>
            <p:ph type="sldImg"/>
          </p:nvPr>
        </p:nvSpPr>
        <p:spPr bwMode="auto">
          <a:xfrm>
            <a:off x="592138" y="804863"/>
            <a:ext cx="5673725" cy="3192462"/>
          </a:xfrm>
          <a:noFill/>
          <a:ln cap="flat">
            <a:solidFill>
              <a:schemeClr val="tx1"/>
            </a:solidFill>
            <a:miter lim="800000"/>
            <a:headEnd/>
            <a:tailEnd/>
          </a:ln>
        </p:spPr>
      </p:sp>
      <p:sp>
        <p:nvSpPr>
          <p:cNvPr id="34823" name="Rectangle 7"/>
          <p:cNvSpPr>
            <a:spLocks noGrp="1" noChangeArrowheads="1"/>
          </p:cNvSpPr>
          <p:nvPr>
            <p:ph type="body" idx="1"/>
          </p:nvPr>
        </p:nvSpPr>
        <p:spPr bwMode="auto">
          <a:xfrm>
            <a:off x="912813" y="4559300"/>
            <a:ext cx="5032375" cy="23813"/>
          </a:xfrm>
          <a:noFill/>
        </p:spPr>
        <p:txBody>
          <a:bodyPr wrap="square" lIns="92075" tIns="46038" rIns="92075" bIns="46038" numCol="1" anchor="t" anchorCtr="0" compatLnSpc="1">
            <a:prstTxWarp prst="textNoShape">
              <a:avLst/>
            </a:prstTxWarp>
            <a:normAutofit fontScale="25000" lnSpcReduction="20000"/>
          </a:bodyPr>
          <a:lstStyle/>
          <a:p>
            <a:endParaRPr lang="es-PE" dirty="0"/>
          </a:p>
        </p:txBody>
      </p:sp>
    </p:spTree>
    <p:extLst>
      <p:ext uri="{BB962C8B-B14F-4D97-AF65-F5344CB8AC3E}">
        <p14:creationId xmlns:p14="http://schemas.microsoft.com/office/powerpoint/2010/main" val="15423187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ChangeArrowheads="1"/>
          </p:cNvSpPr>
          <p:nvPr/>
        </p:nvSpPr>
        <p:spPr bwMode="auto">
          <a:xfrm>
            <a:off x="3886200" y="-3175"/>
            <a:ext cx="2971800" cy="458788"/>
          </a:xfrm>
          <a:prstGeom prst="rect">
            <a:avLst/>
          </a:prstGeom>
          <a:noFill/>
          <a:ln w="9525">
            <a:noFill/>
            <a:miter lim="800000"/>
            <a:headEnd/>
            <a:tailEnd/>
          </a:ln>
        </p:spPr>
        <p:txBody>
          <a:bodyPr wrap="none" anchor="ctr"/>
          <a:lstStyle/>
          <a:p>
            <a:endParaRPr lang="es-PE" dirty="0"/>
          </a:p>
        </p:txBody>
      </p:sp>
      <p:sp>
        <p:nvSpPr>
          <p:cNvPr id="34819" name="Rectangle 3"/>
          <p:cNvSpPr>
            <a:spLocks noChangeArrowheads="1"/>
          </p:cNvSpPr>
          <p:nvPr/>
        </p:nvSpPr>
        <p:spPr bwMode="auto">
          <a:xfrm>
            <a:off x="3886200" y="8685213"/>
            <a:ext cx="2971800" cy="460375"/>
          </a:xfrm>
          <a:prstGeom prst="rect">
            <a:avLst/>
          </a:prstGeom>
          <a:noFill/>
          <a:ln w="9525">
            <a:noFill/>
            <a:miter lim="800000"/>
            <a:headEnd/>
            <a:tailEnd/>
          </a:ln>
        </p:spPr>
        <p:txBody>
          <a:bodyPr lIns="19050" tIns="0" rIns="19050" bIns="0" anchor="b"/>
          <a:lstStyle/>
          <a:p>
            <a:pPr algn="r" defTabSz="762000"/>
            <a:r>
              <a:rPr lang="es-ES_tradnl" sz="1000" i="1" dirty="0"/>
              <a:t>1</a:t>
            </a:r>
          </a:p>
        </p:txBody>
      </p:sp>
      <p:sp>
        <p:nvSpPr>
          <p:cNvPr id="34820" name="Rectangle 4"/>
          <p:cNvSpPr>
            <a:spLocks noChangeArrowheads="1"/>
          </p:cNvSpPr>
          <p:nvPr/>
        </p:nvSpPr>
        <p:spPr bwMode="auto">
          <a:xfrm>
            <a:off x="0" y="8685213"/>
            <a:ext cx="2971800" cy="460375"/>
          </a:xfrm>
          <a:prstGeom prst="rect">
            <a:avLst/>
          </a:prstGeom>
          <a:noFill/>
          <a:ln w="9525">
            <a:noFill/>
            <a:miter lim="800000"/>
            <a:headEnd/>
            <a:tailEnd/>
          </a:ln>
        </p:spPr>
        <p:txBody>
          <a:bodyPr wrap="none" anchor="ctr"/>
          <a:lstStyle/>
          <a:p>
            <a:endParaRPr lang="es-PE" dirty="0"/>
          </a:p>
        </p:txBody>
      </p:sp>
      <p:sp>
        <p:nvSpPr>
          <p:cNvPr id="34821" name="Rectangle 5"/>
          <p:cNvSpPr>
            <a:spLocks noChangeArrowheads="1"/>
          </p:cNvSpPr>
          <p:nvPr/>
        </p:nvSpPr>
        <p:spPr bwMode="auto">
          <a:xfrm>
            <a:off x="0" y="-3175"/>
            <a:ext cx="2971800" cy="458788"/>
          </a:xfrm>
          <a:prstGeom prst="rect">
            <a:avLst/>
          </a:prstGeom>
          <a:noFill/>
          <a:ln w="9525">
            <a:noFill/>
            <a:miter lim="800000"/>
            <a:headEnd/>
            <a:tailEnd/>
          </a:ln>
        </p:spPr>
        <p:txBody>
          <a:bodyPr wrap="none" anchor="ctr"/>
          <a:lstStyle/>
          <a:p>
            <a:endParaRPr lang="es-PE" dirty="0"/>
          </a:p>
        </p:txBody>
      </p:sp>
      <p:sp>
        <p:nvSpPr>
          <p:cNvPr id="34822" name="Rectangle 6"/>
          <p:cNvSpPr>
            <a:spLocks noGrp="1" noRot="1" noChangeAspect="1" noChangeArrowheads="1" noTextEdit="1"/>
          </p:cNvSpPr>
          <p:nvPr>
            <p:ph type="sldImg"/>
          </p:nvPr>
        </p:nvSpPr>
        <p:spPr bwMode="auto">
          <a:xfrm>
            <a:off x="592138" y="804863"/>
            <a:ext cx="5673725" cy="3192462"/>
          </a:xfrm>
          <a:noFill/>
          <a:ln cap="flat">
            <a:solidFill>
              <a:schemeClr val="tx1"/>
            </a:solidFill>
            <a:miter lim="800000"/>
            <a:headEnd/>
            <a:tailEnd/>
          </a:ln>
        </p:spPr>
      </p:sp>
      <p:sp>
        <p:nvSpPr>
          <p:cNvPr id="34823" name="Rectangle 7"/>
          <p:cNvSpPr>
            <a:spLocks noGrp="1" noChangeArrowheads="1"/>
          </p:cNvSpPr>
          <p:nvPr>
            <p:ph type="body" idx="1"/>
          </p:nvPr>
        </p:nvSpPr>
        <p:spPr bwMode="auto">
          <a:xfrm>
            <a:off x="912813" y="4559300"/>
            <a:ext cx="5032375" cy="23813"/>
          </a:xfrm>
          <a:noFill/>
        </p:spPr>
        <p:txBody>
          <a:bodyPr wrap="square" lIns="92075" tIns="46038" rIns="92075" bIns="46038" numCol="1" anchor="t" anchorCtr="0" compatLnSpc="1">
            <a:prstTxWarp prst="textNoShape">
              <a:avLst/>
            </a:prstTxWarp>
            <a:normAutofit fontScale="25000" lnSpcReduction="20000"/>
          </a:bodyPr>
          <a:lstStyle/>
          <a:p>
            <a:endParaRPr lang="es-PE" dirty="0"/>
          </a:p>
        </p:txBody>
      </p:sp>
    </p:spTree>
    <p:extLst>
      <p:ext uri="{BB962C8B-B14F-4D97-AF65-F5344CB8AC3E}">
        <p14:creationId xmlns:p14="http://schemas.microsoft.com/office/powerpoint/2010/main" val="29482005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Rot="1" noChangeAspect="1" noChangeArrowheads="1" noTextEdit="1"/>
          </p:cNvSpPr>
          <p:nvPr>
            <p:ph type="sldImg"/>
          </p:nvPr>
        </p:nvSpPr>
        <p:spPr bwMode="auto">
          <a:xfrm>
            <a:off x="592138" y="804863"/>
            <a:ext cx="5673725" cy="3192462"/>
          </a:xfrm>
          <a:noFill/>
          <a:ln>
            <a:solidFill>
              <a:srgbClr val="000000"/>
            </a:solidFill>
            <a:miter lim="800000"/>
            <a:headEnd/>
            <a:tailEnd/>
          </a:ln>
        </p:spPr>
      </p:sp>
      <p:sp>
        <p:nvSpPr>
          <p:cNvPr id="38915" name="Rectangle 3"/>
          <p:cNvSpPr>
            <a:spLocks noGrp="1" noChangeArrowheads="1"/>
          </p:cNvSpPr>
          <p:nvPr>
            <p:ph type="body" idx="1"/>
          </p:nvPr>
        </p:nvSpPr>
        <p:spPr bwMode="auto">
          <a:xfrm>
            <a:off x="912813" y="4344988"/>
            <a:ext cx="5032375" cy="3849687"/>
          </a:xfrm>
          <a:noFill/>
        </p:spPr>
        <p:txBody>
          <a:bodyPr wrap="square" numCol="1" anchor="t" anchorCtr="0" compatLnSpc="1">
            <a:prstTxWarp prst="textNoShape">
              <a:avLst/>
            </a:prstTxWarp>
          </a:bodyPr>
          <a:lstStyle/>
          <a:p>
            <a:endParaRPr lang="es-PE" dirty="0"/>
          </a:p>
        </p:txBody>
      </p:sp>
    </p:spTree>
    <p:extLst>
      <p:ext uri="{BB962C8B-B14F-4D97-AF65-F5344CB8AC3E}">
        <p14:creationId xmlns:p14="http://schemas.microsoft.com/office/powerpoint/2010/main" val="21911002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1 Marcador de imagen de diapositiva"/>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37891" name="2 Marcador de notas"/>
          <p:cNvSpPr>
            <a:spLocks noGrp="1"/>
          </p:cNvSpPr>
          <p:nvPr>
            <p:ph type="body" idx="1"/>
          </p:nvPr>
        </p:nvSpPr>
        <p:spPr bwMode="auto">
          <a:noFill/>
        </p:spPr>
        <p:txBody>
          <a:bodyPr wrap="square" numCol="1" anchor="t" anchorCtr="0" compatLnSpc="1">
            <a:prstTxWarp prst="textNoShape">
              <a:avLst/>
            </a:prstTxWarp>
          </a:bodyPr>
          <a:lstStyle/>
          <a:p>
            <a:endParaRPr lang="es-PE" dirty="0"/>
          </a:p>
        </p:txBody>
      </p:sp>
    </p:spTree>
    <p:extLst>
      <p:ext uri="{BB962C8B-B14F-4D97-AF65-F5344CB8AC3E}">
        <p14:creationId xmlns:p14="http://schemas.microsoft.com/office/powerpoint/2010/main" val="21889098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spect="1" noChangeArrowheads="1" noTextEdit="1"/>
          </p:cNvSpPr>
          <p:nvPr>
            <p:ph type="sldImg"/>
          </p:nvPr>
        </p:nvSpPr>
        <p:spPr bwMode="auto">
          <a:xfrm>
            <a:off x="592138" y="804863"/>
            <a:ext cx="5673725" cy="3192462"/>
          </a:xfrm>
          <a:noFill/>
          <a:ln>
            <a:solidFill>
              <a:srgbClr val="000000"/>
            </a:solidFill>
            <a:miter lim="800000"/>
            <a:headEnd/>
            <a:tailEnd/>
          </a:ln>
        </p:spPr>
      </p:sp>
      <p:sp>
        <p:nvSpPr>
          <p:cNvPr id="39939" name="Rectangle 3"/>
          <p:cNvSpPr>
            <a:spLocks noGrp="1" noChangeArrowheads="1"/>
          </p:cNvSpPr>
          <p:nvPr>
            <p:ph type="body" idx="1"/>
          </p:nvPr>
        </p:nvSpPr>
        <p:spPr bwMode="auto">
          <a:xfrm>
            <a:off x="912813" y="4344988"/>
            <a:ext cx="5032375" cy="3849687"/>
          </a:xfrm>
          <a:noFill/>
        </p:spPr>
        <p:txBody>
          <a:bodyPr wrap="square" numCol="1" anchor="t" anchorCtr="0" compatLnSpc="1">
            <a:prstTxWarp prst="textNoShape">
              <a:avLst/>
            </a:prstTxWarp>
          </a:bodyPr>
          <a:lstStyle/>
          <a:p>
            <a:endParaRPr lang="es-PE" dirty="0"/>
          </a:p>
        </p:txBody>
      </p:sp>
    </p:spTree>
    <p:extLst>
      <p:ext uri="{BB962C8B-B14F-4D97-AF65-F5344CB8AC3E}">
        <p14:creationId xmlns:p14="http://schemas.microsoft.com/office/powerpoint/2010/main" val="21861847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p:spPr>
      </p:sp>
      <p:sp>
        <p:nvSpPr>
          <p:cNvPr id="40963" name="Rectangle 3"/>
          <p:cNvSpPr>
            <a:spLocks noGrp="1" noChangeArrowheads="1"/>
          </p:cNvSpPr>
          <p:nvPr>
            <p:ph type="body" idx="1"/>
          </p:nvPr>
        </p:nvSpPr>
        <p:spPr bwMode="auto">
          <a:noFill/>
        </p:spPr>
        <p:txBody>
          <a:bodyPr wrap="square" numCol="1" anchor="t" anchorCtr="0" compatLnSpc="1">
            <a:prstTxWarp prst="textNoShape">
              <a:avLst/>
            </a:prstTxWarp>
          </a:bodyPr>
          <a:lstStyle/>
          <a:p>
            <a:endParaRPr lang="es-PE" dirty="0"/>
          </a:p>
        </p:txBody>
      </p:sp>
    </p:spTree>
    <p:extLst>
      <p:ext uri="{BB962C8B-B14F-4D97-AF65-F5344CB8AC3E}">
        <p14:creationId xmlns:p14="http://schemas.microsoft.com/office/powerpoint/2010/main" val="27111859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p:spPr>
      </p:sp>
      <p:sp>
        <p:nvSpPr>
          <p:cNvPr id="40963" name="Rectangle 3"/>
          <p:cNvSpPr>
            <a:spLocks noGrp="1" noChangeArrowheads="1"/>
          </p:cNvSpPr>
          <p:nvPr>
            <p:ph type="body" idx="1"/>
          </p:nvPr>
        </p:nvSpPr>
        <p:spPr bwMode="auto">
          <a:noFill/>
        </p:spPr>
        <p:txBody>
          <a:bodyPr wrap="square" numCol="1" anchor="t" anchorCtr="0" compatLnSpc="1">
            <a:prstTxWarp prst="textNoShape">
              <a:avLst/>
            </a:prstTxWarp>
          </a:bodyPr>
          <a:lstStyle/>
          <a:p>
            <a:endParaRPr lang="es-PE" dirty="0"/>
          </a:p>
        </p:txBody>
      </p:sp>
    </p:spTree>
    <p:extLst>
      <p:ext uri="{BB962C8B-B14F-4D97-AF65-F5344CB8AC3E}">
        <p14:creationId xmlns:p14="http://schemas.microsoft.com/office/powerpoint/2010/main" val="26626408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1 Marcador de imagen de diapositiva"/>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43011" name="2 Marcador de notas"/>
          <p:cNvSpPr>
            <a:spLocks noGrp="1"/>
          </p:cNvSpPr>
          <p:nvPr>
            <p:ph type="body" idx="1"/>
          </p:nvPr>
        </p:nvSpPr>
        <p:spPr bwMode="auto">
          <a:noFill/>
        </p:spPr>
        <p:txBody>
          <a:bodyPr wrap="square" numCol="1" anchor="t" anchorCtr="0" compatLnSpc="1">
            <a:prstTxWarp prst="textNoShape">
              <a:avLst/>
            </a:prstTxWarp>
          </a:bodyPr>
          <a:lstStyle/>
          <a:p>
            <a:endParaRPr lang="es-PE" dirty="0"/>
          </a:p>
        </p:txBody>
      </p:sp>
    </p:spTree>
    <p:extLst>
      <p:ext uri="{BB962C8B-B14F-4D97-AF65-F5344CB8AC3E}">
        <p14:creationId xmlns:p14="http://schemas.microsoft.com/office/powerpoint/2010/main" val="5809270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ChangeArrowheads="1"/>
          </p:cNvSpPr>
          <p:nvPr/>
        </p:nvSpPr>
        <p:spPr bwMode="auto">
          <a:xfrm>
            <a:off x="3886200" y="-3175"/>
            <a:ext cx="2971800" cy="458788"/>
          </a:xfrm>
          <a:prstGeom prst="rect">
            <a:avLst/>
          </a:prstGeom>
          <a:noFill/>
          <a:ln w="9525">
            <a:noFill/>
            <a:miter lim="800000"/>
            <a:headEnd/>
            <a:tailEnd/>
          </a:ln>
        </p:spPr>
        <p:txBody>
          <a:bodyPr wrap="none" anchor="ctr"/>
          <a:lstStyle/>
          <a:p>
            <a:endParaRPr lang="es-PE" dirty="0"/>
          </a:p>
        </p:txBody>
      </p:sp>
      <p:sp>
        <p:nvSpPr>
          <p:cNvPr id="44035" name="Rectangle 3"/>
          <p:cNvSpPr>
            <a:spLocks noChangeArrowheads="1"/>
          </p:cNvSpPr>
          <p:nvPr/>
        </p:nvSpPr>
        <p:spPr bwMode="auto">
          <a:xfrm>
            <a:off x="3886200" y="8685213"/>
            <a:ext cx="2971800" cy="460375"/>
          </a:xfrm>
          <a:prstGeom prst="rect">
            <a:avLst/>
          </a:prstGeom>
          <a:noFill/>
          <a:ln w="9525">
            <a:noFill/>
            <a:miter lim="800000"/>
            <a:headEnd/>
            <a:tailEnd/>
          </a:ln>
        </p:spPr>
        <p:txBody>
          <a:bodyPr lIns="19050" tIns="0" rIns="19050" bIns="0" anchor="b"/>
          <a:lstStyle/>
          <a:p>
            <a:pPr algn="r" defTabSz="762000"/>
            <a:r>
              <a:rPr lang="es-ES_tradnl" sz="1000" i="1" dirty="0"/>
              <a:t>1</a:t>
            </a:r>
          </a:p>
        </p:txBody>
      </p:sp>
      <p:sp>
        <p:nvSpPr>
          <p:cNvPr id="44036" name="Rectangle 4"/>
          <p:cNvSpPr>
            <a:spLocks noChangeArrowheads="1"/>
          </p:cNvSpPr>
          <p:nvPr/>
        </p:nvSpPr>
        <p:spPr bwMode="auto">
          <a:xfrm>
            <a:off x="0" y="8685213"/>
            <a:ext cx="2971800" cy="460375"/>
          </a:xfrm>
          <a:prstGeom prst="rect">
            <a:avLst/>
          </a:prstGeom>
          <a:noFill/>
          <a:ln w="9525">
            <a:noFill/>
            <a:miter lim="800000"/>
            <a:headEnd/>
            <a:tailEnd/>
          </a:ln>
        </p:spPr>
        <p:txBody>
          <a:bodyPr wrap="none" anchor="ctr"/>
          <a:lstStyle/>
          <a:p>
            <a:endParaRPr lang="es-PE" dirty="0"/>
          </a:p>
        </p:txBody>
      </p:sp>
      <p:sp>
        <p:nvSpPr>
          <p:cNvPr id="44037" name="Rectangle 5"/>
          <p:cNvSpPr>
            <a:spLocks noChangeArrowheads="1"/>
          </p:cNvSpPr>
          <p:nvPr/>
        </p:nvSpPr>
        <p:spPr bwMode="auto">
          <a:xfrm>
            <a:off x="0" y="-3175"/>
            <a:ext cx="2971800" cy="458788"/>
          </a:xfrm>
          <a:prstGeom prst="rect">
            <a:avLst/>
          </a:prstGeom>
          <a:noFill/>
          <a:ln w="9525">
            <a:noFill/>
            <a:miter lim="800000"/>
            <a:headEnd/>
            <a:tailEnd/>
          </a:ln>
        </p:spPr>
        <p:txBody>
          <a:bodyPr wrap="none" anchor="ctr"/>
          <a:lstStyle/>
          <a:p>
            <a:endParaRPr lang="es-PE" dirty="0"/>
          </a:p>
        </p:txBody>
      </p:sp>
      <p:sp>
        <p:nvSpPr>
          <p:cNvPr id="44038" name="Rectangle 6"/>
          <p:cNvSpPr>
            <a:spLocks noGrp="1" noRot="1" noChangeAspect="1" noChangeArrowheads="1" noTextEdit="1"/>
          </p:cNvSpPr>
          <p:nvPr>
            <p:ph type="sldImg"/>
          </p:nvPr>
        </p:nvSpPr>
        <p:spPr bwMode="auto">
          <a:xfrm>
            <a:off x="592138" y="804863"/>
            <a:ext cx="5673725" cy="3192462"/>
          </a:xfrm>
          <a:noFill/>
          <a:ln cap="flat">
            <a:solidFill>
              <a:schemeClr val="tx1"/>
            </a:solidFill>
            <a:miter lim="800000"/>
            <a:headEnd/>
            <a:tailEnd/>
          </a:ln>
        </p:spPr>
      </p:sp>
      <p:sp>
        <p:nvSpPr>
          <p:cNvPr id="44039" name="Rectangle 7"/>
          <p:cNvSpPr>
            <a:spLocks noGrp="1" noChangeArrowheads="1"/>
          </p:cNvSpPr>
          <p:nvPr>
            <p:ph type="body" idx="1"/>
          </p:nvPr>
        </p:nvSpPr>
        <p:spPr bwMode="auto">
          <a:xfrm>
            <a:off x="912813" y="4559300"/>
            <a:ext cx="5032375" cy="23813"/>
          </a:xfrm>
          <a:noFill/>
        </p:spPr>
        <p:txBody>
          <a:bodyPr wrap="square" lIns="92075" tIns="46038" rIns="92075" bIns="46038" numCol="1" anchor="t" anchorCtr="0" compatLnSpc="1">
            <a:prstTxWarp prst="textNoShape">
              <a:avLst/>
            </a:prstTxWarp>
            <a:normAutofit fontScale="25000" lnSpcReduction="20000"/>
          </a:bodyPr>
          <a:lstStyle/>
          <a:p>
            <a:endParaRPr lang="es-PE" dirty="0"/>
          </a:p>
        </p:txBody>
      </p:sp>
    </p:spTree>
    <p:extLst>
      <p:ext uri="{BB962C8B-B14F-4D97-AF65-F5344CB8AC3E}">
        <p14:creationId xmlns:p14="http://schemas.microsoft.com/office/powerpoint/2010/main" val="42029055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1 Marcador de imagen de diapositiva"/>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45059" name="2 Marcador de notas"/>
          <p:cNvSpPr>
            <a:spLocks noGrp="1"/>
          </p:cNvSpPr>
          <p:nvPr>
            <p:ph type="body" idx="1"/>
          </p:nvPr>
        </p:nvSpPr>
        <p:spPr bwMode="auto">
          <a:noFill/>
        </p:spPr>
        <p:txBody>
          <a:bodyPr wrap="square" numCol="1" anchor="t" anchorCtr="0" compatLnSpc="1">
            <a:prstTxWarp prst="textNoShape">
              <a:avLst/>
            </a:prstTxWarp>
          </a:bodyPr>
          <a:lstStyle/>
          <a:p>
            <a:endParaRPr lang="es-PE" dirty="0"/>
          </a:p>
        </p:txBody>
      </p:sp>
    </p:spTree>
    <p:extLst>
      <p:ext uri="{BB962C8B-B14F-4D97-AF65-F5344CB8AC3E}">
        <p14:creationId xmlns:p14="http://schemas.microsoft.com/office/powerpoint/2010/main" val="36212833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1 Marcador de imagen de diapositiva"/>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46083" name="2 Marcador de notas"/>
          <p:cNvSpPr>
            <a:spLocks noGrp="1"/>
          </p:cNvSpPr>
          <p:nvPr>
            <p:ph type="body" idx="1"/>
          </p:nvPr>
        </p:nvSpPr>
        <p:spPr bwMode="auto">
          <a:noFill/>
        </p:spPr>
        <p:txBody>
          <a:bodyPr wrap="square" numCol="1" anchor="t" anchorCtr="0" compatLnSpc="1">
            <a:prstTxWarp prst="textNoShape">
              <a:avLst/>
            </a:prstTxWarp>
          </a:bodyPr>
          <a:lstStyle/>
          <a:p>
            <a:endParaRPr lang="es-PE" dirty="0"/>
          </a:p>
        </p:txBody>
      </p:sp>
    </p:spTree>
    <p:extLst>
      <p:ext uri="{BB962C8B-B14F-4D97-AF65-F5344CB8AC3E}">
        <p14:creationId xmlns:p14="http://schemas.microsoft.com/office/powerpoint/2010/main" val="42493409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p:spPr>
      </p:sp>
      <p:sp>
        <p:nvSpPr>
          <p:cNvPr id="40963" name="Rectangle 3"/>
          <p:cNvSpPr>
            <a:spLocks noGrp="1" noChangeArrowheads="1"/>
          </p:cNvSpPr>
          <p:nvPr>
            <p:ph type="body" idx="1"/>
          </p:nvPr>
        </p:nvSpPr>
        <p:spPr bwMode="auto">
          <a:noFill/>
        </p:spPr>
        <p:txBody>
          <a:bodyPr wrap="square" numCol="1" anchor="t" anchorCtr="0" compatLnSpc="1">
            <a:prstTxWarp prst="textNoShape">
              <a:avLst/>
            </a:prstTxWarp>
          </a:bodyPr>
          <a:lstStyle/>
          <a:p>
            <a:endParaRPr lang="es-PE" dirty="0"/>
          </a:p>
        </p:txBody>
      </p:sp>
    </p:spTree>
    <p:extLst>
      <p:ext uri="{BB962C8B-B14F-4D97-AF65-F5344CB8AC3E}">
        <p14:creationId xmlns:p14="http://schemas.microsoft.com/office/powerpoint/2010/main" val="27111859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bwMode="auto">
          <a:xfrm>
            <a:off x="592138" y="804863"/>
            <a:ext cx="5673725" cy="3192462"/>
          </a:xfrm>
          <a:noFill/>
          <a:ln>
            <a:solidFill>
              <a:srgbClr val="000000"/>
            </a:solidFill>
            <a:miter lim="800000"/>
            <a:headEnd/>
            <a:tailEnd/>
          </a:ln>
        </p:spPr>
      </p:sp>
      <p:sp>
        <p:nvSpPr>
          <p:cNvPr id="49155" name="Rectangle 3"/>
          <p:cNvSpPr>
            <a:spLocks noGrp="1" noChangeArrowheads="1"/>
          </p:cNvSpPr>
          <p:nvPr>
            <p:ph type="body" idx="1"/>
          </p:nvPr>
        </p:nvSpPr>
        <p:spPr bwMode="auto">
          <a:xfrm>
            <a:off x="912813" y="4344988"/>
            <a:ext cx="5032375" cy="3849687"/>
          </a:xfrm>
          <a:noFill/>
        </p:spPr>
        <p:txBody>
          <a:bodyPr wrap="square" numCol="1" anchor="t" anchorCtr="0" compatLnSpc="1">
            <a:prstTxWarp prst="textNoShape">
              <a:avLst/>
            </a:prstTxWarp>
          </a:bodyPr>
          <a:lstStyle/>
          <a:p>
            <a:endParaRPr lang="es-PE" dirty="0"/>
          </a:p>
        </p:txBody>
      </p:sp>
    </p:spTree>
    <p:extLst>
      <p:ext uri="{BB962C8B-B14F-4D97-AF65-F5344CB8AC3E}">
        <p14:creationId xmlns:p14="http://schemas.microsoft.com/office/powerpoint/2010/main" val="381728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35ed75ccf_0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35ed75ccf_0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2D3609C8-4C48-4CA4-B361-E6EE8F9F0DEE}" type="slidenum">
              <a:rPr lang="es-ES_tradnl" altLang="es-PE"/>
              <a:pPr/>
              <a:t>24</a:t>
            </a:fld>
            <a:endParaRPr lang="es-ES_tradnl" altLang="es-PE" dirty="0"/>
          </a:p>
        </p:txBody>
      </p:sp>
      <p:sp>
        <p:nvSpPr>
          <p:cNvPr id="1433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4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s-PE" altLang="es-PE" dirty="0"/>
          </a:p>
        </p:txBody>
      </p:sp>
    </p:spTree>
    <p:extLst>
      <p:ext uri="{BB962C8B-B14F-4D97-AF65-F5344CB8AC3E}">
        <p14:creationId xmlns:p14="http://schemas.microsoft.com/office/powerpoint/2010/main" val="6895262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1 Marcador de imagen de diapositiva"/>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52227" name="2 Marcador de notas"/>
          <p:cNvSpPr>
            <a:spLocks noGrp="1"/>
          </p:cNvSpPr>
          <p:nvPr>
            <p:ph type="body" idx="1"/>
          </p:nvPr>
        </p:nvSpPr>
        <p:spPr bwMode="auto">
          <a:noFill/>
        </p:spPr>
        <p:txBody>
          <a:bodyPr wrap="square" numCol="1" anchor="t" anchorCtr="0" compatLnSpc="1">
            <a:prstTxWarp prst="textNoShape">
              <a:avLst/>
            </a:prstTxWarp>
          </a:bodyPr>
          <a:lstStyle/>
          <a:p>
            <a:endParaRPr lang="es-PE" dirty="0"/>
          </a:p>
        </p:txBody>
      </p:sp>
    </p:spTree>
    <p:extLst>
      <p:ext uri="{BB962C8B-B14F-4D97-AF65-F5344CB8AC3E}">
        <p14:creationId xmlns:p14="http://schemas.microsoft.com/office/powerpoint/2010/main" val="34594951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1 Marcador de imagen de diapositiva"/>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52227" name="2 Marcador de notas"/>
          <p:cNvSpPr>
            <a:spLocks noGrp="1"/>
          </p:cNvSpPr>
          <p:nvPr>
            <p:ph type="body" idx="1"/>
          </p:nvPr>
        </p:nvSpPr>
        <p:spPr bwMode="auto">
          <a:noFill/>
        </p:spPr>
        <p:txBody>
          <a:bodyPr wrap="square" numCol="1" anchor="t" anchorCtr="0" compatLnSpc="1">
            <a:prstTxWarp prst="textNoShape">
              <a:avLst/>
            </a:prstTxWarp>
          </a:bodyPr>
          <a:lstStyle/>
          <a:p>
            <a:endParaRPr lang="es-PE" dirty="0"/>
          </a:p>
        </p:txBody>
      </p:sp>
    </p:spTree>
    <p:extLst>
      <p:ext uri="{BB962C8B-B14F-4D97-AF65-F5344CB8AC3E}">
        <p14:creationId xmlns:p14="http://schemas.microsoft.com/office/powerpoint/2010/main" val="34299222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bwMode="auto">
          <a:xfrm>
            <a:off x="592138" y="804863"/>
            <a:ext cx="5673725" cy="3192462"/>
          </a:xfrm>
          <a:noFill/>
          <a:ln>
            <a:solidFill>
              <a:srgbClr val="000000"/>
            </a:solidFill>
            <a:miter lim="800000"/>
            <a:headEnd/>
            <a:tailEnd/>
          </a:ln>
        </p:spPr>
      </p:sp>
      <p:sp>
        <p:nvSpPr>
          <p:cNvPr id="53251" name="Rectangle 3"/>
          <p:cNvSpPr>
            <a:spLocks noGrp="1" noChangeArrowheads="1"/>
          </p:cNvSpPr>
          <p:nvPr>
            <p:ph type="body" idx="1"/>
          </p:nvPr>
        </p:nvSpPr>
        <p:spPr bwMode="auto">
          <a:xfrm>
            <a:off x="912813" y="4344988"/>
            <a:ext cx="5032375" cy="3849687"/>
          </a:xfrm>
          <a:noFill/>
        </p:spPr>
        <p:txBody>
          <a:bodyPr wrap="square" numCol="1" anchor="t" anchorCtr="0" compatLnSpc="1">
            <a:prstTxWarp prst="textNoShape">
              <a:avLst/>
            </a:prstTxWarp>
          </a:bodyPr>
          <a:lstStyle/>
          <a:p>
            <a:endParaRPr lang="es-PE" dirty="0"/>
          </a:p>
        </p:txBody>
      </p:sp>
    </p:spTree>
    <p:extLst>
      <p:ext uri="{BB962C8B-B14F-4D97-AF65-F5344CB8AC3E}">
        <p14:creationId xmlns:p14="http://schemas.microsoft.com/office/powerpoint/2010/main" val="6499788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1 Marcador de imagen de diapositiva"/>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54275" name="2 Marcador de notas"/>
          <p:cNvSpPr>
            <a:spLocks noGrp="1"/>
          </p:cNvSpPr>
          <p:nvPr>
            <p:ph type="body" idx="1"/>
          </p:nvPr>
        </p:nvSpPr>
        <p:spPr bwMode="auto">
          <a:noFill/>
        </p:spPr>
        <p:txBody>
          <a:bodyPr wrap="square" numCol="1" anchor="t" anchorCtr="0" compatLnSpc="1">
            <a:prstTxWarp prst="textNoShape">
              <a:avLst/>
            </a:prstTxWarp>
          </a:bodyPr>
          <a:lstStyle/>
          <a:p>
            <a:endParaRPr lang="es-PE" dirty="0"/>
          </a:p>
        </p:txBody>
      </p:sp>
    </p:spTree>
    <p:extLst>
      <p:ext uri="{BB962C8B-B14F-4D97-AF65-F5344CB8AC3E}">
        <p14:creationId xmlns:p14="http://schemas.microsoft.com/office/powerpoint/2010/main" val="19810795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1 Marcador de imagen de diapositiva"/>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55299" name="2 Marcador de notas"/>
          <p:cNvSpPr>
            <a:spLocks noGrp="1"/>
          </p:cNvSpPr>
          <p:nvPr>
            <p:ph type="body" idx="1"/>
          </p:nvPr>
        </p:nvSpPr>
        <p:spPr bwMode="auto">
          <a:noFill/>
        </p:spPr>
        <p:txBody>
          <a:bodyPr wrap="square" numCol="1" anchor="t" anchorCtr="0" compatLnSpc="1">
            <a:prstTxWarp prst="textNoShape">
              <a:avLst/>
            </a:prstTxWarp>
          </a:bodyPr>
          <a:lstStyle/>
          <a:p>
            <a:endParaRPr lang="es-PE" dirty="0"/>
          </a:p>
        </p:txBody>
      </p:sp>
    </p:spTree>
    <p:extLst>
      <p:ext uri="{BB962C8B-B14F-4D97-AF65-F5344CB8AC3E}">
        <p14:creationId xmlns:p14="http://schemas.microsoft.com/office/powerpoint/2010/main" val="29406684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5"/>
          <p:cNvSpPr>
            <a:spLocks noGrp="1" noChangeArrowheads="1"/>
          </p:cNvSpPr>
          <p:nvPr>
            <p:ph type="sldNum" sz="quarter" idx="5"/>
          </p:nvPr>
        </p:nvSpPr>
        <p:spPr bwMode="auto">
          <a:noFill/>
          <a:ln>
            <a:miter lim="800000"/>
            <a:headEnd/>
            <a:tailEnd/>
          </a:ln>
        </p:spPr>
        <p:txBody>
          <a:bodyPr wrap="square" lIns="92921" tIns="46461" rIns="92921" bIns="46461" numCol="1" anchorCtr="0" compatLnSpc="1">
            <a:prstTxWarp prst="textNoShape">
              <a:avLst/>
            </a:prstTxWarp>
          </a:bodyPr>
          <a:lstStyle/>
          <a:p>
            <a:fld id="{B072661B-4AAC-4426-AC4B-D229E8413887}" type="slidenum">
              <a:rPr lang="es-ES_tradnl" smtClean="0">
                <a:latin typeface="Arial" charset="0"/>
              </a:rPr>
              <a:pPr/>
              <a:t>31</a:t>
            </a:fld>
            <a:endParaRPr lang="es-ES_tradnl" dirty="0">
              <a:latin typeface="Arial" charset="0"/>
            </a:endParaRPr>
          </a:p>
        </p:txBody>
      </p:sp>
      <p:sp>
        <p:nvSpPr>
          <p:cNvPr id="46083" name="Rectangle 2"/>
          <p:cNvSpPr>
            <a:spLocks noGrp="1" noRot="1" noChangeAspect="1" noChangeArrowheads="1" noTextEdit="1"/>
          </p:cNvSpPr>
          <p:nvPr>
            <p:ph type="sldImg"/>
          </p:nvPr>
        </p:nvSpPr>
        <p:spPr bwMode="auto">
          <a:xfrm>
            <a:off x="581025" y="796925"/>
            <a:ext cx="5695950" cy="3205163"/>
          </a:xfrm>
          <a:noFill/>
          <a:ln cap="flat">
            <a:solidFill>
              <a:srgbClr val="000000"/>
            </a:solidFill>
            <a:miter lim="800000"/>
            <a:headEnd/>
            <a:tailEnd/>
          </a:ln>
        </p:spPr>
      </p:sp>
      <p:sp>
        <p:nvSpPr>
          <p:cNvPr id="46084" name="Rectangle 3"/>
          <p:cNvSpPr>
            <a:spLocks noGrp="1" noChangeArrowheads="1"/>
          </p:cNvSpPr>
          <p:nvPr>
            <p:ph type="body" idx="1"/>
          </p:nvPr>
        </p:nvSpPr>
        <p:spPr bwMode="auto">
          <a:noFill/>
        </p:spPr>
        <p:txBody>
          <a:bodyPr wrap="square" numCol="1" anchor="t" anchorCtr="0" compatLnSpc="1">
            <a:prstTxWarp prst="textNoShape">
              <a:avLst/>
            </a:prstTxWarp>
          </a:bodyPr>
          <a:lstStyle/>
          <a:p>
            <a:endParaRPr lang="es-PE" dirty="0"/>
          </a:p>
        </p:txBody>
      </p:sp>
    </p:spTree>
    <p:extLst>
      <p:ext uri="{BB962C8B-B14F-4D97-AF65-F5344CB8AC3E}">
        <p14:creationId xmlns:p14="http://schemas.microsoft.com/office/powerpoint/2010/main" val="28585479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eaLnBrk="0" hangingPunct="0">
              <a:defRPr>
                <a:solidFill>
                  <a:schemeClr val="tx1"/>
                </a:solidFill>
                <a:latin typeface="Arial" panose="020B0604020202020204" pitchFamily="34" charset="0"/>
              </a:defRPr>
            </a:lvl1pPr>
            <a:lvl2pPr marL="727868" indent="-279949" eaLnBrk="0" hangingPunct="0">
              <a:defRPr>
                <a:solidFill>
                  <a:schemeClr val="tx1"/>
                </a:solidFill>
                <a:latin typeface="Arial" panose="020B0604020202020204" pitchFamily="34" charset="0"/>
              </a:defRPr>
            </a:lvl2pPr>
            <a:lvl3pPr marL="1119797" indent="-223959" eaLnBrk="0" hangingPunct="0">
              <a:defRPr>
                <a:solidFill>
                  <a:schemeClr val="tx1"/>
                </a:solidFill>
                <a:latin typeface="Arial" panose="020B0604020202020204" pitchFamily="34" charset="0"/>
              </a:defRPr>
            </a:lvl3pPr>
            <a:lvl4pPr marL="1567716" indent="-223959" eaLnBrk="0" hangingPunct="0">
              <a:defRPr>
                <a:solidFill>
                  <a:schemeClr val="tx1"/>
                </a:solidFill>
                <a:latin typeface="Arial" panose="020B0604020202020204" pitchFamily="34" charset="0"/>
              </a:defRPr>
            </a:lvl4pPr>
            <a:lvl5pPr marL="2015635" indent="-223959" eaLnBrk="0" hangingPunct="0">
              <a:defRPr>
                <a:solidFill>
                  <a:schemeClr val="tx1"/>
                </a:solidFill>
                <a:latin typeface="Arial" panose="020B0604020202020204" pitchFamily="34" charset="0"/>
              </a:defRPr>
            </a:lvl5pPr>
            <a:lvl6pPr marL="2463554" indent="-223959" eaLnBrk="0" fontAlgn="base" hangingPunct="0">
              <a:spcBef>
                <a:spcPct val="0"/>
              </a:spcBef>
              <a:spcAft>
                <a:spcPct val="0"/>
              </a:spcAft>
              <a:defRPr>
                <a:solidFill>
                  <a:schemeClr val="tx1"/>
                </a:solidFill>
                <a:latin typeface="Arial" panose="020B0604020202020204" pitchFamily="34" charset="0"/>
              </a:defRPr>
            </a:lvl6pPr>
            <a:lvl7pPr marL="2911472" indent="-223959" eaLnBrk="0" fontAlgn="base" hangingPunct="0">
              <a:spcBef>
                <a:spcPct val="0"/>
              </a:spcBef>
              <a:spcAft>
                <a:spcPct val="0"/>
              </a:spcAft>
              <a:defRPr>
                <a:solidFill>
                  <a:schemeClr val="tx1"/>
                </a:solidFill>
                <a:latin typeface="Arial" panose="020B0604020202020204" pitchFamily="34" charset="0"/>
              </a:defRPr>
            </a:lvl7pPr>
            <a:lvl8pPr marL="3359391" indent="-223959" eaLnBrk="0" fontAlgn="base" hangingPunct="0">
              <a:spcBef>
                <a:spcPct val="0"/>
              </a:spcBef>
              <a:spcAft>
                <a:spcPct val="0"/>
              </a:spcAft>
              <a:defRPr>
                <a:solidFill>
                  <a:schemeClr val="tx1"/>
                </a:solidFill>
                <a:latin typeface="Arial" panose="020B0604020202020204" pitchFamily="34" charset="0"/>
              </a:defRPr>
            </a:lvl8pPr>
            <a:lvl9pPr marL="3807310" indent="-223959" eaLnBrk="0" fontAlgn="base" hangingPunct="0">
              <a:spcBef>
                <a:spcPct val="0"/>
              </a:spcBef>
              <a:spcAft>
                <a:spcPct val="0"/>
              </a:spcAft>
              <a:defRPr>
                <a:solidFill>
                  <a:schemeClr val="tx1"/>
                </a:solidFill>
                <a:latin typeface="Arial" panose="020B0604020202020204" pitchFamily="34" charset="0"/>
              </a:defRPr>
            </a:lvl9pPr>
          </a:lstStyle>
          <a:p>
            <a:fld id="{EF0706D0-B86D-4056-9A2E-D24FFA1DB79D}" type="slidenum">
              <a:rPr lang="es-ES_tradnl" altLang="es-ES">
                <a:latin typeface="Times New Roman" panose="02020603050405020304" pitchFamily="18" charset="0"/>
              </a:rPr>
              <a:pPr/>
              <a:t>33</a:t>
            </a:fld>
            <a:endParaRPr lang="es-ES_tradnl" altLang="es-ES">
              <a:latin typeface="Times New Roman" panose="02020603050405020304" pitchFamily="18" charset="0"/>
            </a:endParaRPr>
          </a:p>
        </p:txBody>
      </p:sp>
      <p:sp>
        <p:nvSpPr>
          <p:cNvPr id="87043" name="Rectangle 2"/>
          <p:cNvSpPr>
            <a:spLocks noGrp="1" noRot="1" noChangeAspect="1" noChangeArrowheads="1" noTextEdit="1"/>
          </p:cNvSpPr>
          <p:nvPr>
            <p:ph type="sldImg"/>
          </p:nvPr>
        </p:nvSpPr>
        <p:spPr>
          <a:xfrm>
            <a:off x="395288" y="692150"/>
            <a:ext cx="6070600" cy="3416300"/>
          </a:xfrm>
          <a:ln w="12700" cap="flat">
            <a:solidFill>
              <a:schemeClr val="tx1"/>
            </a:solidFill>
          </a:ln>
        </p:spPr>
      </p:sp>
      <p:sp>
        <p:nvSpPr>
          <p:cNvPr id="87044"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lIns="90206" tIns="45103" rIns="90206" bIns="45103"/>
          <a:lstStyle/>
          <a:p>
            <a:pPr eaLnBrk="1" hangingPunct="1"/>
            <a:endParaRPr lang="es-ES" altLang="es-ES"/>
          </a:p>
        </p:txBody>
      </p:sp>
    </p:spTree>
    <p:extLst>
      <p:ext uri="{BB962C8B-B14F-4D97-AF65-F5344CB8AC3E}">
        <p14:creationId xmlns:p14="http://schemas.microsoft.com/office/powerpoint/2010/main" val="26516350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eaLnBrk="0" hangingPunct="0">
              <a:defRPr>
                <a:solidFill>
                  <a:schemeClr val="tx1"/>
                </a:solidFill>
                <a:latin typeface="Arial" panose="020B0604020202020204" pitchFamily="34" charset="0"/>
              </a:defRPr>
            </a:lvl1pPr>
            <a:lvl2pPr marL="727868" indent="-279949" eaLnBrk="0" hangingPunct="0">
              <a:defRPr>
                <a:solidFill>
                  <a:schemeClr val="tx1"/>
                </a:solidFill>
                <a:latin typeface="Arial" panose="020B0604020202020204" pitchFamily="34" charset="0"/>
              </a:defRPr>
            </a:lvl2pPr>
            <a:lvl3pPr marL="1119797" indent="-223959" eaLnBrk="0" hangingPunct="0">
              <a:defRPr>
                <a:solidFill>
                  <a:schemeClr val="tx1"/>
                </a:solidFill>
                <a:latin typeface="Arial" panose="020B0604020202020204" pitchFamily="34" charset="0"/>
              </a:defRPr>
            </a:lvl3pPr>
            <a:lvl4pPr marL="1567716" indent="-223959" eaLnBrk="0" hangingPunct="0">
              <a:defRPr>
                <a:solidFill>
                  <a:schemeClr val="tx1"/>
                </a:solidFill>
                <a:latin typeface="Arial" panose="020B0604020202020204" pitchFamily="34" charset="0"/>
              </a:defRPr>
            </a:lvl4pPr>
            <a:lvl5pPr marL="2015635" indent="-223959" eaLnBrk="0" hangingPunct="0">
              <a:defRPr>
                <a:solidFill>
                  <a:schemeClr val="tx1"/>
                </a:solidFill>
                <a:latin typeface="Arial" panose="020B0604020202020204" pitchFamily="34" charset="0"/>
              </a:defRPr>
            </a:lvl5pPr>
            <a:lvl6pPr marL="2463554" indent="-223959" eaLnBrk="0" fontAlgn="base" hangingPunct="0">
              <a:spcBef>
                <a:spcPct val="0"/>
              </a:spcBef>
              <a:spcAft>
                <a:spcPct val="0"/>
              </a:spcAft>
              <a:defRPr>
                <a:solidFill>
                  <a:schemeClr val="tx1"/>
                </a:solidFill>
                <a:latin typeface="Arial" panose="020B0604020202020204" pitchFamily="34" charset="0"/>
              </a:defRPr>
            </a:lvl6pPr>
            <a:lvl7pPr marL="2911472" indent="-223959" eaLnBrk="0" fontAlgn="base" hangingPunct="0">
              <a:spcBef>
                <a:spcPct val="0"/>
              </a:spcBef>
              <a:spcAft>
                <a:spcPct val="0"/>
              </a:spcAft>
              <a:defRPr>
                <a:solidFill>
                  <a:schemeClr val="tx1"/>
                </a:solidFill>
                <a:latin typeface="Arial" panose="020B0604020202020204" pitchFamily="34" charset="0"/>
              </a:defRPr>
            </a:lvl7pPr>
            <a:lvl8pPr marL="3359391" indent="-223959" eaLnBrk="0" fontAlgn="base" hangingPunct="0">
              <a:spcBef>
                <a:spcPct val="0"/>
              </a:spcBef>
              <a:spcAft>
                <a:spcPct val="0"/>
              </a:spcAft>
              <a:defRPr>
                <a:solidFill>
                  <a:schemeClr val="tx1"/>
                </a:solidFill>
                <a:latin typeface="Arial" panose="020B0604020202020204" pitchFamily="34" charset="0"/>
              </a:defRPr>
            </a:lvl8pPr>
            <a:lvl9pPr marL="3807310" indent="-223959" eaLnBrk="0" fontAlgn="base" hangingPunct="0">
              <a:spcBef>
                <a:spcPct val="0"/>
              </a:spcBef>
              <a:spcAft>
                <a:spcPct val="0"/>
              </a:spcAft>
              <a:defRPr>
                <a:solidFill>
                  <a:schemeClr val="tx1"/>
                </a:solidFill>
                <a:latin typeface="Arial" panose="020B0604020202020204" pitchFamily="34" charset="0"/>
              </a:defRPr>
            </a:lvl9pPr>
          </a:lstStyle>
          <a:p>
            <a:fld id="{4785426A-CDB2-4BEA-BD99-0DC9F1EF83B4}" type="slidenum">
              <a:rPr lang="es-ES" altLang="es-ES">
                <a:latin typeface="Times New Roman" panose="02020603050405020304" pitchFamily="18" charset="0"/>
              </a:rPr>
              <a:pPr/>
              <a:t>34</a:t>
            </a:fld>
            <a:endParaRPr lang="es-ES" altLang="es-ES">
              <a:latin typeface="Times New Roman" panose="02020603050405020304" pitchFamily="18" charset="0"/>
            </a:endParaRPr>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endParaRPr lang="es-ES" altLang="es-ES"/>
          </a:p>
        </p:txBody>
      </p:sp>
    </p:spTree>
    <p:extLst>
      <p:ext uri="{BB962C8B-B14F-4D97-AF65-F5344CB8AC3E}">
        <p14:creationId xmlns:p14="http://schemas.microsoft.com/office/powerpoint/2010/main" val="413719861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eaLnBrk="0" hangingPunct="0">
              <a:defRPr>
                <a:solidFill>
                  <a:schemeClr val="tx1"/>
                </a:solidFill>
                <a:latin typeface="Arial" panose="020B0604020202020204" pitchFamily="34" charset="0"/>
              </a:defRPr>
            </a:lvl1pPr>
            <a:lvl2pPr marL="727868" indent="-279949" eaLnBrk="0" hangingPunct="0">
              <a:defRPr>
                <a:solidFill>
                  <a:schemeClr val="tx1"/>
                </a:solidFill>
                <a:latin typeface="Arial" panose="020B0604020202020204" pitchFamily="34" charset="0"/>
              </a:defRPr>
            </a:lvl2pPr>
            <a:lvl3pPr marL="1119797" indent="-223959" eaLnBrk="0" hangingPunct="0">
              <a:defRPr>
                <a:solidFill>
                  <a:schemeClr val="tx1"/>
                </a:solidFill>
                <a:latin typeface="Arial" panose="020B0604020202020204" pitchFamily="34" charset="0"/>
              </a:defRPr>
            </a:lvl3pPr>
            <a:lvl4pPr marL="1567716" indent="-223959" eaLnBrk="0" hangingPunct="0">
              <a:defRPr>
                <a:solidFill>
                  <a:schemeClr val="tx1"/>
                </a:solidFill>
                <a:latin typeface="Arial" panose="020B0604020202020204" pitchFamily="34" charset="0"/>
              </a:defRPr>
            </a:lvl4pPr>
            <a:lvl5pPr marL="2015635" indent="-223959" eaLnBrk="0" hangingPunct="0">
              <a:defRPr>
                <a:solidFill>
                  <a:schemeClr val="tx1"/>
                </a:solidFill>
                <a:latin typeface="Arial" panose="020B0604020202020204" pitchFamily="34" charset="0"/>
              </a:defRPr>
            </a:lvl5pPr>
            <a:lvl6pPr marL="2463554" indent="-223959" eaLnBrk="0" fontAlgn="base" hangingPunct="0">
              <a:spcBef>
                <a:spcPct val="0"/>
              </a:spcBef>
              <a:spcAft>
                <a:spcPct val="0"/>
              </a:spcAft>
              <a:defRPr>
                <a:solidFill>
                  <a:schemeClr val="tx1"/>
                </a:solidFill>
                <a:latin typeface="Arial" panose="020B0604020202020204" pitchFamily="34" charset="0"/>
              </a:defRPr>
            </a:lvl6pPr>
            <a:lvl7pPr marL="2911472" indent="-223959" eaLnBrk="0" fontAlgn="base" hangingPunct="0">
              <a:spcBef>
                <a:spcPct val="0"/>
              </a:spcBef>
              <a:spcAft>
                <a:spcPct val="0"/>
              </a:spcAft>
              <a:defRPr>
                <a:solidFill>
                  <a:schemeClr val="tx1"/>
                </a:solidFill>
                <a:latin typeface="Arial" panose="020B0604020202020204" pitchFamily="34" charset="0"/>
              </a:defRPr>
            </a:lvl7pPr>
            <a:lvl8pPr marL="3359391" indent="-223959" eaLnBrk="0" fontAlgn="base" hangingPunct="0">
              <a:spcBef>
                <a:spcPct val="0"/>
              </a:spcBef>
              <a:spcAft>
                <a:spcPct val="0"/>
              </a:spcAft>
              <a:defRPr>
                <a:solidFill>
                  <a:schemeClr val="tx1"/>
                </a:solidFill>
                <a:latin typeface="Arial" panose="020B0604020202020204" pitchFamily="34" charset="0"/>
              </a:defRPr>
            </a:lvl8pPr>
            <a:lvl9pPr marL="3807310" indent="-223959" eaLnBrk="0" fontAlgn="base" hangingPunct="0">
              <a:spcBef>
                <a:spcPct val="0"/>
              </a:spcBef>
              <a:spcAft>
                <a:spcPct val="0"/>
              </a:spcAft>
              <a:defRPr>
                <a:solidFill>
                  <a:schemeClr val="tx1"/>
                </a:solidFill>
                <a:latin typeface="Arial" panose="020B0604020202020204" pitchFamily="34" charset="0"/>
              </a:defRPr>
            </a:lvl9pPr>
          </a:lstStyle>
          <a:p>
            <a:fld id="{43DFB9A1-4431-4207-82C7-9ADBEFF66EAD}" type="slidenum">
              <a:rPr lang="es-ES_tradnl" altLang="es-ES">
                <a:latin typeface="Times New Roman" panose="02020603050405020304" pitchFamily="18" charset="0"/>
              </a:rPr>
              <a:pPr/>
              <a:t>35</a:t>
            </a:fld>
            <a:endParaRPr lang="es-ES_tradnl" altLang="es-ES">
              <a:latin typeface="Times New Roman" panose="02020603050405020304" pitchFamily="18" charset="0"/>
            </a:endParaRPr>
          </a:p>
        </p:txBody>
      </p:sp>
      <p:sp>
        <p:nvSpPr>
          <p:cNvPr id="92163" name="Rectangle 2"/>
          <p:cNvSpPr>
            <a:spLocks noGrp="1" noRot="1" noChangeAspect="1" noChangeArrowheads="1" noTextEdit="1"/>
          </p:cNvSpPr>
          <p:nvPr>
            <p:ph type="sldImg"/>
          </p:nvPr>
        </p:nvSpPr>
        <p:spPr>
          <a:xfrm>
            <a:off x="395288" y="692150"/>
            <a:ext cx="6070600" cy="3416300"/>
          </a:xfrm>
          <a:ln w="12700" cap="flat">
            <a:solidFill>
              <a:schemeClr val="tx1"/>
            </a:solidFill>
          </a:ln>
        </p:spPr>
      </p:sp>
      <p:sp>
        <p:nvSpPr>
          <p:cNvPr id="92164"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lIns="90206" tIns="45103" rIns="90206" bIns="45103"/>
          <a:lstStyle/>
          <a:p>
            <a:pPr eaLnBrk="1" hangingPunct="1"/>
            <a:endParaRPr lang="es-ES" altLang="es-ES"/>
          </a:p>
        </p:txBody>
      </p:sp>
    </p:spTree>
    <p:extLst>
      <p:ext uri="{BB962C8B-B14F-4D97-AF65-F5344CB8AC3E}">
        <p14:creationId xmlns:p14="http://schemas.microsoft.com/office/powerpoint/2010/main" val="290976513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eaLnBrk="0" hangingPunct="0">
              <a:defRPr>
                <a:solidFill>
                  <a:schemeClr val="tx1"/>
                </a:solidFill>
                <a:latin typeface="Arial" panose="020B0604020202020204" pitchFamily="34" charset="0"/>
              </a:defRPr>
            </a:lvl1pPr>
            <a:lvl2pPr marL="727868" indent="-279949" eaLnBrk="0" hangingPunct="0">
              <a:defRPr>
                <a:solidFill>
                  <a:schemeClr val="tx1"/>
                </a:solidFill>
                <a:latin typeface="Arial" panose="020B0604020202020204" pitchFamily="34" charset="0"/>
              </a:defRPr>
            </a:lvl2pPr>
            <a:lvl3pPr marL="1119797" indent="-223959" eaLnBrk="0" hangingPunct="0">
              <a:defRPr>
                <a:solidFill>
                  <a:schemeClr val="tx1"/>
                </a:solidFill>
                <a:latin typeface="Arial" panose="020B0604020202020204" pitchFamily="34" charset="0"/>
              </a:defRPr>
            </a:lvl3pPr>
            <a:lvl4pPr marL="1567716" indent="-223959" eaLnBrk="0" hangingPunct="0">
              <a:defRPr>
                <a:solidFill>
                  <a:schemeClr val="tx1"/>
                </a:solidFill>
                <a:latin typeface="Arial" panose="020B0604020202020204" pitchFamily="34" charset="0"/>
              </a:defRPr>
            </a:lvl4pPr>
            <a:lvl5pPr marL="2015635" indent="-223959" eaLnBrk="0" hangingPunct="0">
              <a:defRPr>
                <a:solidFill>
                  <a:schemeClr val="tx1"/>
                </a:solidFill>
                <a:latin typeface="Arial" panose="020B0604020202020204" pitchFamily="34" charset="0"/>
              </a:defRPr>
            </a:lvl5pPr>
            <a:lvl6pPr marL="2463554" indent="-223959" eaLnBrk="0" fontAlgn="base" hangingPunct="0">
              <a:spcBef>
                <a:spcPct val="0"/>
              </a:spcBef>
              <a:spcAft>
                <a:spcPct val="0"/>
              </a:spcAft>
              <a:defRPr>
                <a:solidFill>
                  <a:schemeClr val="tx1"/>
                </a:solidFill>
                <a:latin typeface="Arial" panose="020B0604020202020204" pitchFamily="34" charset="0"/>
              </a:defRPr>
            </a:lvl6pPr>
            <a:lvl7pPr marL="2911472" indent="-223959" eaLnBrk="0" fontAlgn="base" hangingPunct="0">
              <a:spcBef>
                <a:spcPct val="0"/>
              </a:spcBef>
              <a:spcAft>
                <a:spcPct val="0"/>
              </a:spcAft>
              <a:defRPr>
                <a:solidFill>
                  <a:schemeClr val="tx1"/>
                </a:solidFill>
                <a:latin typeface="Arial" panose="020B0604020202020204" pitchFamily="34" charset="0"/>
              </a:defRPr>
            </a:lvl7pPr>
            <a:lvl8pPr marL="3359391" indent="-223959" eaLnBrk="0" fontAlgn="base" hangingPunct="0">
              <a:spcBef>
                <a:spcPct val="0"/>
              </a:spcBef>
              <a:spcAft>
                <a:spcPct val="0"/>
              </a:spcAft>
              <a:defRPr>
                <a:solidFill>
                  <a:schemeClr val="tx1"/>
                </a:solidFill>
                <a:latin typeface="Arial" panose="020B0604020202020204" pitchFamily="34" charset="0"/>
              </a:defRPr>
            </a:lvl8pPr>
            <a:lvl9pPr marL="3807310" indent="-223959" eaLnBrk="0" fontAlgn="base" hangingPunct="0">
              <a:spcBef>
                <a:spcPct val="0"/>
              </a:spcBef>
              <a:spcAft>
                <a:spcPct val="0"/>
              </a:spcAft>
              <a:defRPr>
                <a:solidFill>
                  <a:schemeClr val="tx1"/>
                </a:solidFill>
                <a:latin typeface="Arial" panose="020B0604020202020204" pitchFamily="34" charset="0"/>
              </a:defRPr>
            </a:lvl9pPr>
          </a:lstStyle>
          <a:p>
            <a:fld id="{B2B19829-1803-4394-BD78-AED429B7B5EC}" type="slidenum">
              <a:rPr lang="es-ES" altLang="es-ES">
                <a:latin typeface="Times New Roman" panose="02020603050405020304" pitchFamily="18" charset="0"/>
              </a:rPr>
              <a:pPr/>
              <a:t>36</a:t>
            </a:fld>
            <a:endParaRPr lang="es-ES" altLang="es-ES">
              <a:latin typeface="Times New Roman" panose="02020603050405020304" pitchFamily="18" charset="0"/>
            </a:endParaRPr>
          </a:p>
        </p:txBody>
      </p:sp>
      <p:sp>
        <p:nvSpPr>
          <p:cNvPr id="134147" name="Rectangle 2"/>
          <p:cNvSpPr>
            <a:spLocks noGrp="1" noRot="1" noChangeAspect="1" noChangeArrowheads="1" noTextEdit="1"/>
          </p:cNvSpPr>
          <p:nvPr>
            <p:ph type="sldImg"/>
          </p:nvPr>
        </p:nvSpPr>
        <p:spPr>
          <a:ln/>
        </p:spPr>
      </p:sp>
      <p:sp>
        <p:nvSpPr>
          <p:cNvPr id="134148"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endParaRPr lang="es-ES" altLang="es-ES"/>
          </a:p>
        </p:txBody>
      </p:sp>
    </p:spTree>
    <p:extLst>
      <p:ext uri="{BB962C8B-B14F-4D97-AF65-F5344CB8AC3E}">
        <p14:creationId xmlns:p14="http://schemas.microsoft.com/office/powerpoint/2010/main" val="213730061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5"/>
          <p:cNvSpPr>
            <a:spLocks noGrp="1" noChangeArrowheads="1"/>
          </p:cNvSpPr>
          <p:nvPr>
            <p:ph type="sldNum" sz="quarter" idx="5"/>
          </p:nvPr>
        </p:nvSpPr>
        <p:spPr bwMode="auto">
          <a:noFill/>
          <a:ln>
            <a:miter lim="800000"/>
            <a:headEnd/>
            <a:tailEnd/>
          </a:ln>
        </p:spPr>
        <p:txBody>
          <a:bodyPr wrap="square" lIns="92921" tIns="46461" rIns="92921" bIns="46461" numCol="1" anchorCtr="0" compatLnSpc="1">
            <a:prstTxWarp prst="textNoShape">
              <a:avLst/>
            </a:prstTxWarp>
          </a:bodyPr>
          <a:lstStyle/>
          <a:p>
            <a:fld id="{F7112256-7C58-4614-A4FF-6D177687381B}" type="slidenum">
              <a:rPr lang="es-ES_tradnl" smtClean="0">
                <a:latin typeface="Arial" charset="0"/>
              </a:rPr>
              <a:pPr/>
              <a:t>39</a:t>
            </a:fld>
            <a:endParaRPr lang="es-ES_tradnl" dirty="0">
              <a:latin typeface="Arial" charset="0"/>
            </a:endParaRPr>
          </a:p>
        </p:txBody>
      </p:sp>
      <p:sp>
        <p:nvSpPr>
          <p:cNvPr id="43011" name="Rectangle 2"/>
          <p:cNvSpPr>
            <a:spLocks noGrp="1" noRot="1" noChangeAspect="1" noChangeArrowheads="1" noTextEdit="1"/>
          </p:cNvSpPr>
          <p:nvPr>
            <p:ph type="sldImg"/>
          </p:nvPr>
        </p:nvSpPr>
        <p:spPr bwMode="auto">
          <a:xfrm>
            <a:off x="581025" y="796925"/>
            <a:ext cx="5695950" cy="3205163"/>
          </a:xfrm>
          <a:noFill/>
          <a:ln cap="flat">
            <a:solidFill>
              <a:srgbClr val="000000"/>
            </a:solidFill>
            <a:miter lim="800000"/>
            <a:headEnd/>
            <a:tailEnd/>
          </a:ln>
        </p:spPr>
      </p:sp>
      <p:sp>
        <p:nvSpPr>
          <p:cNvPr id="43012" name="Rectangle 3"/>
          <p:cNvSpPr>
            <a:spLocks noGrp="1" noChangeArrowheads="1"/>
          </p:cNvSpPr>
          <p:nvPr>
            <p:ph type="body" idx="1"/>
          </p:nvPr>
        </p:nvSpPr>
        <p:spPr bwMode="auto">
          <a:noFill/>
        </p:spPr>
        <p:txBody>
          <a:bodyPr wrap="square" numCol="1" anchor="t" anchorCtr="0" compatLnSpc="1">
            <a:prstTxWarp prst="textNoShape">
              <a:avLst/>
            </a:prstTxWarp>
          </a:bodyPr>
          <a:lstStyle/>
          <a:p>
            <a:endParaRPr lang="es-PE" dirty="0"/>
          </a:p>
        </p:txBody>
      </p:sp>
    </p:spTree>
    <p:extLst>
      <p:ext uri="{BB962C8B-B14F-4D97-AF65-F5344CB8AC3E}">
        <p14:creationId xmlns:p14="http://schemas.microsoft.com/office/powerpoint/2010/main" val="203745312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5"/>
          <p:cNvSpPr>
            <a:spLocks noGrp="1" noChangeArrowheads="1"/>
          </p:cNvSpPr>
          <p:nvPr>
            <p:ph type="sldNum" sz="quarter" idx="5"/>
          </p:nvPr>
        </p:nvSpPr>
        <p:spPr bwMode="auto">
          <a:noFill/>
          <a:ln>
            <a:miter lim="800000"/>
            <a:headEnd/>
            <a:tailEnd/>
          </a:ln>
        </p:spPr>
        <p:txBody>
          <a:bodyPr wrap="square" lIns="92921" tIns="46461" rIns="92921" bIns="46461" numCol="1" anchorCtr="0" compatLnSpc="1">
            <a:prstTxWarp prst="textNoShape">
              <a:avLst/>
            </a:prstTxWarp>
          </a:bodyPr>
          <a:lstStyle/>
          <a:p>
            <a:fld id="{6A9A8BC8-B7B4-4994-BD1B-9E145442916D}" type="slidenum">
              <a:rPr lang="es-ES_tradnl" smtClean="0">
                <a:latin typeface="Arial" charset="0"/>
              </a:rPr>
              <a:pPr/>
              <a:t>40</a:t>
            </a:fld>
            <a:endParaRPr lang="es-ES_tradnl" dirty="0">
              <a:latin typeface="Arial" charset="0"/>
            </a:endParaRPr>
          </a:p>
        </p:txBody>
      </p:sp>
      <p:sp>
        <p:nvSpPr>
          <p:cNvPr id="44035" name="Rectangle 2"/>
          <p:cNvSpPr>
            <a:spLocks noGrp="1" noRot="1" noChangeAspect="1" noChangeArrowheads="1" noTextEdit="1"/>
          </p:cNvSpPr>
          <p:nvPr>
            <p:ph type="sldImg"/>
          </p:nvPr>
        </p:nvSpPr>
        <p:spPr bwMode="auto">
          <a:xfrm>
            <a:off x="581025" y="796925"/>
            <a:ext cx="5695950" cy="3205163"/>
          </a:xfrm>
          <a:noFill/>
          <a:ln cap="flat">
            <a:solidFill>
              <a:srgbClr val="000000"/>
            </a:solidFill>
            <a:miter lim="800000"/>
            <a:headEnd/>
            <a:tailEnd/>
          </a:ln>
        </p:spPr>
      </p:sp>
      <p:sp>
        <p:nvSpPr>
          <p:cNvPr id="44036" name="Rectangle 3"/>
          <p:cNvSpPr>
            <a:spLocks noGrp="1" noChangeArrowheads="1"/>
          </p:cNvSpPr>
          <p:nvPr>
            <p:ph type="body" idx="1"/>
          </p:nvPr>
        </p:nvSpPr>
        <p:spPr bwMode="auto">
          <a:noFill/>
        </p:spPr>
        <p:txBody>
          <a:bodyPr wrap="square" numCol="1" anchor="t" anchorCtr="0" compatLnSpc="1">
            <a:prstTxWarp prst="textNoShape">
              <a:avLst/>
            </a:prstTxWarp>
          </a:bodyPr>
          <a:lstStyle/>
          <a:p>
            <a:endParaRPr lang="es-PE" dirty="0"/>
          </a:p>
        </p:txBody>
      </p:sp>
    </p:spTree>
    <p:extLst>
      <p:ext uri="{BB962C8B-B14F-4D97-AF65-F5344CB8AC3E}">
        <p14:creationId xmlns:p14="http://schemas.microsoft.com/office/powerpoint/2010/main" val="196563803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5"/>
          <p:cNvSpPr>
            <a:spLocks noGrp="1" noChangeArrowheads="1"/>
          </p:cNvSpPr>
          <p:nvPr>
            <p:ph type="sldNum" sz="quarter" idx="5"/>
          </p:nvPr>
        </p:nvSpPr>
        <p:spPr bwMode="auto">
          <a:noFill/>
          <a:ln>
            <a:miter lim="800000"/>
            <a:headEnd/>
            <a:tailEnd/>
          </a:ln>
        </p:spPr>
        <p:txBody>
          <a:bodyPr wrap="square" lIns="92921" tIns="46461" rIns="92921" bIns="46461" numCol="1" anchorCtr="0" compatLnSpc="1">
            <a:prstTxWarp prst="textNoShape">
              <a:avLst/>
            </a:prstTxWarp>
          </a:bodyPr>
          <a:lstStyle/>
          <a:p>
            <a:fld id="{1E96F4D6-1B2E-42B3-8447-9BA4838837FB}" type="slidenum">
              <a:rPr lang="es-ES_tradnl" smtClean="0">
                <a:latin typeface="Arial" charset="0"/>
              </a:rPr>
              <a:pPr/>
              <a:t>41</a:t>
            </a:fld>
            <a:endParaRPr lang="es-ES_tradnl" dirty="0">
              <a:latin typeface="Arial" charset="0"/>
            </a:endParaRPr>
          </a:p>
        </p:txBody>
      </p:sp>
      <p:sp>
        <p:nvSpPr>
          <p:cNvPr id="47107" name="Rectangle 2"/>
          <p:cNvSpPr>
            <a:spLocks noGrp="1" noRot="1" noChangeAspect="1" noChangeArrowheads="1" noTextEdit="1"/>
          </p:cNvSpPr>
          <p:nvPr>
            <p:ph type="sldImg"/>
          </p:nvPr>
        </p:nvSpPr>
        <p:spPr bwMode="auto">
          <a:xfrm>
            <a:off x="581025" y="796925"/>
            <a:ext cx="5695950" cy="3205163"/>
          </a:xfrm>
          <a:noFill/>
          <a:ln cap="flat">
            <a:solidFill>
              <a:srgbClr val="000000"/>
            </a:solidFill>
            <a:miter lim="800000"/>
            <a:headEnd/>
            <a:tailEnd/>
          </a:ln>
        </p:spPr>
      </p:sp>
      <p:sp>
        <p:nvSpPr>
          <p:cNvPr id="47108" name="Rectangle 3"/>
          <p:cNvSpPr>
            <a:spLocks noGrp="1" noChangeArrowheads="1"/>
          </p:cNvSpPr>
          <p:nvPr>
            <p:ph type="body" idx="1"/>
          </p:nvPr>
        </p:nvSpPr>
        <p:spPr bwMode="auto">
          <a:noFill/>
        </p:spPr>
        <p:txBody>
          <a:bodyPr wrap="square" numCol="1" anchor="t" anchorCtr="0" compatLnSpc="1">
            <a:prstTxWarp prst="textNoShape">
              <a:avLst/>
            </a:prstTxWarp>
          </a:bodyPr>
          <a:lstStyle/>
          <a:p>
            <a:endParaRPr lang="es-PE" dirty="0"/>
          </a:p>
        </p:txBody>
      </p:sp>
    </p:spTree>
    <p:extLst>
      <p:ext uri="{BB962C8B-B14F-4D97-AF65-F5344CB8AC3E}">
        <p14:creationId xmlns:p14="http://schemas.microsoft.com/office/powerpoint/2010/main" val="182275996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bwMode="auto">
          <a:xfrm>
            <a:off x="592138" y="804863"/>
            <a:ext cx="5673725" cy="3192462"/>
          </a:xfrm>
          <a:noFill/>
          <a:ln>
            <a:solidFill>
              <a:srgbClr val="000000"/>
            </a:solidFill>
            <a:miter lim="800000"/>
            <a:headEnd/>
            <a:tailEnd/>
          </a:ln>
        </p:spPr>
      </p:sp>
      <p:sp>
        <p:nvSpPr>
          <p:cNvPr id="49155" name="Rectangle 3"/>
          <p:cNvSpPr>
            <a:spLocks noGrp="1" noChangeArrowheads="1"/>
          </p:cNvSpPr>
          <p:nvPr>
            <p:ph type="body" idx="1"/>
          </p:nvPr>
        </p:nvSpPr>
        <p:spPr bwMode="auto">
          <a:xfrm>
            <a:off x="912813" y="4344988"/>
            <a:ext cx="5032375" cy="3849687"/>
          </a:xfrm>
          <a:noFill/>
        </p:spPr>
        <p:txBody>
          <a:bodyPr wrap="square" numCol="1" anchor="t" anchorCtr="0" compatLnSpc="1">
            <a:prstTxWarp prst="textNoShape">
              <a:avLst/>
            </a:prstTxWarp>
          </a:bodyPr>
          <a:lstStyle/>
          <a:p>
            <a:endParaRPr lang="es-PE" dirty="0"/>
          </a:p>
        </p:txBody>
      </p:sp>
    </p:spTree>
    <p:extLst>
      <p:ext uri="{BB962C8B-B14F-4D97-AF65-F5344CB8AC3E}">
        <p14:creationId xmlns:p14="http://schemas.microsoft.com/office/powerpoint/2010/main" val="245909159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5"/>
          <p:cNvSpPr>
            <a:spLocks noGrp="1" noChangeArrowheads="1"/>
          </p:cNvSpPr>
          <p:nvPr>
            <p:ph type="sldNum" sz="quarter" idx="5"/>
          </p:nvPr>
        </p:nvSpPr>
        <p:spPr bwMode="auto">
          <a:noFill/>
          <a:ln>
            <a:miter lim="800000"/>
            <a:headEnd/>
            <a:tailEnd/>
          </a:ln>
        </p:spPr>
        <p:txBody>
          <a:bodyPr wrap="square" lIns="92921" tIns="46461" rIns="92921" bIns="46461" numCol="1" anchorCtr="0" compatLnSpc="1">
            <a:prstTxWarp prst="textNoShape">
              <a:avLst/>
            </a:prstTxWarp>
          </a:bodyPr>
          <a:lstStyle/>
          <a:p>
            <a:fld id="{09B413C9-D1BD-43F7-8B4D-C38117208FEC}" type="slidenum">
              <a:rPr lang="es-ES_tradnl" smtClean="0">
                <a:latin typeface="Arial" charset="0"/>
              </a:rPr>
              <a:pPr/>
              <a:t>43</a:t>
            </a:fld>
            <a:endParaRPr lang="es-ES_tradnl" dirty="0">
              <a:latin typeface="Arial" charset="0"/>
            </a:endParaRPr>
          </a:p>
        </p:txBody>
      </p:sp>
      <p:sp>
        <p:nvSpPr>
          <p:cNvPr id="50179" name="Rectangle 2"/>
          <p:cNvSpPr>
            <a:spLocks noGrp="1" noRot="1" noChangeAspect="1" noChangeArrowheads="1" noTextEdit="1"/>
          </p:cNvSpPr>
          <p:nvPr>
            <p:ph type="sldImg"/>
          </p:nvPr>
        </p:nvSpPr>
        <p:spPr bwMode="auto">
          <a:xfrm>
            <a:off x="581025" y="796925"/>
            <a:ext cx="5695950" cy="3205163"/>
          </a:xfrm>
          <a:noFill/>
          <a:ln cap="flat">
            <a:solidFill>
              <a:srgbClr val="000000"/>
            </a:solidFill>
            <a:miter lim="800000"/>
            <a:headEnd/>
            <a:tailEnd/>
          </a:ln>
        </p:spPr>
      </p:sp>
      <p:sp>
        <p:nvSpPr>
          <p:cNvPr id="50180" name="Rectangle 3"/>
          <p:cNvSpPr>
            <a:spLocks noGrp="1" noChangeArrowheads="1"/>
          </p:cNvSpPr>
          <p:nvPr>
            <p:ph type="body" idx="1"/>
          </p:nvPr>
        </p:nvSpPr>
        <p:spPr bwMode="auto">
          <a:noFill/>
        </p:spPr>
        <p:txBody>
          <a:bodyPr wrap="square" numCol="1" anchor="t" anchorCtr="0" compatLnSpc="1">
            <a:prstTxWarp prst="textNoShape">
              <a:avLst/>
            </a:prstTxWarp>
          </a:bodyPr>
          <a:lstStyle/>
          <a:p>
            <a:endParaRPr lang="es-PE" dirty="0"/>
          </a:p>
        </p:txBody>
      </p:sp>
    </p:spTree>
    <p:extLst>
      <p:ext uri="{BB962C8B-B14F-4D97-AF65-F5344CB8AC3E}">
        <p14:creationId xmlns:p14="http://schemas.microsoft.com/office/powerpoint/2010/main" val="422010747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5"/>
          <p:cNvSpPr>
            <a:spLocks noGrp="1" noChangeArrowheads="1"/>
          </p:cNvSpPr>
          <p:nvPr>
            <p:ph type="sldNum" sz="quarter" idx="5"/>
          </p:nvPr>
        </p:nvSpPr>
        <p:spPr bwMode="auto">
          <a:noFill/>
          <a:ln>
            <a:miter lim="800000"/>
            <a:headEnd/>
            <a:tailEnd/>
          </a:ln>
        </p:spPr>
        <p:txBody>
          <a:bodyPr wrap="square" lIns="92921" tIns="46461" rIns="92921" bIns="46461" numCol="1" anchorCtr="0" compatLnSpc="1">
            <a:prstTxWarp prst="textNoShape">
              <a:avLst/>
            </a:prstTxWarp>
          </a:bodyPr>
          <a:lstStyle/>
          <a:p>
            <a:fld id="{97C70776-26A6-44EE-8B8D-ECD7F33A3B77}" type="slidenum">
              <a:rPr lang="es-ES_tradnl" smtClean="0">
                <a:latin typeface="Arial" charset="0"/>
              </a:rPr>
              <a:pPr/>
              <a:t>44</a:t>
            </a:fld>
            <a:endParaRPr lang="es-ES_tradnl" dirty="0">
              <a:latin typeface="Arial" charset="0"/>
            </a:endParaRPr>
          </a:p>
        </p:txBody>
      </p:sp>
      <p:sp>
        <p:nvSpPr>
          <p:cNvPr id="51203" name="Rectangle 2"/>
          <p:cNvSpPr>
            <a:spLocks noGrp="1" noRot="1" noChangeAspect="1" noChangeArrowheads="1" noTextEdit="1"/>
          </p:cNvSpPr>
          <p:nvPr>
            <p:ph type="sldImg"/>
          </p:nvPr>
        </p:nvSpPr>
        <p:spPr bwMode="auto">
          <a:xfrm>
            <a:off x="581025" y="796925"/>
            <a:ext cx="5695950" cy="3205163"/>
          </a:xfrm>
          <a:noFill/>
          <a:ln cap="flat">
            <a:solidFill>
              <a:srgbClr val="000000"/>
            </a:solidFill>
            <a:miter lim="800000"/>
            <a:headEnd/>
            <a:tailEnd/>
          </a:ln>
        </p:spPr>
      </p:sp>
      <p:sp>
        <p:nvSpPr>
          <p:cNvPr id="51204" name="Rectangle 3"/>
          <p:cNvSpPr>
            <a:spLocks noGrp="1" noChangeArrowheads="1"/>
          </p:cNvSpPr>
          <p:nvPr>
            <p:ph type="body" idx="1"/>
          </p:nvPr>
        </p:nvSpPr>
        <p:spPr bwMode="auto">
          <a:noFill/>
        </p:spPr>
        <p:txBody>
          <a:bodyPr wrap="square" numCol="1" anchor="t" anchorCtr="0" compatLnSpc="1">
            <a:prstTxWarp prst="textNoShape">
              <a:avLst/>
            </a:prstTxWarp>
          </a:bodyPr>
          <a:lstStyle/>
          <a:p>
            <a:endParaRPr lang="es-PE" dirty="0"/>
          </a:p>
        </p:txBody>
      </p:sp>
    </p:spTree>
    <p:extLst>
      <p:ext uri="{BB962C8B-B14F-4D97-AF65-F5344CB8AC3E}">
        <p14:creationId xmlns:p14="http://schemas.microsoft.com/office/powerpoint/2010/main" val="129182081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eaLnBrk="0" hangingPunct="0">
              <a:defRPr>
                <a:solidFill>
                  <a:schemeClr val="tx1"/>
                </a:solidFill>
                <a:latin typeface="Arial" panose="020B0604020202020204" pitchFamily="34" charset="0"/>
              </a:defRPr>
            </a:lvl1pPr>
            <a:lvl2pPr marL="727868" indent="-279949" eaLnBrk="0" hangingPunct="0">
              <a:defRPr>
                <a:solidFill>
                  <a:schemeClr val="tx1"/>
                </a:solidFill>
                <a:latin typeface="Arial" panose="020B0604020202020204" pitchFamily="34" charset="0"/>
              </a:defRPr>
            </a:lvl2pPr>
            <a:lvl3pPr marL="1119797" indent="-223959" eaLnBrk="0" hangingPunct="0">
              <a:defRPr>
                <a:solidFill>
                  <a:schemeClr val="tx1"/>
                </a:solidFill>
                <a:latin typeface="Arial" panose="020B0604020202020204" pitchFamily="34" charset="0"/>
              </a:defRPr>
            </a:lvl3pPr>
            <a:lvl4pPr marL="1567716" indent="-223959" eaLnBrk="0" hangingPunct="0">
              <a:defRPr>
                <a:solidFill>
                  <a:schemeClr val="tx1"/>
                </a:solidFill>
                <a:latin typeface="Arial" panose="020B0604020202020204" pitchFamily="34" charset="0"/>
              </a:defRPr>
            </a:lvl4pPr>
            <a:lvl5pPr marL="2015635" indent="-223959" eaLnBrk="0" hangingPunct="0">
              <a:defRPr>
                <a:solidFill>
                  <a:schemeClr val="tx1"/>
                </a:solidFill>
                <a:latin typeface="Arial" panose="020B0604020202020204" pitchFamily="34" charset="0"/>
              </a:defRPr>
            </a:lvl5pPr>
            <a:lvl6pPr marL="2463554" indent="-223959" eaLnBrk="0" fontAlgn="base" hangingPunct="0">
              <a:spcBef>
                <a:spcPct val="0"/>
              </a:spcBef>
              <a:spcAft>
                <a:spcPct val="0"/>
              </a:spcAft>
              <a:defRPr>
                <a:solidFill>
                  <a:schemeClr val="tx1"/>
                </a:solidFill>
                <a:latin typeface="Arial" panose="020B0604020202020204" pitchFamily="34" charset="0"/>
              </a:defRPr>
            </a:lvl6pPr>
            <a:lvl7pPr marL="2911472" indent="-223959" eaLnBrk="0" fontAlgn="base" hangingPunct="0">
              <a:spcBef>
                <a:spcPct val="0"/>
              </a:spcBef>
              <a:spcAft>
                <a:spcPct val="0"/>
              </a:spcAft>
              <a:defRPr>
                <a:solidFill>
                  <a:schemeClr val="tx1"/>
                </a:solidFill>
                <a:latin typeface="Arial" panose="020B0604020202020204" pitchFamily="34" charset="0"/>
              </a:defRPr>
            </a:lvl7pPr>
            <a:lvl8pPr marL="3359391" indent="-223959" eaLnBrk="0" fontAlgn="base" hangingPunct="0">
              <a:spcBef>
                <a:spcPct val="0"/>
              </a:spcBef>
              <a:spcAft>
                <a:spcPct val="0"/>
              </a:spcAft>
              <a:defRPr>
                <a:solidFill>
                  <a:schemeClr val="tx1"/>
                </a:solidFill>
                <a:latin typeface="Arial" panose="020B0604020202020204" pitchFamily="34" charset="0"/>
              </a:defRPr>
            </a:lvl8pPr>
            <a:lvl9pPr marL="3807310" indent="-223959" eaLnBrk="0" fontAlgn="base" hangingPunct="0">
              <a:spcBef>
                <a:spcPct val="0"/>
              </a:spcBef>
              <a:spcAft>
                <a:spcPct val="0"/>
              </a:spcAft>
              <a:defRPr>
                <a:solidFill>
                  <a:schemeClr val="tx1"/>
                </a:solidFill>
                <a:latin typeface="Arial" panose="020B0604020202020204" pitchFamily="34" charset="0"/>
              </a:defRPr>
            </a:lvl9pPr>
          </a:lstStyle>
          <a:p>
            <a:fld id="{B7447F3E-908B-4846-B726-DF8441B9502F}" type="slidenum">
              <a:rPr lang="es-ES_tradnl" altLang="es-ES">
                <a:latin typeface="Times New Roman" panose="02020603050405020304" pitchFamily="18" charset="0"/>
              </a:rPr>
              <a:pPr/>
              <a:t>45</a:t>
            </a:fld>
            <a:endParaRPr lang="es-ES_tradnl" altLang="es-ES">
              <a:latin typeface="Times New Roman" panose="02020603050405020304" pitchFamily="18" charset="0"/>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es-ES" altLang="es-ES"/>
          </a:p>
        </p:txBody>
      </p:sp>
    </p:spTree>
    <p:extLst>
      <p:ext uri="{BB962C8B-B14F-4D97-AF65-F5344CB8AC3E}">
        <p14:creationId xmlns:p14="http://schemas.microsoft.com/office/powerpoint/2010/main" val="303602621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eaLnBrk="0" hangingPunct="0">
              <a:defRPr>
                <a:solidFill>
                  <a:schemeClr val="tx1"/>
                </a:solidFill>
                <a:latin typeface="Arial" panose="020B0604020202020204" pitchFamily="34" charset="0"/>
              </a:defRPr>
            </a:lvl1pPr>
            <a:lvl2pPr marL="727868" indent="-279949" eaLnBrk="0" hangingPunct="0">
              <a:defRPr>
                <a:solidFill>
                  <a:schemeClr val="tx1"/>
                </a:solidFill>
                <a:latin typeface="Arial" panose="020B0604020202020204" pitchFamily="34" charset="0"/>
              </a:defRPr>
            </a:lvl2pPr>
            <a:lvl3pPr marL="1119797" indent="-223959" eaLnBrk="0" hangingPunct="0">
              <a:defRPr>
                <a:solidFill>
                  <a:schemeClr val="tx1"/>
                </a:solidFill>
                <a:latin typeface="Arial" panose="020B0604020202020204" pitchFamily="34" charset="0"/>
              </a:defRPr>
            </a:lvl3pPr>
            <a:lvl4pPr marL="1567716" indent="-223959" eaLnBrk="0" hangingPunct="0">
              <a:defRPr>
                <a:solidFill>
                  <a:schemeClr val="tx1"/>
                </a:solidFill>
                <a:latin typeface="Arial" panose="020B0604020202020204" pitchFamily="34" charset="0"/>
              </a:defRPr>
            </a:lvl4pPr>
            <a:lvl5pPr marL="2015635" indent="-223959" eaLnBrk="0" hangingPunct="0">
              <a:defRPr>
                <a:solidFill>
                  <a:schemeClr val="tx1"/>
                </a:solidFill>
                <a:latin typeface="Arial" panose="020B0604020202020204" pitchFamily="34" charset="0"/>
              </a:defRPr>
            </a:lvl5pPr>
            <a:lvl6pPr marL="2463554" indent="-223959" eaLnBrk="0" fontAlgn="base" hangingPunct="0">
              <a:spcBef>
                <a:spcPct val="0"/>
              </a:spcBef>
              <a:spcAft>
                <a:spcPct val="0"/>
              </a:spcAft>
              <a:defRPr>
                <a:solidFill>
                  <a:schemeClr val="tx1"/>
                </a:solidFill>
                <a:latin typeface="Arial" panose="020B0604020202020204" pitchFamily="34" charset="0"/>
              </a:defRPr>
            </a:lvl6pPr>
            <a:lvl7pPr marL="2911472" indent="-223959" eaLnBrk="0" fontAlgn="base" hangingPunct="0">
              <a:spcBef>
                <a:spcPct val="0"/>
              </a:spcBef>
              <a:spcAft>
                <a:spcPct val="0"/>
              </a:spcAft>
              <a:defRPr>
                <a:solidFill>
                  <a:schemeClr val="tx1"/>
                </a:solidFill>
                <a:latin typeface="Arial" panose="020B0604020202020204" pitchFamily="34" charset="0"/>
              </a:defRPr>
            </a:lvl7pPr>
            <a:lvl8pPr marL="3359391" indent="-223959" eaLnBrk="0" fontAlgn="base" hangingPunct="0">
              <a:spcBef>
                <a:spcPct val="0"/>
              </a:spcBef>
              <a:spcAft>
                <a:spcPct val="0"/>
              </a:spcAft>
              <a:defRPr>
                <a:solidFill>
                  <a:schemeClr val="tx1"/>
                </a:solidFill>
                <a:latin typeface="Arial" panose="020B0604020202020204" pitchFamily="34" charset="0"/>
              </a:defRPr>
            </a:lvl8pPr>
            <a:lvl9pPr marL="3807310" indent="-223959" eaLnBrk="0" fontAlgn="base" hangingPunct="0">
              <a:spcBef>
                <a:spcPct val="0"/>
              </a:spcBef>
              <a:spcAft>
                <a:spcPct val="0"/>
              </a:spcAft>
              <a:defRPr>
                <a:solidFill>
                  <a:schemeClr val="tx1"/>
                </a:solidFill>
                <a:latin typeface="Arial" panose="020B0604020202020204" pitchFamily="34" charset="0"/>
              </a:defRPr>
            </a:lvl9pPr>
          </a:lstStyle>
          <a:p>
            <a:fld id="{AD0EBD01-340F-4C8E-95B3-1CAD261DAC3F}" type="slidenum">
              <a:rPr lang="es-ES_tradnl" altLang="es-ES">
                <a:latin typeface="Times New Roman" panose="02020603050405020304" pitchFamily="18" charset="0"/>
              </a:rPr>
              <a:pPr/>
              <a:t>46</a:t>
            </a:fld>
            <a:endParaRPr lang="es-ES_tradnl" altLang="es-ES">
              <a:latin typeface="Times New Roman" panose="02020603050405020304" pitchFamily="18" charset="0"/>
            </a:endParaRPr>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xfrm>
            <a:off x="686731" y="4342777"/>
            <a:ext cx="5484540" cy="4115111"/>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es-ES" altLang="es-ES"/>
          </a:p>
        </p:txBody>
      </p:sp>
    </p:spTree>
    <p:extLst>
      <p:ext uri="{BB962C8B-B14F-4D97-AF65-F5344CB8AC3E}">
        <p14:creationId xmlns:p14="http://schemas.microsoft.com/office/powerpoint/2010/main" val="227685058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eaLnBrk="0" hangingPunct="0">
              <a:defRPr>
                <a:solidFill>
                  <a:schemeClr val="tx1"/>
                </a:solidFill>
                <a:latin typeface="Arial" panose="020B0604020202020204" pitchFamily="34" charset="0"/>
              </a:defRPr>
            </a:lvl1pPr>
            <a:lvl2pPr marL="727868" indent="-279949" eaLnBrk="0" hangingPunct="0">
              <a:defRPr>
                <a:solidFill>
                  <a:schemeClr val="tx1"/>
                </a:solidFill>
                <a:latin typeface="Arial" panose="020B0604020202020204" pitchFamily="34" charset="0"/>
              </a:defRPr>
            </a:lvl2pPr>
            <a:lvl3pPr marL="1119797" indent="-223959" eaLnBrk="0" hangingPunct="0">
              <a:defRPr>
                <a:solidFill>
                  <a:schemeClr val="tx1"/>
                </a:solidFill>
                <a:latin typeface="Arial" panose="020B0604020202020204" pitchFamily="34" charset="0"/>
              </a:defRPr>
            </a:lvl3pPr>
            <a:lvl4pPr marL="1567716" indent="-223959" eaLnBrk="0" hangingPunct="0">
              <a:defRPr>
                <a:solidFill>
                  <a:schemeClr val="tx1"/>
                </a:solidFill>
                <a:latin typeface="Arial" panose="020B0604020202020204" pitchFamily="34" charset="0"/>
              </a:defRPr>
            </a:lvl4pPr>
            <a:lvl5pPr marL="2015635" indent="-223959" eaLnBrk="0" hangingPunct="0">
              <a:defRPr>
                <a:solidFill>
                  <a:schemeClr val="tx1"/>
                </a:solidFill>
                <a:latin typeface="Arial" panose="020B0604020202020204" pitchFamily="34" charset="0"/>
              </a:defRPr>
            </a:lvl5pPr>
            <a:lvl6pPr marL="2463554" indent="-223959" eaLnBrk="0" fontAlgn="base" hangingPunct="0">
              <a:spcBef>
                <a:spcPct val="0"/>
              </a:spcBef>
              <a:spcAft>
                <a:spcPct val="0"/>
              </a:spcAft>
              <a:defRPr>
                <a:solidFill>
                  <a:schemeClr val="tx1"/>
                </a:solidFill>
                <a:latin typeface="Arial" panose="020B0604020202020204" pitchFamily="34" charset="0"/>
              </a:defRPr>
            </a:lvl6pPr>
            <a:lvl7pPr marL="2911472" indent="-223959" eaLnBrk="0" fontAlgn="base" hangingPunct="0">
              <a:spcBef>
                <a:spcPct val="0"/>
              </a:spcBef>
              <a:spcAft>
                <a:spcPct val="0"/>
              </a:spcAft>
              <a:defRPr>
                <a:solidFill>
                  <a:schemeClr val="tx1"/>
                </a:solidFill>
                <a:latin typeface="Arial" panose="020B0604020202020204" pitchFamily="34" charset="0"/>
              </a:defRPr>
            </a:lvl7pPr>
            <a:lvl8pPr marL="3359391" indent="-223959" eaLnBrk="0" fontAlgn="base" hangingPunct="0">
              <a:spcBef>
                <a:spcPct val="0"/>
              </a:spcBef>
              <a:spcAft>
                <a:spcPct val="0"/>
              </a:spcAft>
              <a:defRPr>
                <a:solidFill>
                  <a:schemeClr val="tx1"/>
                </a:solidFill>
                <a:latin typeface="Arial" panose="020B0604020202020204" pitchFamily="34" charset="0"/>
              </a:defRPr>
            </a:lvl8pPr>
            <a:lvl9pPr marL="3807310" indent="-223959" eaLnBrk="0" fontAlgn="base" hangingPunct="0">
              <a:spcBef>
                <a:spcPct val="0"/>
              </a:spcBef>
              <a:spcAft>
                <a:spcPct val="0"/>
              </a:spcAft>
              <a:defRPr>
                <a:solidFill>
                  <a:schemeClr val="tx1"/>
                </a:solidFill>
                <a:latin typeface="Arial" panose="020B0604020202020204" pitchFamily="34" charset="0"/>
              </a:defRPr>
            </a:lvl9pPr>
          </a:lstStyle>
          <a:p>
            <a:fld id="{AFF73074-9AF0-4AA8-A764-B7B5564C28E2}" type="slidenum">
              <a:rPr lang="es-ES_tradnl" altLang="es-ES">
                <a:latin typeface="Times New Roman" panose="02020603050405020304" pitchFamily="18" charset="0"/>
              </a:rPr>
              <a:pPr/>
              <a:t>47</a:t>
            </a:fld>
            <a:endParaRPr lang="es-ES_tradnl" altLang="es-ES">
              <a:latin typeface="Times New Roman" panose="02020603050405020304" pitchFamily="18" charset="0"/>
            </a:endParaRPr>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xfrm>
            <a:off x="686731" y="4342777"/>
            <a:ext cx="5484540" cy="4115111"/>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es-ES" altLang="es-ES"/>
          </a:p>
        </p:txBody>
      </p:sp>
    </p:spTree>
    <p:extLst>
      <p:ext uri="{BB962C8B-B14F-4D97-AF65-F5344CB8AC3E}">
        <p14:creationId xmlns:p14="http://schemas.microsoft.com/office/powerpoint/2010/main" val="352101035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eaLnBrk="0" hangingPunct="0">
              <a:defRPr>
                <a:solidFill>
                  <a:schemeClr val="tx1"/>
                </a:solidFill>
                <a:latin typeface="Arial" panose="020B0604020202020204" pitchFamily="34" charset="0"/>
              </a:defRPr>
            </a:lvl1pPr>
            <a:lvl2pPr marL="727868" indent="-279949" eaLnBrk="0" hangingPunct="0">
              <a:defRPr>
                <a:solidFill>
                  <a:schemeClr val="tx1"/>
                </a:solidFill>
                <a:latin typeface="Arial" panose="020B0604020202020204" pitchFamily="34" charset="0"/>
              </a:defRPr>
            </a:lvl2pPr>
            <a:lvl3pPr marL="1119797" indent="-223959" eaLnBrk="0" hangingPunct="0">
              <a:defRPr>
                <a:solidFill>
                  <a:schemeClr val="tx1"/>
                </a:solidFill>
                <a:latin typeface="Arial" panose="020B0604020202020204" pitchFamily="34" charset="0"/>
              </a:defRPr>
            </a:lvl3pPr>
            <a:lvl4pPr marL="1567716" indent="-223959" eaLnBrk="0" hangingPunct="0">
              <a:defRPr>
                <a:solidFill>
                  <a:schemeClr val="tx1"/>
                </a:solidFill>
                <a:latin typeface="Arial" panose="020B0604020202020204" pitchFamily="34" charset="0"/>
              </a:defRPr>
            </a:lvl4pPr>
            <a:lvl5pPr marL="2015635" indent="-223959" eaLnBrk="0" hangingPunct="0">
              <a:defRPr>
                <a:solidFill>
                  <a:schemeClr val="tx1"/>
                </a:solidFill>
                <a:latin typeface="Arial" panose="020B0604020202020204" pitchFamily="34" charset="0"/>
              </a:defRPr>
            </a:lvl5pPr>
            <a:lvl6pPr marL="2463554" indent="-223959" eaLnBrk="0" fontAlgn="base" hangingPunct="0">
              <a:spcBef>
                <a:spcPct val="0"/>
              </a:spcBef>
              <a:spcAft>
                <a:spcPct val="0"/>
              </a:spcAft>
              <a:defRPr>
                <a:solidFill>
                  <a:schemeClr val="tx1"/>
                </a:solidFill>
                <a:latin typeface="Arial" panose="020B0604020202020204" pitchFamily="34" charset="0"/>
              </a:defRPr>
            </a:lvl6pPr>
            <a:lvl7pPr marL="2911472" indent="-223959" eaLnBrk="0" fontAlgn="base" hangingPunct="0">
              <a:spcBef>
                <a:spcPct val="0"/>
              </a:spcBef>
              <a:spcAft>
                <a:spcPct val="0"/>
              </a:spcAft>
              <a:defRPr>
                <a:solidFill>
                  <a:schemeClr val="tx1"/>
                </a:solidFill>
                <a:latin typeface="Arial" panose="020B0604020202020204" pitchFamily="34" charset="0"/>
              </a:defRPr>
            </a:lvl7pPr>
            <a:lvl8pPr marL="3359391" indent="-223959" eaLnBrk="0" fontAlgn="base" hangingPunct="0">
              <a:spcBef>
                <a:spcPct val="0"/>
              </a:spcBef>
              <a:spcAft>
                <a:spcPct val="0"/>
              </a:spcAft>
              <a:defRPr>
                <a:solidFill>
                  <a:schemeClr val="tx1"/>
                </a:solidFill>
                <a:latin typeface="Arial" panose="020B0604020202020204" pitchFamily="34" charset="0"/>
              </a:defRPr>
            </a:lvl8pPr>
            <a:lvl9pPr marL="3807310" indent="-223959" eaLnBrk="0" fontAlgn="base" hangingPunct="0">
              <a:spcBef>
                <a:spcPct val="0"/>
              </a:spcBef>
              <a:spcAft>
                <a:spcPct val="0"/>
              </a:spcAft>
              <a:defRPr>
                <a:solidFill>
                  <a:schemeClr val="tx1"/>
                </a:solidFill>
                <a:latin typeface="Arial" panose="020B0604020202020204" pitchFamily="34" charset="0"/>
              </a:defRPr>
            </a:lvl9pPr>
          </a:lstStyle>
          <a:p>
            <a:fld id="{55D9576D-5E72-4DA5-8C50-5D12FA043A93}" type="slidenum">
              <a:rPr lang="es-ES_tradnl" altLang="es-ES">
                <a:latin typeface="Times New Roman" panose="02020603050405020304" pitchFamily="18" charset="0"/>
              </a:rPr>
              <a:pPr/>
              <a:t>48</a:t>
            </a:fld>
            <a:endParaRPr lang="es-ES_tradnl" altLang="es-ES">
              <a:latin typeface="Times New Roman" panose="02020603050405020304" pitchFamily="18"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es-ES" altLang="es-ES"/>
          </a:p>
        </p:txBody>
      </p:sp>
    </p:spTree>
    <p:extLst>
      <p:ext uri="{BB962C8B-B14F-4D97-AF65-F5344CB8AC3E}">
        <p14:creationId xmlns:p14="http://schemas.microsoft.com/office/powerpoint/2010/main" val="337336307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eaLnBrk="0" hangingPunct="0">
              <a:defRPr>
                <a:solidFill>
                  <a:schemeClr val="tx1"/>
                </a:solidFill>
                <a:latin typeface="Arial" panose="020B0604020202020204" pitchFamily="34" charset="0"/>
              </a:defRPr>
            </a:lvl1pPr>
            <a:lvl2pPr marL="727868" indent="-279949" eaLnBrk="0" hangingPunct="0">
              <a:defRPr>
                <a:solidFill>
                  <a:schemeClr val="tx1"/>
                </a:solidFill>
                <a:latin typeface="Arial" panose="020B0604020202020204" pitchFamily="34" charset="0"/>
              </a:defRPr>
            </a:lvl2pPr>
            <a:lvl3pPr marL="1119797" indent="-223959" eaLnBrk="0" hangingPunct="0">
              <a:defRPr>
                <a:solidFill>
                  <a:schemeClr val="tx1"/>
                </a:solidFill>
                <a:latin typeface="Arial" panose="020B0604020202020204" pitchFamily="34" charset="0"/>
              </a:defRPr>
            </a:lvl3pPr>
            <a:lvl4pPr marL="1567716" indent="-223959" eaLnBrk="0" hangingPunct="0">
              <a:defRPr>
                <a:solidFill>
                  <a:schemeClr val="tx1"/>
                </a:solidFill>
                <a:latin typeface="Arial" panose="020B0604020202020204" pitchFamily="34" charset="0"/>
              </a:defRPr>
            </a:lvl4pPr>
            <a:lvl5pPr marL="2015635" indent="-223959" eaLnBrk="0" hangingPunct="0">
              <a:defRPr>
                <a:solidFill>
                  <a:schemeClr val="tx1"/>
                </a:solidFill>
                <a:latin typeface="Arial" panose="020B0604020202020204" pitchFamily="34" charset="0"/>
              </a:defRPr>
            </a:lvl5pPr>
            <a:lvl6pPr marL="2463554" indent="-223959" eaLnBrk="0" fontAlgn="base" hangingPunct="0">
              <a:spcBef>
                <a:spcPct val="0"/>
              </a:spcBef>
              <a:spcAft>
                <a:spcPct val="0"/>
              </a:spcAft>
              <a:defRPr>
                <a:solidFill>
                  <a:schemeClr val="tx1"/>
                </a:solidFill>
                <a:latin typeface="Arial" panose="020B0604020202020204" pitchFamily="34" charset="0"/>
              </a:defRPr>
            </a:lvl6pPr>
            <a:lvl7pPr marL="2911472" indent="-223959" eaLnBrk="0" fontAlgn="base" hangingPunct="0">
              <a:spcBef>
                <a:spcPct val="0"/>
              </a:spcBef>
              <a:spcAft>
                <a:spcPct val="0"/>
              </a:spcAft>
              <a:defRPr>
                <a:solidFill>
                  <a:schemeClr val="tx1"/>
                </a:solidFill>
                <a:latin typeface="Arial" panose="020B0604020202020204" pitchFamily="34" charset="0"/>
              </a:defRPr>
            </a:lvl7pPr>
            <a:lvl8pPr marL="3359391" indent="-223959" eaLnBrk="0" fontAlgn="base" hangingPunct="0">
              <a:spcBef>
                <a:spcPct val="0"/>
              </a:spcBef>
              <a:spcAft>
                <a:spcPct val="0"/>
              </a:spcAft>
              <a:defRPr>
                <a:solidFill>
                  <a:schemeClr val="tx1"/>
                </a:solidFill>
                <a:latin typeface="Arial" panose="020B0604020202020204" pitchFamily="34" charset="0"/>
              </a:defRPr>
            </a:lvl8pPr>
            <a:lvl9pPr marL="3807310" indent="-223959" eaLnBrk="0" fontAlgn="base" hangingPunct="0">
              <a:spcBef>
                <a:spcPct val="0"/>
              </a:spcBef>
              <a:spcAft>
                <a:spcPct val="0"/>
              </a:spcAft>
              <a:defRPr>
                <a:solidFill>
                  <a:schemeClr val="tx1"/>
                </a:solidFill>
                <a:latin typeface="Arial" panose="020B0604020202020204" pitchFamily="34" charset="0"/>
              </a:defRPr>
            </a:lvl9pPr>
          </a:lstStyle>
          <a:p>
            <a:fld id="{086B8753-7C70-4AB2-8FB7-9CFBDC479491}" type="slidenum">
              <a:rPr lang="es-ES_tradnl" altLang="es-ES">
                <a:latin typeface="Times New Roman" panose="02020603050405020304" pitchFamily="18" charset="0"/>
              </a:rPr>
              <a:pPr/>
              <a:t>49</a:t>
            </a:fld>
            <a:endParaRPr lang="es-ES_tradnl" altLang="es-ES">
              <a:latin typeface="Times New Roman" panose="02020603050405020304" pitchFamily="18" charset="0"/>
            </a:endParaRPr>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xfrm>
            <a:off x="686731" y="4342777"/>
            <a:ext cx="5484540" cy="4115111"/>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es-ES" altLang="es-ES"/>
          </a:p>
        </p:txBody>
      </p:sp>
    </p:spTree>
    <p:extLst>
      <p:ext uri="{BB962C8B-B14F-4D97-AF65-F5344CB8AC3E}">
        <p14:creationId xmlns:p14="http://schemas.microsoft.com/office/powerpoint/2010/main" val="141828314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eaLnBrk="0" hangingPunct="0">
              <a:defRPr>
                <a:solidFill>
                  <a:schemeClr val="tx1"/>
                </a:solidFill>
                <a:latin typeface="Arial" panose="020B0604020202020204" pitchFamily="34" charset="0"/>
              </a:defRPr>
            </a:lvl1pPr>
            <a:lvl2pPr marL="727868" indent="-279949" eaLnBrk="0" hangingPunct="0">
              <a:defRPr>
                <a:solidFill>
                  <a:schemeClr val="tx1"/>
                </a:solidFill>
                <a:latin typeface="Arial" panose="020B0604020202020204" pitchFamily="34" charset="0"/>
              </a:defRPr>
            </a:lvl2pPr>
            <a:lvl3pPr marL="1119797" indent="-223959" eaLnBrk="0" hangingPunct="0">
              <a:defRPr>
                <a:solidFill>
                  <a:schemeClr val="tx1"/>
                </a:solidFill>
                <a:latin typeface="Arial" panose="020B0604020202020204" pitchFamily="34" charset="0"/>
              </a:defRPr>
            </a:lvl3pPr>
            <a:lvl4pPr marL="1567716" indent="-223959" eaLnBrk="0" hangingPunct="0">
              <a:defRPr>
                <a:solidFill>
                  <a:schemeClr val="tx1"/>
                </a:solidFill>
                <a:latin typeface="Arial" panose="020B0604020202020204" pitchFamily="34" charset="0"/>
              </a:defRPr>
            </a:lvl4pPr>
            <a:lvl5pPr marL="2015635" indent="-223959" eaLnBrk="0" hangingPunct="0">
              <a:defRPr>
                <a:solidFill>
                  <a:schemeClr val="tx1"/>
                </a:solidFill>
                <a:latin typeface="Arial" panose="020B0604020202020204" pitchFamily="34" charset="0"/>
              </a:defRPr>
            </a:lvl5pPr>
            <a:lvl6pPr marL="2463554" indent="-223959" eaLnBrk="0" fontAlgn="base" hangingPunct="0">
              <a:spcBef>
                <a:spcPct val="0"/>
              </a:spcBef>
              <a:spcAft>
                <a:spcPct val="0"/>
              </a:spcAft>
              <a:defRPr>
                <a:solidFill>
                  <a:schemeClr val="tx1"/>
                </a:solidFill>
                <a:latin typeface="Arial" panose="020B0604020202020204" pitchFamily="34" charset="0"/>
              </a:defRPr>
            </a:lvl6pPr>
            <a:lvl7pPr marL="2911472" indent="-223959" eaLnBrk="0" fontAlgn="base" hangingPunct="0">
              <a:spcBef>
                <a:spcPct val="0"/>
              </a:spcBef>
              <a:spcAft>
                <a:spcPct val="0"/>
              </a:spcAft>
              <a:defRPr>
                <a:solidFill>
                  <a:schemeClr val="tx1"/>
                </a:solidFill>
                <a:latin typeface="Arial" panose="020B0604020202020204" pitchFamily="34" charset="0"/>
              </a:defRPr>
            </a:lvl7pPr>
            <a:lvl8pPr marL="3359391" indent="-223959" eaLnBrk="0" fontAlgn="base" hangingPunct="0">
              <a:spcBef>
                <a:spcPct val="0"/>
              </a:spcBef>
              <a:spcAft>
                <a:spcPct val="0"/>
              </a:spcAft>
              <a:defRPr>
                <a:solidFill>
                  <a:schemeClr val="tx1"/>
                </a:solidFill>
                <a:latin typeface="Arial" panose="020B0604020202020204" pitchFamily="34" charset="0"/>
              </a:defRPr>
            </a:lvl8pPr>
            <a:lvl9pPr marL="3807310" indent="-223959" eaLnBrk="0" fontAlgn="base" hangingPunct="0">
              <a:spcBef>
                <a:spcPct val="0"/>
              </a:spcBef>
              <a:spcAft>
                <a:spcPct val="0"/>
              </a:spcAft>
              <a:defRPr>
                <a:solidFill>
                  <a:schemeClr val="tx1"/>
                </a:solidFill>
                <a:latin typeface="Arial" panose="020B0604020202020204" pitchFamily="34" charset="0"/>
              </a:defRPr>
            </a:lvl9pPr>
          </a:lstStyle>
          <a:p>
            <a:fld id="{8E55F3F8-B9AF-4020-BAE5-4D91F6FDCD43}" type="slidenum">
              <a:rPr lang="es-ES_tradnl" altLang="es-ES">
                <a:latin typeface="Times New Roman" panose="02020603050405020304" pitchFamily="18" charset="0"/>
              </a:rPr>
              <a:pPr/>
              <a:t>50</a:t>
            </a:fld>
            <a:endParaRPr lang="es-ES_tradnl" altLang="es-ES">
              <a:latin typeface="Times New Roman" panose="02020603050405020304" pitchFamily="18" charset="0"/>
            </a:endParaRPr>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xfrm>
            <a:off x="686731" y="4342777"/>
            <a:ext cx="5484540" cy="4115111"/>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es-ES" altLang="es-ES"/>
          </a:p>
        </p:txBody>
      </p:sp>
    </p:spTree>
    <p:extLst>
      <p:ext uri="{BB962C8B-B14F-4D97-AF65-F5344CB8AC3E}">
        <p14:creationId xmlns:p14="http://schemas.microsoft.com/office/powerpoint/2010/main" val="354357851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eaLnBrk="0" hangingPunct="0">
              <a:defRPr>
                <a:solidFill>
                  <a:schemeClr val="tx1"/>
                </a:solidFill>
                <a:latin typeface="Arial" panose="020B0604020202020204" pitchFamily="34" charset="0"/>
              </a:defRPr>
            </a:lvl1pPr>
            <a:lvl2pPr marL="727868" indent="-279949" eaLnBrk="0" hangingPunct="0">
              <a:defRPr>
                <a:solidFill>
                  <a:schemeClr val="tx1"/>
                </a:solidFill>
                <a:latin typeface="Arial" panose="020B0604020202020204" pitchFamily="34" charset="0"/>
              </a:defRPr>
            </a:lvl2pPr>
            <a:lvl3pPr marL="1119797" indent="-223959" eaLnBrk="0" hangingPunct="0">
              <a:defRPr>
                <a:solidFill>
                  <a:schemeClr val="tx1"/>
                </a:solidFill>
                <a:latin typeface="Arial" panose="020B0604020202020204" pitchFamily="34" charset="0"/>
              </a:defRPr>
            </a:lvl3pPr>
            <a:lvl4pPr marL="1567716" indent="-223959" eaLnBrk="0" hangingPunct="0">
              <a:defRPr>
                <a:solidFill>
                  <a:schemeClr val="tx1"/>
                </a:solidFill>
                <a:latin typeface="Arial" panose="020B0604020202020204" pitchFamily="34" charset="0"/>
              </a:defRPr>
            </a:lvl4pPr>
            <a:lvl5pPr marL="2015635" indent="-223959" eaLnBrk="0" hangingPunct="0">
              <a:defRPr>
                <a:solidFill>
                  <a:schemeClr val="tx1"/>
                </a:solidFill>
                <a:latin typeface="Arial" panose="020B0604020202020204" pitchFamily="34" charset="0"/>
              </a:defRPr>
            </a:lvl5pPr>
            <a:lvl6pPr marL="2463554" indent="-223959" eaLnBrk="0" fontAlgn="base" hangingPunct="0">
              <a:spcBef>
                <a:spcPct val="0"/>
              </a:spcBef>
              <a:spcAft>
                <a:spcPct val="0"/>
              </a:spcAft>
              <a:defRPr>
                <a:solidFill>
                  <a:schemeClr val="tx1"/>
                </a:solidFill>
                <a:latin typeface="Arial" panose="020B0604020202020204" pitchFamily="34" charset="0"/>
              </a:defRPr>
            </a:lvl6pPr>
            <a:lvl7pPr marL="2911472" indent="-223959" eaLnBrk="0" fontAlgn="base" hangingPunct="0">
              <a:spcBef>
                <a:spcPct val="0"/>
              </a:spcBef>
              <a:spcAft>
                <a:spcPct val="0"/>
              </a:spcAft>
              <a:defRPr>
                <a:solidFill>
                  <a:schemeClr val="tx1"/>
                </a:solidFill>
                <a:latin typeface="Arial" panose="020B0604020202020204" pitchFamily="34" charset="0"/>
              </a:defRPr>
            </a:lvl7pPr>
            <a:lvl8pPr marL="3359391" indent="-223959" eaLnBrk="0" fontAlgn="base" hangingPunct="0">
              <a:spcBef>
                <a:spcPct val="0"/>
              </a:spcBef>
              <a:spcAft>
                <a:spcPct val="0"/>
              </a:spcAft>
              <a:defRPr>
                <a:solidFill>
                  <a:schemeClr val="tx1"/>
                </a:solidFill>
                <a:latin typeface="Arial" panose="020B0604020202020204" pitchFamily="34" charset="0"/>
              </a:defRPr>
            </a:lvl8pPr>
            <a:lvl9pPr marL="3807310" indent="-223959" eaLnBrk="0" fontAlgn="base" hangingPunct="0">
              <a:spcBef>
                <a:spcPct val="0"/>
              </a:spcBef>
              <a:spcAft>
                <a:spcPct val="0"/>
              </a:spcAft>
              <a:defRPr>
                <a:solidFill>
                  <a:schemeClr val="tx1"/>
                </a:solidFill>
                <a:latin typeface="Arial" panose="020B0604020202020204" pitchFamily="34" charset="0"/>
              </a:defRPr>
            </a:lvl9pPr>
          </a:lstStyle>
          <a:p>
            <a:fld id="{733472D5-E1A1-48E6-92F9-2602A2D45F30}" type="slidenum">
              <a:rPr lang="es-ES_tradnl" altLang="es-ES">
                <a:latin typeface="Times New Roman" panose="02020603050405020304" pitchFamily="18" charset="0"/>
              </a:rPr>
              <a:pPr/>
              <a:t>51</a:t>
            </a:fld>
            <a:endParaRPr lang="es-ES_tradnl" altLang="es-ES">
              <a:latin typeface="Times New Roman" panose="02020603050405020304"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xfrm>
            <a:off x="686731" y="4342777"/>
            <a:ext cx="5484540" cy="4115111"/>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es-ES" altLang="es-ES"/>
          </a:p>
        </p:txBody>
      </p:sp>
    </p:spTree>
    <p:extLst>
      <p:ext uri="{BB962C8B-B14F-4D97-AF65-F5344CB8AC3E}">
        <p14:creationId xmlns:p14="http://schemas.microsoft.com/office/powerpoint/2010/main" val="19456980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eaLnBrk="0" hangingPunct="0">
              <a:defRPr>
                <a:solidFill>
                  <a:schemeClr val="tx1"/>
                </a:solidFill>
                <a:latin typeface="Arial" panose="020B0604020202020204" pitchFamily="34" charset="0"/>
              </a:defRPr>
            </a:lvl1pPr>
            <a:lvl2pPr marL="727868" indent="-279949" eaLnBrk="0" hangingPunct="0">
              <a:defRPr>
                <a:solidFill>
                  <a:schemeClr val="tx1"/>
                </a:solidFill>
                <a:latin typeface="Arial" panose="020B0604020202020204" pitchFamily="34" charset="0"/>
              </a:defRPr>
            </a:lvl2pPr>
            <a:lvl3pPr marL="1119797" indent="-223959" eaLnBrk="0" hangingPunct="0">
              <a:defRPr>
                <a:solidFill>
                  <a:schemeClr val="tx1"/>
                </a:solidFill>
                <a:latin typeface="Arial" panose="020B0604020202020204" pitchFamily="34" charset="0"/>
              </a:defRPr>
            </a:lvl3pPr>
            <a:lvl4pPr marL="1567716" indent="-223959" eaLnBrk="0" hangingPunct="0">
              <a:defRPr>
                <a:solidFill>
                  <a:schemeClr val="tx1"/>
                </a:solidFill>
                <a:latin typeface="Arial" panose="020B0604020202020204" pitchFamily="34" charset="0"/>
              </a:defRPr>
            </a:lvl4pPr>
            <a:lvl5pPr marL="2015635" indent="-223959" eaLnBrk="0" hangingPunct="0">
              <a:defRPr>
                <a:solidFill>
                  <a:schemeClr val="tx1"/>
                </a:solidFill>
                <a:latin typeface="Arial" panose="020B0604020202020204" pitchFamily="34" charset="0"/>
              </a:defRPr>
            </a:lvl5pPr>
            <a:lvl6pPr marL="2463554" indent="-223959" eaLnBrk="0" fontAlgn="base" hangingPunct="0">
              <a:spcBef>
                <a:spcPct val="0"/>
              </a:spcBef>
              <a:spcAft>
                <a:spcPct val="0"/>
              </a:spcAft>
              <a:defRPr>
                <a:solidFill>
                  <a:schemeClr val="tx1"/>
                </a:solidFill>
                <a:latin typeface="Arial" panose="020B0604020202020204" pitchFamily="34" charset="0"/>
              </a:defRPr>
            </a:lvl6pPr>
            <a:lvl7pPr marL="2911472" indent="-223959" eaLnBrk="0" fontAlgn="base" hangingPunct="0">
              <a:spcBef>
                <a:spcPct val="0"/>
              </a:spcBef>
              <a:spcAft>
                <a:spcPct val="0"/>
              </a:spcAft>
              <a:defRPr>
                <a:solidFill>
                  <a:schemeClr val="tx1"/>
                </a:solidFill>
                <a:latin typeface="Arial" panose="020B0604020202020204" pitchFamily="34" charset="0"/>
              </a:defRPr>
            </a:lvl7pPr>
            <a:lvl8pPr marL="3359391" indent="-223959" eaLnBrk="0" fontAlgn="base" hangingPunct="0">
              <a:spcBef>
                <a:spcPct val="0"/>
              </a:spcBef>
              <a:spcAft>
                <a:spcPct val="0"/>
              </a:spcAft>
              <a:defRPr>
                <a:solidFill>
                  <a:schemeClr val="tx1"/>
                </a:solidFill>
                <a:latin typeface="Arial" panose="020B0604020202020204" pitchFamily="34" charset="0"/>
              </a:defRPr>
            </a:lvl8pPr>
            <a:lvl9pPr marL="3807310" indent="-223959" eaLnBrk="0" fontAlgn="base" hangingPunct="0">
              <a:spcBef>
                <a:spcPct val="0"/>
              </a:spcBef>
              <a:spcAft>
                <a:spcPct val="0"/>
              </a:spcAft>
              <a:defRPr>
                <a:solidFill>
                  <a:schemeClr val="tx1"/>
                </a:solidFill>
                <a:latin typeface="Arial" panose="020B0604020202020204" pitchFamily="34" charset="0"/>
              </a:defRPr>
            </a:lvl9pPr>
          </a:lstStyle>
          <a:p>
            <a:fld id="{5F528104-8649-4137-869F-654136EC4F8A}" type="slidenum">
              <a:rPr lang="es-ES_tradnl" altLang="es-ES">
                <a:latin typeface="Times New Roman" panose="02020603050405020304" pitchFamily="18" charset="0"/>
              </a:rPr>
              <a:pPr/>
              <a:t>52</a:t>
            </a:fld>
            <a:endParaRPr lang="es-ES_tradnl" altLang="es-ES">
              <a:latin typeface="Times New Roman" panose="02020603050405020304" pitchFamily="18" charset="0"/>
            </a:endParaRPr>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es-ES" altLang="es-ES"/>
          </a:p>
        </p:txBody>
      </p:sp>
    </p:spTree>
    <p:extLst>
      <p:ext uri="{BB962C8B-B14F-4D97-AF65-F5344CB8AC3E}">
        <p14:creationId xmlns:p14="http://schemas.microsoft.com/office/powerpoint/2010/main" val="913856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eaLnBrk="0" hangingPunct="0">
              <a:defRPr>
                <a:solidFill>
                  <a:schemeClr val="tx1"/>
                </a:solidFill>
                <a:latin typeface="Arial" panose="020B0604020202020204" pitchFamily="34" charset="0"/>
              </a:defRPr>
            </a:lvl1pPr>
            <a:lvl2pPr marL="727868" indent="-279949" eaLnBrk="0" hangingPunct="0">
              <a:defRPr>
                <a:solidFill>
                  <a:schemeClr val="tx1"/>
                </a:solidFill>
                <a:latin typeface="Arial" panose="020B0604020202020204" pitchFamily="34" charset="0"/>
              </a:defRPr>
            </a:lvl2pPr>
            <a:lvl3pPr marL="1119797" indent="-223959" eaLnBrk="0" hangingPunct="0">
              <a:defRPr>
                <a:solidFill>
                  <a:schemeClr val="tx1"/>
                </a:solidFill>
                <a:latin typeface="Arial" panose="020B0604020202020204" pitchFamily="34" charset="0"/>
              </a:defRPr>
            </a:lvl3pPr>
            <a:lvl4pPr marL="1567716" indent="-223959" eaLnBrk="0" hangingPunct="0">
              <a:defRPr>
                <a:solidFill>
                  <a:schemeClr val="tx1"/>
                </a:solidFill>
                <a:latin typeface="Arial" panose="020B0604020202020204" pitchFamily="34" charset="0"/>
              </a:defRPr>
            </a:lvl4pPr>
            <a:lvl5pPr marL="2015635" indent="-223959" eaLnBrk="0" hangingPunct="0">
              <a:defRPr>
                <a:solidFill>
                  <a:schemeClr val="tx1"/>
                </a:solidFill>
                <a:latin typeface="Arial" panose="020B0604020202020204" pitchFamily="34" charset="0"/>
              </a:defRPr>
            </a:lvl5pPr>
            <a:lvl6pPr marL="2463554" indent="-223959" eaLnBrk="0" fontAlgn="base" hangingPunct="0">
              <a:spcBef>
                <a:spcPct val="0"/>
              </a:spcBef>
              <a:spcAft>
                <a:spcPct val="0"/>
              </a:spcAft>
              <a:defRPr>
                <a:solidFill>
                  <a:schemeClr val="tx1"/>
                </a:solidFill>
                <a:latin typeface="Arial" panose="020B0604020202020204" pitchFamily="34" charset="0"/>
              </a:defRPr>
            </a:lvl6pPr>
            <a:lvl7pPr marL="2911472" indent="-223959" eaLnBrk="0" fontAlgn="base" hangingPunct="0">
              <a:spcBef>
                <a:spcPct val="0"/>
              </a:spcBef>
              <a:spcAft>
                <a:spcPct val="0"/>
              </a:spcAft>
              <a:defRPr>
                <a:solidFill>
                  <a:schemeClr val="tx1"/>
                </a:solidFill>
                <a:latin typeface="Arial" panose="020B0604020202020204" pitchFamily="34" charset="0"/>
              </a:defRPr>
            </a:lvl7pPr>
            <a:lvl8pPr marL="3359391" indent="-223959" eaLnBrk="0" fontAlgn="base" hangingPunct="0">
              <a:spcBef>
                <a:spcPct val="0"/>
              </a:spcBef>
              <a:spcAft>
                <a:spcPct val="0"/>
              </a:spcAft>
              <a:defRPr>
                <a:solidFill>
                  <a:schemeClr val="tx1"/>
                </a:solidFill>
                <a:latin typeface="Arial" panose="020B0604020202020204" pitchFamily="34" charset="0"/>
              </a:defRPr>
            </a:lvl8pPr>
            <a:lvl9pPr marL="3807310" indent="-223959" eaLnBrk="0" fontAlgn="base" hangingPunct="0">
              <a:spcBef>
                <a:spcPct val="0"/>
              </a:spcBef>
              <a:spcAft>
                <a:spcPct val="0"/>
              </a:spcAft>
              <a:defRPr>
                <a:solidFill>
                  <a:schemeClr val="tx1"/>
                </a:solidFill>
                <a:latin typeface="Arial" panose="020B0604020202020204" pitchFamily="34" charset="0"/>
              </a:defRPr>
            </a:lvl9pPr>
          </a:lstStyle>
          <a:p>
            <a:fld id="{FF3E1D23-D14D-4E59-BC6F-95C175E585E8}" type="slidenum">
              <a:rPr lang="es-ES_tradnl" altLang="es-ES">
                <a:latin typeface="Times New Roman" panose="02020603050405020304" pitchFamily="18" charset="0"/>
              </a:rPr>
              <a:pPr/>
              <a:t>53</a:t>
            </a:fld>
            <a:endParaRPr lang="es-ES_tradnl" altLang="es-ES">
              <a:latin typeface="Times New Roman" panose="02020603050405020304" pitchFamily="18" charset="0"/>
            </a:endParaRPr>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es-ES" altLang="es-ES"/>
          </a:p>
        </p:txBody>
      </p:sp>
    </p:spTree>
    <p:extLst>
      <p:ext uri="{BB962C8B-B14F-4D97-AF65-F5344CB8AC3E}">
        <p14:creationId xmlns:p14="http://schemas.microsoft.com/office/powerpoint/2010/main" val="233067715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eaLnBrk="0" hangingPunct="0">
              <a:defRPr>
                <a:solidFill>
                  <a:schemeClr val="tx1"/>
                </a:solidFill>
                <a:latin typeface="Arial" panose="020B0604020202020204" pitchFamily="34" charset="0"/>
              </a:defRPr>
            </a:lvl1pPr>
            <a:lvl2pPr marL="727868" indent="-279949" eaLnBrk="0" hangingPunct="0">
              <a:defRPr>
                <a:solidFill>
                  <a:schemeClr val="tx1"/>
                </a:solidFill>
                <a:latin typeface="Arial" panose="020B0604020202020204" pitchFamily="34" charset="0"/>
              </a:defRPr>
            </a:lvl2pPr>
            <a:lvl3pPr marL="1119797" indent="-223959" eaLnBrk="0" hangingPunct="0">
              <a:defRPr>
                <a:solidFill>
                  <a:schemeClr val="tx1"/>
                </a:solidFill>
                <a:latin typeface="Arial" panose="020B0604020202020204" pitchFamily="34" charset="0"/>
              </a:defRPr>
            </a:lvl3pPr>
            <a:lvl4pPr marL="1567716" indent="-223959" eaLnBrk="0" hangingPunct="0">
              <a:defRPr>
                <a:solidFill>
                  <a:schemeClr val="tx1"/>
                </a:solidFill>
                <a:latin typeface="Arial" panose="020B0604020202020204" pitchFamily="34" charset="0"/>
              </a:defRPr>
            </a:lvl4pPr>
            <a:lvl5pPr marL="2015635" indent="-223959" eaLnBrk="0" hangingPunct="0">
              <a:defRPr>
                <a:solidFill>
                  <a:schemeClr val="tx1"/>
                </a:solidFill>
                <a:latin typeface="Arial" panose="020B0604020202020204" pitchFamily="34" charset="0"/>
              </a:defRPr>
            </a:lvl5pPr>
            <a:lvl6pPr marL="2463554" indent="-223959" eaLnBrk="0" fontAlgn="base" hangingPunct="0">
              <a:spcBef>
                <a:spcPct val="0"/>
              </a:spcBef>
              <a:spcAft>
                <a:spcPct val="0"/>
              </a:spcAft>
              <a:defRPr>
                <a:solidFill>
                  <a:schemeClr val="tx1"/>
                </a:solidFill>
                <a:latin typeface="Arial" panose="020B0604020202020204" pitchFamily="34" charset="0"/>
              </a:defRPr>
            </a:lvl6pPr>
            <a:lvl7pPr marL="2911472" indent="-223959" eaLnBrk="0" fontAlgn="base" hangingPunct="0">
              <a:spcBef>
                <a:spcPct val="0"/>
              </a:spcBef>
              <a:spcAft>
                <a:spcPct val="0"/>
              </a:spcAft>
              <a:defRPr>
                <a:solidFill>
                  <a:schemeClr val="tx1"/>
                </a:solidFill>
                <a:latin typeface="Arial" panose="020B0604020202020204" pitchFamily="34" charset="0"/>
              </a:defRPr>
            </a:lvl7pPr>
            <a:lvl8pPr marL="3359391" indent="-223959" eaLnBrk="0" fontAlgn="base" hangingPunct="0">
              <a:spcBef>
                <a:spcPct val="0"/>
              </a:spcBef>
              <a:spcAft>
                <a:spcPct val="0"/>
              </a:spcAft>
              <a:defRPr>
                <a:solidFill>
                  <a:schemeClr val="tx1"/>
                </a:solidFill>
                <a:latin typeface="Arial" panose="020B0604020202020204" pitchFamily="34" charset="0"/>
              </a:defRPr>
            </a:lvl8pPr>
            <a:lvl9pPr marL="3807310" indent="-223959" eaLnBrk="0" fontAlgn="base" hangingPunct="0">
              <a:spcBef>
                <a:spcPct val="0"/>
              </a:spcBef>
              <a:spcAft>
                <a:spcPct val="0"/>
              </a:spcAft>
              <a:defRPr>
                <a:solidFill>
                  <a:schemeClr val="tx1"/>
                </a:solidFill>
                <a:latin typeface="Arial" panose="020B0604020202020204" pitchFamily="34" charset="0"/>
              </a:defRPr>
            </a:lvl9pPr>
          </a:lstStyle>
          <a:p>
            <a:fld id="{A0F96C40-E6F3-42D3-9684-A9604D9C07B6}" type="slidenum">
              <a:rPr lang="es-ES" altLang="es-ES">
                <a:latin typeface="Times New Roman" panose="02020603050405020304" pitchFamily="18" charset="0"/>
              </a:rPr>
              <a:pPr/>
              <a:t>54</a:t>
            </a:fld>
            <a:endParaRPr lang="es-ES" altLang="es-ES">
              <a:latin typeface="Times New Roman" panose="02020603050405020304" pitchFamily="18" charset="0"/>
            </a:endParaRPr>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endParaRPr lang="es-ES" altLang="es-ES"/>
          </a:p>
        </p:txBody>
      </p:sp>
    </p:spTree>
    <p:extLst>
      <p:ext uri="{BB962C8B-B14F-4D97-AF65-F5344CB8AC3E}">
        <p14:creationId xmlns:p14="http://schemas.microsoft.com/office/powerpoint/2010/main" val="257972122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eaLnBrk="0" hangingPunct="0">
              <a:defRPr>
                <a:solidFill>
                  <a:schemeClr val="tx1"/>
                </a:solidFill>
                <a:latin typeface="Arial" panose="020B0604020202020204" pitchFamily="34" charset="0"/>
              </a:defRPr>
            </a:lvl1pPr>
            <a:lvl2pPr marL="727868" indent="-279949" eaLnBrk="0" hangingPunct="0">
              <a:defRPr>
                <a:solidFill>
                  <a:schemeClr val="tx1"/>
                </a:solidFill>
                <a:latin typeface="Arial" panose="020B0604020202020204" pitchFamily="34" charset="0"/>
              </a:defRPr>
            </a:lvl2pPr>
            <a:lvl3pPr marL="1119797" indent="-223959" eaLnBrk="0" hangingPunct="0">
              <a:defRPr>
                <a:solidFill>
                  <a:schemeClr val="tx1"/>
                </a:solidFill>
                <a:latin typeface="Arial" panose="020B0604020202020204" pitchFamily="34" charset="0"/>
              </a:defRPr>
            </a:lvl3pPr>
            <a:lvl4pPr marL="1567716" indent="-223959" eaLnBrk="0" hangingPunct="0">
              <a:defRPr>
                <a:solidFill>
                  <a:schemeClr val="tx1"/>
                </a:solidFill>
                <a:latin typeface="Arial" panose="020B0604020202020204" pitchFamily="34" charset="0"/>
              </a:defRPr>
            </a:lvl4pPr>
            <a:lvl5pPr marL="2015635" indent="-223959" eaLnBrk="0" hangingPunct="0">
              <a:defRPr>
                <a:solidFill>
                  <a:schemeClr val="tx1"/>
                </a:solidFill>
                <a:latin typeface="Arial" panose="020B0604020202020204" pitchFamily="34" charset="0"/>
              </a:defRPr>
            </a:lvl5pPr>
            <a:lvl6pPr marL="2463554" indent="-223959" eaLnBrk="0" fontAlgn="base" hangingPunct="0">
              <a:spcBef>
                <a:spcPct val="0"/>
              </a:spcBef>
              <a:spcAft>
                <a:spcPct val="0"/>
              </a:spcAft>
              <a:defRPr>
                <a:solidFill>
                  <a:schemeClr val="tx1"/>
                </a:solidFill>
                <a:latin typeface="Arial" panose="020B0604020202020204" pitchFamily="34" charset="0"/>
              </a:defRPr>
            </a:lvl6pPr>
            <a:lvl7pPr marL="2911472" indent="-223959" eaLnBrk="0" fontAlgn="base" hangingPunct="0">
              <a:spcBef>
                <a:spcPct val="0"/>
              </a:spcBef>
              <a:spcAft>
                <a:spcPct val="0"/>
              </a:spcAft>
              <a:defRPr>
                <a:solidFill>
                  <a:schemeClr val="tx1"/>
                </a:solidFill>
                <a:latin typeface="Arial" panose="020B0604020202020204" pitchFamily="34" charset="0"/>
              </a:defRPr>
            </a:lvl7pPr>
            <a:lvl8pPr marL="3359391" indent="-223959" eaLnBrk="0" fontAlgn="base" hangingPunct="0">
              <a:spcBef>
                <a:spcPct val="0"/>
              </a:spcBef>
              <a:spcAft>
                <a:spcPct val="0"/>
              </a:spcAft>
              <a:defRPr>
                <a:solidFill>
                  <a:schemeClr val="tx1"/>
                </a:solidFill>
                <a:latin typeface="Arial" panose="020B0604020202020204" pitchFamily="34" charset="0"/>
              </a:defRPr>
            </a:lvl8pPr>
            <a:lvl9pPr marL="3807310" indent="-223959" eaLnBrk="0" fontAlgn="base" hangingPunct="0">
              <a:spcBef>
                <a:spcPct val="0"/>
              </a:spcBef>
              <a:spcAft>
                <a:spcPct val="0"/>
              </a:spcAft>
              <a:defRPr>
                <a:solidFill>
                  <a:schemeClr val="tx1"/>
                </a:solidFill>
                <a:latin typeface="Arial" panose="020B0604020202020204" pitchFamily="34" charset="0"/>
              </a:defRPr>
            </a:lvl9pPr>
          </a:lstStyle>
          <a:p>
            <a:fld id="{75B69340-685A-4198-B7B4-920A7E0E9570}" type="slidenum">
              <a:rPr lang="es-ES" altLang="es-ES">
                <a:latin typeface="Times New Roman" panose="02020603050405020304" pitchFamily="18" charset="0"/>
              </a:rPr>
              <a:pPr/>
              <a:t>55</a:t>
            </a:fld>
            <a:endParaRPr lang="es-ES" altLang="es-ES">
              <a:latin typeface="Times New Roman" panose="02020603050405020304" pitchFamily="18" charset="0"/>
            </a:endParaRPr>
          </a:p>
        </p:txBody>
      </p:sp>
      <p:sp>
        <p:nvSpPr>
          <p:cNvPr id="124931" name="Rectangle 2"/>
          <p:cNvSpPr>
            <a:spLocks noGrp="1" noRot="1" noChangeAspect="1" noChangeArrowheads="1" noTextEdit="1"/>
          </p:cNvSpPr>
          <p:nvPr>
            <p:ph type="sldImg"/>
          </p:nvPr>
        </p:nvSpPr>
        <p:spPr>
          <a:ln/>
        </p:spPr>
      </p:sp>
      <p:sp>
        <p:nvSpPr>
          <p:cNvPr id="124932"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endParaRPr lang="es-ES" altLang="es-ES"/>
          </a:p>
        </p:txBody>
      </p:sp>
    </p:spTree>
    <p:extLst>
      <p:ext uri="{BB962C8B-B14F-4D97-AF65-F5344CB8AC3E}">
        <p14:creationId xmlns:p14="http://schemas.microsoft.com/office/powerpoint/2010/main" val="153851017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eaLnBrk="0" hangingPunct="0">
              <a:defRPr>
                <a:solidFill>
                  <a:schemeClr val="tx1"/>
                </a:solidFill>
                <a:latin typeface="Arial" panose="020B0604020202020204" pitchFamily="34" charset="0"/>
              </a:defRPr>
            </a:lvl1pPr>
            <a:lvl2pPr marL="727868" indent="-279949" eaLnBrk="0" hangingPunct="0">
              <a:defRPr>
                <a:solidFill>
                  <a:schemeClr val="tx1"/>
                </a:solidFill>
                <a:latin typeface="Arial" panose="020B0604020202020204" pitchFamily="34" charset="0"/>
              </a:defRPr>
            </a:lvl2pPr>
            <a:lvl3pPr marL="1119797" indent="-223959" eaLnBrk="0" hangingPunct="0">
              <a:defRPr>
                <a:solidFill>
                  <a:schemeClr val="tx1"/>
                </a:solidFill>
                <a:latin typeface="Arial" panose="020B0604020202020204" pitchFamily="34" charset="0"/>
              </a:defRPr>
            </a:lvl3pPr>
            <a:lvl4pPr marL="1567716" indent="-223959" eaLnBrk="0" hangingPunct="0">
              <a:defRPr>
                <a:solidFill>
                  <a:schemeClr val="tx1"/>
                </a:solidFill>
                <a:latin typeface="Arial" panose="020B0604020202020204" pitchFamily="34" charset="0"/>
              </a:defRPr>
            </a:lvl4pPr>
            <a:lvl5pPr marL="2015635" indent="-223959" eaLnBrk="0" hangingPunct="0">
              <a:defRPr>
                <a:solidFill>
                  <a:schemeClr val="tx1"/>
                </a:solidFill>
                <a:latin typeface="Arial" panose="020B0604020202020204" pitchFamily="34" charset="0"/>
              </a:defRPr>
            </a:lvl5pPr>
            <a:lvl6pPr marL="2463554" indent="-223959" eaLnBrk="0" fontAlgn="base" hangingPunct="0">
              <a:spcBef>
                <a:spcPct val="0"/>
              </a:spcBef>
              <a:spcAft>
                <a:spcPct val="0"/>
              </a:spcAft>
              <a:defRPr>
                <a:solidFill>
                  <a:schemeClr val="tx1"/>
                </a:solidFill>
                <a:latin typeface="Arial" panose="020B0604020202020204" pitchFamily="34" charset="0"/>
              </a:defRPr>
            </a:lvl6pPr>
            <a:lvl7pPr marL="2911472" indent="-223959" eaLnBrk="0" fontAlgn="base" hangingPunct="0">
              <a:spcBef>
                <a:spcPct val="0"/>
              </a:spcBef>
              <a:spcAft>
                <a:spcPct val="0"/>
              </a:spcAft>
              <a:defRPr>
                <a:solidFill>
                  <a:schemeClr val="tx1"/>
                </a:solidFill>
                <a:latin typeface="Arial" panose="020B0604020202020204" pitchFamily="34" charset="0"/>
              </a:defRPr>
            </a:lvl7pPr>
            <a:lvl8pPr marL="3359391" indent="-223959" eaLnBrk="0" fontAlgn="base" hangingPunct="0">
              <a:spcBef>
                <a:spcPct val="0"/>
              </a:spcBef>
              <a:spcAft>
                <a:spcPct val="0"/>
              </a:spcAft>
              <a:defRPr>
                <a:solidFill>
                  <a:schemeClr val="tx1"/>
                </a:solidFill>
                <a:latin typeface="Arial" panose="020B0604020202020204" pitchFamily="34" charset="0"/>
              </a:defRPr>
            </a:lvl8pPr>
            <a:lvl9pPr marL="3807310" indent="-223959" eaLnBrk="0" fontAlgn="base" hangingPunct="0">
              <a:spcBef>
                <a:spcPct val="0"/>
              </a:spcBef>
              <a:spcAft>
                <a:spcPct val="0"/>
              </a:spcAft>
              <a:defRPr>
                <a:solidFill>
                  <a:schemeClr val="tx1"/>
                </a:solidFill>
                <a:latin typeface="Arial" panose="020B0604020202020204" pitchFamily="34" charset="0"/>
              </a:defRPr>
            </a:lvl9pPr>
          </a:lstStyle>
          <a:p>
            <a:fld id="{255C6EF3-FEE7-4E4C-A95A-5EDCA28EA73E}" type="slidenum">
              <a:rPr lang="es-ES_tradnl" altLang="es-ES">
                <a:latin typeface="Times New Roman" panose="02020603050405020304" pitchFamily="18" charset="0"/>
              </a:rPr>
              <a:pPr/>
              <a:t>56</a:t>
            </a:fld>
            <a:endParaRPr lang="es-ES_tradnl" altLang="es-ES">
              <a:latin typeface="Times New Roman" panose="02020603050405020304" pitchFamily="18" charset="0"/>
            </a:endParaRPr>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es-ES" altLang="es-ES"/>
          </a:p>
        </p:txBody>
      </p:sp>
    </p:spTree>
    <p:extLst>
      <p:ext uri="{BB962C8B-B14F-4D97-AF65-F5344CB8AC3E}">
        <p14:creationId xmlns:p14="http://schemas.microsoft.com/office/powerpoint/2010/main" val="214333728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eaLnBrk="0" hangingPunct="0">
              <a:defRPr>
                <a:solidFill>
                  <a:schemeClr val="tx1"/>
                </a:solidFill>
                <a:latin typeface="Arial" panose="020B0604020202020204" pitchFamily="34" charset="0"/>
              </a:defRPr>
            </a:lvl1pPr>
            <a:lvl2pPr marL="727868" indent="-279949" eaLnBrk="0" hangingPunct="0">
              <a:defRPr>
                <a:solidFill>
                  <a:schemeClr val="tx1"/>
                </a:solidFill>
                <a:latin typeface="Arial" panose="020B0604020202020204" pitchFamily="34" charset="0"/>
              </a:defRPr>
            </a:lvl2pPr>
            <a:lvl3pPr marL="1119797" indent="-223959" eaLnBrk="0" hangingPunct="0">
              <a:defRPr>
                <a:solidFill>
                  <a:schemeClr val="tx1"/>
                </a:solidFill>
                <a:latin typeface="Arial" panose="020B0604020202020204" pitchFamily="34" charset="0"/>
              </a:defRPr>
            </a:lvl3pPr>
            <a:lvl4pPr marL="1567716" indent="-223959" eaLnBrk="0" hangingPunct="0">
              <a:defRPr>
                <a:solidFill>
                  <a:schemeClr val="tx1"/>
                </a:solidFill>
                <a:latin typeface="Arial" panose="020B0604020202020204" pitchFamily="34" charset="0"/>
              </a:defRPr>
            </a:lvl4pPr>
            <a:lvl5pPr marL="2015635" indent="-223959" eaLnBrk="0" hangingPunct="0">
              <a:defRPr>
                <a:solidFill>
                  <a:schemeClr val="tx1"/>
                </a:solidFill>
                <a:latin typeface="Arial" panose="020B0604020202020204" pitchFamily="34" charset="0"/>
              </a:defRPr>
            </a:lvl5pPr>
            <a:lvl6pPr marL="2463554" indent="-223959" eaLnBrk="0" fontAlgn="base" hangingPunct="0">
              <a:spcBef>
                <a:spcPct val="0"/>
              </a:spcBef>
              <a:spcAft>
                <a:spcPct val="0"/>
              </a:spcAft>
              <a:defRPr>
                <a:solidFill>
                  <a:schemeClr val="tx1"/>
                </a:solidFill>
                <a:latin typeface="Arial" panose="020B0604020202020204" pitchFamily="34" charset="0"/>
              </a:defRPr>
            </a:lvl6pPr>
            <a:lvl7pPr marL="2911472" indent="-223959" eaLnBrk="0" fontAlgn="base" hangingPunct="0">
              <a:spcBef>
                <a:spcPct val="0"/>
              </a:spcBef>
              <a:spcAft>
                <a:spcPct val="0"/>
              </a:spcAft>
              <a:defRPr>
                <a:solidFill>
                  <a:schemeClr val="tx1"/>
                </a:solidFill>
                <a:latin typeface="Arial" panose="020B0604020202020204" pitchFamily="34" charset="0"/>
              </a:defRPr>
            </a:lvl7pPr>
            <a:lvl8pPr marL="3359391" indent="-223959" eaLnBrk="0" fontAlgn="base" hangingPunct="0">
              <a:spcBef>
                <a:spcPct val="0"/>
              </a:spcBef>
              <a:spcAft>
                <a:spcPct val="0"/>
              </a:spcAft>
              <a:defRPr>
                <a:solidFill>
                  <a:schemeClr val="tx1"/>
                </a:solidFill>
                <a:latin typeface="Arial" panose="020B0604020202020204" pitchFamily="34" charset="0"/>
              </a:defRPr>
            </a:lvl8pPr>
            <a:lvl9pPr marL="3807310" indent="-223959" eaLnBrk="0" fontAlgn="base" hangingPunct="0">
              <a:spcBef>
                <a:spcPct val="0"/>
              </a:spcBef>
              <a:spcAft>
                <a:spcPct val="0"/>
              </a:spcAft>
              <a:defRPr>
                <a:solidFill>
                  <a:schemeClr val="tx1"/>
                </a:solidFill>
                <a:latin typeface="Arial" panose="020B0604020202020204" pitchFamily="34" charset="0"/>
              </a:defRPr>
            </a:lvl9pPr>
          </a:lstStyle>
          <a:p>
            <a:fld id="{38277F30-B85C-484B-B011-476064F6C77C}" type="slidenum">
              <a:rPr lang="es-ES_tradnl" altLang="es-ES">
                <a:latin typeface="Times New Roman" panose="02020603050405020304" pitchFamily="18" charset="0"/>
              </a:rPr>
              <a:pPr/>
              <a:t>57</a:t>
            </a:fld>
            <a:endParaRPr lang="es-ES_tradnl" altLang="es-ES">
              <a:latin typeface="Times New Roman" panose="02020603050405020304" pitchFamily="18" charset="0"/>
            </a:endParaRPr>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es-ES" altLang="es-ES"/>
          </a:p>
        </p:txBody>
      </p:sp>
    </p:spTree>
    <p:extLst>
      <p:ext uri="{BB962C8B-B14F-4D97-AF65-F5344CB8AC3E}">
        <p14:creationId xmlns:p14="http://schemas.microsoft.com/office/powerpoint/2010/main" val="212874859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eaLnBrk="0" hangingPunct="0">
              <a:defRPr>
                <a:solidFill>
                  <a:schemeClr val="tx1"/>
                </a:solidFill>
                <a:latin typeface="Arial" panose="020B0604020202020204" pitchFamily="34" charset="0"/>
              </a:defRPr>
            </a:lvl1pPr>
            <a:lvl2pPr marL="727868" indent="-279949" eaLnBrk="0" hangingPunct="0">
              <a:defRPr>
                <a:solidFill>
                  <a:schemeClr val="tx1"/>
                </a:solidFill>
                <a:latin typeface="Arial" panose="020B0604020202020204" pitchFamily="34" charset="0"/>
              </a:defRPr>
            </a:lvl2pPr>
            <a:lvl3pPr marL="1119797" indent="-223959" eaLnBrk="0" hangingPunct="0">
              <a:defRPr>
                <a:solidFill>
                  <a:schemeClr val="tx1"/>
                </a:solidFill>
                <a:latin typeface="Arial" panose="020B0604020202020204" pitchFamily="34" charset="0"/>
              </a:defRPr>
            </a:lvl3pPr>
            <a:lvl4pPr marL="1567716" indent="-223959" eaLnBrk="0" hangingPunct="0">
              <a:defRPr>
                <a:solidFill>
                  <a:schemeClr val="tx1"/>
                </a:solidFill>
                <a:latin typeface="Arial" panose="020B0604020202020204" pitchFamily="34" charset="0"/>
              </a:defRPr>
            </a:lvl4pPr>
            <a:lvl5pPr marL="2015635" indent="-223959" eaLnBrk="0" hangingPunct="0">
              <a:defRPr>
                <a:solidFill>
                  <a:schemeClr val="tx1"/>
                </a:solidFill>
                <a:latin typeface="Arial" panose="020B0604020202020204" pitchFamily="34" charset="0"/>
              </a:defRPr>
            </a:lvl5pPr>
            <a:lvl6pPr marL="2463554" indent="-223959" eaLnBrk="0" fontAlgn="base" hangingPunct="0">
              <a:spcBef>
                <a:spcPct val="0"/>
              </a:spcBef>
              <a:spcAft>
                <a:spcPct val="0"/>
              </a:spcAft>
              <a:defRPr>
                <a:solidFill>
                  <a:schemeClr val="tx1"/>
                </a:solidFill>
                <a:latin typeface="Arial" panose="020B0604020202020204" pitchFamily="34" charset="0"/>
              </a:defRPr>
            </a:lvl6pPr>
            <a:lvl7pPr marL="2911472" indent="-223959" eaLnBrk="0" fontAlgn="base" hangingPunct="0">
              <a:spcBef>
                <a:spcPct val="0"/>
              </a:spcBef>
              <a:spcAft>
                <a:spcPct val="0"/>
              </a:spcAft>
              <a:defRPr>
                <a:solidFill>
                  <a:schemeClr val="tx1"/>
                </a:solidFill>
                <a:latin typeface="Arial" panose="020B0604020202020204" pitchFamily="34" charset="0"/>
              </a:defRPr>
            </a:lvl7pPr>
            <a:lvl8pPr marL="3359391" indent="-223959" eaLnBrk="0" fontAlgn="base" hangingPunct="0">
              <a:spcBef>
                <a:spcPct val="0"/>
              </a:spcBef>
              <a:spcAft>
                <a:spcPct val="0"/>
              </a:spcAft>
              <a:defRPr>
                <a:solidFill>
                  <a:schemeClr val="tx1"/>
                </a:solidFill>
                <a:latin typeface="Arial" panose="020B0604020202020204" pitchFamily="34" charset="0"/>
              </a:defRPr>
            </a:lvl8pPr>
            <a:lvl9pPr marL="3807310" indent="-223959" eaLnBrk="0" fontAlgn="base" hangingPunct="0">
              <a:spcBef>
                <a:spcPct val="0"/>
              </a:spcBef>
              <a:spcAft>
                <a:spcPct val="0"/>
              </a:spcAft>
              <a:defRPr>
                <a:solidFill>
                  <a:schemeClr val="tx1"/>
                </a:solidFill>
                <a:latin typeface="Arial" panose="020B0604020202020204" pitchFamily="34" charset="0"/>
              </a:defRPr>
            </a:lvl9pPr>
          </a:lstStyle>
          <a:p>
            <a:fld id="{AC90A023-4ED6-4E4D-A404-1F1823626FED}" type="slidenum">
              <a:rPr lang="es-ES_tradnl" altLang="es-ES">
                <a:latin typeface="Times New Roman" panose="02020603050405020304" pitchFamily="18" charset="0"/>
              </a:rPr>
              <a:pPr/>
              <a:t>58</a:t>
            </a:fld>
            <a:endParaRPr lang="es-ES_tradnl" altLang="es-ES">
              <a:latin typeface="Times New Roman" panose="02020603050405020304" pitchFamily="18" charset="0"/>
            </a:endParaRPr>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xfrm>
            <a:off x="686731" y="4342777"/>
            <a:ext cx="5484540" cy="4115111"/>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es-ES" altLang="es-ES"/>
          </a:p>
        </p:txBody>
      </p:sp>
    </p:spTree>
    <p:extLst>
      <p:ext uri="{BB962C8B-B14F-4D97-AF65-F5344CB8AC3E}">
        <p14:creationId xmlns:p14="http://schemas.microsoft.com/office/powerpoint/2010/main" val="311872894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eaLnBrk="0" hangingPunct="0">
              <a:defRPr>
                <a:solidFill>
                  <a:schemeClr val="tx1"/>
                </a:solidFill>
                <a:latin typeface="Arial" panose="020B0604020202020204" pitchFamily="34" charset="0"/>
              </a:defRPr>
            </a:lvl1pPr>
            <a:lvl2pPr marL="727868" indent="-279949" eaLnBrk="0" hangingPunct="0">
              <a:defRPr>
                <a:solidFill>
                  <a:schemeClr val="tx1"/>
                </a:solidFill>
                <a:latin typeface="Arial" panose="020B0604020202020204" pitchFamily="34" charset="0"/>
              </a:defRPr>
            </a:lvl2pPr>
            <a:lvl3pPr marL="1119797" indent="-223959" eaLnBrk="0" hangingPunct="0">
              <a:defRPr>
                <a:solidFill>
                  <a:schemeClr val="tx1"/>
                </a:solidFill>
                <a:latin typeface="Arial" panose="020B0604020202020204" pitchFamily="34" charset="0"/>
              </a:defRPr>
            </a:lvl3pPr>
            <a:lvl4pPr marL="1567716" indent="-223959" eaLnBrk="0" hangingPunct="0">
              <a:defRPr>
                <a:solidFill>
                  <a:schemeClr val="tx1"/>
                </a:solidFill>
                <a:latin typeface="Arial" panose="020B0604020202020204" pitchFamily="34" charset="0"/>
              </a:defRPr>
            </a:lvl4pPr>
            <a:lvl5pPr marL="2015635" indent="-223959" eaLnBrk="0" hangingPunct="0">
              <a:defRPr>
                <a:solidFill>
                  <a:schemeClr val="tx1"/>
                </a:solidFill>
                <a:latin typeface="Arial" panose="020B0604020202020204" pitchFamily="34" charset="0"/>
              </a:defRPr>
            </a:lvl5pPr>
            <a:lvl6pPr marL="2463554" indent="-223959" eaLnBrk="0" fontAlgn="base" hangingPunct="0">
              <a:spcBef>
                <a:spcPct val="0"/>
              </a:spcBef>
              <a:spcAft>
                <a:spcPct val="0"/>
              </a:spcAft>
              <a:defRPr>
                <a:solidFill>
                  <a:schemeClr val="tx1"/>
                </a:solidFill>
                <a:latin typeface="Arial" panose="020B0604020202020204" pitchFamily="34" charset="0"/>
              </a:defRPr>
            </a:lvl6pPr>
            <a:lvl7pPr marL="2911472" indent="-223959" eaLnBrk="0" fontAlgn="base" hangingPunct="0">
              <a:spcBef>
                <a:spcPct val="0"/>
              </a:spcBef>
              <a:spcAft>
                <a:spcPct val="0"/>
              </a:spcAft>
              <a:defRPr>
                <a:solidFill>
                  <a:schemeClr val="tx1"/>
                </a:solidFill>
                <a:latin typeface="Arial" panose="020B0604020202020204" pitchFamily="34" charset="0"/>
              </a:defRPr>
            </a:lvl7pPr>
            <a:lvl8pPr marL="3359391" indent="-223959" eaLnBrk="0" fontAlgn="base" hangingPunct="0">
              <a:spcBef>
                <a:spcPct val="0"/>
              </a:spcBef>
              <a:spcAft>
                <a:spcPct val="0"/>
              </a:spcAft>
              <a:defRPr>
                <a:solidFill>
                  <a:schemeClr val="tx1"/>
                </a:solidFill>
                <a:latin typeface="Arial" panose="020B0604020202020204" pitchFamily="34" charset="0"/>
              </a:defRPr>
            </a:lvl8pPr>
            <a:lvl9pPr marL="3807310" indent="-223959" eaLnBrk="0" fontAlgn="base" hangingPunct="0">
              <a:spcBef>
                <a:spcPct val="0"/>
              </a:spcBef>
              <a:spcAft>
                <a:spcPct val="0"/>
              </a:spcAft>
              <a:defRPr>
                <a:solidFill>
                  <a:schemeClr val="tx1"/>
                </a:solidFill>
                <a:latin typeface="Arial" panose="020B0604020202020204" pitchFamily="34" charset="0"/>
              </a:defRPr>
            </a:lvl9pPr>
          </a:lstStyle>
          <a:p>
            <a:fld id="{016263E5-BB04-48C6-9A07-99EB05ADE6F9}" type="slidenum">
              <a:rPr lang="es-ES_tradnl" altLang="es-ES">
                <a:latin typeface="Times New Roman" panose="02020603050405020304" pitchFamily="18" charset="0"/>
              </a:rPr>
              <a:pPr/>
              <a:t>59</a:t>
            </a:fld>
            <a:endParaRPr lang="es-ES_tradnl" altLang="es-ES">
              <a:latin typeface="Times New Roman" panose="02020603050405020304" pitchFamily="18" charset="0"/>
            </a:endParaRPr>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es-ES" altLang="es-ES"/>
          </a:p>
        </p:txBody>
      </p:sp>
    </p:spTree>
    <p:extLst>
      <p:ext uri="{BB962C8B-B14F-4D97-AF65-F5344CB8AC3E}">
        <p14:creationId xmlns:p14="http://schemas.microsoft.com/office/powerpoint/2010/main" val="383134734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eaLnBrk="0" hangingPunct="0">
              <a:defRPr>
                <a:solidFill>
                  <a:schemeClr val="tx1"/>
                </a:solidFill>
                <a:latin typeface="Arial" panose="020B0604020202020204" pitchFamily="34" charset="0"/>
              </a:defRPr>
            </a:lvl1pPr>
            <a:lvl2pPr marL="727868" indent="-279949" eaLnBrk="0" hangingPunct="0">
              <a:defRPr>
                <a:solidFill>
                  <a:schemeClr val="tx1"/>
                </a:solidFill>
                <a:latin typeface="Arial" panose="020B0604020202020204" pitchFamily="34" charset="0"/>
              </a:defRPr>
            </a:lvl2pPr>
            <a:lvl3pPr marL="1119797" indent="-223959" eaLnBrk="0" hangingPunct="0">
              <a:defRPr>
                <a:solidFill>
                  <a:schemeClr val="tx1"/>
                </a:solidFill>
                <a:latin typeface="Arial" panose="020B0604020202020204" pitchFamily="34" charset="0"/>
              </a:defRPr>
            </a:lvl3pPr>
            <a:lvl4pPr marL="1567716" indent="-223959" eaLnBrk="0" hangingPunct="0">
              <a:defRPr>
                <a:solidFill>
                  <a:schemeClr val="tx1"/>
                </a:solidFill>
                <a:latin typeface="Arial" panose="020B0604020202020204" pitchFamily="34" charset="0"/>
              </a:defRPr>
            </a:lvl4pPr>
            <a:lvl5pPr marL="2015635" indent="-223959" eaLnBrk="0" hangingPunct="0">
              <a:defRPr>
                <a:solidFill>
                  <a:schemeClr val="tx1"/>
                </a:solidFill>
                <a:latin typeface="Arial" panose="020B0604020202020204" pitchFamily="34" charset="0"/>
              </a:defRPr>
            </a:lvl5pPr>
            <a:lvl6pPr marL="2463554" indent="-223959" eaLnBrk="0" fontAlgn="base" hangingPunct="0">
              <a:spcBef>
                <a:spcPct val="0"/>
              </a:spcBef>
              <a:spcAft>
                <a:spcPct val="0"/>
              </a:spcAft>
              <a:defRPr>
                <a:solidFill>
                  <a:schemeClr val="tx1"/>
                </a:solidFill>
                <a:latin typeface="Arial" panose="020B0604020202020204" pitchFamily="34" charset="0"/>
              </a:defRPr>
            </a:lvl6pPr>
            <a:lvl7pPr marL="2911472" indent="-223959" eaLnBrk="0" fontAlgn="base" hangingPunct="0">
              <a:spcBef>
                <a:spcPct val="0"/>
              </a:spcBef>
              <a:spcAft>
                <a:spcPct val="0"/>
              </a:spcAft>
              <a:defRPr>
                <a:solidFill>
                  <a:schemeClr val="tx1"/>
                </a:solidFill>
                <a:latin typeface="Arial" panose="020B0604020202020204" pitchFamily="34" charset="0"/>
              </a:defRPr>
            </a:lvl7pPr>
            <a:lvl8pPr marL="3359391" indent="-223959" eaLnBrk="0" fontAlgn="base" hangingPunct="0">
              <a:spcBef>
                <a:spcPct val="0"/>
              </a:spcBef>
              <a:spcAft>
                <a:spcPct val="0"/>
              </a:spcAft>
              <a:defRPr>
                <a:solidFill>
                  <a:schemeClr val="tx1"/>
                </a:solidFill>
                <a:latin typeface="Arial" panose="020B0604020202020204" pitchFamily="34" charset="0"/>
              </a:defRPr>
            </a:lvl8pPr>
            <a:lvl9pPr marL="3807310" indent="-223959" eaLnBrk="0" fontAlgn="base" hangingPunct="0">
              <a:spcBef>
                <a:spcPct val="0"/>
              </a:spcBef>
              <a:spcAft>
                <a:spcPct val="0"/>
              </a:spcAft>
              <a:defRPr>
                <a:solidFill>
                  <a:schemeClr val="tx1"/>
                </a:solidFill>
                <a:latin typeface="Arial" panose="020B0604020202020204" pitchFamily="34" charset="0"/>
              </a:defRPr>
            </a:lvl9pPr>
          </a:lstStyle>
          <a:p>
            <a:fld id="{CE0551E5-F7FD-49F1-9D1A-F4EB1AEEA23E}" type="slidenum">
              <a:rPr lang="es-ES_tradnl" altLang="es-ES">
                <a:latin typeface="Times New Roman" panose="02020603050405020304" pitchFamily="18" charset="0"/>
              </a:rPr>
              <a:pPr/>
              <a:t>60</a:t>
            </a:fld>
            <a:endParaRPr lang="es-ES_tradnl" altLang="es-ES">
              <a:latin typeface="Times New Roman" panose="02020603050405020304" pitchFamily="18" charset="0"/>
            </a:endParaRPr>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es-ES" altLang="es-ES"/>
          </a:p>
        </p:txBody>
      </p:sp>
    </p:spTree>
    <p:extLst>
      <p:ext uri="{BB962C8B-B14F-4D97-AF65-F5344CB8AC3E}">
        <p14:creationId xmlns:p14="http://schemas.microsoft.com/office/powerpoint/2010/main" val="105949266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eaLnBrk="0" hangingPunct="0">
              <a:defRPr>
                <a:solidFill>
                  <a:schemeClr val="tx1"/>
                </a:solidFill>
                <a:latin typeface="Arial" panose="020B0604020202020204" pitchFamily="34" charset="0"/>
              </a:defRPr>
            </a:lvl1pPr>
            <a:lvl2pPr marL="727868" indent="-279949" eaLnBrk="0" hangingPunct="0">
              <a:defRPr>
                <a:solidFill>
                  <a:schemeClr val="tx1"/>
                </a:solidFill>
                <a:latin typeface="Arial" panose="020B0604020202020204" pitchFamily="34" charset="0"/>
              </a:defRPr>
            </a:lvl2pPr>
            <a:lvl3pPr marL="1119797" indent="-223959" eaLnBrk="0" hangingPunct="0">
              <a:defRPr>
                <a:solidFill>
                  <a:schemeClr val="tx1"/>
                </a:solidFill>
                <a:latin typeface="Arial" panose="020B0604020202020204" pitchFamily="34" charset="0"/>
              </a:defRPr>
            </a:lvl3pPr>
            <a:lvl4pPr marL="1567716" indent="-223959" eaLnBrk="0" hangingPunct="0">
              <a:defRPr>
                <a:solidFill>
                  <a:schemeClr val="tx1"/>
                </a:solidFill>
                <a:latin typeface="Arial" panose="020B0604020202020204" pitchFamily="34" charset="0"/>
              </a:defRPr>
            </a:lvl4pPr>
            <a:lvl5pPr marL="2015635" indent="-223959" eaLnBrk="0" hangingPunct="0">
              <a:defRPr>
                <a:solidFill>
                  <a:schemeClr val="tx1"/>
                </a:solidFill>
                <a:latin typeface="Arial" panose="020B0604020202020204" pitchFamily="34" charset="0"/>
              </a:defRPr>
            </a:lvl5pPr>
            <a:lvl6pPr marL="2463554" indent="-223959" eaLnBrk="0" fontAlgn="base" hangingPunct="0">
              <a:spcBef>
                <a:spcPct val="0"/>
              </a:spcBef>
              <a:spcAft>
                <a:spcPct val="0"/>
              </a:spcAft>
              <a:defRPr>
                <a:solidFill>
                  <a:schemeClr val="tx1"/>
                </a:solidFill>
                <a:latin typeface="Arial" panose="020B0604020202020204" pitchFamily="34" charset="0"/>
              </a:defRPr>
            </a:lvl6pPr>
            <a:lvl7pPr marL="2911472" indent="-223959" eaLnBrk="0" fontAlgn="base" hangingPunct="0">
              <a:spcBef>
                <a:spcPct val="0"/>
              </a:spcBef>
              <a:spcAft>
                <a:spcPct val="0"/>
              </a:spcAft>
              <a:defRPr>
                <a:solidFill>
                  <a:schemeClr val="tx1"/>
                </a:solidFill>
                <a:latin typeface="Arial" panose="020B0604020202020204" pitchFamily="34" charset="0"/>
              </a:defRPr>
            </a:lvl7pPr>
            <a:lvl8pPr marL="3359391" indent="-223959" eaLnBrk="0" fontAlgn="base" hangingPunct="0">
              <a:spcBef>
                <a:spcPct val="0"/>
              </a:spcBef>
              <a:spcAft>
                <a:spcPct val="0"/>
              </a:spcAft>
              <a:defRPr>
                <a:solidFill>
                  <a:schemeClr val="tx1"/>
                </a:solidFill>
                <a:latin typeface="Arial" panose="020B0604020202020204" pitchFamily="34" charset="0"/>
              </a:defRPr>
            </a:lvl8pPr>
            <a:lvl9pPr marL="3807310" indent="-223959" eaLnBrk="0" fontAlgn="base" hangingPunct="0">
              <a:spcBef>
                <a:spcPct val="0"/>
              </a:spcBef>
              <a:spcAft>
                <a:spcPct val="0"/>
              </a:spcAft>
              <a:defRPr>
                <a:solidFill>
                  <a:schemeClr val="tx1"/>
                </a:solidFill>
                <a:latin typeface="Arial" panose="020B0604020202020204" pitchFamily="34" charset="0"/>
              </a:defRPr>
            </a:lvl9pPr>
          </a:lstStyle>
          <a:p>
            <a:fld id="{09ACD0E3-24B8-41A4-AAC7-06F90EA4AE3F}" type="slidenum">
              <a:rPr lang="es-ES_tradnl" altLang="es-ES">
                <a:latin typeface="Times New Roman" panose="02020603050405020304" pitchFamily="18" charset="0"/>
              </a:rPr>
              <a:pPr/>
              <a:t>61</a:t>
            </a:fld>
            <a:endParaRPr lang="es-ES_tradnl" altLang="es-ES">
              <a:latin typeface="Times New Roman" panose="02020603050405020304" pitchFamily="18" charset="0"/>
            </a:endParaRPr>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es-ES" altLang="es-ES"/>
          </a:p>
        </p:txBody>
      </p:sp>
    </p:spTree>
    <p:extLst>
      <p:ext uri="{BB962C8B-B14F-4D97-AF65-F5344CB8AC3E}">
        <p14:creationId xmlns:p14="http://schemas.microsoft.com/office/powerpoint/2010/main" val="13322403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eaLnBrk="0" hangingPunct="0">
              <a:defRPr>
                <a:solidFill>
                  <a:schemeClr val="tx1"/>
                </a:solidFill>
                <a:latin typeface="Arial" panose="020B0604020202020204" pitchFamily="34" charset="0"/>
              </a:defRPr>
            </a:lvl1pPr>
            <a:lvl2pPr marL="727868" indent="-279949" eaLnBrk="0" hangingPunct="0">
              <a:defRPr>
                <a:solidFill>
                  <a:schemeClr val="tx1"/>
                </a:solidFill>
                <a:latin typeface="Arial" panose="020B0604020202020204" pitchFamily="34" charset="0"/>
              </a:defRPr>
            </a:lvl2pPr>
            <a:lvl3pPr marL="1119797" indent="-223959" eaLnBrk="0" hangingPunct="0">
              <a:defRPr>
                <a:solidFill>
                  <a:schemeClr val="tx1"/>
                </a:solidFill>
                <a:latin typeface="Arial" panose="020B0604020202020204" pitchFamily="34" charset="0"/>
              </a:defRPr>
            </a:lvl3pPr>
            <a:lvl4pPr marL="1567716" indent="-223959" eaLnBrk="0" hangingPunct="0">
              <a:defRPr>
                <a:solidFill>
                  <a:schemeClr val="tx1"/>
                </a:solidFill>
                <a:latin typeface="Arial" panose="020B0604020202020204" pitchFamily="34" charset="0"/>
              </a:defRPr>
            </a:lvl4pPr>
            <a:lvl5pPr marL="2015635" indent="-223959" eaLnBrk="0" hangingPunct="0">
              <a:defRPr>
                <a:solidFill>
                  <a:schemeClr val="tx1"/>
                </a:solidFill>
                <a:latin typeface="Arial" panose="020B0604020202020204" pitchFamily="34" charset="0"/>
              </a:defRPr>
            </a:lvl5pPr>
            <a:lvl6pPr marL="2463554" indent="-223959" eaLnBrk="0" fontAlgn="base" hangingPunct="0">
              <a:spcBef>
                <a:spcPct val="0"/>
              </a:spcBef>
              <a:spcAft>
                <a:spcPct val="0"/>
              </a:spcAft>
              <a:defRPr>
                <a:solidFill>
                  <a:schemeClr val="tx1"/>
                </a:solidFill>
                <a:latin typeface="Arial" panose="020B0604020202020204" pitchFamily="34" charset="0"/>
              </a:defRPr>
            </a:lvl6pPr>
            <a:lvl7pPr marL="2911472" indent="-223959" eaLnBrk="0" fontAlgn="base" hangingPunct="0">
              <a:spcBef>
                <a:spcPct val="0"/>
              </a:spcBef>
              <a:spcAft>
                <a:spcPct val="0"/>
              </a:spcAft>
              <a:defRPr>
                <a:solidFill>
                  <a:schemeClr val="tx1"/>
                </a:solidFill>
                <a:latin typeface="Arial" panose="020B0604020202020204" pitchFamily="34" charset="0"/>
              </a:defRPr>
            </a:lvl7pPr>
            <a:lvl8pPr marL="3359391" indent="-223959" eaLnBrk="0" fontAlgn="base" hangingPunct="0">
              <a:spcBef>
                <a:spcPct val="0"/>
              </a:spcBef>
              <a:spcAft>
                <a:spcPct val="0"/>
              </a:spcAft>
              <a:defRPr>
                <a:solidFill>
                  <a:schemeClr val="tx1"/>
                </a:solidFill>
                <a:latin typeface="Arial" panose="020B0604020202020204" pitchFamily="34" charset="0"/>
              </a:defRPr>
            </a:lvl8pPr>
            <a:lvl9pPr marL="3807310" indent="-223959" eaLnBrk="0" fontAlgn="base" hangingPunct="0">
              <a:spcBef>
                <a:spcPct val="0"/>
              </a:spcBef>
              <a:spcAft>
                <a:spcPct val="0"/>
              </a:spcAft>
              <a:defRPr>
                <a:solidFill>
                  <a:schemeClr val="tx1"/>
                </a:solidFill>
                <a:latin typeface="Arial" panose="020B0604020202020204" pitchFamily="34" charset="0"/>
              </a:defRPr>
            </a:lvl9pPr>
          </a:lstStyle>
          <a:p>
            <a:fld id="{4C22BAE6-A139-41D1-9CE2-66EEA0AFECB8}" type="slidenum">
              <a:rPr lang="es-ES_tradnl" altLang="es-ES">
                <a:latin typeface="Times New Roman" panose="02020603050405020304" pitchFamily="18" charset="0"/>
              </a:rPr>
              <a:pPr/>
              <a:t>62</a:t>
            </a:fld>
            <a:endParaRPr lang="es-ES_tradnl" altLang="es-ES">
              <a:latin typeface="Times New Roman" panose="02020603050405020304" pitchFamily="18" charset="0"/>
            </a:endParaRPr>
          </a:p>
        </p:txBody>
      </p:sp>
    </p:spTree>
    <p:extLst>
      <p:ext uri="{BB962C8B-B14F-4D97-AF65-F5344CB8AC3E}">
        <p14:creationId xmlns:p14="http://schemas.microsoft.com/office/powerpoint/2010/main" val="146294645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eaLnBrk="0" hangingPunct="0">
              <a:defRPr>
                <a:solidFill>
                  <a:schemeClr val="tx1"/>
                </a:solidFill>
                <a:latin typeface="Arial" panose="020B0604020202020204" pitchFamily="34" charset="0"/>
              </a:defRPr>
            </a:lvl1pPr>
            <a:lvl2pPr marL="727868" indent="-279949" eaLnBrk="0" hangingPunct="0">
              <a:defRPr>
                <a:solidFill>
                  <a:schemeClr val="tx1"/>
                </a:solidFill>
                <a:latin typeface="Arial" panose="020B0604020202020204" pitchFamily="34" charset="0"/>
              </a:defRPr>
            </a:lvl2pPr>
            <a:lvl3pPr marL="1119797" indent="-223959" eaLnBrk="0" hangingPunct="0">
              <a:defRPr>
                <a:solidFill>
                  <a:schemeClr val="tx1"/>
                </a:solidFill>
                <a:latin typeface="Arial" panose="020B0604020202020204" pitchFamily="34" charset="0"/>
              </a:defRPr>
            </a:lvl3pPr>
            <a:lvl4pPr marL="1567716" indent="-223959" eaLnBrk="0" hangingPunct="0">
              <a:defRPr>
                <a:solidFill>
                  <a:schemeClr val="tx1"/>
                </a:solidFill>
                <a:latin typeface="Arial" panose="020B0604020202020204" pitchFamily="34" charset="0"/>
              </a:defRPr>
            </a:lvl4pPr>
            <a:lvl5pPr marL="2015635" indent="-223959" eaLnBrk="0" hangingPunct="0">
              <a:defRPr>
                <a:solidFill>
                  <a:schemeClr val="tx1"/>
                </a:solidFill>
                <a:latin typeface="Arial" panose="020B0604020202020204" pitchFamily="34" charset="0"/>
              </a:defRPr>
            </a:lvl5pPr>
            <a:lvl6pPr marL="2463554" indent="-223959" eaLnBrk="0" fontAlgn="base" hangingPunct="0">
              <a:spcBef>
                <a:spcPct val="0"/>
              </a:spcBef>
              <a:spcAft>
                <a:spcPct val="0"/>
              </a:spcAft>
              <a:defRPr>
                <a:solidFill>
                  <a:schemeClr val="tx1"/>
                </a:solidFill>
                <a:latin typeface="Arial" panose="020B0604020202020204" pitchFamily="34" charset="0"/>
              </a:defRPr>
            </a:lvl6pPr>
            <a:lvl7pPr marL="2911472" indent="-223959" eaLnBrk="0" fontAlgn="base" hangingPunct="0">
              <a:spcBef>
                <a:spcPct val="0"/>
              </a:spcBef>
              <a:spcAft>
                <a:spcPct val="0"/>
              </a:spcAft>
              <a:defRPr>
                <a:solidFill>
                  <a:schemeClr val="tx1"/>
                </a:solidFill>
                <a:latin typeface="Arial" panose="020B0604020202020204" pitchFamily="34" charset="0"/>
              </a:defRPr>
            </a:lvl7pPr>
            <a:lvl8pPr marL="3359391" indent="-223959" eaLnBrk="0" fontAlgn="base" hangingPunct="0">
              <a:spcBef>
                <a:spcPct val="0"/>
              </a:spcBef>
              <a:spcAft>
                <a:spcPct val="0"/>
              </a:spcAft>
              <a:defRPr>
                <a:solidFill>
                  <a:schemeClr val="tx1"/>
                </a:solidFill>
                <a:latin typeface="Arial" panose="020B0604020202020204" pitchFamily="34" charset="0"/>
              </a:defRPr>
            </a:lvl8pPr>
            <a:lvl9pPr marL="3807310" indent="-223959" eaLnBrk="0" fontAlgn="base" hangingPunct="0">
              <a:spcBef>
                <a:spcPct val="0"/>
              </a:spcBef>
              <a:spcAft>
                <a:spcPct val="0"/>
              </a:spcAft>
              <a:defRPr>
                <a:solidFill>
                  <a:schemeClr val="tx1"/>
                </a:solidFill>
                <a:latin typeface="Arial" panose="020B0604020202020204" pitchFamily="34" charset="0"/>
              </a:defRPr>
            </a:lvl9pPr>
          </a:lstStyle>
          <a:p>
            <a:fld id="{4C22BAE6-A139-41D1-9CE2-66EEA0AFECB8}" type="slidenum">
              <a:rPr lang="es-ES_tradnl" altLang="es-ES">
                <a:latin typeface="Times New Roman" panose="02020603050405020304" pitchFamily="18" charset="0"/>
              </a:rPr>
              <a:pPr/>
              <a:t>63</a:t>
            </a:fld>
            <a:endParaRPr lang="es-ES_tradnl" altLang="es-ES">
              <a:latin typeface="Times New Roman" panose="02020603050405020304" pitchFamily="18" charset="0"/>
            </a:endParaRPr>
          </a:p>
        </p:txBody>
      </p:sp>
    </p:spTree>
    <p:extLst>
      <p:ext uri="{BB962C8B-B14F-4D97-AF65-F5344CB8AC3E}">
        <p14:creationId xmlns:p14="http://schemas.microsoft.com/office/powerpoint/2010/main" val="146294645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9582809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5f391192_0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5f391192_0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6889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20E13C-61E5-46CC-960D-63C41DAD061E}"/>
              </a:ext>
            </a:extLst>
          </p:cNvPr>
          <p:cNvSpPr>
            <a:spLocks noGrp="1"/>
          </p:cNvSpPr>
          <p:nvPr>
            <p:ph type="ctrTitle"/>
          </p:nvPr>
        </p:nvSpPr>
        <p:spPr>
          <a:xfrm>
            <a:off x="1524000" y="1263684"/>
            <a:ext cx="9144000" cy="2387600"/>
          </a:xfrm>
          <a:prstGeom prst="rect">
            <a:avLst/>
          </a:prstGeom>
        </p:spPr>
        <p:txBody>
          <a:bodyPr anchor="b"/>
          <a:lstStyle>
            <a:lvl1pPr algn="ctr">
              <a:defRPr sz="6000"/>
            </a:lvl1pPr>
          </a:lstStyle>
          <a:p>
            <a:r>
              <a:rPr lang="es-ES"/>
              <a:t>Haga clic para modificar el estilo de título del patrón</a:t>
            </a:r>
            <a:endParaRPr lang="es-PE"/>
          </a:p>
        </p:txBody>
      </p:sp>
      <p:sp>
        <p:nvSpPr>
          <p:cNvPr id="3" name="Subtítulo 2">
            <a:extLst>
              <a:ext uri="{FF2B5EF4-FFF2-40B4-BE49-F238E27FC236}">
                <a16:creationId xmlns:a16="http://schemas.microsoft.com/office/drawing/2014/main" id="{E6267FC4-894E-4993-BA18-2C880EE5C7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PE"/>
          </a:p>
        </p:txBody>
      </p:sp>
      <p:sp>
        <p:nvSpPr>
          <p:cNvPr id="4" name="Marcador de fecha 3">
            <a:extLst>
              <a:ext uri="{FF2B5EF4-FFF2-40B4-BE49-F238E27FC236}">
                <a16:creationId xmlns:a16="http://schemas.microsoft.com/office/drawing/2014/main" id="{0CFA1ECE-8248-44B1-88C7-8265017B783A}"/>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5" name="Marcador de pie de página 4">
            <a:extLst>
              <a:ext uri="{FF2B5EF4-FFF2-40B4-BE49-F238E27FC236}">
                <a16:creationId xmlns:a16="http://schemas.microsoft.com/office/drawing/2014/main" id="{4C7FFCCB-2285-4BA7-B745-4CE0B16C5B27}"/>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7C464D61-7B3F-4D44-B814-04BD0FE4C3C7}"/>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1884842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2F9EE1-AB02-439C-A953-D0BD302CF3B0}"/>
              </a:ext>
            </a:extLst>
          </p:cNvPr>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EF391F11-EC76-4F7E-AC56-EAD0CEBCAEAF}"/>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DB378AEF-A6A9-47DF-9C5C-6B50070076FC}"/>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5" name="Marcador de pie de página 4">
            <a:extLst>
              <a:ext uri="{FF2B5EF4-FFF2-40B4-BE49-F238E27FC236}">
                <a16:creationId xmlns:a16="http://schemas.microsoft.com/office/drawing/2014/main" id="{B8D63CA0-8BC2-4AA4-81B5-97227686EA4A}"/>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2EA60248-016B-4028-85F2-75F83EB9133C}"/>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12730579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0EA209-C4D8-4196-890A-95A7CD4C0680}"/>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07D6A4D1-0438-48FA-ADCC-AC432CD76F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9A542E60-612D-41CC-9EE5-C343BC61B2E7}"/>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5" name="Marcador de pie de página 4">
            <a:extLst>
              <a:ext uri="{FF2B5EF4-FFF2-40B4-BE49-F238E27FC236}">
                <a16:creationId xmlns:a16="http://schemas.microsoft.com/office/drawing/2014/main" id="{9BA065A3-6AD0-4723-847E-57B36A32A33D}"/>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86EC95E3-1973-401E-B849-5F2F2C4250A7}"/>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28372680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FDB3A3-9D86-449F-A088-128C6B5F0AB9}"/>
              </a:ext>
            </a:extLst>
          </p:cNvPr>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28EF8CB9-38CA-4EBF-8F62-EE68B4D6F6AA}"/>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contenido 3">
            <a:extLst>
              <a:ext uri="{FF2B5EF4-FFF2-40B4-BE49-F238E27FC236}">
                <a16:creationId xmlns:a16="http://schemas.microsoft.com/office/drawing/2014/main" id="{F5BC23C3-AE0F-4F5F-B104-BC7EA7551CAF}"/>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a:extLst>
              <a:ext uri="{FF2B5EF4-FFF2-40B4-BE49-F238E27FC236}">
                <a16:creationId xmlns:a16="http://schemas.microsoft.com/office/drawing/2014/main" id="{7FCBCC75-FAFB-4988-ADC8-1E30F0A4E934}"/>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6" name="Marcador de pie de página 5">
            <a:extLst>
              <a:ext uri="{FF2B5EF4-FFF2-40B4-BE49-F238E27FC236}">
                <a16:creationId xmlns:a16="http://schemas.microsoft.com/office/drawing/2014/main" id="{9A7CF524-1AD2-4D6E-AF46-445C3506EF87}"/>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1FB533D9-E06A-43BB-8FFF-B7E7E56A373C}"/>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32397116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E725AD-02A9-499A-B864-01AF086F41AE}"/>
              </a:ext>
            </a:extLst>
          </p:cNvPr>
          <p:cNvSpPr>
            <a:spLocks noGrp="1"/>
          </p:cNvSpPr>
          <p:nvPr>
            <p:ph type="title"/>
          </p:nvPr>
        </p:nvSpPr>
        <p:spPr>
          <a:xfrm>
            <a:off x="839788" y="365125"/>
            <a:ext cx="10515600" cy="1325563"/>
          </a:xfrm>
          <a:prstGeom prst="rect">
            <a:avLst/>
          </a:prstGeom>
        </p:spPr>
        <p:txBody>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0A753734-FC45-4B55-9A29-B26B4CA130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7198FBB3-E4E6-411C-A6B3-B26D0633537B}"/>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a:extLst>
              <a:ext uri="{FF2B5EF4-FFF2-40B4-BE49-F238E27FC236}">
                <a16:creationId xmlns:a16="http://schemas.microsoft.com/office/drawing/2014/main" id="{0EBACB3A-C4CB-4902-9988-B007A97C90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0EE2010D-8FDA-4E19-9A31-23C0FE9DC25D}"/>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a:extLst>
              <a:ext uri="{FF2B5EF4-FFF2-40B4-BE49-F238E27FC236}">
                <a16:creationId xmlns:a16="http://schemas.microsoft.com/office/drawing/2014/main" id="{7D1D191B-5CF0-419F-BF5B-EA606AC8D5E6}"/>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8" name="Marcador de pie de página 7">
            <a:extLst>
              <a:ext uri="{FF2B5EF4-FFF2-40B4-BE49-F238E27FC236}">
                <a16:creationId xmlns:a16="http://schemas.microsoft.com/office/drawing/2014/main" id="{3D8A4629-604A-46AD-BB45-292C54D7C6BA}"/>
              </a:ext>
            </a:extLst>
          </p:cNvPr>
          <p:cNvSpPr>
            <a:spLocks noGrp="1"/>
          </p:cNvSpPr>
          <p:nvPr>
            <p:ph type="ftr" sz="quarter" idx="11"/>
          </p:nvPr>
        </p:nvSpPr>
        <p:spPr/>
        <p:txBody>
          <a:bodyPr/>
          <a:lstStyle/>
          <a:p>
            <a:endParaRPr lang="es-PE"/>
          </a:p>
        </p:txBody>
      </p:sp>
      <p:sp>
        <p:nvSpPr>
          <p:cNvPr id="9" name="Marcador de número de diapositiva 8">
            <a:extLst>
              <a:ext uri="{FF2B5EF4-FFF2-40B4-BE49-F238E27FC236}">
                <a16:creationId xmlns:a16="http://schemas.microsoft.com/office/drawing/2014/main" id="{5C5A188A-724B-44E9-BEF7-9E257530ECA1}"/>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17492766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94FFE6-E44F-47FD-8C64-C1FC42A7E758}"/>
              </a:ext>
            </a:extLst>
          </p:cNvPr>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endParaRPr lang="es-PE"/>
          </a:p>
        </p:txBody>
      </p:sp>
      <p:sp>
        <p:nvSpPr>
          <p:cNvPr id="3" name="Marcador de fecha 2">
            <a:extLst>
              <a:ext uri="{FF2B5EF4-FFF2-40B4-BE49-F238E27FC236}">
                <a16:creationId xmlns:a16="http://schemas.microsoft.com/office/drawing/2014/main" id="{A168DDD2-028A-4549-9EB3-E843188772B4}"/>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4" name="Marcador de pie de página 3">
            <a:extLst>
              <a:ext uri="{FF2B5EF4-FFF2-40B4-BE49-F238E27FC236}">
                <a16:creationId xmlns:a16="http://schemas.microsoft.com/office/drawing/2014/main" id="{ED50669B-5EDE-4060-A1CA-FE7DBD964491}"/>
              </a:ext>
            </a:extLst>
          </p:cNvPr>
          <p:cNvSpPr>
            <a:spLocks noGrp="1"/>
          </p:cNvSpPr>
          <p:nvPr>
            <p:ph type="ftr" sz="quarter" idx="11"/>
          </p:nvPr>
        </p:nvSpPr>
        <p:spPr/>
        <p:txBody>
          <a:bodyPr/>
          <a:lstStyle/>
          <a:p>
            <a:endParaRPr lang="es-PE"/>
          </a:p>
        </p:txBody>
      </p:sp>
      <p:sp>
        <p:nvSpPr>
          <p:cNvPr id="5" name="Marcador de número de diapositiva 4">
            <a:extLst>
              <a:ext uri="{FF2B5EF4-FFF2-40B4-BE49-F238E27FC236}">
                <a16:creationId xmlns:a16="http://schemas.microsoft.com/office/drawing/2014/main" id="{6F429BDB-A623-46DB-A3B7-8B68CD92E4DB}"/>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5766450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A578ADCC-78DF-44C4-A2C7-A7CF2426998D}"/>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3" name="Marcador de pie de página 2">
            <a:extLst>
              <a:ext uri="{FF2B5EF4-FFF2-40B4-BE49-F238E27FC236}">
                <a16:creationId xmlns:a16="http://schemas.microsoft.com/office/drawing/2014/main" id="{BB7367FB-6CD9-4469-A229-B61F0DC43390}"/>
              </a:ext>
            </a:extLst>
          </p:cNvPr>
          <p:cNvSpPr>
            <a:spLocks noGrp="1"/>
          </p:cNvSpPr>
          <p:nvPr>
            <p:ph type="ftr" sz="quarter" idx="11"/>
          </p:nvPr>
        </p:nvSpPr>
        <p:spPr/>
        <p:txBody>
          <a:bodyPr/>
          <a:lstStyle/>
          <a:p>
            <a:endParaRPr lang="es-PE"/>
          </a:p>
        </p:txBody>
      </p:sp>
      <p:sp>
        <p:nvSpPr>
          <p:cNvPr id="4" name="Marcador de número de diapositiva 3">
            <a:extLst>
              <a:ext uri="{FF2B5EF4-FFF2-40B4-BE49-F238E27FC236}">
                <a16:creationId xmlns:a16="http://schemas.microsoft.com/office/drawing/2014/main" id="{C301C5A5-C7FD-466A-934B-60249339DC95}"/>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1052191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11FB1A-74AA-4E0D-83B3-1170F865B312}"/>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65D0C1AE-BAE4-48E0-88AC-F6958D0E852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a:extLst>
              <a:ext uri="{FF2B5EF4-FFF2-40B4-BE49-F238E27FC236}">
                <a16:creationId xmlns:a16="http://schemas.microsoft.com/office/drawing/2014/main" id="{6F3CCC19-652F-4628-8819-4FD180AB86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33BD21F-BC06-43CD-9F66-5FD87304EEC4}"/>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6" name="Marcador de pie de página 5">
            <a:extLst>
              <a:ext uri="{FF2B5EF4-FFF2-40B4-BE49-F238E27FC236}">
                <a16:creationId xmlns:a16="http://schemas.microsoft.com/office/drawing/2014/main" id="{B82DF95C-F515-4AB8-9206-5F559DA0B4D2}"/>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93A0F4A3-A4A8-4405-B84F-C1D44A15E05E}"/>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14787573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593BB7-CA9F-4940-8C7F-2CBF43BB5033}"/>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s-ES"/>
              <a:t>Haga clic para modificar el estilo de título del patrón</a:t>
            </a:r>
            <a:endParaRPr lang="es-PE"/>
          </a:p>
        </p:txBody>
      </p:sp>
      <p:sp>
        <p:nvSpPr>
          <p:cNvPr id="3" name="Marcador de posición de imagen 2">
            <a:extLst>
              <a:ext uri="{FF2B5EF4-FFF2-40B4-BE49-F238E27FC236}">
                <a16:creationId xmlns:a16="http://schemas.microsoft.com/office/drawing/2014/main" id="{3045E52B-AEB7-42F1-BC8E-CA7E0DDCD43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a:extLst>
              <a:ext uri="{FF2B5EF4-FFF2-40B4-BE49-F238E27FC236}">
                <a16:creationId xmlns:a16="http://schemas.microsoft.com/office/drawing/2014/main" id="{193A4FC1-5C27-4983-99E0-60D4F82D50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FFB805C-3A94-453E-BC4E-88A5F9C856A2}"/>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6" name="Marcador de pie de página 5">
            <a:extLst>
              <a:ext uri="{FF2B5EF4-FFF2-40B4-BE49-F238E27FC236}">
                <a16:creationId xmlns:a16="http://schemas.microsoft.com/office/drawing/2014/main" id="{C448EB1F-6B71-43D0-B4BB-2F47A94BAF65}"/>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F90476AE-7DAC-4DCA-A6E4-E2E505CBF2BE}"/>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15197590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15B00E-0B7A-4AA1-B637-DC7127C42E77}"/>
              </a:ext>
            </a:extLst>
          </p:cNvPr>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882176F4-1231-4795-897F-95458CBCE88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606A9332-3346-4724-9DEE-503B007FAF02}"/>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5" name="Marcador de pie de página 4">
            <a:extLst>
              <a:ext uri="{FF2B5EF4-FFF2-40B4-BE49-F238E27FC236}">
                <a16:creationId xmlns:a16="http://schemas.microsoft.com/office/drawing/2014/main" id="{86A3589D-3073-43DA-AEA2-6F6C05DA511B}"/>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3FEE47B5-2AEE-4851-B029-9988B8B57A77}"/>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37715828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4AFE1D6-7CA5-4A02-A9CE-8A394A8F3E8F}"/>
              </a:ext>
            </a:extLst>
          </p:cNvPr>
          <p:cNvSpPr>
            <a:spLocks noGrp="1"/>
          </p:cNvSpPr>
          <p:nvPr>
            <p:ph type="title" orient="vert"/>
          </p:nvPr>
        </p:nvSpPr>
        <p:spPr>
          <a:xfrm>
            <a:off x="8724900" y="365125"/>
            <a:ext cx="2628900" cy="5811838"/>
          </a:xfrm>
          <a:prstGeom prst="rect">
            <a:avLst/>
          </a:prstGeom>
        </p:spPr>
        <p:txBody>
          <a:bodyPr vert="eaVert"/>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C218F9D7-F895-4417-B97E-7076B318453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4A8AE240-89B5-46F0-94D1-CF5205BCB4DE}"/>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5" name="Marcador de pie de página 4">
            <a:extLst>
              <a:ext uri="{FF2B5EF4-FFF2-40B4-BE49-F238E27FC236}">
                <a16:creationId xmlns:a16="http://schemas.microsoft.com/office/drawing/2014/main" id="{E4EB6FE0-843B-48B7-80F0-575414327683}"/>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42CE9982-F23C-426D-A95A-1B50FADAB460}"/>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36702707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txBox="1">
            <a:spLocks noGrp="1"/>
          </p:cNvSpPr>
          <p:nvPr>
            <p:ph type="title"/>
          </p:nvPr>
        </p:nvSpPr>
        <p:spPr>
          <a:xfrm>
            <a:off x="974400" y="3986567"/>
            <a:ext cx="5629600" cy="1220400"/>
          </a:xfrm>
          <a:prstGeom prst="rect">
            <a:avLst/>
          </a:prstGeom>
        </p:spPr>
        <p:txBody>
          <a:bodyPr spcFirstLastPara="1" wrap="square" lIns="0" tIns="0" rIns="0" bIns="0" anchor="ctr" anchorCtr="0">
            <a:noAutofit/>
          </a:bodyPr>
          <a:lstStyle>
            <a:lvl1pPr lvl="0" rtl="0">
              <a:spcBef>
                <a:spcPts val="0"/>
              </a:spcBef>
              <a:spcAft>
                <a:spcPts val="0"/>
              </a:spcAft>
              <a:buSzPts val="9400"/>
              <a:buNone/>
              <a:defRPr sz="12535"/>
            </a:lvl1pPr>
            <a:lvl2pPr lvl="1" rtl="0">
              <a:spcBef>
                <a:spcPts val="0"/>
              </a:spcBef>
              <a:spcAft>
                <a:spcPts val="0"/>
              </a:spcAft>
              <a:buSzPts val="3600"/>
              <a:buNone/>
              <a:defRPr sz="4800"/>
            </a:lvl2pPr>
            <a:lvl3pPr lvl="2" rtl="0">
              <a:spcBef>
                <a:spcPts val="0"/>
              </a:spcBef>
              <a:spcAft>
                <a:spcPts val="0"/>
              </a:spcAft>
              <a:buSzPts val="3600"/>
              <a:buNone/>
              <a:defRPr sz="4800"/>
            </a:lvl3pPr>
            <a:lvl4pPr lvl="3" rtl="0">
              <a:spcBef>
                <a:spcPts val="0"/>
              </a:spcBef>
              <a:spcAft>
                <a:spcPts val="0"/>
              </a:spcAft>
              <a:buSzPts val="3600"/>
              <a:buNone/>
              <a:defRPr sz="4800"/>
            </a:lvl4pPr>
            <a:lvl5pPr lvl="4" rtl="0">
              <a:spcBef>
                <a:spcPts val="0"/>
              </a:spcBef>
              <a:spcAft>
                <a:spcPts val="0"/>
              </a:spcAft>
              <a:buSzPts val="3600"/>
              <a:buNone/>
              <a:defRPr sz="4800"/>
            </a:lvl5pPr>
            <a:lvl6pPr lvl="5" rtl="0">
              <a:spcBef>
                <a:spcPts val="0"/>
              </a:spcBef>
              <a:spcAft>
                <a:spcPts val="0"/>
              </a:spcAft>
              <a:buSzPts val="3600"/>
              <a:buNone/>
              <a:defRPr sz="4800"/>
            </a:lvl6pPr>
            <a:lvl7pPr lvl="6" rtl="0">
              <a:spcBef>
                <a:spcPts val="0"/>
              </a:spcBef>
              <a:spcAft>
                <a:spcPts val="0"/>
              </a:spcAft>
              <a:buSzPts val="3600"/>
              <a:buNone/>
              <a:defRPr sz="4800"/>
            </a:lvl7pPr>
            <a:lvl8pPr lvl="7" rtl="0">
              <a:spcBef>
                <a:spcPts val="0"/>
              </a:spcBef>
              <a:spcAft>
                <a:spcPts val="0"/>
              </a:spcAft>
              <a:buSzPts val="3600"/>
              <a:buNone/>
              <a:defRPr sz="4800"/>
            </a:lvl8pPr>
            <a:lvl9pPr lvl="8" rtl="0">
              <a:spcBef>
                <a:spcPts val="0"/>
              </a:spcBef>
              <a:spcAft>
                <a:spcPts val="0"/>
              </a:spcAft>
              <a:buSzPts val="3600"/>
              <a:buNone/>
              <a:defRPr sz="4800"/>
            </a:lvl9pPr>
          </a:lstStyle>
          <a:p>
            <a:r>
              <a:rPr lang="es-ES"/>
              <a:t>Haga clic para modificar el estilo de título del patrón</a:t>
            </a:r>
          </a:p>
        </p:txBody>
      </p:sp>
      <p:grpSp>
        <p:nvGrpSpPr>
          <p:cNvPr id="10" name="Google Shape;10;p2"/>
          <p:cNvGrpSpPr/>
          <p:nvPr/>
        </p:nvGrpSpPr>
        <p:grpSpPr>
          <a:xfrm>
            <a:off x="4658468" y="-60667"/>
            <a:ext cx="7533533" cy="6979333"/>
            <a:chOff x="970375" y="238125"/>
            <a:chExt cx="5650150" cy="5234500"/>
          </a:xfrm>
        </p:grpSpPr>
        <p:sp>
          <p:nvSpPr>
            <p:cNvPr id="11" name="Google Shape;11;p2"/>
            <p:cNvSpPr/>
            <p:nvPr/>
          </p:nvSpPr>
          <p:spPr>
            <a:xfrm>
              <a:off x="970375" y="238125"/>
              <a:ext cx="1456750" cy="5234500"/>
            </a:xfrm>
            <a:custGeom>
              <a:avLst/>
              <a:gdLst/>
              <a:ahLst/>
              <a:cxnLst/>
              <a:rect l="l" t="t" r="r" b="b"/>
              <a:pathLst>
                <a:path w="58270" h="209380" extrusionOk="0">
                  <a:moveTo>
                    <a:pt x="55587" y="0"/>
                  </a:moveTo>
                  <a:lnTo>
                    <a:pt x="7833" y="82697"/>
                  </a:lnTo>
                  <a:cubicBezTo>
                    <a:pt x="0" y="96268"/>
                    <a:pt x="16" y="113111"/>
                    <a:pt x="7833" y="126682"/>
                  </a:cubicBezTo>
                  <a:lnTo>
                    <a:pt x="55587" y="209379"/>
                  </a:lnTo>
                  <a:lnTo>
                    <a:pt x="58270" y="209379"/>
                  </a:lnTo>
                  <a:lnTo>
                    <a:pt x="9849" y="125519"/>
                  </a:lnTo>
                  <a:cubicBezTo>
                    <a:pt x="2435" y="112677"/>
                    <a:pt x="2435" y="96718"/>
                    <a:pt x="9849" y="83860"/>
                  </a:cubicBezTo>
                  <a:lnTo>
                    <a:pt x="5827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 name="Google Shape;12;p2"/>
            <p:cNvSpPr/>
            <p:nvPr/>
          </p:nvSpPr>
          <p:spPr>
            <a:xfrm>
              <a:off x="1607825" y="238125"/>
              <a:ext cx="5012700" cy="5234500"/>
            </a:xfrm>
            <a:custGeom>
              <a:avLst/>
              <a:gdLst/>
              <a:ahLst/>
              <a:cxnLst/>
              <a:rect l="l" t="t" r="r" b="b"/>
              <a:pathLst>
                <a:path w="200508" h="209380" extrusionOk="0">
                  <a:moveTo>
                    <a:pt x="58300" y="0"/>
                  </a:moveTo>
                  <a:lnTo>
                    <a:pt x="3490" y="94919"/>
                  </a:lnTo>
                  <a:cubicBezTo>
                    <a:pt x="0" y="100967"/>
                    <a:pt x="0" y="108412"/>
                    <a:pt x="3490" y="114461"/>
                  </a:cubicBezTo>
                  <a:lnTo>
                    <a:pt x="58300" y="209379"/>
                  </a:lnTo>
                  <a:lnTo>
                    <a:pt x="200507" y="209379"/>
                  </a:lnTo>
                  <a:lnTo>
                    <a:pt x="20050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3" name="Google Shape;13;p2"/>
          <p:cNvSpPr/>
          <p:nvPr/>
        </p:nvSpPr>
        <p:spPr>
          <a:xfrm rot="1799984">
            <a:off x="7317323" y="61421"/>
            <a:ext cx="28460" cy="2319628"/>
          </a:xfrm>
          <a:custGeom>
            <a:avLst/>
            <a:gdLst/>
            <a:ahLst/>
            <a:cxnLst/>
            <a:rect l="l" t="t" r="r" b="b"/>
            <a:pathLst>
              <a:path w="2187" h="207239" extrusionOk="0">
                <a:moveTo>
                  <a:pt x="1094" y="0"/>
                </a:moveTo>
                <a:cubicBezTo>
                  <a:pt x="500" y="0"/>
                  <a:pt x="1" y="469"/>
                  <a:pt x="1" y="1063"/>
                </a:cubicBezTo>
                <a:lnTo>
                  <a:pt x="1" y="206145"/>
                </a:lnTo>
                <a:cubicBezTo>
                  <a:pt x="1" y="206739"/>
                  <a:pt x="500" y="207239"/>
                  <a:pt x="1094" y="207239"/>
                </a:cubicBezTo>
                <a:cubicBezTo>
                  <a:pt x="1281" y="207239"/>
                  <a:pt x="1469" y="207176"/>
                  <a:pt x="1625" y="207083"/>
                </a:cubicBezTo>
                <a:cubicBezTo>
                  <a:pt x="1968" y="206895"/>
                  <a:pt x="2187" y="206552"/>
                  <a:pt x="2187" y="206145"/>
                </a:cubicBezTo>
                <a:lnTo>
                  <a:pt x="2187" y="1063"/>
                </a:lnTo>
                <a:cubicBezTo>
                  <a:pt x="2187" y="469"/>
                  <a:pt x="1687" y="0"/>
                  <a:pt x="1094"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 name="Google Shape;14;p2"/>
          <p:cNvSpPr/>
          <p:nvPr/>
        </p:nvSpPr>
        <p:spPr>
          <a:xfrm rot="1799984">
            <a:off x="8289458" y="-929179"/>
            <a:ext cx="28460" cy="2319628"/>
          </a:xfrm>
          <a:custGeom>
            <a:avLst/>
            <a:gdLst/>
            <a:ahLst/>
            <a:cxnLst/>
            <a:rect l="l" t="t" r="r" b="b"/>
            <a:pathLst>
              <a:path w="2187" h="207239" extrusionOk="0">
                <a:moveTo>
                  <a:pt x="1094" y="0"/>
                </a:moveTo>
                <a:cubicBezTo>
                  <a:pt x="500" y="0"/>
                  <a:pt x="1" y="469"/>
                  <a:pt x="1" y="1063"/>
                </a:cubicBezTo>
                <a:lnTo>
                  <a:pt x="1" y="206145"/>
                </a:lnTo>
                <a:cubicBezTo>
                  <a:pt x="1" y="206739"/>
                  <a:pt x="500" y="207239"/>
                  <a:pt x="1094" y="207239"/>
                </a:cubicBezTo>
                <a:cubicBezTo>
                  <a:pt x="1281" y="207239"/>
                  <a:pt x="1469" y="207176"/>
                  <a:pt x="1625" y="207083"/>
                </a:cubicBezTo>
                <a:cubicBezTo>
                  <a:pt x="1968" y="206895"/>
                  <a:pt x="2187" y="206552"/>
                  <a:pt x="2187" y="206145"/>
                </a:cubicBezTo>
                <a:lnTo>
                  <a:pt x="2187" y="1063"/>
                </a:lnTo>
                <a:cubicBezTo>
                  <a:pt x="2187" y="469"/>
                  <a:pt x="1687" y="0"/>
                  <a:pt x="1094"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5" name="Google Shape;15;p2"/>
          <p:cNvGrpSpPr/>
          <p:nvPr/>
        </p:nvGrpSpPr>
        <p:grpSpPr>
          <a:xfrm>
            <a:off x="1016002" y="1081899"/>
            <a:ext cx="620999" cy="573676"/>
            <a:chOff x="1877325" y="757774"/>
            <a:chExt cx="581969" cy="537619"/>
          </a:xfrm>
        </p:grpSpPr>
        <p:sp>
          <p:nvSpPr>
            <p:cNvPr id="16" name="Google Shape;16;p2"/>
            <p:cNvSpPr/>
            <p:nvPr/>
          </p:nvSpPr>
          <p:spPr>
            <a:xfrm>
              <a:off x="1877325" y="757774"/>
              <a:ext cx="63598" cy="63598"/>
            </a:xfrm>
            <a:custGeom>
              <a:avLst/>
              <a:gdLst/>
              <a:ahLst/>
              <a:cxnLst/>
              <a:rect l="l" t="t" r="r" b="b"/>
              <a:pathLst>
                <a:path w="13312" h="13312" extrusionOk="0">
                  <a:moveTo>
                    <a:pt x="6656" y="0"/>
                  </a:moveTo>
                  <a:cubicBezTo>
                    <a:pt x="3026" y="0"/>
                    <a:pt x="0" y="3026"/>
                    <a:pt x="0" y="6656"/>
                  </a:cubicBezTo>
                  <a:cubicBezTo>
                    <a:pt x="0" y="10387"/>
                    <a:pt x="3026" y="13312"/>
                    <a:pt x="6656" y="13312"/>
                  </a:cubicBezTo>
                  <a:cubicBezTo>
                    <a:pt x="10387" y="13312"/>
                    <a:pt x="13311" y="10387"/>
                    <a:pt x="13311" y="6656"/>
                  </a:cubicBezTo>
                  <a:cubicBezTo>
                    <a:pt x="13311" y="3026"/>
                    <a:pt x="10387"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 name="Google Shape;17;p2"/>
            <p:cNvSpPr/>
            <p:nvPr/>
          </p:nvSpPr>
          <p:spPr>
            <a:xfrm>
              <a:off x="2050274" y="757774"/>
              <a:ext cx="63598" cy="63598"/>
            </a:xfrm>
            <a:custGeom>
              <a:avLst/>
              <a:gdLst/>
              <a:ahLst/>
              <a:cxnLst/>
              <a:rect l="l" t="t" r="r" b="b"/>
              <a:pathLst>
                <a:path w="13312" h="13312" extrusionOk="0">
                  <a:moveTo>
                    <a:pt x="6656" y="0"/>
                  </a:moveTo>
                  <a:cubicBezTo>
                    <a:pt x="3026" y="0"/>
                    <a:pt x="1" y="3026"/>
                    <a:pt x="1" y="6656"/>
                  </a:cubicBezTo>
                  <a:cubicBezTo>
                    <a:pt x="1" y="10387"/>
                    <a:pt x="3026" y="13312"/>
                    <a:pt x="6656" y="13312"/>
                  </a:cubicBezTo>
                  <a:cubicBezTo>
                    <a:pt x="10287" y="13312"/>
                    <a:pt x="13312" y="10387"/>
                    <a:pt x="13312" y="6656"/>
                  </a:cubicBezTo>
                  <a:cubicBezTo>
                    <a:pt x="13312" y="3026"/>
                    <a:pt x="10287"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 name="Google Shape;18;p2"/>
            <p:cNvSpPr/>
            <p:nvPr/>
          </p:nvSpPr>
          <p:spPr>
            <a:xfrm>
              <a:off x="2223224" y="757774"/>
              <a:ext cx="63603" cy="63598"/>
            </a:xfrm>
            <a:custGeom>
              <a:avLst/>
              <a:gdLst/>
              <a:ahLst/>
              <a:cxnLst/>
              <a:rect l="l" t="t" r="r" b="b"/>
              <a:pathLst>
                <a:path w="13313" h="13312" extrusionOk="0">
                  <a:moveTo>
                    <a:pt x="6657" y="0"/>
                  </a:moveTo>
                  <a:cubicBezTo>
                    <a:pt x="2925" y="0"/>
                    <a:pt x="1" y="3026"/>
                    <a:pt x="1" y="6656"/>
                  </a:cubicBezTo>
                  <a:cubicBezTo>
                    <a:pt x="1" y="10387"/>
                    <a:pt x="2925" y="13312"/>
                    <a:pt x="6657" y="13312"/>
                  </a:cubicBezTo>
                  <a:cubicBezTo>
                    <a:pt x="10287" y="13312"/>
                    <a:pt x="13312" y="10387"/>
                    <a:pt x="13312" y="6656"/>
                  </a:cubicBezTo>
                  <a:cubicBezTo>
                    <a:pt x="13312" y="3026"/>
                    <a:pt x="10287" y="0"/>
                    <a:pt x="66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 name="Google Shape;19;p2"/>
            <p:cNvSpPr/>
            <p:nvPr/>
          </p:nvSpPr>
          <p:spPr>
            <a:xfrm>
              <a:off x="2395695" y="757774"/>
              <a:ext cx="63598" cy="63598"/>
            </a:xfrm>
            <a:custGeom>
              <a:avLst/>
              <a:gdLst/>
              <a:ahLst/>
              <a:cxnLst/>
              <a:rect l="l" t="t" r="r" b="b"/>
              <a:pathLst>
                <a:path w="13312" h="13312" extrusionOk="0">
                  <a:moveTo>
                    <a:pt x="6656" y="0"/>
                  </a:moveTo>
                  <a:cubicBezTo>
                    <a:pt x="3026" y="0"/>
                    <a:pt x="0" y="3026"/>
                    <a:pt x="0" y="6656"/>
                  </a:cubicBezTo>
                  <a:cubicBezTo>
                    <a:pt x="0" y="10387"/>
                    <a:pt x="3026" y="13312"/>
                    <a:pt x="6656" y="13312"/>
                  </a:cubicBezTo>
                  <a:cubicBezTo>
                    <a:pt x="10387" y="13312"/>
                    <a:pt x="13312" y="10387"/>
                    <a:pt x="13312" y="6656"/>
                  </a:cubicBezTo>
                  <a:cubicBezTo>
                    <a:pt x="13312" y="3026"/>
                    <a:pt x="10387"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 name="Google Shape;20;p2"/>
            <p:cNvSpPr/>
            <p:nvPr/>
          </p:nvSpPr>
          <p:spPr>
            <a:xfrm>
              <a:off x="1877325" y="915780"/>
              <a:ext cx="63598" cy="63598"/>
            </a:xfrm>
            <a:custGeom>
              <a:avLst/>
              <a:gdLst/>
              <a:ahLst/>
              <a:cxnLst/>
              <a:rect l="l" t="t" r="r" b="b"/>
              <a:pathLst>
                <a:path w="13312" h="13312" extrusionOk="0">
                  <a:moveTo>
                    <a:pt x="6656" y="1"/>
                  </a:moveTo>
                  <a:cubicBezTo>
                    <a:pt x="3026" y="1"/>
                    <a:pt x="0" y="3026"/>
                    <a:pt x="0" y="6656"/>
                  </a:cubicBezTo>
                  <a:cubicBezTo>
                    <a:pt x="0" y="10387"/>
                    <a:pt x="3026" y="13312"/>
                    <a:pt x="6656" y="13312"/>
                  </a:cubicBezTo>
                  <a:cubicBezTo>
                    <a:pt x="10387" y="13312"/>
                    <a:pt x="13311" y="10387"/>
                    <a:pt x="13311" y="6656"/>
                  </a:cubicBezTo>
                  <a:cubicBezTo>
                    <a:pt x="13311" y="3026"/>
                    <a:pt x="10387"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 name="Google Shape;21;p2"/>
            <p:cNvSpPr/>
            <p:nvPr/>
          </p:nvSpPr>
          <p:spPr>
            <a:xfrm>
              <a:off x="2050274" y="915780"/>
              <a:ext cx="63598" cy="63598"/>
            </a:xfrm>
            <a:custGeom>
              <a:avLst/>
              <a:gdLst/>
              <a:ahLst/>
              <a:cxnLst/>
              <a:rect l="l" t="t" r="r" b="b"/>
              <a:pathLst>
                <a:path w="13312" h="13312" extrusionOk="0">
                  <a:moveTo>
                    <a:pt x="6656" y="1"/>
                  </a:moveTo>
                  <a:cubicBezTo>
                    <a:pt x="3026" y="1"/>
                    <a:pt x="1" y="3026"/>
                    <a:pt x="1" y="6656"/>
                  </a:cubicBezTo>
                  <a:cubicBezTo>
                    <a:pt x="1" y="10387"/>
                    <a:pt x="3026" y="13312"/>
                    <a:pt x="6656" y="13312"/>
                  </a:cubicBezTo>
                  <a:cubicBezTo>
                    <a:pt x="10287" y="13312"/>
                    <a:pt x="13312" y="10387"/>
                    <a:pt x="13312" y="6656"/>
                  </a:cubicBezTo>
                  <a:cubicBezTo>
                    <a:pt x="13312" y="3026"/>
                    <a:pt x="10287"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 name="Google Shape;22;p2"/>
            <p:cNvSpPr/>
            <p:nvPr/>
          </p:nvSpPr>
          <p:spPr>
            <a:xfrm>
              <a:off x="2223224" y="915780"/>
              <a:ext cx="63603" cy="63598"/>
            </a:xfrm>
            <a:custGeom>
              <a:avLst/>
              <a:gdLst/>
              <a:ahLst/>
              <a:cxnLst/>
              <a:rect l="l" t="t" r="r" b="b"/>
              <a:pathLst>
                <a:path w="13313" h="13312" extrusionOk="0">
                  <a:moveTo>
                    <a:pt x="6657" y="1"/>
                  </a:moveTo>
                  <a:cubicBezTo>
                    <a:pt x="2925" y="1"/>
                    <a:pt x="1" y="3026"/>
                    <a:pt x="1" y="6656"/>
                  </a:cubicBezTo>
                  <a:cubicBezTo>
                    <a:pt x="1" y="10387"/>
                    <a:pt x="2925" y="13312"/>
                    <a:pt x="6657" y="13312"/>
                  </a:cubicBezTo>
                  <a:cubicBezTo>
                    <a:pt x="10287" y="13312"/>
                    <a:pt x="13312" y="10387"/>
                    <a:pt x="13312" y="6656"/>
                  </a:cubicBezTo>
                  <a:cubicBezTo>
                    <a:pt x="13312" y="3026"/>
                    <a:pt x="10287" y="1"/>
                    <a:pt x="66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 name="Google Shape;23;p2"/>
            <p:cNvSpPr/>
            <p:nvPr/>
          </p:nvSpPr>
          <p:spPr>
            <a:xfrm>
              <a:off x="2395695" y="915780"/>
              <a:ext cx="63598" cy="63598"/>
            </a:xfrm>
            <a:custGeom>
              <a:avLst/>
              <a:gdLst/>
              <a:ahLst/>
              <a:cxnLst/>
              <a:rect l="l" t="t" r="r" b="b"/>
              <a:pathLst>
                <a:path w="13312" h="13312" extrusionOk="0">
                  <a:moveTo>
                    <a:pt x="6656" y="1"/>
                  </a:moveTo>
                  <a:cubicBezTo>
                    <a:pt x="3026" y="1"/>
                    <a:pt x="0" y="3026"/>
                    <a:pt x="0" y="6656"/>
                  </a:cubicBezTo>
                  <a:cubicBezTo>
                    <a:pt x="0" y="10387"/>
                    <a:pt x="3026" y="13312"/>
                    <a:pt x="6656" y="13312"/>
                  </a:cubicBezTo>
                  <a:cubicBezTo>
                    <a:pt x="10387" y="13312"/>
                    <a:pt x="13312" y="10387"/>
                    <a:pt x="13312" y="6656"/>
                  </a:cubicBezTo>
                  <a:cubicBezTo>
                    <a:pt x="13312" y="3026"/>
                    <a:pt x="10387"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 name="Google Shape;24;p2"/>
            <p:cNvSpPr/>
            <p:nvPr/>
          </p:nvSpPr>
          <p:spPr>
            <a:xfrm>
              <a:off x="1877325" y="1073785"/>
              <a:ext cx="63598" cy="63603"/>
            </a:xfrm>
            <a:custGeom>
              <a:avLst/>
              <a:gdLst/>
              <a:ahLst/>
              <a:cxnLst/>
              <a:rect l="l" t="t" r="r" b="b"/>
              <a:pathLst>
                <a:path w="13312" h="13313" extrusionOk="0">
                  <a:moveTo>
                    <a:pt x="6656" y="1"/>
                  </a:moveTo>
                  <a:cubicBezTo>
                    <a:pt x="3026" y="1"/>
                    <a:pt x="0" y="3026"/>
                    <a:pt x="0" y="6656"/>
                  </a:cubicBezTo>
                  <a:cubicBezTo>
                    <a:pt x="0" y="10287"/>
                    <a:pt x="3026" y="13312"/>
                    <a:pt x="6656" y="13312"/>
                  </a:cubicBezTo>
                  <a:cubicBezTo>
                    <a:pt x="10387" y="13312"/>
                    <a:pt x="13311" y="10287"/>
                    <a:pt x="13311" y="6656"/>
                  </a:cubicBezTo>
                  <a:cubicBezTo>
                    <a:pt x="13311" y="3026"/>
                    <a:pt x="10387"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 name="Google Shape;25;p2"/>
            <p:cNvSpPr/>
            <p:nvPr/>
          </p:nvSpPr>
          <p:spPr>
            <a:xfrm>
              <a:off x="2050274" y="1073785"/>
              <a:ext cx="63598" cy="63603"/>
            </a:xfrm>
            <a:custGeom>
              <a:avLst/>
              <a:gdLst/>
              <a:ahLst/>
              <a:cxnLst/>
              <a:rect l="l" t="t" r="r" b="b"/>
              <a:pathLst>
                <a:path w="13312" h="13313" extrusionOk="0">
                  <a:moveTo>
                    <a:pt x="6656" y="1"/>
                  </a:moveTo>
                  <a:cubicBezTo>
                    <a:pt x="3026" y="1"/>
                    <a:pt x="1" y="3026"/>
                    <a:pt x="1" y="6656"/>
                  </a:cubicBezTo>
                  <a:cubicBezTo>
                    <a:pt x="1" y="10287"/>
                    <a:pt x="3026" y="13312"/>
                    <a:pt x="6656" y="13312"/>
                  </a:cubicBezTo>
                  <a:cubicBezTo>
                    <a:pt x="10287" y="13312"/>
                    <a:pt x="13312" y="10287"/>
                    <a:pt x="13312" y="6656"/>
                  </a:cubicBezTo>
                  <a:cubicBezTo>
                    <a:pt x="13312" y="3026"/>
                    <a:pt x="10287"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 name="Google Shape;26;p2"/>
            <p:cNvSpPr/>
            <p:nvPr/>
          </p:nvSpPr>
          <p:spPr>
            <a:xfrm>
              <a:off x="2223224" y="1073785"/>
              <a:ext cx="63603" cy="63603"/>
            </a:xfrm>
            <a:custGeom>
              <a:avLst/>
              <a:gdLst/>
              <a:ahLst/>
              <a:cxnLst/>
              <a:rect l="l" t="t" r="r" b="b"/>
              <a:pathLst>
                <a:path w="13313" h="13313" extrusionOk="0">
                  <a:moveTo>
                    <a:pt x="6657" y="1"/>
                  </a:moveTo>
                  <a:cubicBezTo>
                    <a:pt x="2925" y="1"/>
                    <a:pt x="1" y="3026"/>
                    <a:pt x="1" y="6656"/>
                  </a:cubicBezTo>
                  <a:cubicBezTo>
                    <a:pt x="1" y="10287"/>
                    <a:pt x="2925" y="13312"/>
                    <a:pt x="6657" y="13312"/>
                  </a:cubicBezTo>
                  <a:cubicBezTo>
                    <a:pt x="10287" y="13312"/>
                    <a:pt x="13312" y="10287"/>
                    <a:pt x="13312" y="6656"/>
                  </a:cubicBezTo>
                  <a:cubicBezTo>
                    <a:pt x="13312" y="3026"/>
                    <a:pt x="10287" y="1"/>
                    <a:pt x="66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 name="Google Shape;27;p2"/>
            <p:cNvSpPr/>
            <p:nvPr/>
          </p:nvSpPr>
          <p:spPr>
            <a:xfrm>
              <a:off x="2395695" y="1073785"/>
              <a:ext cx="63598" cy="63603"/>
            </a:xfrm>
            <a:custGeom>
              <a:avLst/>
              <a:gdLst/>
              <a:ahLst/>
              <a:cxnLst/>
              <a:rect l="l" t="t" r="r" b="b"/>
              <a:pathLst>
                <a:path w="13312" h="13313" extrusionOk="0">
                  <a:moveTo>
                    <a:pt x="6656" y="1"/>
                  </a:moveTo>
                  <a:cubicBezTo>
                    <a:pt x="3026" y="1"/>
                    <a:pt x="0" y="3026"/>
                    <a:pt x="0" y="6656"/>
                  </a:cubicBezTo>
                  <a:cubicBezTo>
                    <a:pt x="0" y="10287"/>
                    <a:pt x="3026" y="13312"/>
                    <a:pt x="6656" y="13312"/>
                  </a:cubicBezTo>
                  <a:cubicBezTo>
                    <a:pt x="10387" y="13312"/>
                    <a:pt x="13312" y="10287"/>
                    <a:pt x="13312" y="6656"/>
                  </a:cubicBezTo>
                  <a:cubicBezTo>
                    <a:pt x="13312" y="3026"/>
                    <a:pt x="10387"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 name="Google Shape;28;p2"/>
            <p:cNvSpPr/>
            <p:nvPr/>
          </p:nvSpPr>
          <p:spPr>
            <a:xfrm>
              <a:off x="1877325" y="1231796"/>
              <a:ext cx="63598" cy="63598"/>
            </a:xfrm>
            <a:custGeom>
              <a:avLst/>
              <a:gdLst/>
              <a:ahLst/>
              <a:cxnLst/>
              <a:rect l="l" t="t" r="r" b="b"/>
              <a:pathLst>
                <a:path w="13312" h="13312" extrusionOk="0">
                  <a:moveTo>
                    <a:pt x="6656" y="0"/>
                  </a:moveTo>
                  <a:cubicBezTo>
                    <a:pt x="3026" y="0"/>
                    <a:pt x="0" y="2925"/>
                    <a:pt x="0" y="6656"/>
                  </a:cubicBezTo>
                  <a:cubicBezTo>
                    <a:pt x="0" y="10286"/>
                    <a:pt x="3026" y="13311"/>
                    <a:pt x="6656" y="13311"/>
                  </a:cubicBezTo>
                  <a:cubicBezTo>
                    <a:pt x="10387" y="13311"/>
                    <a:pt x="13311" y="10286"/>
                    <a:pt x="13311" y="6656"/>
                  </a:cubicBezTo>
                  <a:cubicBezTo>
                    <a:pt x="13311" y="2925"/>
                    <a:pt x="10387"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 name="Google Shape;29;p2"/>
            <p:cNvSpPr/>
            <p:nvPr/>
          </p:nvSpPr>
          <p:spPr>
            <a:xfrm>
              <a:off x="2050274" y="1231796"/>
              <a:ext cx="63598" cy="63598"/>
            </a:xfrm>
            <a:custGeom>
              <a:avLst/>
              <a:gdLst/>
              <a:ahLst/>
              <a:cxnLst/>
              <a:rect l="l" t="t" r="r" b="b"/>
              <a:pathLst>
                <a:path w="13312" h="13312" extrusionOk="0">
                  <a:moveTo>
                    <a:pt x="6656" y="0"/>
                  </a:moveTo>
                  <a:cubicBezTo>
                    <a:pt x="3026" y="0"/>
                    <a:pt x="1" y="2925"/>
                    <a:pt x="1" y="6656"/>
                  </a:cubicBezTo>
                  <a:cubicBezTo>
                    <a:pt x="1" y="10286"/>
                    <a:pt x="3026" y="13311"/>
                    <a:pt x="6656" y="13311"/>
                  </a:cubicBezTo>
                  <a:cubicBezTo>
                    <a:pt x="10287" y="13311"/>
                    <a:pt x="13312" y="10286"/>
                    <a:pt x="13312" y="6656"/>
                  </a:cubicBezTo>
                  <a:cubicBezTo>
                    <a:pt x="13312" y="2925"/>
                    <a:pt x="10287"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 name="Google Shape;30;p2"/>
            <p:cNvSpPr/>
            <p:nvPr/>
          </p:nvSpPr>
          <p:spPr>
            <a:xfrm>
              <a:off x="2223224" y="1231796"/>
              <a:ext cx="63603" cy="63598"/>
            </a:xfrm>
            <a:custGeom>
              <a:avLst/>
              <a:gdLst/>
              <a:ahLst/>
              <a:cxnLst/>
              <a:rect l="l" t="t" r="r" b="b"/>
              <a:pathLst>
                <a:path w="13313" h="13312" extrusionOk="0">
                  <a:moveTo>
                    <a:pt x="6657" y="0"/>
                  </a:moveTo>
                  <a:cubicBezTo>
                    <a:pt x="2925" y="0"/>
                    <a:pt x="1" y="2925"/>
                    <a:pt x="1" y="6656"/>
                  </a:cubicBezTo>
                  <a:cubicBezTo>
                    <a:pt x="1" y="10286"/>
                    <a:pt x="2925" y="13311"/>
                    <a:pt x="6657" y="13311"/>
                  </a:cubicBezTo>
                  <a:cubicBezTo>
                    <a:pt x="10287" y="13311"/>
                    <a:pt x="13312" y="10286"/>
                    <a:pt x="13312" y="6656"/>
                  </a:cubicBezTo>
                  <a:cubicBezTo>
                    <a:pt x="13312" y="2925"/>
                    <a:pt x="10287" y="0"/>
                    <a:pt x="66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 name="Google Shape;31;p2"/>
            <p:cNvSpPr/>
            <p:nvPr/>
          </p:nvSpPr>
          <p:spPr>
            <a:xfrm>
              <a:off x="2395695" y="1231796"/>
              <a:ext cx="63598" cy="63598"/>
            </a:xfrm>
            <a:custGeom>
              <a:avLst/>
              <a:gdLst/>
              <a:ahLst/>
              <a:cxnLst/>
              <a:rect l="l" t="t" r="r" b="b"/>
              <a:pathLst>
                <a:path w="13312" h="13312" extrusionOk="0">
                  <a:moveTo>
                    <a:pt x="6656" y="0"/>
                  </a:moveTo>
                  <a:cubicBezTo>
                    <a:pt x="3026" y="0"/>
                    <a:pt x="0" y="2925"/>
                    <a:pt x="0" y="6656"/>
                  </a:cubicBezTo>
                  <a:cubicBezTo>
                    <a:pt x="0" y="10286"/>
                    <a:pt x="3026" y="13311"/>
                    <a:pt x="6656" y="13311"/>
                  </a:cubicBezTo>
                  <a:cubicBezTo>
                    <a:pt x="10387" y="13311"/>
                    <a:pt x="13312" y="10286"/>
                    <a:pt x="13312" y="6656"/>
                  </a:cubicBezTo>
                  <a:cubicBezTo>
                    <a:pt x="13312" y="2925"/>
                    <a:pt x="10387"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32" name="Google Shape;32;p2"/>
          <p:cNvSpPr/>
          <p:nvPr/>
        </p:nvSpPr>
        <p:spPr>
          <a:xfrm>
            <a:off x="7726169" y="5880102"/>
            <a:ext cx="947851" cy="117881"/>
          </a:xfrm>
          <a:custGeom>
            <a:avLst/>
            <a:gdLst/>
            <a:ahLst/>
            <a:cxnLst/>
            <a:rect l="l" t="t" r="r" b="b"/>
            <a:pathLst>
              <a:path w="178391" h="22186" extrusionOk="0">
                <a:moveTo>
                  <a:pt x="173752" y="13009"/>
                </a:moveTo>
                <a:cubicBezTo>
                  <a:pt x="172743" y="13009"/>
                  <a:pt x="171836" y="12807"/>
                  <a:pt x="171130" y="12202"/>
                </a:cubicBezTo>
                <a:cubicBezTo>
                  <a:pt x="170525" y="11698"/>
                  <a:pt x="170020" y="10992"/>
                  <a:pt x="169718" y="9883"/>
                </a:cubicBezTo>
                <a:cubicBezTo>
                  <a:pt x="168911" y="6958"/>
                  <a:pt x="167298" y="4437"/>
                  <a:pt x="165079" y="2723"/>
                </a:cubicBezTo>
                <a:cubicBezTo>
                  <a:pt x="162760" y="1009"/>
                  <a:pt x="159936" y="0"/>
                  <a:pt x="156911" y="0"/>
                </a:cubicBezTo>
                <a:cubicBezTo>
                  <a:pt x="153785" y="0"/>
                  <a:pt x="150961" y="1009"/>
                  <a:pt x="148642" y="2723"/>
                </a:cubicBezTo>
                <a:cubicBezTo>
                  <a:pt x="146423" y="4437"/>
                  <a:pt x="144810" y="6958"/>
                  <a:pt x="144003" y="9883"/>
                </a:cubicBezTo>
                <a:cubicBezTo>
                  <a:pt x="143701" y="10992"/>
                  <a:pt x="143196" y="11698"/>
                  <a:pt x="142591" y="12202"/>
                </a:cubicBezTo>
                <a:cubicBezTo>
                  <a:pt x="141885" y="12807"/>
                  <a:pt x="140978" y="13009"/>
                  <a:pt x="139969" y="13009"/>
                </a:cubicBezTo>
                <a:cubicBezTo>
                  <a:pt x="138961" y="13009"/>
                  <a:pt x="138053" y="12807"/>
                  <a:pt x="137348" y="12202"/>
                </a:cubicBezTo>
                <a:cubicBezTo>
                  <a:pt x="136642" y="11698"/>
                  <a:pt x="136137" y="10891"/>
                  <a:pt x="135936" y="9883"/>
                </a:cubicBezTo>
                <a:cubicBezTo>
                  <a:pt x="135129" y="6958"/>
                  <a:pt x="133516" y="4437"/>
                  <a:pt x="131196" y="2723"/>
                </a:cubicBezTo>
                <a:cubicBezTo>
                  <a:pt x="128877" y="1009"/>
                  <a:pt x="126053" y="0"/>
                  <a:pt x="123028" y="0"/>
                </a:cubicBezTo>
                <a:cubicBezTo>
                  <a:pt x="120003" y="0"/>
                  <a:pt x="117179" y="1009"/>
                  <a:pt x="114860" y="2723"/>
                </a:cubicBezTo>
                <a:cubicBezTo>
                  <a:pt x="112540" y="4437"/>
                  <a:pt x="110927" y="6958"/>
                  <a:pt x="110120" y="9883"/>
                </a:cubicBezTo>
                <a:cubicBezTo>
                  <a:pt x="109918" y="10992"/>
                  <a:pt x="109414" y="11698"/>
                  <a:pt x="108708" y="12202"/>
                </a:cubicBezTo>
                <a:cubicBezTo>
                  <a:pt x="108002" y="12807"/>
                  <a:pt x="107095" y="13009"/>
                  <a:pt x="106086" y="13009"/>
                </a:cubicBezTo>
                <a:cubicBezTo>
                  <a:pt x="105078" y="13009"/>
                  <a:pt x="104170" y="12807"/>
                  <a:pt x="103465" y="12202"/>
                </a:cubicBezTo>
                <a:cubicBezTo>
                  <a:pt x="102859" y="11698"/>
                  <a:pt x="102355" y="10992"/>
                  <a:pt x="102053" y="9883"/>
                </a:cubicBezTo>
                <a:cubicBezTo>
                  <a:pt x="101246" y="6958"/>
                  <a:pt x="99633" y="4437"/>
                  <a:pt x="97313" y="2723"/>
                </a:cubicBezTo>
                <a:cubicBezTo>
                  <a:pt x="95095" y="1009"/>
                  <a:pt x="92271" y="0"/>
                  <a:pt x="89145" y="0"/>
                </a:cubicBezTo>
                <a:cubicBezTo>
                  <a:pt x="86120" y="0"/>
                  <a:pt x="83296" y="1009"/>
                  <a:pt x="80977" y="2723"/>
                </a:cubicBezTo>
                <a:cubicBezTo>
                  <a:pt x="78758" y="4437"/>
                  <a:pt x="77044" y="6958"/>
                  <a:pt x="76338" y="9883"/>
                </a:cubicBezTo>
                <a:cubicBezTo>
                  <a:pt x="76035" y="10891"/>
                  <a:pt x="75531" y="11698"/>
                  <a:pt x="74926" y="12202"/>
                </a:cubicBezTo>
                <a:cubicBezTo>
                  <a:pt x="74220" y="12807"/>
                  <a:pt x="73313" y="13009"/>
                  <a:pt x="72304" y="13009"/>
                </a:cubicBezTo>
                <a:cubicBezTo>
                  <a:pt x="71195" y="13009"/>
                  <a:pt x="70287" y="12807"/>
                  <a:pt x="69682" y="12202"/>
                </a:cubicBezTo>
                <a:cubicBezTo>
                  <a:pt x="68977" y="11698"/>
                  <a:pt x="68472" y="10891"/>
                  <a:pt x="68170" y="9883"/>
                </a:cubicBezTo>
                <a:cubicBezTo>
                  <a:pt x="67464" y="6958"/>
                  <a:pt x="65750" y="4437"/>
                  <a:pt x="63531" y="2723"/>
                </a:cubicBezTo>
                <a:cubicBezTo>
                  <a:pt x="61212" y="1009"/>
                  <a:pt x="58388" y="0"/>
                  <a:pt x="55363" y="0"/>
                </a:cubicBezTo>
                <a:cubicBezTo>
                  <a:pt x="52237" y="0"/>
                  <a:pt x="49413" y="1009"/>
                  <a:pt x="47195" y="2723"/>
                </a:cubicBezTo>
                <a:cubicBezTo>
                  <a:pt x="44875" y="4437"/>
                  <a:pt x="43262" y="6958"/>
                  <a:pt x="42455" y="9883"/>
                </a:cubicBezTo>
                <a:cubicBezTo>
                  <a:pt x="42153" y="10992"/>
                  <a:pt x="41749" y="11698"/>
                  <a:pt x="41043" y="12202"/>
                </a:cubicBezTo>
                <a:cubicBezTo>
                  <a:pt x="40337" y="12807"/>
                  <a:pt x="39430" y="13009"/>
                  <a:pt x="38421" y="13009"/>
                </a:cubicBezTo>
                <a:cubicBezTo>
                  <a:pt x="37413" y="13009"/>
                  <a:pt x="36505" y="12807"/>
                  <a:pt x="35799" y="12202"/>
                </a:cubicBezTo>
                <a:cubicBezTo>
                  <a:pt x="35094" y="11698"/>
                  <a:pt x="34589" y="10992"/>
                  <a:pt x="34388" y="9883"/>
                </a:cubicBezTo>
                <a:cubicBezTo>
                  <a:pt x="33581" y="6958"/>
                  <a:pt x="31967" y="4437"/>
                  <a:pt x="29648" y="2723"/>
                </a:cubicBezTo>
                <a:cubicBezTo>
                  <a:pt x="27329" y="1009"/>
                  <a:pt x="24505" y="0"/>
                  <a:pt x="21480" y="0"/>
                </a:cubicBezTo>
                <a:cubicBezTo>
                  <a:pt x="18455" y="0"/>
                  <a:pt x="15631" y="1009"/>
                  <a:pt x="13312" y="2723"/>
                </a:cubicBezTo>
                <a:cubicBezTo>
                  <a:pt x="10992" y="4437"/>
                  <a:pt x="9379" y="6958"/>
                  <a:pt x="8572" y="9883"/>
                </a:cubicBezTo>
                <a:cubicBezTo>
                  <a:pt x="8370" y="10891"/>
                  <a:pt x="7866" y="11698"/>
                  <a:pt x="7160" y="12202"/>
                </a:cubicBezTo>
                <a:cubicBezTo>
                  <a:pt x="6555" y="12807"/>
                  <a:pt x="5648" y="13009"/>
                  <a:pt x="4538" y="13009"/>
                </a:cubicBezTo>
                <a:cubicBezTo>
                  <a:pt x="2017" y="13009"/>
                  <a:pt x="0" y="15127"/>
                  <a:pt x="0" y="17648"/>
                </a:cubicBezTo>
                <a:cubicBezTo>
                  <a:pt x="0" y="20169"/>
                  <a:pt x="2017" y="22186"/>
                  <a:pt x="4538" y="22186"/>
                </a:cubicBezTo>
                <a:cubicBezTo>
                  <a:pt x="7664" y="22186"/>
                  <a:pt x="10488" y="21278"/>
                  <a:pt x="12707" y="19463"/>
                </a:cubicBezTo>
                <a:cubicBezTo>
                  <a:pt x="15026" y="17748"/>
                  <a:pt x="16639" y="15227"/>
                  <a:pt x="17446" y="12303"/>
                </a:cubicBezTo>
                <a:cubicBezTo>
                  <a:pt x="17749" y="11295"/>
                  <a:pt x="18152" y="10488"/>
                  <a:pt x="18858" y="9984"/>
                </a:cubicBezTo>
                <a:cubicBezTo>
                  <a:pt x="19564" y="9479"/>
                  <a:pt x="20471" y="9177"/>
                  <a:pt x="21480" y="9177"/>
                </a:cubicBezTo>
                <a:cubicBezTo>
                  <a:pt x="22488" y="9177"/>
                  <a:pt x="23396" y="9479"/>
                  <a:pt x="24102" y="9984"/>
                </a:cubicBezTo>
                <a:cubicBezTo>
                  <a:pt x="24808" y="10488"/>
                  <a:pt x="25211" y="11295"/>
                  <a:pt x="25514" y="12303"/>
                </a:cubicBezTo>
                <a:cubicBezTo>
                  <a:pt x="26320" y="15227"/>
                  <a:pt x="27934" y="17748"/>
                  <a:pt x="30253" y="19463"/>
                </a:cubicBezTo>
                <a:cubicBezTo>
                  <a:pt x="32472" y="21278"/>
                  <a:pt x="35396" y="22186"/>
                  <a:pt x="38421" y="22186"/>
                </a:cubicBezTo>
                <a:cubicBezTo>
                  <a:pt x="41447" y="22186"/>
                  <a:pt x="44270" y="21278"/>
                  <a:pt x="46590" y="19463"/>
                </a:cubicBezTo>
                <a:cubicBezTo>
                  <a:pt x="48909" y="17748"/>
                  <a:pt x="50522" y="15227"/>
                  <a:pt x="51329" y="12303"/>
                </a:cubicBezTo>
                <a:cubicBezTo>
                  <a:pt x="51531" y="11295"/>
                  <a:pt x="52035" y="10488"/>
                  <a:pt x="52741" y="9984"/>
                </a:cubicBezTo>
                <a:cubicBezTo>
                  <a:pt x="53346" y="9479"/>
                  <a:pt x="54254" y="9177"/>
                  <a:pt x="55363" y="9177"/>
                </a:cubicBezTo>
                <a:cubicBezTo>
                  <a:pt x="56371" y="9177"/>
                  <a:pt x="57279" y="9479"/>
                  <a:pt x="57985" y="9984"/>
                </a:cubicBezTo>
                <a:cubicBezTo>
                  <a:pt x="58590" y="10488"/>
                  <a:pt x="59094" y="11295"/>
                  <a:pt x="59397" y="12303"/>
                </a:cubicBezTo>
                <a:cubicBezTo>
                  <a:pt x="60203" y="15227"/>
                  <a:pt x="61817" y="17748"/>
                  <a:pt x="64035" y="19463"/>
                </a:cubicBezTo>
                <a:cubicBezTo>
                  <a:pt x="66355" y="21278"/>
                  <a:pt x="69178" y="22186"/>
                  <a:pt x="72203" y="22186"/>
                </a:cubicBezTo>
                <a:cubicBezTo>
                  <a:pt x="75330" y="22186"/>
                  <a:pt x="78153" y="21278"/>
                  <a:pt x="80473" y="19463"/>
                </a:cubicBezTo>
                <a:cubicBezTo>
                  <a:pt x="82691" y="17748"/>
                  <a:pt x="84305" y="15227"/>
                  <a:pt x="85111" y="12303"/>
                </a:cubicBezTo>
                <a:cubicBezTo>
                  <a:pt x="85414" y="11295"/>
                  <a:pt x="85918" y="10488"/>
                  <a:pt x="86523" y="9984"/>
                </a:cubicBezTo>
                <a:cubicBezTo>
                  <a:pt x="87229" y="9479"/>
                  <a:pt x="88137" y="9177"/>
                  <a:pt x="89145" y="9177"/>
                </a:cubicBezTo>
                <a:cubicBezTo>
                  <a:pt x="90254" y="9177"/>
                  <a:pt x="91162" y="9479"/>
                  <a:pt x="91767" y="9984"/>
                </a:cubicBezTo>
                <a:cubicBezTo>
                  <a:pt x="92473" y="10488"/>
                  <a:pt x="92977" y="11295"/>
                  <a:pt x="93179" y="12303"/>
                </a:cubicBezTo>
                <a:cubicBezTo>
                  <a:pt x="93985" y="15227"/>
                  <a:pt x="95599" y="17748"/>
                  <a:pt x="97918" y="19463"/>
                </a:cubicBezTo>
                <a:cubicBezTo>
                  <a:pt x="100238" y="21278"/>
                  <a:pt x="103061" y="22186"/>
                  <a:pt x="106086" y="22186"/>
                </a:cubicBezTo>
                <a:cubicBezTo>
                  <a:pt x="109112" y="22186"/>
                  <a:pt x="112036" y="21278"/>
                  <a:pt x="114255" y="19463"/>
                </a:cubicBezTo>
                <a:cubicBezTo>
                  <a:pt x="116574" y="17748"/>
                  <a:pt x="118187" y="15227"/>
                  <a:pt x="118994" y="12303"/>
                </a:cubicBezTo>
                <a:cubicBezTo>
                  <a:pt x="119297" y="11295"/>
                  <a:pt x="119700" y="10488"/>
                  <a:pt x="120406" y="9984"/>
                </a:cubicBezTo>
                <a:cubicBezTo>
                  <a:pt x="121112" y="9479"/>
                  <a:pt x="122019" y="9177"/>
                  <a:pt x="123028" y="9177"/>
                </a:cubicBezTo>
                <a:cubicBezTo>
                  <a:pt x="124036" y="9177"/>
                  <a:pt x="124944" y="9479"/>
                  <a:pt x="125650" y="9984"/>
                </a:cubicBezTo>
                <a:cubicBezTo>
                  <a:pt x="126356" y="10488"/>
                  <a:pt x="126759" y="11295"/>
                  <a:pt x="127062" y="12303"/>
                </a:cubicBezTo>
                <a:cubicBezTo>
                  <a:pt x="127868" y="15227"/>
                  <a:pt x="129482" y="17748"/>
                  <a:pt x="131801" y="19463"/>
                </a:cubicBezTo>
                <a:cubicBezTo>
                  <a:pt x="134020" y="21278"/>
                  <a:pt x="136843" y="22186"/>
                  <a:pt x="139969" y="22186"/>
                </a:cubicBezTo>
                <a:cubicBezTo>
                  <a:pt x="142995" y="22186"/>
                  <a:pt x="145818" y="21278"/>
                  <a:pt x="148138" y="19463"/>
                </a:cubicBezTo>
                <a:cubicBezTo>
                  <a:pt x="150356" y="17748"/>
                  <a:pt x="152070" y="15227"/>
                  <a:pt x="152776" y="12303"/>
                </a:cubicBezTo>
                <a:cubicBezTo>
                  <a:pt x="153079" y="11295"/>
                  <a:pt x="153583" y="10488"/>
                  <a:pt x="154289" y="9984"/>
                </a:cubicBezTo>
                <a:cubicBezTo>
                  <a:pt x="154894" y="9479"/>
                  <a:pt x="155802" y="9177"/>
                  <a:pt x="156911" y="9177"/>
                </a:cubicBezTo>
                <a:cubicBezTo>
                  <a:pt x="157919" y="9177"/>
                  <a:pt x="158827" y="9479"/>
                  <a:pt x="159533" y="9984"/>
                </a:cubicBezTo>
                <a:cubicBezTo>
                  <a:pt x="160138" y="10488"/>
                  <a:pt x="160642" y="11295"/>
                  <a:pt x="160945" y="12303"/>
                </a:cubicBezTo>
                <a:cubicBezTo>
                  <a:pt x="161751" y="15227"/>
                  <a:pt x="163365" y="17748"/>
                  <a:pt x="165583" y="19463"/>
                </a:cubicBezTo>
                <a:cubicBezTo>
                  <a:pt x="167903" y="21278"/>
                  <a:pt x="170726" y="22186"/>
                  <a:pt x="173752" y="22186"/>
                </a:cubicBezTo>
                <a:cubicBezTo>
                  <a:pt x="176273" y="22186"/>
                  <a:pt x="178390" y="20169"/>
                  <a:pt x="178390" y="17648"/>
                </a:cubicBezTo>
                <a:cubicBezTo>
                  <a:pt x="178390" y="15127"/>
                  <a:pt x="176273" y="13009"/>
                  <a:pt x="173752" y="13009"/>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3" name="Google Shape;33;p2"/>
          <p:cNvSpPr/>
          <p:nvPr/>
        </p:nvSpPr>
        <p:spPr>
          <a:xfrm>
            <a:off x="1016000" y="5406567"/>
            <a:ext cx="838000" cy="1196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4" name="Google Shape;34;p2"/>
          <p:cNvSpPr txBox="1">
            <a:spLocks noGrp="1"/>
          </p:cNvSpPr>
          <p:nvPr>
            <p:ph type="subTitle" idx="1"/>
          </p:nvPr>
        </p:nvSpPr>
        <p:spPr>
          <a:xfrm>
            <a:off x="974400" y="2720472"/>
            <a:ext cx="5706000" cy="1162000"/>
          </a:xfrm>
          <a:prstGeom prst="rect">
            <a:avLst/>
          </a:prstGeom>
        </p:spPr>
        <p:txBody>
          <a:bodyPr spcFirstLastPara="1" wrap="square" lIns="0" tIns="0" rIns="0" bIns="0" anchor="b" anchorCtr="0">
            <a:noAutofit/>
          </a:bodyPr>
          <a:lstStyle>
            <a:lvl1pPr lvl="0">
              <a:lnSpc>
                <a:spcPct val="100000"/>
              </a:lnSpc>
              <a:spcBef>
                <a:spcPts val="0"/>
              </a:spcBef>
              <a:spcAft>
                <a:spcPts val="0"/>
              </a:spcAft>
              <a:buClr>
                <a:schemeClr val="dk1"/>
              </a:buClr>
              <a:buSzPts val="2300"/>
              <a:buNone/>
              <a:defRPr sz="5465" b="1">
                <a:solidFill>
                  <a:schemeClr val="dk1"/>
                </a:solidFill>
                <a:latin typeface="Signika"/>
                <a:ea typeface="Signika"/>
                <a:cs typeface="Signika"/>
                <a:sym typeface="Signika"/>
              </a:defRPr>
            </a:lvl1pPr>
            <a:lvl2pPr lvl="1">
              <a:lnSpc>
                <a:spcPct val="100000"/>
              </a:lnSpc>
              <a:spcBef>
                <a:spcPts val="0"/>
              </a:spcBef>
              <a:spcAft>
                <a:spcPts val="0"/>
              </a:spcAft>
              <a:buSzPts val="2800"/>
              <a:buNone/>
              <a:defRPr sz="3735"/>
            </a:lvl2pPr>
            <a:lvl3pPr lvl="2">
              <a:lnSpc>
                <a:spcPct val="100000"/>
              </a:lnSpc>
              <a:spcBef>
                <a:spcPts val="0"/>
              </a:spcBef>
              <a:spcAft>
                <a:spcPts val="0"/>
              </a:spcAft>
              <a:buSzPts val="2800"/>
              <a:buNone/>
              <a:defRPr sz="3735"/>
            </a:lvl3pPr>
            <a:lvl4pPr lvl="3">
              <a:lnSpc>
                <a:spcPct val="100000"/>
              </a:lnSpc>
              <a:spcBef>
                <a:spcPts val="0"/>
              </a:spcBef>
              <a:spcAft>
                <a:spcPts val="0"/>
              </a:spcAft>
              <a:buSzPts val="2800"/>
              <a:buNone/>
              <a:defRPr sz="3735"/>
            </a:lvl4pPr>
            <a:lvl5pPr lvl="4">
              <a:lnSpc>
                <a:spcPct val="100000"/>
              </a:lnSpc>
              <a:spcBef>
                <a:spcPts val="0"/>
              </a:spcBef>
              <a:spcAft>
                <a:spcPts val="0"/>
              </a:spcAft>
              <a:buSzPts val="2800"/>
              <a:buNone/>
              <a:defRPr sz="3735"/>
            </a:lvl5pPr>
            <a:lvl6pPr lvl="5">
              <a:lnSpc>
                <a:spcPct val="100000"/>
              </a:lnSpc>
              <a:spcBef>
                <a:spcPts val="0"/>
              </a:spcBef>
              <a:spcAft>
                <a:spcPts val="0"/>
              </a:spcAft>
              <a:buSzPts val="2800"/>
              <a:buNone/>
              <a:defRPr sz="3735"/>
            </a:lvl6pPr>
            <a:lvl7pPr lvl="6">
              <a:lnSpc>
                <a:spcPct val="100000"/>
              </a:lnSpc>
              <a:spcBef>
                <a:spcPts val="0"/>
              </a:spcBef>
              <a:spcAft>
                <a:spcPts val="0"/>
              </a:spcAft>
              <a:buSzPts val="2800"/>
              <a:buNone/>
              <a:defRPr sz="3735"/>
            </a:lvl7pPr>
            <a:lvl8pPr lvl="7">
              <a:lnSpc>
                <a:spcPct val="100000"/>
              </a:lnSpc>
              <a:spcBef>
                <a:spcPts val="0"/>
              </a:spcBef>
              <a:spcAft>
                <a:spcPts val="0"/>
              </a:spcAft>
              <a:buSzPts val="2800"/>
              <a:buNone/>
              <a:defRPr sz="3735"/>
            </a:lvl8pPr>
            <a:lvl9pPr lvl="8">
              <a:lnSpc>
                <a:spcPct val="100000"/>
              </a:lnSpc>
              <a:spcBef>
                <a:spcPts val="0"/>
              </a:spcBef>
              <a:spcAft>
                <a:spcPts val="0"/>
              </a:spcAft>
              <a:buSzPts val="2800"/>
              <a:buNone/>
              <a:defRPr sz="3735"/>
            </a:lvl9pPr>
          </a:lstStyle>
          <a:p>
            <a:r>
              <a:rPr lang="es-ES"/>
              <a:t>Haga clic para editar el estilo de subtítulo del patrón</a:t>
            </a:r>
          </a:p>
        </p:txBody>
      </p:sp>
      <p:sp>
        <p:nvSpPr>
          <p:cNvPr id="35" name="Google Shape;35;p2"/>
          <p:cNvSpPr txBox="1">
            <a:spLocks noGrp="1"/>
          </p:cNvSpPr>
          <p:nvPr>
            <p:ph type="subTitle" idx="2"/>
          </p:nvPr>
        </p:nvSpPr>
        <p:spPr>
          <a:xfrm>
            <a:off x="974400" y="5716467"/>
            <a:ext cx="4996800" cy="316400"/>
          </a:xfrm>
          <a:prstGeom prst="rect">
            <a:avLst/>
          </a:prstGeom>
        </p:spPr>
        <p:txBody>
          <a:bodyPr spcFirstLastPara="1" wrap="square" lIns="91425" tIns="91425" rIns="91425" bIns="91425" anchor="ctr" anchorCtr="0">
            <a:noAutofit/>
          </a:bodyPr>
          <a:lstStyle>
            <a:lvl1pPr lvl="0">
              <a:spcBef>
                <a:spcPts val="0"/>
              </a:spcBef>
              <a:spcAft>
                <a:spcPts val="0"/>
              </a:spcAft>
              <a:buSzPts val="1800"/>
              <a:buNone/>
              <a:defRPr sz="2135">
                <a:latin typeface="Signika"/>
                <a:ea typeface="Signika"/>
                <a:cs typeface="Signika"/>
                <a:sym typeface="Signika"/>
              </a:defRPr>
            </a:lvl1pPr>
            <a:lvl2pPr lvl="1">
              <a:spcBef>
                <a:spcPts val="0"/>
              </a:spcBef>
              <a:spcAft>
                <a:spcPts val="0"/>
              </a:spcAft>
              <a:buSzPts val="1400"/>
              <a:buNone/>
              <a:defRPr/>
            </a:lvl2pPr>
            <a:lvl3pPr lvl="2">
              <a:spcBef>
                <a:spcPts val="2135"/>
              </a:spcBef>
              <a:spcAft>
                <a:spcPts val="0"/>
              </a:spcAft>
              <a:buSzPts val="1400"/>
              <a:buNone/>
              <a:defRPr/>
            </a:lvl3pPr>
            <a:lvl4pPr lvl="3">
              <a:spcBef>
                <a:spcPts val="2135"/>
              </a:spcBef>
              <a:spcAft>
                <a:spcPts val="0"/>
              </a:spcAft>
              <a:buSzPts val="1400"/>
              <a:buNone/>
              <a:defRPr/>
            </a:lvl4pPr>
            <a:lvl5pPr lvl="4">
              <a:spcBef>
                <a:spcPts val="2135"/>
              </a:spcBef>
              <a:spcAft>
                <a:spcPts val="0"/>
              </a:spcAft>
              <a:buSzPts val="1400"/>
              <a:buNone/>
              <a:defRPr/>
            </a:lvl5pPr>
            <a:lvl6pPr lvl="5">
              <a:spcBef>
                <a:spcPts val="2135"/>
              </a:spcBef>
              <a:spcAft>
                <a:spcPts val="0"/>
              </a:spcAft>
              <a:buSzPts val="1400"/>
              <a:buNone/>
              <a:defRPr/>
            </a:lvl6pPr>
            <a:lvl7pPr lvl="6">
              <a:spcBef>
                <a:spcPts val="2135"/>
              </a:spcBef>
              <a:spcAft>
                <a:spcPts val="0"/>
              </a:spcAft>
              <a:buSzPts val="1400"/>
              <a:buNone/>
              <a:defRPr/>
            </a:lvl7pPr>
            <a:lvl8pPr lvl="7">
              <a:spcBef>
                <a:spcPts val="2135"/>
              </a:spcBef>
              <a:spcAft>
                <a:spcPts val="0"/>
              </a:spcAft>
              <a:buSzPts val="1400"/>
              <a:buNone/>
              <a:defRPr/>
            </a:lvl8pPr>
            <a:lvl9pPr lvl="8">
              <a:spcBef>
                <a:spcPts val="2135"/>
              </a:spcBef>
              <a:spcAft>
                <a:spcPts val="2135"/>
              </a:spcAft>
              <a:buSzPts val="1400"/>
              <a:buNone/>
              <a:defRPr/>
            </a:lvl9pPr>
          </a:lstStyle>
          <a:p>
            <a:r>
              <a:rPr lang="es-ES"/>
              <a:t>Haga clic para editar el estilo de subtítulo del patrón</a:t>
            </a:r>
          </a:p>
        </p:txBody>
      </p:sp>
    </p:spTree>
    <p:extLst>
      <p:ext uri="{BB962C8B-B14F-4D97-AF65-F5344CB8AC3E}">
        <p14:creationId xmlns:p14="http://schemas.microsoft.com/office/powerpoint/2010/main" val="1622341512"/>
      </p:ext>
    </p:extLst>
  </p:cSld>
  <p:clrMapOvr>
    <a:masterClrMapping/>
  </p:clrMapOvr>
  <p:transition>
    <p:fade thruBlk="1"/>
  </p:transition>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ubtitle">
  <p:cSld name="Subtitle">
    <p:spTree>
      <p:nvGrpSpPr>
        <p:cNvPr id="1" name="Shape 12"/>
        <p:cNvGrpSpPr/>
        <p:nvPr/>
      </p:nvGrpSpPr>
      <p:grpSpPr>
        <a:xfrm>
          <a:off x="0" y="0"/>
          <a:ext cx="0" cy="0"/>
          <a:chOff x="0" y="0"/>
          <a:chExt cx="0" cy="0"/>
        </a:xfrm>
      </p:grpSpPr>
      <p:sp>
        <p:nvSpPr>
          <p:cNvPr id="14" name="Google Shape;14;p3"/>
          <p:cNvSpPr txBox="1">
            <a:spLocks noGrp="1"/>
          </p:cNvSpPr>
          <p:nvPr>
            <p:ph type="ctrTitle"/>
          </p:nvPr>
        </p:nvSpPr>
        <p:spPr>
          <a:xfrm>
            <a:off x="914400" y="2212733"/>
            <a:ext cx="5685200" cy="1546400"/>
          </a:xfrm>
          <a:prstGeom prst="rect">
            <a:avLst/>
          </a:prstGeom>
        </p:spPr>
        <p:txBody>
          <a:bodyPr spcFirstLastPara="1" wrap="square" lIns="0" tIns="0" rIns="0" bIns="0" anchor="b"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5" name="Google Shape;15;p3"/>
          <p:cNvSpPr txBox="1">
            <a:spLocks noGrp="1"/>
          </p:cNvSpPr>
          <p:nvPr>
            <p:ph type="subTitle" idx="1"/>
          </p:nvPr>
        </p:nvSpPr>
        <p:spPr>
          <a:xfrm>
            <a:off x="914400" y="3888339"/>
            <a:ext cx="5685200" cy="1046400"/>
          </a:xfrm>
          <a:prstGeom prst="rect">
            <a:avLst/>
          </a:prstGeom>
        </p:spPr>
        <p:txBody>
          <a:bodyPr spcFirstLastPara="1" wrap="square" lIns="0" tIns="0" rIns="0" bIns="0" anchor="t" anchorCtr="0">
            <a:noAutofit/>
          </a:bodyPr>
          <a:lstStyle>
            <a:lvl1pPr lvl="0" rtl="0">
              <a:spcBef>
                <a:spcPts val="0"/>
              </a:spcBef>
              <a:spcAft>
                <a:spcPts val="0"/>
              </a:spcAft>
              <a:buClr>
                <a:schemeClr val="accent4"/>
              </a:buClr>
              <a:buSzPts val="1800"/>
              <a:buNone/>
              <a:defRPr sz="1800">
                <a:solidFill>
                  <a:schemeClr val="accent4"/>
                </a:solidFill>
              </a:defRPr>
            </a:lvl1pPr>
            <a:lvl2pPr lvl="1" rtl="0">
              <a:spcBef>
                <a:spcPts val="0"/>
              </a:spcBef>
              <a:spcAft>
                <a:spcPts val="0"/>
              </a:spcAft>
              <a:buClr>
                <a:schemeClr val="accent4"/>
              </a:buClr>
              <a:buSzPts val="1800"/>
              <a:buNone/>
              <a:defRPr sz="1800">
                <a:solidFill>
                  <a:schemeClr val="accent4"/>
                </a:solidFill>
              </a:defRPr>
            </a:lvl2pPr>
            <a:lvl3pPr lvl="2" rtl="0">
              <a:spcBef>
                <a:spcPts val="0"/>
              </a:spcBef>
              <a:spcAft>
                <a:spcPts val="0"/>
              </a:spcAft>
              <a:buClr>
                <a:schemeClr val="accent4"/>
              </a:buClr>
              <a:buSzPts val="1800"/>
              <a:buNone/>
              <a:defRPr sz="1800">
                <a:solidFill>
                  <a:schemeClr val="accent4"/>
                </a:solidFill>
              </a:defRPr>
            </a:lvl3pPr>
            <a:lvl4pPr lvl="3" rtl="0">
              <a:spcBef>
                <a:spcPts val="0"/>
              </a:spcBef>
              <a:spcAft>
                <a:spcPts val="0"/>
              </a:spcAft>
              <a:buClr>
                <a:schemeClr val="accent4"/>
              </a:buClr>
              <a:buSzPts val="1800"/>
              <a:buNone/>
              <a:defRPr sz="1800">
                <a:solidFill>
                  <a:schemeClr val="accent4"/>
                </a:solidFill>
              </a:defRPr>
            </a:lvl4pPr>
            <a:lvl5pPr lvl="4" rtl="0">
              <a:spcBef>
                <a:spcPts val="0"/>
              </a:spcBef>
              <a:spcAft>
                <a:spcPts val="0"/>
              </a:spcAft>
              <a:buClr>
                <a:schemeClr val="accent4"/>
              </a:buClr>
              <a:buSzPts val="1800"/>
              <a:buNone/>
              <a:defRPr sz="1800">
                <a:solidFill>
                  <a:schemeClr val="accent4"/>
                </a:solidFill>
              </a:defRPr>
            </a:lvl5pPr>
            <a:lvl6pPr lvl="5" rtl="0">
              <a:spcBef>
                <a:spcPts val="0"/>
              </a:spcBef>
              <a:spcAft>
                <a:spcPts val="0"/>
              </a:spcAft>
              <a:buClr>
                <a:schemeClr val="accent4"/>
              </a:buClr>
              <a:buSzPts val="1800"/>
              <a:buNone/>
              <a:defRPr sz="1800">
                <a:solidFill>
                  <a:schemeClr val="accent4"/>
                </a:solidFill>
              </a:defRPr>
            </a:lvl6pPr>
            <a:lvl7pPr lvl="6" rtl="0">
              <a:spcBef>
                <a:spcPts val="0"/>
              </a:spcBef>
              <a:spcAft>
                <a:spcPts val="0"/>
              </a:spcAft>
              <a:buClr>
                <a:schemeClr val="accent4"/>
              </a:buClr>
              <a:buSzPts val="1800"/>
              <a:buNone/>
              <a:defRPr sz="1800">
                <a:solidFill>
                  <a:schemeClr val="accent4"/>
                </a:solidFill>
              </a:defRPr>
            </a:lvl7pPr>
            <a:lvl8pPr lvl="7" rtl="0">
              <a:spcBef>
                <a:spcPts val="0"/>
              </a:spcBef>
              <a:spcAft>
                <a:spcPts val="0"/>
              </a:spcAft>
              <a:buClr>
                <a:schemeClr val="accent4"/>
              </a:buClr>
              <a:buSzPts val="1800"/>
              <a:buNone/>
              <a:defRPr sz="1800">
                <a:solidFill>
                  <a:schemeClr val="accent4"/>
                </a:solidFill>
              </a:defRPr>
            </a:lvl8pPr>
            <a:lvl9pPr lvl="8" rtl="0">
              <a:spcBef>
                <a:spcPts val="0"/>
              </a:spcBef>
              <a:spcAft>
                <a:spcPts val="0"/>
              </a:spcAft>
              <a:buClr>
                <a:schemeClr val="accent4"/>
              </a:buClr>
              <a:buSzPts val="1800"/>
              <a:buNone/>
              <a:defRPr sz="1800">
                <a:solidFill>
                  <a:schemeClr val="accent4"/>
                </a:solidFill>
              </a:defRPr>
            </a:lvl9pPr>
          </a:lstStyle>
          <a:p>
            <a:endParaRPr/>
          </a:p>
        </p:txBody>
      </p:sp>
    </p:spTree>
    <p:extLst>
      <p:ext uri="{BB962C8B-B14F-4D97-AF65-F5344CB8AC3E}">
        <p14:creationId xmlns:p14="http://schemas.microsoft.com/office/powerpoint/2010/main" val="27411815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cSld name="1_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4" name="Content Placeholder 3"/>
          <p:cNvSpPr>
            <a:spLocks noGrp="1"/>
          </p:cNvSpPr>
          <p:nvPr>
            <p:ph sz="half" idx="2"/>
          </p:nvPr>
        </p:nvSpPr>
        <p:spPr>
          <a:xfrm>
            <a:off x="6197600" y="1600201"/>
            <a:ext cx="53848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296E910-37BC-4096-8026-55DA8B4C3AB6}" type="slidenum">
              <a:rPr lang="en-US" smtClean="0"/>
              <a:pPr/>
              <a:t>‹Nº›</a:t>
            </a:fld>
            <a:endParaRPr lang="en-US" dirty="0"/>
          </a:p>
        </p:txBody>
      </p:sp>
      <p:sp>
        <p:nvSpPr>
          <p:cNvPr id="9" name="Content Placeholder 8"/>
          <p:cNvSpPr>
            <a:spLocks noGrp="1"/>
          </p:cNvSpPr>
          <p:nvPr>
            <p:ph sz="quarter" idx="13"/>
          </p:nvPr>
        </p:nvSpPr>
        <p:spPr>
          <a:xfrm>
            <a:off x="487680" y="1600200"/>
            <a:ext cx="5388864" cy="452628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21439524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AndObj">
  <p:cSld name="Título, texto y objetos">
    <p:spTree>
      <p:nvGrpSpPr>
        <p:cNvPr id="1" name=""/>
        <p:cNvGrpSpPr/>
        <p:nvPr/>
      </p:nvGrpSpPr>
      <p:grpSpPr>
        <a:xfrm>
          <a:off x="0" y="0"/>
          <a:ext cx="0" cy="0"/>
          <a:chOff x="0" y="0"/>
          <a:chExt cx="0" cy="0"/>
        </a:xfrm>
      </p:grpSpPr>
      <p:sp>
        <p:nvSpPr>
          <p:cNvPr id="2" name="1 Título"/>
          <p:cNvSpPr>
            <a:spLocks noGrp="1"/>
          </p:cNvSpPr>
          <p:nvPr>
            <p:ph type="title"/>
          </p:nvPr>
        </p:nvSpPr>
        <p:spPr>
          <a:xfrm>
            <a:off x="609600" y="274639"/>
            <a:ext cx="10972800" cy="1143000"/>
          </a:xfrm>
          <a:prstGeom prst="rect">
            <a:avLst/>
          </a:prstGeom>
        </p:spPr>
        <p:txBody>
          <a:bodyPr/>
          <a:lstStyle/>
          <a:p>
            <a:r>
              <a:rPr lang="es-ES"/>
              <a:t>Haga clic para modificar el estilo de título del patrón</a:t>
            </a:r>
          </a:p>
        </p:txBody>
      </p:sp>
      <p:sp>
        <p:nvSpPr>
          <p:cNvPr id="3" name="2 Marcador de texto"/>
          <p:cNvSpPr>
            <a:spLocks noGrp="1"/>
          </p:cNvSpPr>
          <p:nvPr>
            <p:ph type="body" sz="half" idx="1"/>
          </p:nvPr>
        </p:nvSpPr>
        <p:spPr>
          <a:xfrm>
            <a:off x="914400" y="1752600"/>
            <a:ext cx="5232400" cy="434340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contenido"/>
          <p:cNvSpPr>
            <a:spLocks noGrp="1"/>
          </p:cNvSpPr>
          <p:nvPr>
            <p:ph sz="half" idx="2"/>
          </p:nvPr>
        </p:nvSpPr>
        <p:spPr>
          <a:xfrm>
            <a:off x="6350000" y="1752600"/>
            <a:ext cx="5232400" cy="434340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Tree>
    <p:extLst>
      <p:ext uri="{BB962C8B-B14F-4D97-AF65-F5344CB8AC3E}">
        <p14:creationId xmlns:p14="http://schemas.microsoft.com/office/powerpoint/2010/main" val="1766760705"/>
      </p:ext>
    </p:extLst>
  </p:cSld>
  <p:clrMapOvr>
    <a:masterClrMapping/>
  </p:clrMapOvr>
  <p:transition spd="slow"/>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lank · Big circuit">
  <p:cSld name="Blank · Big circuit">
    <p:spTree>
      <p:nvGrpSpPr>
        <p:cNvPr id="1" name="Shape 51"/>
        <p:cNvGrpSpPr/>
        <p:nvPr/>
      </p:nvGrpSpPr>
      <p:grpSpPr>
        <a:xfrm>
          <a:off x="0" y="0"/>
          <a:ext cx="0" cy="0"/>
          <a:chOff x="0" y="0"/>
          <a:chExt cx="0" cy="0"/>
        </a:xfrm>
      </p:grpSpPr>
      <p:sp>
        <p:nvSpPr>
          <p:cNvPr id="53" name="Google Shape;53;p11"/>
          <p:cNvSpPr txBox="1">
            <a:spLocks noGrp="1"/>
          </p:cNvSpPr>
          <p:nvPr>
            <p:ph type="sldNum" idx="12"/>
          </p:nvPr>
        </p:nvSpPr>
        <p:spPr>
          <a:xfrm>
            <a:off x="11307445" y="6333135"/>
            <a:ext cx="731600" cy="5248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s-PE" smtClean="0"/>
              <a:pPr/>
              <a:t>‹Nº›</a:t>
            </a:fld>
            <a:endParaRPr lang="es-PE" dirty="0"/>
          </a:p>
        </p:txBody>
      </p:sp>
    </p:spTree>
    <p:extLst>
      <p:ext uri="{BB962C8B-B14F-4D97-AF65-F5344CB8AC3E}">
        <p14:creationId xmlns:p14="http://schemas.microsoft.com/office/powerpoint/2010/main" val="30507806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clipArtAndTx">
  <p:cSld name="Título, imágenes prediseñadas y texto">
    <p:spTree>
      <p:nvGrpSpPr>
        <p:cNvPr id="1" name=""/>
        <p:cNvGrpSpPr/>
        <p:nvPr/>
      </p:nvGrpSpPr>
      <p:grpSpPr>
        <a:xfrm>
          <a:off x="0" y="0"/>
          <a:ext cx="0" cy="0"/>
          <a:chOff x="0" y="0"/>
          <a:chExt cx="0" cy="0"/>
        </a:xfrm>
      </p:grpSpPr>
      <p:sp>
        <p:nvSpPr>
          <p:cNvPr id="2" name="1 Título"/>
          <p:cNvSpPr>
            <a:spLocks noGrp="1"/>
          </p:cNvSpPr>
          <p:nvPr>
            <p:ph type="title"/>
          </p:nvPr>
        </p:nvSpPr>
        <p:spPr>
          <a:xfrm>
            <a:off x="2235200" y="457200"/>
            <a:ext cx="9347200" cy="1295400"/>
          </a:xfrm>
        </p:spPr>
        <p:txBody>
          <a:bodyPr/>
          <a:lstStyle/>
          <a:p>
            <a:r>
              <a:rPr lang="es-ES"/>
              <a:t>Haga clic para modificar el estilo de título del patrón</a:t>
            </a:r>
          </a:p>
        </p:txBody>
      </p:sp>
      <p:sp>
        <p:nvSpPr>
          <p:cNvPr id="3" name="2 Marcador de imágenes prediseñadas"/>
          <p:cNvSpPr>
            <a:spLocks noGrp="1"/>
          </p:cNvSpPr>
          <p:nvPr>
            <p:ph type="clipArt" sz="half" idx="1"/>
          </p:nvPr>
        </p:nvSpPr>
        <p:spPr>
          <a:xfrm>
            <a:off x="2235200" y="1981200"/>
            <a:ext cx="4572000" cy="4114800"/>
          </a:xfrm>
        </p:spPr>
        <p:txBody>
          <a:bodyPr>
            <a:normAutofit/>
          </a:bodyPr>
          <a:lstStyle/>
          <a:p>
            <a:pPr lvl="0"/>
            <a:endParaRPr lang="es-ES" noProof="0"/>
          </a:p>
        </p:txBody>
      </p:sp>
      <p:sp>
        <p:nvSpPr>
          <p:cNvPr id="4" name="3 Marcador de texto"/>
          <p:cNvSpPr>
            <a:spLocks noGrp="1"/>
          </p:cNvSpPr>
          <p:nvPr>
            <p:ph type="body" sz="half" idx="2"/>
          </p:nvPr>
        </p:nvSpPr>
        <p:spPr>
          <a:xfrm>
            <a:off x="7010400" y="1981200"/>
            <a:ext cx="4572000" cy="411480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9 Marcador de fecha"/>
          <p:cNvSpPr>
            <a:spLocks noGrp="1"/>
          </p:cNvSpPr>
          <p:nvPr>
            <p:ph type="dt" sz="half" idx="10"/>
          </p:nvPr>
        </p:nvSpPr>
        <p:spPr/>
        <p:txBody>
          <a:bodyPr/>
          <a:lstStyle>
            <a:lvl1pPr>
              <a:defRPr/>
            </a:lvl1pPr>
          </a:lstStyle>
          <a:p>
            <a:pPr>
              <a:defRPr/>
            </a:pPr>
            <a:endParaRPr lang="es-ES"/>
          </a:p>
        </p:txBody>
      </p:sp>
      <p:sp>
        <p:nvSpPr>
          <p:cNvPr id="6" name="21 Marcador de pie de página"/>
          <p:cNvSpPr>
            <a:spLocks noGrp="1"/>
          </p:cNvSpPr>
          <p:nvPr>
            <p:ph type="ftr" sz="quarter" idx="11"/>
          </p:nvPr>
        </p:nvSpPr>
        <p:spPr/>
        <p:txBody>
          <a:bodyPr/>
          <a:lstStyle>
            <a:lvl1pPr>
              <a:defRPr/>
            </a:lvl1pPr>
          </a:lstStyle>
          <a:p>
            <a:pPr>
              <a:defRPr/>
            </a:pPr>
            <a:r>
              <a:rPr lang="es-ES"/>
              <a:t>ANIVAL TORRE</a:t>
            </a:r>
          </a:p>
        </p:txBody>
      </p:sp>
      <p:sp>
        <p:nvSpPr>
          <p:cNvPr id="7" name="17 Marcador de número de diapositiva"/>
          <p:cNvSpPr>
            <a:spLocks noGrp="1"/>
          </p:cNvSpPr>
          <p:nvPr>
            <p:ph type="sldNum" sz="quarter" idx="12"/>
          </p:nvPr>
        </p:nvSpPr>
        <p:spPr/>
        <p:txBody>
          <a:bodyPr/>
          <a:lstStyle>
            <a:lvl1pPr>
              <a:defRPr/>
            </a:lvl1pPr>
          </a:lstStyle>
          <a:p>
            <a:fld id="{BDCC4F55-3C4A-4D3E-A64B-ACA49210887D}" type="slidenum">
              <a:rPr lang="es-ES" altLang="es-ES"/>
              <a:pPr/>
              <a:t>‹Nº›</a:t>
            </a:fld>
            <a:endParaRPr lang="es-ES" altLang="es-ES"/>
          </a:p>
        </p:txBody>
      </p:sp>
    </p:spTree>
    <p:extLst>
      <p:ext uri="{BB962C8B-B14F-4D97-AF65-F5344CB8AC3E}">
        <p14:creationId xmlns:p14="http://schemas.microsoft.com/office/powerpoint/2010/main" val="3384156088"/>
      </p:ext>
    </p:extLst>
  </p:cSld>
  <p:clrMapOvr>
    <a:masterClrMapping/>
  </p:clrMapOvr>
  <p:transition>
    <p:wipe dir="d"/>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chartAndTx">
  <p:cSld name="Título, gráfico y texto">
    <p:spTree>
      <p:nvGrpSpPr>
        <p:cNvPr id="1" name=""/>
        <p:cNvGrpSpPr/>
        <p:nvPr/>
      </p:nvGrpSpPr>
      <p:grpSpPr>
        <a:xfrm>
          <a:off x="0" y="0"/>
          <a:ext cx="0" cy="0"/>
          <a:chOff x="0" y="0"/>
          <a:chExt cx="0" cy="0"/>
        </a:xfrm>
      </p:grpSpPr>
      <p:sp>
        <p:nvSpPr>
          <p:cNvPr id="2" name="1 Título"/>
          <p:cNvSpPr>
            <a:spLocks noGrp="1"/>
          </p:cNvSpPr>
          <p:nvPr>
            <p:ph type="title"/>
          </p:nvPr>
        </p:nvSpPr>
        <p:spPr>
          <a:xfrm>
            <a:off x="2235200" y="457200"/>
            <a:ext cx="9347200" cy="1295400"/>
          </a:xfrm>
        </p:spPr>
        <p:txBody>
          <a:bodyPr/>
          <a:lstStyle/>
          <a:p>
            <a:r>
              <a:rPr lang="es-ES"/>
              <a:t>Haga clic para modificar el estilo de título del patrón</a:t>
            </a:r>
          </a:p>
        </p:txBody>
      </p:sp>
      <p:sp>
        <p:nvSpPr>
          <p:cNvPr id="3" name="2 Marcador de gráfico"/>
          <p:cNvSpPr>
            <a:spLocks noGrp="1"/>
          </p:cNvSpPr>
          <p:nvPr>
            <p:ph type="chart" sz="half" idx="1"/>
          </p:nvPr>
        </p:nvSpPr>
        <p:spPr>
          <a:xfrm>
            <a:off x="2235200" y="1981200"/>
            <a:ext cx="4572000" cy="4114800"/>
          </a:xfrm>
        </p:spPr>
        <p:txBody>
          <a:bodyPr>
            <a:normAutofit/>
          </a:bodyPr>
          <a:lstStyle/>
          <a:p>
            <a:pPr lvl="0"/>
            <a:endParaRPr lang="es-ES" noProof="0"/>
          </a:p>
        </p:txBody>
      </p:sp>
      <p:sp>
        <p:nvSpPr>
          <p:cNvPr id="4" name="3 Marcador de texto"/>
          <p:cNvSpPr>
            <a:spLocks noGrp="1"/>
          </p:cNvSpPr>
          <p:nvPr>
            <p:ph type="body" sz="half" idx="2"/>
          </p:nvPr>
        </p:nvSpPr>
        <p:spPr>
          <a:xfrm>
            <a:off x="7010400" y="1981200"/>
            <a:ext cx="4572000" cy="411480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9 Marcador de fecha"/>
          <p:cNvSpPr>
            <a:spLocks noGrp="1"/>
          </p:cNvSpPr>
          <p:nvPr>
            <p:ph type="dt" sz="half" idx="10"/>
          </p:nvPr>
        </p:nvSpPr>
        <p:spPr/>
        <p:txBody>
          <a:bodyPr/>
          <a:lstStyle>
            <a:lvl1pPr>
              <a:defRPr/>
            </a:lvl1pPr>
          </a:lstStyle>
          <a:p>
            <a:pPr>
              <a:defRPr/>
            </a:pPr>
            <a:endParaRPr lang="es-ES"/>
          </a:p>
        </p:txBody>
      </p:sp>
      <p:sp>
        <p:nvSpPr>
          <p:cNvPr id="6" name="21 Marcador de pie de página"/>
          <p:cNvSpPr>
            <a:spLocks noGrp="1"/>
          </p:cNvSpPr>
          <p:nvPr>
            <p:ph type="ftr" sz="quarter" idx="11"/>
          </p:nvPr>
        </p:nvSpPr>
        <p:spPr/>
        <p:txBody>
          <a:bodyPr/>
          <a:lstStyle>
            <a:lvl1pPr>
              <a:defRPr/>
            </a:lvl1pPr>
          </a:lstStyle>
          <a:p>
            <a:pPr>
              <a:defRPr/>
            </a:pPr>
            <a:r>
              <a:rPr lang="es-ES"/>
              <a:t>ANIVAL TORRE</a:t>
            </a:r>
          </a:p>
        </p:txBody>
      </p:sp>
      <p:sp>
        <p:nvSpPr>
          <p:cNvPr id="7" name="17 Marcador de número de diapositiva"/>
          <p:cNvSpPr>
            <a:spLocks noGrp="1"/>
          </p:cNvSpPr>
          <p:nvPr>
            <p:ph type="sldNum" sz="quarter" idx="12"/>
          </p:nvPr>
        </p:nvSpPr>
        <p:spPr/>
        <p:txBody>
          <a:bodyPr/>
          <a:lstStyle>
            <a:lvl1pPr>
              <a:defRPr/>
            </a:lvl1pPr>
          </a:lstStyle>
          <a:p>
            <a:fld id="{B53DF315-CB04-4D44-BFD8-CBC184A0C9BB}" type="slidenum">
              <a:rPr lang="es-ES" altLang="es-ES"/>
              <a:pPr/>
              <a:t>‹Nº›</a:t>
            </a:fld>
            <a:endParaRPr lang="es-ES" altLang="es-ES"/>
          </a:p>
        </p:txBody>
      </p:sp>
    </p:spTree>
    <p:extLst>
      <p:ext uri="{BB962C8B-B14F-4D97-AF65-F5344CB8AC3E}">
        <p14:creationId xmlns:p14="http://schemas.microsoft.com/office/powerpoint/2010/main" val="2907379198"/>
      </p:ext>
    </p:extLst>
  </p:cSld>
  <p:clrMapOvr>
    <a:masterClrMapping/>
  </p:clrMapOvr>
  <p:transition>
    <p:wipe dir="d"/>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2_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4F305F92-E439-44F2-95A2-79C47ECA8342}" type="datetimeFigureOut">
              <a:rPr lang="es-ES" smtClean="0"/>
              <a:t>16/08/2026</a:t>
            </a:fld>
            <a:endParaRPr lang="es-ES" dirty="0"/>
          </a:p>
        </p:txBody>
      </p:sp>
      <p:sp>
        <p:nvSpPr>
          <p:cNvPr id="3" name="2 Marcador de pie de página"/>
          <p:cNvSpPr>
            <a:spLocks noGrp="1"/>
          </p:cNvSpPr>
          <p:nvPr>
            <p:ph type="ftr" sz="quarter" idx="11"/>
          </p:nvPr>
        </p:nvSpPr>
        <p:spPr/>
        <p:txBody>
          <a:bodyPr/>
          <a:lstStyle/>
          <a:p>
            <a:endParaRPr lang="es-ES" dirty="0"/>
          </a:p>
        </p:txBody>
      </p:sp>
      <p:sp>
        <p:nvSpPr>
          <p:cNvPr id="4" name="3 Marcador de número de diapositiva"/>
          <p:cNvSpPr>
            <a:spLocks noGrp="1"/>
          </p:cNvSpPr>
          <p:nvPr>
            <p:ph type="sldNum" sz="quarter" idx="12"/>
          </p:nvPr>
        </p:nvSpPr>
        <p:spPr/>
        <p:txBody>
          <a:bodyPr/>
          <a:lstStyle/>
          <a:p>
            <a:fld id="{69EE159D-51F1-408B-8F4F-D0CE3EFA1A93}" type="slidenum">
              <a:rPr lang="es-ES" smtClean="0"/>
              <a:t>‹Nº›</a:t>
            </a:fld>
            <a:endParaRPr lang="es-ES" dirty="0"/>
          </a:p>
        </p:txBody>
      </p:sp>
      <p:sp>
        <p:nvSpPr>
          <p:cNvPr id="5" name="1 Marcador de título"/>
          <p:cNvSpPr>
            <a:spLocks noGrp="1"/>
          </p:cNvSpPr>
          <p:nvPr>
            <p:ph type="title"/>
          </p:nvPr>
        </p:nvSpPr>
        <p:spPr>
          <a:xfrm>
            <a:off x="1967541" y="101316"/>
            <a:ext cx="8064896" cy="490066"/>
          </a:xfrm>
          <a:prstGeom prst="rect">
            <a:avLst/>
          </a:prstGeom>
        </p:spPr>
        <p:txBody>
          <a:bodyPr vert="horz" lIns="91440" tIns="45720" rIns="91440" bIns="45720" rtlCol="0" anchor="ctr">
            <a:noAutofit/>
          </a:bodyPr>
          <a:lstStyle/>
          <a:p>
            <a:r>
              <a:rPr lang="es-ES" dirty="0"/>
              <a:t>Universidad Nacional del Callao</a:t>
            </a:r>
          </a:p>
        </p:txBody>
      </p:sp>
    </p:spTree>
    <p:extLst>
      <p:ext uri="{BB962C8B-B14F-4D97-AF65-F5344CB8AC3E}">
        <p14:creationId xmlns:p14="http://schemas.microsoft.com/office/powerpoint/2010/main" val="26954343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AF1AAE89-7064-421D-9916-420AA2E7F7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4" name="Marcador de fecha 3">
            <a:extLst>
              <a:ext uri="{FF2B5EF4-FFF2-40B4-BE49-F238E27FC236}">
                <a16:creationId xmlns:a16="http://schemas.microsoft.com/office/drawing/2014/main" id="{7A6A12CE-274A-4C60-9546-77A9682AF5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76F228-02F9-4429-9899-9A5028B2939C}" type="datetimeFigureOut">
              <a:rPr lang="es-PE" smtClean="0"/>
              <a:t>16/08/2026</a:t>
            </a:fld>
            <a:endParaRPr lang="es-PE"/>
          </a:p>
        </p:txBody>
      </p:sp>
      <p:sp>
        <p:nvSpPr>
          <p:cNvPr id="5" name="Marcador de pie de página 4">
            <a:extLst>
              <a:ext uri="{FF2B5EF4-FFF2-40B4-BE49-F238E27FC236}">
                <a16:creationId xmlns:a16="http://schemas.microsoft.com/office/drawing/2014/main" id="{2573BBF9-6C16-49C0-B59C-BBB728D49E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Marcador de número de diapositiva 5">
            <a:extLst>
              <a:ext uri="{FF2B5EF4-FFF2-40B4-BE49-F238E27FC236}">
                <a16:creationId xmlns:a16="http://schemas.microsoft.com/office/drawing/2014/main" id="{950E9423-4AA5-436D-A3A1-72E3B07693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7BA379-2009-4338-BF9E-30C0A8FACAF6}" type="slidenum">
              <a:rPr lang="es-PE" smtClean="0"/>
              <a:t>‹Nº›</a:t>
            </a:fld>
            <a:endParaRPr lang="es-PE"/>
          </a:p>
        </p:txBody>
      </p:sp>
      <p:sp>
        <p:nvSpPr>
          <p:cNvPr id="8" name="Rectángulo 7">
            <a:extLst>
              <a:ext uri="{FF2B5EF4-FFF2-40B4-BE49-F238E27FC236}">
                <a16:creationId xmlns:a16="http://schemas.microsoft.com/office/drawing/2014/main" id="{91A87426-75BB-4DA5-A531-460DD7508A1B}"/>
              </a:ext>
            </a:extLst>
          </p:cNvPr>
          <p:cNvSpPr/>
          <p:nvPr userDrawn="1"/>
        </p:nvSpPr>
        <p:spPr>
          <a:xfrm>
            <a:off x="6096000" y="-9331"/>
            <a:ext cx="6096000" cy="1073257"/>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 name="Rectángulo 9">
            <a:extLst>
              <a:ext uri="{FF2B5EF4-FFF2-40B4-BE49-F238E27FC236}">
                <a16:creationId xmlns:a16="http://schemas.microsoft.com/office/drawing/2014/main" id="{E90ED3DD-A7C3-4095-9269-329F194BB6AC}"/>
              </a:ext>
            </a:extLst>
          </p:cNvPr>
          <p:cNvSpPr/>
          <p:nvPr userDrawn="1"/>
        </p:nvSpPr>
        <p:spPr>
          <a:xfrm>
            <a:off x="0" y="1073257"/>
            <a:ext cx="12192000" cy="1515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11" name="Imagen 10" descr="Resultado de imagen para LOGO UNAC">
            <a:extLst>
              <a:ext uri="{FF2B5EF4-FFF2-40B4-BE49-F238E27FC236}">
                <a16:creationId xmlns:a16="http://schemas.microsoft.com/office/drawing/2014/main" id="{C8363EE3-3A68-4118-94B3-883E5C704F10}"/>
              </a:ext>
            </a:extLst>
          </p:cNvPr>
          <p:cNvPicPr/>
          <p:nvPr userDrawn="1"/>
        </p:nvPicPr>
        <p:blipFill>
          <a:blip r:embed="rId21">
            <a:extLst>
              <a:ext uri="{28A0092B-C50C-407E-A947-70E740481C1C}">
                <a14:useLocalDpi xmlns:a14="http://schemas.microsoft.com/office/drawing/2010/main" val="0"/>
              </a:ext>
            </a:extLst>
          </a:blip>
          <a:srcRect/>
          <a:stretch>
            <a:fillRect/>
          </a:stretch>
        </p:blipFill>
        <p:spPr bwMode="auto">
          <a:xfrm>
            <a:off x="152732" y="188233"/>
            <a:ext cx="537224" cy="684603"/>
          </a:xfrm>
          <a:prstGeom prst="rect">
            <a:avLst/>
          </a:prstGeom>
          <a:noFill/>
          <a:ln>
            <a:noFill/>
          </a:ln>
        </p:spPr>
      </p:pic>
    </p:spTree>
    <p:extLst>
      <p:ext uri="{BB962C8B-B14F-4D97-AF65-F5344CB8AC3E}">
        <p14:creationId xmlns:p14="http://schemas.microsoft.com/office/powerpoint/2010/main" val="24801735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5" r:id="rId12"/>
    <p:sldLayoutId id="2147483666" r:id="rId13"/>
    <p:sldLayoutId id="2147483667" r:id="rId14"/>
    <p:sldLayoutId id="2147483668" r:id="rId15"/>
    <p:sldLayoutId id="2147483670" r:id="rId16"/>
    <p:sldLayoutId id="2147483671" r:id="rId17"/>
    <p:sldLayoutId id="2147483672" r:id="rId18"/>
    <p:sldLayoutId id="2147483673"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8.w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9.jpe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4.xml"/><Relationship Id="rId5" Type="http://schemas.openxmlformats.org/officeDocument/2006/relationships/image" Target="../media/image6.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5.xml.rels><?xml version="1.0" encoding="UTF-8" standalone="yes"?>
<Relationships xmlns="http://schemas.openxmlformats.org/package/2006/relationships"><Relationship Id="rId8" Type="http://schemas.openxmlformats.org/officeDocument/2006/relationships/diagramData" Target="../diagrams/data5.xml"/><Relationship Id="rId13" Type="http://schemas.openxmlformats.org/officeDocument/2006/relationships/diagramData" Target="../diagrams/data6.xml"/><Relationship Id="rId18" Type="http://schemas.openxmlformats.org/officeDocument/2006/relationships/image" Target="../media/image14.jpeg"/><Relationship Id="rId3" Type="http://schemas.openxmlformats.org/officeDocument/2006/relationships/diagramData" Target="../diagrams/data4.xml"/><Relationship Id="rId21" Type="http://schemas.openxmlformats.org/officeDocument/2006/relationships/diagramLayout" Target="../diagrams/layout7.xml"/><Relationship Id="rId7" Type="http://schemas.microsoft.com/office/2007/relationships/diagramDrawing" Target="../diagrams/drawing4.xml"/><Relationship Id="rId12" Type="http://schemas.microsoft.com/office/2007/relationships/diagramDrawing" Target="../diagrams/drawing5.xml"/><Relationship Id="rId17" Type="http://schemas.microsoft.com/office/2007/relationships/diagramDrawing" Target="../diagrams/drawing6.xml"/><Relationship Id="rId2" Type="http://schemas.openxmlformats.org/officeDocument/2006/relationships/notesSlide" Target="../notesSlides/notesSlide11.xml"/><Relationship Id="rId16" Type="http://schemas.openxmlformats.org/officeDocument/2006/relationships/diagramColors" Target="../diagrams/colors6.xml"/><Relationship Id="rId20" Type="http://schemas.openxmlformats.org/officeDocument/2006/relationships/diagramData" Target="../diagrams/data7.xml"/><Relationship Id="rId1" Type="http://schemas.openxmlformats.org/officeDocument/2006/relationships/slideLayout" Target="../slideLayouts/slideLayout2.xml"/><Relationship Id="rId6" Type="http://schemas.openxmlformats.org/officeDocument/2006/relationships/diagramColors" Target="../diagrams/colors4.xml"/><Relationship Id="rId11" Type="http://schemas.openxmlformats.org/officeDocument/2006/relationships/diagramColors" Target="../diagrams/colors5.xml"/><Relationship Id="rId24" Type="http://schemas.microsoft.com/office/2007/relationships/diagramDrawing" Target="../diagrams/drawing7.xml"/><Relationship Id="rId5" Type="http://schemas.openxmlformats.org/officeDocument/2006/relationships/diagramQuickStyle" Target="../diagrams/quickStyle4.xml"/><Relationship Id="rId15" Type="http://schemas.openxmlformats.org/officeDocument/2006/relationships/diagramQuickStyle" Target="../diagrams/quickStyle6.xml"/><Relationship Id="rId23" Type="http://schemas.openxmlformats.org/officeDocument/2006/relationships/diagramColors" Target="../diagrams/colors7.xml"/><Relationship Id="rId10" Type="http://schemas.openxmlformats.org/officeDocument/2006/relationships/diagramQuickStyle" Target="../diagrams/quickStyle5.xml"/><Relationship Id="rId19" Type="http://schemas.openxmlformats.org/officeDocument/2006/relationships/image" Target="../media/image15.png"/><Relationship Id="rId4" Type="http://schemas.openxmlformats.org/officeDocument/2006/relationships/diagramLayout" Target="../diagrams/layout4.xml"/><Relationship Id="rId9" Type="http://schemas.openxmlformats.org/officeDocument/2006/relationships/diagramLayout" Target="../diagrams/layout5.xml"/><Relationship Id="rId14" Type="http://schemas.openxmlformats.org/officeDocument/2006/relationships/diagramLayout" Target="../diagrams/layout6.xml"/><Relationship Id="rId22" Type="http://schemas.openxmlformats.org/officeDocument/2006/relationships/diagramQuickStyle" Target="../diagrams/quickStyle7.xml"/></Relationships>
</file>

<file path=ppt/slides/_rels/slide16.xml.rels><?xml version="1.0" encoding="UTF-8" standalone="yes"?>
<Relationships xmlns="http://schemas.openxmlformats.org/package/2006/relationships"><Relationship Id="rId8" Type="http://schemas.microsoft.com/office/2007/relationships/diagramDrawing" Target="../diagrams/drawing8.xml"/><Relationship Id="rId13" Type="http://schemas.microsoft.com/office/2007/relationships/diagramDrawing" Target="../diagrams/drawing9.xml"/><Relationship Id="rId18" Type="http://schemas.microsoft.com/office/2007/relationships/diagramDrawing" Target="../diagrams/drawing10.xml"/><Relationship Id="rId3" Type="http://schemas.openxmlformats.org/officeDocument/2006/relationships/image" Target="../media/image15.png"/><Relationship Id="rId21" Type="http://schemas.openxmlformats.org/officeDocument/2006/relationships/diagramLayout" Target="../diagrams/layout11.xml"/><Relationship Id="rId7" Type="http://schemas.openxmlformats.org/officeDocument/2006/relationships/diagramColors" Target="../diagrams/colors8.xml"/><Relationship Id="rId12" Type="http://schemas.openxmlformats.org/officeDocument/2006/relationships/diagramColors" Target="../diagrams/colors9.xml"/><Relationship Id="rId17" Type="http://schemas.openxmlformats.org/officeDocument/2006/relationships/diagramColors" Target="../diagrams/colors10.xml"/><Relationship Id="rId25" Type="http://schemas.openxmlformats.org/officeDocument/2006/relationships/image" Target="../media/image11.png"/><Relationship Id="rId2" Type="http://schemas.openxmlformats.org/officeDocument/2006/relationships/notesSlide" Target="../notesSlides/notesSlide12.xml"/><Relationship Id="rId16" Type="http://schemas.openxmlformats.org/officeDocument/2006/relationships/diagramQuickStyle" Target="../diagrams/quickStyle10.xml"/><Relationship Id="rId20" Type="http://schemas.openxmlformats.org/officeDocument/2006/relationships/diagramData" Target="../diagrams/data11.xml"/><Relationship Id="rId1" Type="http://schemas.openxmlformats.org/officeDocument/2006/relationships/slideLayout" Target="../slideLayouts/slideLayout2.xml"/><Relationship Id="rId6" Type="http://schemas.openxmlformats.org/officeDocument/2006/relationships/diagramQuickStyle" Target="../diagrams/quickStyle8.xml"/><Relationship Id="rId11" Type="http://schemas.openxmlformats.org/officeDocument/2006/relationships/diagramQuickStyle" Target="../diagrams/quickStyle9.xml"/><Relationship Id="rId24" Type="http://schemas.microsoft.com/office/2007/relationships/diagramDrawing" Target="../diagrams/drawing11.xml"/><Relationship Id="rId5" Type="http://schemas.openxmlformats.org/officeDocument/2006/relationships/diagramLayout" Target="../diagrams/layout8.xml"/><Relationship Id="rId15" Type="http://schemas.openxmlformats.org/officeDocument/2006/relationships/diagramLayout" Target="../diagrams/layout10.xml"/><Relationship Id="rId23" Type="http://schemas.openxmlformats.org/officeDocument/2006/relationships/diagramColors" Target="../diagrams/colors11.xml"/><Relationship Id="rId10" Type="http://schemas.openxmlformats.org/officeDocument/2006/relationships/diagramLayout" Target="../diagrams/layout9.xml"/><Relationship Id="rId19" Type="http://schemas.openxmlformats.org/officeDocument/2006/relationships/image" Target="../media/image16.png"/><Relationship Id="rId4" Type="http://schemas.openxmlformats.org/officeDocument/2006/relationships/diagramData" Target="../diagrams/data8.xml"/><Relationship Id="rId9" Type="http://schemas.openxmlformats.org/officeDocument/2006/relationships/diagramData" Target="../diagrams/data9.xml"/><Relationship Id="rId14" Type="http://schemas.openxmlformats.org/officeDocument/2006/relationships/diagramData" Target="../diagrams/data10.xml"/><Relationship Id="rId22" Type="http://schemas.openxmlformats.org/officeDocument/2006/relationships/diagramQuickStyle" Target="../diagrams/quickStyle11.xml"/></Relationships>
</file>

<file path=ppt/slides/_rels/slide17.xml.rels><?xml version="1.0" encoding="UTF-8" standalone="yes"?>
<Relationships xmlns="http://schemas.openxmlformats.org/package/2006/relationships"><Relationship Id="rId8" Type="http://schemas.openxmlformats.org/officeDocument/2006/relationships/image" Target="../media/image17.jpeg"/><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20.xml.rels><?xml version="1.0" encoding="UTF-8" standalone="yes"?>
<Relationships xmlns="http://schemas.openxmlformats.org/package/2006/relationships"><Relationship Id="rId8" Type="http://schemas.openxmlformats.org/officeDocument/2006/relationships/image" Target="../media/image19.jpeg"/><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diagramColors" Target="../diagrams/colors18.xml"/><Relationship Id="rId5" Type="http://schemas.openxmlformats.org/officeDocument/2006/relationships/diagramQuickStyle" Target="../diagrams/quickStyle18.xml"/><Relationship Id="rId4" Type="http://schemas.openxmlformats.org/officeDocument/2006/relationships/diagramLayout" Target="../diagrams/layout18.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7.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slideLayout" Target="../slideLayouts/slideLayout7.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image" Target="../media/image21.jfif"/><Relationship Id="rId3" Type="http://schemas.openxmlformats.org/officeDocument/2006/relationships/diagramData" Target="../diagrams/data21.xml"/><Relationship Id="rId7" Type="http://schemas.microsoft.com/office/2007/relationships/diagramDrawing" Target="../diagrams/drawing21.xm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diagramColors" Target="../diagrams/colors21.xml"/><Relationship Id="rId5" Type="http://schemas.openxmlformats.org/officeDocument/2006/relationships/diagramQuickStyle" Target="../diagrams/quickStyle21.xml"/><Relationship Id="rId4" Type="http://schemas.openxmlformats.org/officeDocument/2006/relationships/diagramLayout" Target="../diagrams/layout21.xml"/><Relationship Id="rId9" Type="http://schemas.openxmlformats.org/officeDocument/2006/relationships/image" Target="../media/image22.jfif"/></Relationships>
</file>

<file path=ppt/slides/_rels/slide37.xml.rels><?xml version="1.0" encoding="UTF-8" standalone="yes"?>
<Relationships xmlns="http://schemas.openxmlformats.org/package/2006/relationships"><Relationship Id="rId8" Type="http://schemas.openxmlformats.org/officeDocument/2006/relationships/diagramLayout" Target="../diagrams/layout23.xml"/><Relationship Id="rId3" Type="http://schemas.openxmlformats.org/officeDocument/2006/relationships/diagramLayout" Target="../diagrams/layout22.xml"/><Relationship Id="rId7" Type="http://schemas.openxmlformats.org/officeDocument/2006/relationships/diagramData" Target="../diagrams/data23.xml"/><Relationship Id="rId2" Type="http://schemas.openxmlformats.org/officeDocument/2006/relationships/diagramData" Target="../diagrams/data22.xml"/><Relationship Id="rId1" Type="http://schemas.openxmlformats.org/officeDocument/2006/relationships/slideLayout" Target="../slideLayouts/slideLayout2.xml"/><Relationship Id="rId6" Type="http://schemas.microsoft.com/office/2007/relationships/diagramDrawing" Target="../diagrams/drawing22.xml"/><Relationship Id="rId11" Type="http://schemas.microsoft.com/office/2007/relationships/diagramDrawing" Target="../diagrams/drawing23.xml"/><Relationship Id="rId5" Type="http://schemas.openxmlformats.org/officeDocument/2006/relationships/diagramColors" Target="../diagrams/colors22.xml"/><Relationship Id="rId10" Type="http://schemas.openxmlformats.org/officeDocument/2006/relationships/diagramColors" Target="../diagrams/colors23.xml"/><Relationship Id="rId4" Type="http://schemas.openxmlformats.org/officeDocument/2006/relationships/diagramQuickStyle" Target="../diagrams/quickStyle22.xml"/><Relationship Id="rId9" Type="http://schemas.openxmlformats.org/officeDocument/2006/relationships/diagramQuickStyle" Target="../diagrams/quickStyle23.xml"/></Relationships>
</file>

<file path=ppt/slides/_rels/slide38.xml.rels><?xml version="1.0" encoding="UTF-8" standalone="yes"?>
<Relationships xmlns="http://schemas.openxmlformats.org/package/2006/relationships"><Relationship Id="rId8" Type="http://schemas.openxmlformats.org/officeDocument/2006/relationships/hyperlink" Target="http://images.google.com.pe/imgres?imgurl=http://platea.cnice.mecd.es/~lgonzale/grafica/imagenes/Boceto%20Bentley.jpg&amp;imgrefurl=http://platea.cnice.mecd.es/~lgonzale/grafica/grafica.html&amp;h=227&amp;w=350&amp;sz=59&amp;tbnid=_s6aNYa01Po1tM:&amp;tbnh=75&amp;tbnw=116&amp;hl=es&amp;start=18&amp;prev=/images?q=modelos+fisicos&amp;svnum=10&amp;hl=es&amp;lr=" TargetMode="External"/><Relationship Id="rId3" Type="http://schemas.openxmlformats.org/officeDocument/2006/relationships/diagramData" Target="../diagrams/data24.xml"/><Relationship Id="rId7" Type="http://schemas.microsoft.com/office/2007/relationships/diagramDrawing" Target="../diagrams/drawing24.xml"/><Relationship Id="rId2" Type="http://schemas.openxmlformats.org/officeDocument/2006/relationships/image" Target="../media/image23.jpeg"/><Relationship Id="rId1" Type="http://schemas.openxmlformats.org/officeDocument/2006/relationships/slideLayout" Target="../slideLayouts/slideLayout2.xml"/><Relationship Id="rId6" Type="http://schemas.openxmlformats.org/officeDocument/2006/relationships/diagramColors" Target="../diagrams/colors24.xml"/><Relationship Id="rId5" Type="http://schemas.openxmlformats.org/officeDocument/2006/relationships/diagramQuickStyle" Target="../diagrams/quickStyle24.xml"/><Relationship Id="rId10" Type="http://schemas.openxmlformats.org/officeDocument/2006/relationships/image" Target="../media/image25.png"/><Relationship Id="rId4" Type="http://schemas.openxmlformats.org/officeDocument/2006/relationships/diagramLayout" Target="../diagrams/layout24.xml"/><Relationship Id="rId9" Type="http://schemas.openxmlformats.org/officeDocument/2006/relationships/image" Target="../media/image24.jpeg"/></Relationships>
</file>

<file path=ppt/slides/_rels/slide39.xml.rels><?xml version="1.0" encoding="UTF-8" standalone="yes"?>
<Relationships xmlns="http://schemas.openxmlformats.org/package/2006/relationships"><Relationship Id="rId3" Type="http://schemas.openxmlformats.org/officeDocument/2006/relationships/image" Target="../media/image26.gif"/><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37.xml"/><Relationship Id="rId1" Type="http://schemas.openxmlformats.org/officeDocument/2006/relationships/slideLayout" Target="../slideLayouts/slideLayout17.xml"/><Relationship Id="rId4" Type="http://schemas.openxmlformats.org/officeDocument/2006/relationships/image" Target="../media/image28.emf"/></Relationships>
</file>

<file path=ppt/slides/_rels/slide46.xml.rels><?xml version="1.0" encoding="UTF-8" standalone="yes"?>
<Relationships xmlns="http://schemas.openxmlformats.org/package/2006/relationships"><Relationship Id="rId8" Type="http://schemas.openxmlformats.org/officeDocument/2006/relationships/image" Target="../media/image29.jpeg"/><Relationship Id="rId3" Type="http://schemas.openxmlformats.org/officeDocument/2006/relationships/diagramData" Target="../diagrams/data25.xml"/><Relationship Id="rId7" Type="http://schemas.microsoft.com/office/2007/relationships/diagramDrawing" Target="../diagrams/drawing25.xml"/><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diagramColors" Target="../diagrams/colors25.xml"/><Relationship Id="rId5" Type="http://schemas.openxmlformats.org/officeDocument/2006/relationships/diagramQuickStyle" Target="../diagrams/quickStyle25.xml"/><Relationship Id="rId4" Type="http://schemas.openxmlformats.org/officeDocument/2006/relationships/diagramLayout" Target="../diagrams/layout25.xml"/></Relationships>
</file>

<file path=ppt/slides/_rels/slide47.xml.rels><?xml version="1.0" encoding="UTF-8" standalone="yes"?>
<Relationships xmlns="http://schemas.openxmlformats.org/package/2006/relationships"><Relationship Id="rId8" Type="http://schemas.openxmlformats.org/officeDocument/2006/relationships/image" Target="../media/image30.jpeg"/><Relationship Id="rId3" Type="http://schemas.openxmlformats.org/officeDocument/2006/relationships/diagramData" Target="../diagrams/data26.xml"/><Relationship Id="rId7" Type="http://schemas.microsoft.com/office/2007/relationships/diagramDrawing" Target="../diagrams/drawing26.xml"/><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diagramColors" Target="../diagrams/colors26.xml"/><Relationship Id="rId5" Type="http://schemas.openxmlformats.org/officeDocument/2006/relationships/diagramQuickStyle" Target="../diagrams/quickStyle26.xml"/><Relationship Id="rId4" Type="http://schemas.openxmlformats.org/officeDocument/2006/relationships/diagramLayout" Target="../diagrams/layout26.xml"/><Relationship Id="rId9" Type="http://schemas.openxmlformats.org/officeDocument/2006/relationships/image" Target="../media/image31.jpeg"/></Relationships>
</file>

<file path=ppt/slides/_rels/slide48.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diagramData" Target="../diagrams/data27.xml"/><Relationship Id="rId7" Type="http://schemas.microsoft.com/office/2007/relationships/diagramDrawing" Target="../diagrams/drawing27.xml"/><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diagramColors" Target="../diagrams/colors27.xml"/><Relationship Id="rId5" Type="http://schemas.openxmlformats.org/officeDocument/2006/relationships/diagramQuickStyle" Target="../diagrams/quickStyle27.xml"/><Relationship Id="rId4" Type="http://schemas.openxmlformats.org/officeDocument/2006/relationships/diagramLayout" Target="../diagrams/layout27.xml"/></Relationships>
</file>

<file path=ppt/slides/_rels/slide49.xml.rels><?xml version="1.0" encoding="UTF-8" standalone="yes"?>
<Relationships xmlns="http://schemas.openxmlformats.org/package/2006/relationships"><Relationship Id="rId8" Type="http://schemas.openxmlformats.org/officeDocument/2006/relationships/image" Target="../media/image33.jpeg"/><Relationship Id="rId3" Type="http://schemas.openxmlformats.org/officeDocument/2006/relationships/diagramData" Target="../diagrams/data28.xml"/><Relationship Id="rId7" Type="http://schemas.microsoft.com/office/2007/relationships/diagramDrawing" Target="../diagrams/drawing28.xml"/><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diagramColors" Target="../diagrams/colors28.xml"/><Relationship Id="rId5" Type="http://schemas.openxmlformats.org/officeDocument/2006/relationships/diagramQuickStyle" Target="../diagrams/quickStyle28.xml"/><Relationship Id="rId4" Type="http://schemas.openxmlformats.org/officeDocument/2006/relationships/diagramLayout" Target="../diagrams/layout28.xml"/></Relationships>
</file>

<file path=ppt/slides/_rels/slide50.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diagramData" Target="../diagrams/data29.xml"/><Relationship Id="rId7" Type="http://schemas.microsoft.com/office/2007/relationships/diagramDrawing" Target="../diagrams/drawing29.xml"/><Relationship Id="rId2" Type="http://schemas.openxmlformats.org/officeDocument/2006/relationships/notesSlide" Target="../notesSlides/notesSlide42.xml"/><Relationship Id="rId1" Type="http://schemas.openxmlformats.org/officeDocument/2006/relationships/slideLayout" Target="../slideLayouts/slideLayout7.xml"/><Relationship Id="rId6" Type="http://schemas.openxmlformats.org/officeDocument/2006/relationships/diagramColors" Target="../diagrams/colors29.xml"/><Relationship Id="rId11" Type="http://schemas.openxmlformats.org/officeDocument/2006/relationships/image" Target="../media/image37.jpeg"/><Relationship Id="rId5" Type="http://schemas.openxmlformats.org/officeDocument/2006/relationships/diagramQuickStyle" Target="../diagrams/quickStyle29.xml"/><Relationship Id="rId10" Type="http://schemas.openxmlformats.org/officeDocument/2006/relationships/image" Target="../media/image36.png"/><Relationship Id="rId4" Type="http://schemas.openxmlformats.org/officeDocument/2006/relationships/diagramLayout" Target="../diagrams/layout29.xml"/><Relationship Id="rId9" Type="http://schemas.openxmlformats.org/officeDocument/2006/relationships/image" Target="../media/image35.png"/></Relationships>
</file>

<file path=ppt/slides/_rels/slide51.xml.rels><?xml version="1.0" encoding="UTF-8" standalone="yes"?>
<Relationships xmlns="http://schemas.openxmlformats.org/package/2006/relationships"><Relationship Id="rId3" Type="http://schemas.openxmlformats.org/officeDocument/2006/relationships/diagramData" Target="../diagrams/data30.xml"/><Relationship Id="rId7" Type="http://schemas.microsoft.com/office/2007/relationships/diagramDrawing" Target="../diagrams/drawing30.xml"/><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diagramColors" Target="../diagrams/colors30.xml"/><Relationship Id="rId5" Type="http://schemas.openxmlformats.org/officeDocument/2006/relationships/diagramQuickStyle" Target="../diagrams/quickStyle30.xml"/><Relationship Id="rId4" Type="http://schemas.openxmlformats.org/officeDocument/2006/relationships/diagramLayout" Target="../diagrams/layout30.xml"/></Relationships>
</file>

<file path=ppt/slides/_rels/slide52.xml.rels><?xml version="1.0" encoding="UTF-8" standalone="yes"?>
<Relationships xmlns="http://schemas.openxmlformats.org/package/2006/relationships"><Relationship Id="rId8" Type="http://schemas.openxmlformats.org/officeDocument/2006/relationships/image" Target="../media/image38.jpg"/><Relationship Id="rId3" Type="http://schemas.openxmlformats.org/officeDocument/2006/relationships/diagramData" Target="../diagrams/data31.xml"/><Relationship Id="rId7" Type="http://schemas.microsoft.com/office/2007/relationships/diagramDrawing" Target="../diagrams/drawing31.xml"/><Relationship Id="rId2" Type="http://schemas.openxmlformats.org/officeDocument/2006/relationships/notesSlide" Target="../notesSlides/notesSlide44.xml"/><Relationship Id="rId1" Type="http://schemas.openxmlformats.org/officeDocument/2006/relationships/slideLayout" Target="../slideLayouts/slideLayout7.xml"/><Relationship Id="rId6" Type="http://schemas.openxmlformats.org/officeDocument/2006/relationships/diagramColors" Target="../diagrams/colors31.xml"/><Relationship Id="rId11" Type="http://schemas.openxmlformats.org/officeDocument/2006/relationships/image" Target="../media/image41.jpg"/><Relationship Id="rId5" Type="http://schemas.openxmlformats.org/officeDocument/2006/relationships/diagramQuickStyle" Target="../diagrams/quickStyle31.xml"/><Relationship Id="rId10" Type="http://schemas.openxmlformats.org/officeDocument/2006/relationships/image" Target="../media/image40.jpg"/><Relationship Id="rId4" Type="http://schemas.openxmlformats.org/officeDocument/2006/relationships/diagramLayout" Target="../diagrams/layout31.xml"/><Relationship Id="rId9" Type="http://schemas.openxmlformats.org/officeDocument/2006/relationships/image" Target="../media/image39.jpg"/></Relationships>
</file>

<file path=ppt/slides/_rels/slide53.xml.rels><?xml version="1.0" encoding="UTF-8" standalone="yes"?>
<Relationships xmlns="http://schemas.openxmlformats.org/package/2006/relationships"><Relationship Id="rId8" Type="http://schemas.openxmlformats.org/officeDocument/2006/relationships/image" Target="../media/image42.jpeg"/><Relationship Id="rId3" Type="http://schemas.openxmlformats.org/officeDocument/2006/relationships/diagramData" Target="../diagrams/data32.xml"/><Relationship Id="rId7" Type="http://schemas.microsoft.com/office/2007/relationships/diagramDrawing" Target="../diagrams/drawing32.xml"/><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diagramColors" Target="../diagrams/colors32.xml"/><Relationship Id="rId5" Type="http://schemas.openxmlformats.org/officeDocument/2006/relationships/diagramQuickStyle" Target="../diagrams/quickStyle32.xml"/><Relationship Id="rId4" Type="http://schemas.openxmlformats.org/officeDocument/2006/relationships/diagramLayout" Target="../diagrams/layout32.xml"/></Relationships>
</file>

<file path=ppt/slides/_rels/slide5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44.jpg"/></Relationships>
</file>

<file path=ppt/slides/_rels/slide5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45.jpg"/></Relationships>
</file>

<file path=ppt/slides/_rels/slide56.xml.rels><?xml version="1.0" encoding="UTF-8" standalone="yes"?>
<Relationships xmlns="http://schemas.openxmlformats.org/package/2006/relationships"><Relationship Id="rId8" Type="http://schemas.openxmlformats.org/officeDocument/2006/relationships/image" Target="../media/image46.gif"/><Relationship Id="rId3" Type="http://schemas.openxmlformats.org/officeDocument/2006/relationships/diagramData" Target="../diagrams/data33.xml"/><Relationship Id="rId7" Type="http://schemas.microsoft.com/office/2007/relationships/diagramDrawing" Target="../diagrams/drawing33.xml"/><Relationship Id="rId2" Type="http://schemas.openxmlformats.org/officeDocument/2006/relationships/notesSlide" Target="../notesSlides/notesSlide48.xml"/><Relationship Id="rId1" Type="http://schemas.openxmlformats.org/officeDocument/2006/relationships/slideLayout" Target="../slideLayouts/slideLayout7.xml"/><Relationship Id="rId6" Type="http://schemas.openxmlformats.org/officeDocument/2006/relationships/diagramColors" Target="../diagrams/colors33.xml"/><Relationship Id="rId5" Type="http://schemas.openxmlformats.org/officeDocument/2006/relationships/diagramQuickStyle" Target="../diagrams/quickStyle33.xml"/><Relationship Id="rId4" Type="http://schemas.openxmlformats.org/officeDocument/2006/relationships/diagramLayout" Target="../diagrams/layout33.xml"/></Relationships>
</file>

<file path=ppt/slides/_rels/slide57.xml.rels><?xml version="1.0" encoding="UTF-8" standalone="yes"?>
<Relationships xmlns="http://schemas.openxmlformats.org/package/2006/relationships"><Relationship Id="rId3" Type="http://schemas.openxmlformats.org/officeDocument/2006/relationships/diagramData" Target="../diagrams/data34.xml"/><Relationship Id="rId7" Type="http://schemas.microsoft.com/office/2007/relationships/diagramDrawing" Target="../diagrams/drawing34.xml"/><Relationship Id="rId2" Type="http://schemas.openxmlformats.org/officeDocument/2006/relationships/notesSlide" Target="../notesSlides/notesSlide49.xml"/><Relationship Id="rId1" Type="http://schemas.openxmlformats.org/officeDocument/2006/relationships/slideLayout" Target="../slideLayouts/slideLayout7.xml"/><Relationship Id="rId6" Type="http://schemas.openxmlformats.org/officeDocument/2006/relationships/diagramColors" Target="../diagrams/colors34.xml"/><Relationship Id="rId5" Type="http://schemas.openxmlformats.org/officeDocument/2006/relationships/diagramQuickStyle" Target="../diagrams/quickStyle34.xml"/><Relationship Id="rId4" Type="http://schemas.openxmlformats.org/officeDocument/2006/relationships/diagramLayout" Target="../diagrams/layout3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8.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8.xml"/></Relationships>
</file>

<file path=ppt/slides/_rels/slide64.xml.rels><?xml version="1.0" encoding="UTF-8" standalone="yes"?>
<Relationships xmlns="http://schemas.openxmlformats.org/package/2006/relationships"><Relationship Id="rId3" Type="http://schemas.openxmlformats.org/officeDocument/2006/relationships/diagramData" Target="../diagrams/data35.xml"/><Relationship Id="rId7" Type="http://schemas.microsoft.com/office/2007/relationships/diagramDrawing" Target="../diagrams/drawing35.xml"/><Relationship Id="rId2" Type="http://schemas.openxmlformats.org/officeDocument/2006/relationships/notesSlide" Target="../notesSlides/notesSlide56.xml"/><Relationship Id="rId1" Type="http://schemas.openxmlformats.org/officeDocument/2006/relationships/slideLayout" Target="../slideLayouts/slideLayout19.xml"/><Relationship Id="rId6" Type="http://schemas.openxmlformats.org/officeDocument/2006/relationships/diagramColors" Target="../diagrams/colors35.xml"/><Relationship Id="rId5" Type="http://schemas.openxmlformats.org/officeDocument/2006/relationships/diagramQuickStyle" Target="../diagrams/quickStyle35.xml"/><Relationship Id="rId4" Type="http://schemas.openxmlformats.org/officeDocument/2006/relationships/diagramLayout" Target="../diagrams/layout35.xml"/></Relationships>
</file>

<file path=ppt/slides/_rels/slide65.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57.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p:cNvPicPr>
            <a:picLocks noChangeAspect="1"/>
          </p:cNvPicPr>
          <p:nvPr/>
        </p:nvPicPr>
        <p:blipFill>
          <a:blip r:embed="rId2"/>
          <a:stretch>
            <a:fillRect/>
          </a:stretch>
        </p:blipFill>
        <p:spPr>
          <a:xfrm>
            <a:off x="7235024" y="2518396"/>
            <a:ext cx="4913785" cy="2916657"/>
          </a:xfrm>
          <a:prstGeom prst="rect">
            <a:avLst/>
          </a:prstGeom>
          <a:solidFill>
            <a:srgbClr val="FFFFFF">
              <a:shade val="85000"/>
            </a:srgbClr>
          </a:solidFill>
          <a:ln w="88900" cap="sq">
            <a:solidFill>
              <a:srgbClr val="FFFFFF"/>
            </a:solidFill>
            <a:miter lim="800000"/>
            <a:headEnd/>
            <a:tailEnd/>
          </a:ln>
          <a:effectLst/>
          <a:scene3d>
            <a:camera prst="orthographicFront"/>
            <a:lightRig rig="twoPt" dir="t">
              <a:rot lat="0" lon="0" rev="7200000"/>
            </a:lightRig>
          </a:scene3d>
          <a:sp3d>
            <a:bevelT w="25400" h="19050"/>
            <a:contourClr>
              <a:srgbClr val="FFFFFF"/>
            </a:contourClr>
          </a:sp3d>
        </p:spPr>
      </p:pic>
      <p:pic>
        <p:nvPicPr>
          <p:cNvPr id="5" name="Picture 2" descr="UNA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071" y="190477"/>
            <a:ext cx="2855333" cy="674048"/>
          </a:xfrm>
          <a:prstGeom prst="rect">
            <a:avLst/>
          </a:prstGeom>
          <a:noFill/>
          <a:extLst>
            <a:ext uri="{909E8E84-426E-40DD-AFC4-6F175D3DCCD1}">
              <a14:hiddenFill xmlns:a14="http://schemas.microsoft.com/office/drawing/2010/main">
                <a:solidFill>
                  <a:srgbClr val="FFFFFF"/>
                </a:solidFill>
              </a14:hiddenFill>
            </a:ext>
          </a:extLst>
        </p:spPr>
      </p:pic>
      <p:sp>
        <p:nvSpPr>
          <p:cNvPr id="19" name="Rectángulo 18"/>
          <p:cNvSpPr/>
          <p:nvPr/>
        </p:nvSpPr>
        <p:spPr>
          <a:xfrm>
            <a:off x="7261461" y="5795306"/>
            <a:ext cx="467139" cy="450222"/>
          </a:xfrm>
          <a:prstGeom prst="rect">
            <a:avLst/>
          </a:prstGeom>
          <a:solidFill>
            <a:srgbClr val="D7E7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10" name="Título 2"/>
          <p:cNvSpPr txBox="1"/>
          <p:nvPr/>
        </p:nvSpPr>
        <p:spPr>
          <a:xfrm>
            <a:off x="8321150" y="5795306"/>
            <a:ext cx="2803628" cy="697178"/>
          </a:xfrm>
          <a:prstGeom prst="roundRect">
            <a:avLst/>
          </a:prstGeom>
          <a:solidFill>
            <a:schemeClr val="bg1"/>
          </a:solidFill>
          <a:ln w="28575">
            <a:noFill/>
            <a:prstDash val="lgDashDot"/>
          </a:ln>
        </p:spPr>
        <p:txBody>
          <a:bodyPr vert="horz" lIns="91440" tIns="45720" rIns="91440" bIns="45720" rtlCol="0" anchor="ctr">
            <a:noAutofit/>
          </a:bodyPr>
          <a:lstStyle>
            <a:lvl1pPr algn="l" defTabSz="914400" rtl="0" eaLnBrk="1" latinLnBrk="0" hangingPunct="1">
              <a:lnSpc>
                <a:spcPct val="90000"/>
              </a:lnSpc>
              <a:spcBef>
                <a:spcPct val="0"/>
              </a:spcBef>
              <a:buNone/>
              <a:defRPr sz="6000" b="1" kern="1200">
                <a:solidFill>
                  <a:schemeClr val="bg1"/>
                </a:solidFill>
                <a:latin typeface="+mj-lt"/>
                <a:ea typeface="+mj-ea"/>
                <a:cs typeface="+mj-cs"/>
              </a:defRPr>
            </a:lvl1pPr>
          </a:lstStyle>
          <a:p>
            <a:pPr algn="ctr"/>
            <a:r>
              <a:rPr lang="es-PE" sz="1800" dirty="0">
                <a:solidFill>
                  <a:srgbClr val="002060"/>
                </a:solidFill>
                <a:latin typeface="Bodoni MT Black" panose="02070A03080606020203" pitchFamily="18" charset="0"/>
                <a:cs typeface="Leelawadee UI" panose="020B0502040204020203" pitchFamily="34" charset="-34"/>
              </a:rPr>
              <a:t>SEMESTRE ACADÉMICO 2026 B</a:t>
            </a:r>
            <a:endParaRPr lang="es-ES" sz="1800" dirty="0">
              <a:solidFill>
                <a:srgbClr val="002060"/>
              </a:solidFill>
              <a:latin typeface="Bodoni MT Black" panose="02070A03080606020203" pitchFamily="18" charset="0"/>
              <a:cs typeface="Leelawadee UI" panose="020B0502040204020203" pitchFamily="34" charset="-34"/>
            </a:endParaRPr>
          </a:p>
        </p:txBody>
      </p:sp>
      <p:pic>
        <p:nvPicPr>
          <p:cNvPr id="26" name="Imagen 25"/>
          <p:cNvPicPr>
            <a:picLocks noChangeAspect="1"/>
          </p:cNvPicPr>
          <p:nvPr/>
        </p:nvPicPr>
        <p:blipFill>
          <a:blip r:embed="rId4"/>
          <a:stretch>
            <a:fillRect/>
          </a:stretch>
        </p:blipFill>
        <p:spPr>
          <a:xfrm>
            <a:off x="7261461" y="0"/>
            <a:ext cx="4923006" cy="1400220"/>
          </a:xfrm>
          <a:prstGeom prst="rect">
            <a:avLst/>
          </a:prstGeom>
        </p:spPr>
      </p:pic>
      <p:sp>
        <p:nvSpPr>
          <p:cNvPr id="15" name="4 CuadroTexto">
            <a:extLst>
              <a:ext uri="{FF2B5EF4-FFF2-40B4-BE49-F238E27FC236}">
                <a16:creationId xmlns:a16="http://schemas.microsoft.com/office/drawing/2014/main" id="{4365F436-E173-4817-8107-4110CE39FADE}"/>
              </a:ext>
            </a:extLst>
          </p:cNvPr>
          <p:cNvSpPr txBox="1"/>
          <p:nvPr/>
        </p:nvSpPr>
        <p:spPr>
          <a:xfrm>
            <a:off x="0" y="4134513"/>
            <a:ext cx="6096000" cy="830997"/>
          </a:xfrm>
          <a:prstGeom prst="rect">
            <a:avLst/>
          </a:prstGeom>
          <a:noFill/>
        </p:spPr>
        <p:txBody>
          <a:bodyPr wrap="square" rtlCol="0">
            <a:spAutoFit/>
          </a:bodyPr>
          <a:lstStyle/>
          <a:p>
            <a:pPr algn="ctr"/>
            <a:r>
              <a:rPr lang="es-ES" sz="2400" b="1" dirty="0">
                <a:solidFill>
                  <a:srgbClr val="700000"/>
                </a:solidFill>
              </a:rPr>
              <a:t>Docente:</a:t>
            </a:r>
          </a:p>
          <a:p>
            <a:pPr algn="ctr"/>
            <a:r>
              <a:rPr lang="es-ES" sz="2400" b="1" dirty="0" err="1">
                <a:solidFill>
                  <a:srgbClr val="700000"/>
                </a:solidFill>
              </a:rPr>
              <a:t>ANIVAL</a:t>
            </a:r>
            <a:r>
              <a:rPr lang="es-ES" sz="2400" b="1" dirty="0">
                <a:solidFill>
                  <a:srgbClr val="700000"/>
                </a:solidFill>
              </a:rPr>
              <a:t> TORRE CAMONES</a:t>
            </a:r>
            <a:endParaRPr lang="es-PE" sz="2400" b="1" dirty="0">
              <a:solidFill>
                <a:srgbClr val="700000"/>
              </a:solidFill>
            </a:endParaRPr>
          </a:p>
        </p:txBody>
      </p:sp>
      <p:sp>
        <p:nvSpPr>
          <p:cNvPr id="2" name="5 Rectángulo">
            <a:extLst>
              <a:ext uri="{FF2B5EF4-FFF2-40B4-BE49-F238E27FC236}">
                <a16:creationId xmlns:a16="http://schemas.microsoft.com/office/drawing/2014/main" id="{3267FC93-B427-4E7C-B243-BE63C44CB29D}"/>
              </a:ext>
            </a:extLst>
          </p:cNvPr>
          <p:cNvSpPr/>
          <p:nvPr/>
        </p:nvSpPr>
        <p:spPr>
          <a:xfrm>
            <a:off x="390" y="2394096"/>
            <a:ext cx="6096000" cy="1323439"/>
          </a:xfrm>
          <a:prstGeom prst="rect">
            <a:avLst/>
          </a:prstGeom>
          <a:noFill/>
        </p:spPr>
        <p:txBody>
          <a:bodyPr wrap="square" rtlCol="0">
            <a:spAutoFit/>
          </a:bodyPr>
          <a:ls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 sz="4000" b="1" dirty="0">
                <a:solidFill>
                  <a:srgbClr val="700000"/>
                </a:solidFill>
              </a:rPr>
              <a:t>INVESTIGACION DE OPERACIONES</a:t>
            </a:r>
            <a:endParaRPr lang="es-PE" sz="4000" b="1" dirty="0">
              <a:solidFill>
                <a:srgbClr val="700000"/>
              </a:solidFill>
            </a:endParaRPr>
          </a:p>
        </p:txBody>
      </p:sp>
      <p:pic>
        <p:nvPicPr>
          <p:cNvPr id="4" name="Imagen 3">
            <a:extLst>
              <a:ext uri="{FF2B5EF4-FFF2-40B4-BE49-F238E27FC236}">
                <a16:creationId xmlns:a16="http://schemas.microsoft.com/office/drawing/2014/main" id="{EF291808-C582-26D7-9A61-E42C7376AD2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47736" y="3366595"/>
            <a:ext cx="1097308" cy="1097308"/>
          </a:xfrm>
          <a:prstGeom prst="rect">
            <a:avLst/>
          </a:prstGeom>
        </p:spPr>
      </p:pic>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pic>
        <p:nvPicPr>
          <p:cNvPr id="9" name="Google Shape;377;p38"/>
          <p:cNvPicPr preferRelativeResize="0"/>
          <p:nvPr/>
        </p:nvPicPr>
        <p:blipFill>
          <a:blip r:embed="rId3">
            <a:alphaModFix/>
          </a:blip>
          <a:stretch>
            <a:fillRect/>
          </a:stretch>
        </p:blipFill>
        <p:spPr>
          <a:xfrm>
            <a:off x="6907292" y="3717032"/>
            <a:ext cx="2840740" cy="1438848"/>
          </a:xfrm>
          <a:prstGeom prst="rect">
            <a:avLst/>
          </a:prstGeom>
          <a:noFill/>
          <a:ln>
            <a:noFill/>
          </a:ln>
        </p:spPr>
      </p:pic>
      <p:sp>
        <p:nvSpPr>
          <p:cNvPr id="3" name="2 Título"/>
          <p:cNvSpPr>
            <a:spLocks noGrp="1"/>
          </p:cNvSpPr>
          <p:nvPr>
            <p:ph type="ctrTitle"/>
          </p:nvPr>
        </p:nvSpPr>
        <p:spPr>
          <a:xfrm>
            <a:off x="897622" y="2999801"/>
            <a:ext cx="6096000" cy="858397"/>
          </a:xfrm>
        </p:spPr>
        <p:txBody>
          <a:bodyPr/>
          <a:lstStyle/>
          <a:p>
            <a:r>
              <a:rPr lang="en" sz="4400" b="0" dirty="0">
                <a:solidFill>
                  <a:srgbClr val="FF0000"/>
                </a:solidFill>
                <a:latin typeface="Bauhaus 93" pitchFamily="82" charset="0"/>
              </a:rPr>
              <a:t>Definiciones Básicas</a:t>
            </a:r>
            <a:endParaRPr lang="es-ES" sz="4400" b="0" dirty="0">
              <a:solidFill>
                <a:srgbClr val="FF0000"/>
              </a:solidFill>
            </a:endParaRPr>
          </a:p>
        </p:txBody>
      </p:sp>
      <p:sp>
        <p:nvSpPr>
          <p:cNvPr id="83" name="Google Shape;83;p15"/>
          <p:cNvSpPr txBox="1">
            <a:spLocks noGrp="1"/>
          </p:cNvSpPr>
          <p:nvPr>
            <p:ph type="sldNum" idx="4294967295"/>
          </p:nvPr>
        </p:nvSpPr>
        <p:spPr>
          <a:xfrm>
            <a:off x="10118726" y="6332538"/>
            <a:ext cx="549275" cy="525462"/>
          </a:xfrm>
          <a:prstGeom prst="rect">
            <a:avLst/>
          </a:prstGeom>
        </p:spPr>
        <p:txBody>
          <a:bodyPr spcFirstLastPara="1" vert="horz" wrap="square" lIns="0" tIns="0" rIns="0" bIns="0" rtlCol="0" anchor="ctr" anchorCtr="0">
            <a:noAutofit/>
          </a:bodyPr>
          <a:lstStyle/>
          <a:p>
            <a:fld id="{00000000-1234-1234-1234-123412341234}" type="slidenum">
              <a:rPr lang="en"/>
              <a:pPr/>
              <a:t>2</a:t>
            </a:fld>
            <a:endParaRPr dirty="0"/>
          </a:p>
        </p:txBody>
      </p:sp>
      <p:sp>
        <p:nvSpPr>
          <p:cNvPr id="7" name="Rectangle 2"/>
          <p:cNvSpPr txBox="1">
            <a:spLocks noChangeArrowheads="1"/>
          </p:cNvSpPr>
          <p:nvPr/>
        </p:nvSpPr>
        <p:spPr bwMode="black">
          <a:xfrm>
            <a:off x="6096000" y="159577"/>
            <a:ext cx="6096000" cy="85839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rtl="0" eaLnBrk="1" fontAlgn="base" hangingPunct="1">
              <a:spcBef>
                <a:spcPct val="0"/>
              </a:spcBef>
              <a:spcAft>
                <a:spcPct val="0"/>
              </a:spcAft>
              <a:defRPr sz="2800" b="1" i="1">
                <a:solidFill>
                  <a:schemeClr val="tx1"/>
                </a:solidFill>
                <a:latin typeface="+mj-lt"/>
                <a:ea typeface="+mj-ea"/>
                <a:cs typeface="+mj-cs"/>
              </a:defRPr>
            </a:lvl1pPr>
            <a:lvl2pPr algn="r" rtl="0" eaLnBrk="1" fontAlgn="base" hangingPunct="1">
              <a:spcBef>
                <a:spcPct val="0"/>
              </a:spcBef>
              <a:spcAft>
                <a:spcPct val="0"/>
              </a:spcAft>
              <a:defRPr sz="2800" b="1" i="1">
                <a:solidFill>
                  <a:schemeClr val="tx1"/>
                </a:solidFill>
                <a:latin typeface="Verdana" pitchFamily="34" charset="0"/>
              </a:defRPr>
            </a:lvl2pPr>
            <a:lvl3pPr algn="r" rtl="0" eaLnBrk="1" fontAlgn="base" hangingPunct="1">
              <a:spcBef>
                <a:spcPct val="0"/>
              </a:spcBef>
              <a:spcAft>
                <a:spcPct val="0"/>
              </a:spcAft>
              <a:defRPr sz="2800" b="1" i="1">
                <a:solidFill>
                  <a:schemeClr val="tx1"/>
                </a:solidFill>
                <a:latin typeface="Verdana" pitchFamily="34" charset="0"/>
              </a:defRPr>
            </a:lvl3pPr>
            <a:lvl4pPr algn="r" rtl="0" eaLnBrk="1" fontAlgn="base" hangingPunct="1">
              <a:spcBef>
                <a:spcPct val="0"/>
              </a:spcBef>
              <a:spcAft>
                <a:spcPct val="0"/>
              </a:spcAft>
              <a:defRPr sz="2800" b="1" i="1">
                <a:solidFill>
                  <a:schemeClr val="tx1"/>
                </a:solidFill>
                <a:latin typeface="Verdana" pitchFamily="34" charset="0"/>
              </a:defRPr>
            </a:lvl4pPr>
            <a:lvl5pPr algn="r" rtl="0" eaLnBrk="1" fontAlgn="base" hangingPunct="1">
              <a:spcBef>
                <a:spcPct val="0"/>
              </a:spcBef>
              <a:spcAft>
                <a:spcPct val="0"/>
              </a:spcAft>
              <a:defRPr sz="2800" b="1" i="1">
                <a:solidFill>
                  <a:schemeClr val="tx1"/>
                </a:solidFill>
                <a:latin typeface="Verdana" pitchFamily="34" charset="0"/>
              </a:defRPr>
            </a:lvl5pPr>
            <a:lvl6pPr marL="457200" algn="r" rtl="0" eaLnBrk="1" fontAlgn="base" hangingPunct="1">
              <a:spcBef>
                <a:spcPct val="0"/>
              </a:spcBef>
              <a:spcAft>
                <a:spcPct val="0"/>
              </a:spcAft>
              <a:defRPr sz="2800" b="1" i="1">
                <a:solidFill>
                  <a:schemeClr val="tx1"/>
                </a:solidFill>
                <a:latin typeface="Verdana" pitchFamily="34" charset="0"/>
              </a:defRPr>
            </a:lvl6pPr>
            <a:lvl7pPr marL="914400" algn="r" rtl="0" eaLnBrk="1" fontAlgn="base" hangingPunct="1">
              <a:spcBef>
                <a:spcPct val="0"/>
              </a:spcBef>
              <a:spcAft>
                <a:spcPct val="0"/>
              </a:spcAft>
              <a:defRPr sz="2800" b="1" i="1">
                <a:solidFill>
                  <a:schemeClr val="tx1"/>
                </a:solidFill>
                <a:latin typeface="Verdana" pitchFamily="34" charset="0"/>
              </a:defRPr>
            </a:lvl7pPr>
            <a:lvl8pPr marL="1371600" algn="r" rtl="0" eaLnBrk="1" fontAlgn="base" hangingPunct="1">
              <a:spcBef>
                <a:spcPct val="0"/>
              </a:spcBef>
              <a:spcAft>
                <a:spcPct val="0"/>
              </a:spcAft>
              <a:defRPr sz="2800" b="1" i="1">
                <a:solidFill>
                  <a:schemeClr val="tx1"/>
                </a:solidFill>
                <a:latin typeface="Verdana" pitchFamily="34" charset="0"/>
              </a:defRPr>
            </a:lvl8pPr>
            <a:lvl9pPr marL="1828800" algn="r" rtl="0" eaLnBrk="1" fontAlgn="base" hangingPunct="1">
              <a:spcBef>
                <a:spcPct val="0"/>
              </a:spcBef>
              <a:spcAft>
                <a:spcPct val="0"/>
              </a:spcAft>
              <a:defRPr sz="2800" b="1" i="1">
                <a:solidFill>
                  <a:schemeClr val="tx1"/>
                </a:solidFill>
                <a:latin typeface="Verdana" pitchFamily="34" charset="0"/>
              </a:defRPr>
            </a:lvl9pPr>
          </a:lstStyle>
          <a:p>
            <a:pPr algn="ctr"/>
            <a:r>
              <a:rPr lang="es-ES_tradnl" sz="3200" b="0" i="0" dirty="0">
                <a:solidFill>
                  <a:schemeClr val="bg1"/>
                </a:solidFill>
                <a:latin typeface="Bauhaus 93" pitchFamily="82" charset="0"/>
                <a:ea typeface="+mn-ea"/>
                <a:cs typeface="+mn-cs"/>
              </a:rPr>
              <a:t>Primera Semana</a:t>
            </a:r>
          </a:p>
        </p:txBody>
      </p:sp>
      <p:pic>
        <p:nvPicPr>
          <p:cNvPr id="8" name="Google Shape;61;p13"/>
          <p:cNvPicPr preferRelativeResize="0"/>
          <p:nvPr/>
        </p:nvPicPr>
        <p:blipFill>
          <a:blip r:embed="rId4">
            <a:alphaModFix/>
          </a:blip>
          <a:stretch>
            <a:fillRect/>
          </a:stretch>
        </p:blipFill>
        <p:spPr>
          <a:xfrm>
            <a:off x="7436237" y="2564904"/>
            <a:ext cx="1782850" cy="1988920"/>
          </a:xfrm>
          <a:prstGeom prst="rect">
            <a:avLst/>
          </a:prstGeom>
          <a:noFill/>
          <a:ln>
            <a:noFill/>
          </a:ln>
        </p:spPr>
      </p:pic>
    </p:spTree>
    <p:extLst>
      <p:ext uri="{BB962C8B-B14F-4D97-AF65-F5344CB8AC3E}">
        <p14:creationId xmlns:p14="http://schemas.microsoft.com/office/powerpoint/2010/main" val="14784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entágono regular 3"/>
          <p:cNvSpPr/>
          <p:nvPr/>
        </p:nvSpPr>
        <p:spPr>
          <a:xfrm>
            <a:off x="5410491" y="3068960"/>
            <a:ext cx="1440160" cy="1286123"/>
          </a:xfrm>
          <a:prstGeom prst="pentagon">
            <a:avLst/>
          </a:prstGeom>
        </p:spPr>
        <p:style>
          <a:lnRef idx="0">
            <a:schemeClr val="accent2"/>
          </a:lnRef>
          <a:fillRef idx="3">
            <a:schemeClr val="accent2"/>
          </a:fillRef>
          <a:effectRef idx="3">
            <a:schemeClr val="accent2"/>
          </a:effectRef>
          <a:fontRef idx="minor">
            <a:schemeClr val="lt1"/>
          </a:fontRef>
        </p:style>
        <p:txBody>
          <a:bodyPr lIns="0" tIns="0" rIns="0" bIns="0" rtlCol="0" anchor="ctr"/>
          <a:lstStyle/>
          <a:p>
            <a:pPr algn="ctr"/>
            <a:endParaRPr lang="es-PE" sz="2800" dirty="0"/>
          </a:p>
        </p:txBody>
      </p:sp>
      <p:sp>
        <p:nvSpPr>
          <p:cNvPr id="5" name="Rectángulo 4"/>
          <p:cNvSpPr/>
          <p:nvPr/>
        </p:nvSpPr>
        <p:spPr>
          <a:xfrm rot="3346714">
            <a:off x="4198258" y="2057285"/>
            <a:ext cx="2016224" cy="864096"/>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s-PE" sz="2800" b="1" dirty="0">
                <a:solidFill>
                  <a:schemeClr val="bg1"/>
                </a:solidFill>
                <a:latin typeface="Arial Narrow" panose="020B0606020202030204" pitchFamily="34" charset="0"/>
              </a:rPr>
              <a:t>EXPLORE</a:t>
            </a:r>
          </a:p>
        </p:txBody>
      </p:sp>
      <p:sp>
        <p:nvSpPr>
          <p:cNvPr id="6" name="CuadroTexto 5"/>
          <p:cNvSpPr txBox="1"/>
          <p:nvPr/>
        </p:nvSpPr>
        <p:spPr>
          <a:xfrm>
            <a:off x="5467642" y="3450411"/>
            <a:ext cx="1343257" cy="584775"/>
          </a:xfrm>
          <a:prstGeom prst="rect">
            <a:avLst/>
          </a:prstGeom>
          <a:noFill/>
        </p:spPr>
        <p:txBody>
          <a:bodyPr wrap="square" rtlCol="0">
            <a:spAutoFit/>
          </a:bodyPr>
          <a:lstStyle/>
          <a:p>
            <a:pPr algn="ctr"/>
            <a:r>
              <a:rPr lang="es-PE" sz="3200" b="1" dirty="0">
                <a:solidFill>
                  <a:srgbClr val="FFFF00"/>
                </a:solidFill>
                <a:latin typeface="Arial Narrow" panose="020B0606020202030204" pitchFamily="34" charset="0"/>
              </a:rPr>
              <a:t>ÉXITO</a:t>
            </a:r>
          </a:p>
        </p:txBody>
      </p:sp>
      <p:sp>
        <p:nvSpPr>
          <p:cNvPr id="7" name="Rectángulo 6"/>
          <p:cNvSpPr/>
          <p:nvPr/>
        </p:nvSpPr>
        <p:spPr>
          <a:xfrm rot="18277440">
            <a:off x="6062850" y="2048673"/>
            <a:ext cx="2016224" cy="864096"/>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s-ES" sz="2800" b="1" dirty="0">
                <a:solidFill>
                  <a:schemeClr val="bg1"/>
                </a:solidFill>
                <a:latin typeface="Arial Narrow" panose="020B0606020202030204" pitchFamily="34" charset="0"/>
              </a:rPr>
              <a:t>REPASE</a:t>
            </a:r>
            <a:endParaRPr lang="es-PE" sz="2800" b="1" dirty="0">
              <a:solidFill>
                <a:schemeClr val="bg1"/>
              </a:solidFill>
              <a:latin typeface="Arial Narrow" panose="020B0606020202030204" pitchFamily="34" charset="0"/>
            </a:endParaRPr>
          </a:p>
        </p:txBody>
      </p:sp>
      <p:sp>
        <p:nvSpPr>
          <p:cNvPr id="8" name="Rectángulo 7"/>
          <p:cNvSpPr/>
          <p:nvPr/>
        </p:nvSpPr>
        <p:spPr>
          <a:xfrm rot="1157772">
            <a:off x="6661331" y="3871166"/>
            <a:ext cx="2016224" cy="843531"/>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s-PE" sz="2800" b="1" dirty="0">
                <a:solidFill>
                  <a:schemeClr val="bg1"/>
                </a:solidFill>
                <a:latin typeface="Arial Narrow" panose="020B0606020202030204" pitchFamily="34" charset="0"/>
              </a:rPr>
              <a:t>PRACTIQUE</a:t>
            </a:r>
          </a:p>
        </p:txBody>
      </p:sp>
      <p:sp>
        <p:nvSpPr>
          <p:cNvPr id="9" name="Rectángulo 8"/>
          <p:cNvSpPr/>
          <p:nvPr/>
        </p:nvSpPr>
        <p:spPr>
          <a:xfrm rot="20456138">
            <a:off x="3583882" y="3867316"/>
            <a:ext cx="2016224" cy="843531"/>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s-PE" sz="2800" b="1" dirty="0">
                <a:solidFill>
                  <a:schemeClr val="bg1"/>
                </a:solidFill>
                <a:latin typeface="Arial Narrow" panose="020B0606020202030204" pitchFamily="34" charset="0"/>
              </a:rPr>
              <a:t>COMPARTA</a:t>
            </a:r>
          </a:p>
        </p:txBody>
      </p:sp>
      <p:sp>
        <p:nvSpPr>
          <p:cNvPr id="10" name="Rectángulo 9"/>
          <p:cNvSpPr/>
          <p:nvPr/>
        </p:nvSpPr>
        <p:spPr>
          <a:xfrm rot="16200000">
            <a:off x="5153465" y="4884193"/>
            <a:ext cx="1954238" cy="896016"/>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s-PE" sz="2800" b="1" dirty="0">
                <a:solidFill>
                  <a:schemeClr val="bg1"/>
                </a:solidFill>
                <a:latin typeface="Arial Narrow" panose="020B0606020202030204" pitchFamily="34" charset="0"/>
              </a:rPr>
              <a:t>MATERIAL</a:t>
            </a:r>
          </a:p>
        </p:txBody>
      </p:sp>
      <p:sp>
        <p:nvSpPr>
          <p:cNvPr id="3" name="Rectangle 2">
            <a:extLst>
              <a:ext uri="{FF2B5EF4-FFF2-40B4-BE49-F238E27FC236}">
                <a16:creationId xmlns:a16="http://schemas.microsoft.com/office/drawing/2014/main" id="{48D00716-DAEC-7E17-FD13-813D94F14CDB}"/>
              </a:ext>
            </a:extLst>
          </p:cNvPr>
          <p:cNvSpPr txBox="1">
            <a:spLocks noChangeArrowheads="1"/>
          </p:cNvSpPr>
          <p:nvPr/>
        </p:nvSpPr>
        <p:spPr bwMode="black">
          <a:xfrm>
            <a:off x="6096000" y="109243"/>
            <a:ext cx="6096000" cy="85839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rtl="0" eaLnBrk="1" fontAlgn="base" hangingPunct="1">
              <a:spcBef>
                <a:spcPct val="0"/>
              </a:spcBef>
              <a:spcAft>
                <a:spcPct val="0"/>
              </a:spcAft>
              <a:defRPr sz="2800" b="1" i="1">
                <a:solidFill>
                  <a:schemeClr val="tx1"/>
                </a:solidFill>
                <a:latin typeface="+mj-lt"/>
                <a:ea typeface="+mj-ea"/>
                <a:cs typeface="+mj-cs"/>
              </a:defRPr>
            </a:lvl1pPr>
            <a:lvl2pPr algn="r" rtl="0" eaLnBrk="1" fontAlgn="base" hangingPunct="1">
              <a:spcBef>
                <a:spcPct val="0"/>
              </a:spcBef>
              <a:spcAft>
                <a:spcPct val="0"/>
              </a:spcAft>
              <a:defRPr sz="2800" b="1" i="1">
                <a:solidFill>
                  <a:schemeClr val="tx1"/>
                </a:solidFill>
                <a:latin typeface="Verdana" pitchFamily="34" charset="0"/>
              </a:defRPr>
            </a:lvl2pPr>
            <a:lvl3pPr algn="r" rtl="0" eaLnBrk="1" fontAlgn="base" hangingPunct="1">
              <a:spcBef>
                <a:spcPct val="0"/>
              </a:spcBef>
              <a:spcAft>
                <a:spcPct val="0"/>
              </a:spcAft>
              <a:defRPr sz="2800" b="1" i="1">
                <a:solidFill>
                  <a:schemeClr val="tx1"/>
                </a:solidFill>
                <a:latin typeface="Verdana" pitchFamily="34" charset="0"/>
              </a:defRPr>
            </a:lvl3pPr>
            <a:lvl4pPr algn="r" rtl="0" eaLnBrk="1" fontAlgn="base" hangingPunct="1">
              <a:spcBef>
                <a:spcPct val="0"/>
              </a:spcBef>
              <a:spcAft>
                <a:spcPct val="0"/>
              </a:spcAft>
              <a:defRPr sz="2800" b="1" i="1">
                <a:solidFill>
                  <a:schemeClr val="tx1"/>
                </a:solidFill>
                <a:latin typeface="Verdana" pitchFamily="34" charset="0"/>
              </a:defRPr>
            </a:lvl4pPr>
            <a:lvl5pPr algn="r" rtl="0" eaLnBrk="1" fontAlgn="base" hangingPunct="1">
              <a:spcBef>
                <a:spcPct val="0"/>
              </a:spcBef>
              <a:spcAft>
                <a:spcPct val="0"/>
              </a:spcAft>
              <a:defRPr sz="2800" b="1" i="1">
                <a:solidFill>
                  <a:schemeClr val="tx1"/>
                </a:solidFill>
                <a:latin typeface="Verdana" pitchFamily="34" charset="0"/>
              </a:defRPr>
            </a:lvl5pPr>
            <a:lvl6pPr marL="457200" algn="r" rtl="0" eaLnBrk="1" fontAlgn="base" hangingPunct="1">
              <a:spcBef>
                <a:spcPct val="0"/>
              </a:spcBef>
              <a:spcAft>
                <a:spcPct val="0"/>
              </a:spcAft>
              <a:defRPr sz="2800" b="1" i="1">
                <a:solidFill>
                  <a:schemeClr val="tx1"/>
                </a:solidFill>
                <a:latin typeface="Verdana" pitchFamily="34" charset="0"/>
              </a:defRPr>
            </a:lvl6pPr>
            <a:lvl7pPr marL="914400" algn="r" rtl="0" eaLnBrk="1" fontAlgn="base" hangingPunct="1">
              <a:spcBef>
                <a:spcPct val="0"/>
              </a:spcBef>
              <a:spcAft>
                <a:spcPct val="0"/>
              </a:spcAft>
              <a:defRPr sz="2800" b="1" i="1">
                <a:solidFill>
                  <a:schemeClr val="tx1"/>
                </a:solidFill>
                <a:latin typeface="Verdana" pitchFamily="34" charset="0"/>
              </a:defRPr>
            </a:lvl7pPr>
            <a:lvl8pPr marL="1371600" algn="r" rtl="0" eaLnBrk="1" fontAlgn="base" hangingPunct="1">
              <a:spcBef>
                <a:spcPct val="0"/>
              </a:spcBef>
              <a:spcAft>
                <a:spcPct val="0"/>
              </a:spcAft>
              <a:defRPr sz="2800" b="1" i="1">
                <a:solidFill>
                  <a:schemeClr val="tx1"/>
                </a:solidFill>
                <a:latin typeface="Verdana" pitchFamily="34" charset="0"/>
              </a:defRPr>
            </a:lvl8pPr>
            <a:lvl9pPr marL="1828800" algn="r" rtl="0" eaLnBrk="1" fontAlgn="base" hangingPunct="1">
              <a:spcBef>
                <a:spcPct val="0"/>
              </a:spcBef>
              <a:spcAft>
                <a:spcPct val="0"/>
              </a:spcAft>
              <a:defRPr sz="2800" b="1" i="1">
                <a:solidFill>
                  <a:schemeClr val="tx1"/>
                </a:solidFill>
                <a:latin typeface="Verdana" pitchFamily="34" charset="0"/>
              </a:defRPr>
            </a:lvl9pPr>
          </a:lstStyle>
          <a:p>
            <a:pPr algn="ctr"/>
            <a:r>
              <a:rPr lang="es-ES_tradnl" sz="3200" b="0" i="0" dirty="0">
                <a:solidFill>
                  <a:schemeClr val="bg1"/>
                </a:solidFill>
                <a:latin typeface="Bauhaus 93" pitchFamily="82" charset="0"/>
                <a:ea typeface="+mn-ea"/>
                <a:cs typeface="+mn-cs"/>
              </a:rPr>
              <a:t>Recomendaciones</a:t>
            </a:r>
          </a:p>
        </p:txBody>
      </p:sp>
      <p:sp>
        <p:nvSpPr>
          <p:cNvPr id="11" name="CuadroTexto 10">
            <a:extLst>
              <a:ext uri="{FF2B5EF4-FFF2-40B4-BE49-F238E27FC236}">
                <a16:creationId xmlns:a16="http://schemas.microsoft.com/office/drawing/2014/main" id="{1106A926-49AB-C9C0-9E73-AA430FEAAAF0}"/>
              </a:ext>
            </a:extLst>
          </p:cNvPr>
          <p:cNvSpPr txBox="1"/>
          <p:nvPr/>
        </p:nvSpPr>
        <p:spPr>
          <a:xfrm>
            <a:off x="130307" y="2046213"/>
            <a:ext cx="4793162" cy="1754326"/>
          </a:xfrm>
          <a:prstGeom prst="rect">
            <a:avLst/>
          </a:prstGeom>
          <a:noFill/>
        </p:spPr>
        <p:txBody>
          <a:bodyPr wrap="square">
            <a:spAutoFit/>
          </a:bodyPr>
          <a:lstStyle/>
          <a:p>
            <a:r>
              <a:rPr lang="es-ES" altLang="es-ES" sz="3600" dirty="0">
                <a:solidFill>
                  <a:srgbClr val="FF0000"/>
                </a:solidFill>
                <a:latin typeface="Brush Script MT" panose="03060802040406070304" pitchFamily="66" charset="0"/>
                <a:cs typeface="Arial" panose="020B0604020202020204" pitchFamily="34" charset="0"/>
              </a:rPr>
              <a:t>Recuerde que: </a:t>
            </a:r>
          </a:p>
          <a:p>
            <a:r>
              <a:rPr lang="es-ES" altLang="es-ES" sz="3600" dirty="0">
                <a:latin typeface="Brush Script MT" panose="03060802040406070304" pitchFamily="66" charset="0"/>
                <a:cs typeface="Arial" panose="020B0604020202020204" pitchFamily="34" charset="0"/>
              </a:rPr>
              <a:t>La investigación de operaciones se aprende practicando.</a:t>
            </a:r>
            <a:endParaRPr lang="es-PE" sz="3600" dirty="0">
              <a:latin typeface="Brush Script MT" panose="03060802040406070304" pitchFamily="66" charset="0"/>
            </a:endParaRPr>
          </a:p>
        </p:txBody>
      </p:sp>
      <p:sp>
        <p:nvSpPr>
          <p:cNvPr id="2" name="CuadroTexto 1">
            <a:extLst>
              <a:ext uri="{FF2B5EF4-FFF2-40B4-BE49-F238E27FC236}">
                <a16:creationId xmlns:a16="http://schemas.microsoft.com/office/drawing/2014/main" id="{17888461-326E-B9C0-D189-B3AAC330D19F}"/>
              </a:ext>
            </a:extLst>
          </p:cNvPr>
          <p:cNvSpPr txBox="1"/>
          <p:nvPr/>
        </p:nvSpPr>
        <p:spPr>
          <a:xfrm>
            <a:off x="6697249" y="4874947"/>
            <a:ext cx="5337997" cy="1754326"/>
          </a:xfrm>
          <a:prstGeom prst="rect">
            <a:avLst/>
          </a:prstGeom>
          <a:noFill/>
        </p:spPr>
        <p:txBody>
          <a:bodyPr wrap="square">
            <a:spAutoFit/>
          </a:bodyPr>
          <a:lstStyle>
            <a:defPPr>
              <a:defRPr lang="es-PE"/>
            </a:defPPr>
            <a:lvl1pPr>
              <a:defRPr sz="4000">
                <a:solidFill>
                  <a:srgbClr val="FF0000"/>
                </a:solidFill>
                <a:latin typeface="Brush Script MT" panose="03060802040406070304" pitchFamily="66" charset="0"/>
                <a:cs typeface="Arial" panose="020B0604020202020204" pitchFamily="34" charset="0"/>
              </a:defRPr>
            </a:lvl1pPr>
          </a:lstStyle>
          <a:p>
            <a:r>
              <a:rPr lang="es-ES" altLang="es-ES" sz="3600" dirty="0"/>
              <a:t>Revise:</a:t>
            </a:r>
          </a:p>
          <a:p>
            <a:r>
              <a:rPr lang="es-ES" altLang="es-ES" sz="3600" dirty="0">
                <a:solidFill>
                  <a:schemeClr val="tx1"/>
                </a:solidFill>
              </a:rPr>
              <a:t>Los resúmenes, esquemas, cuadros comparativos o mapas conceptuales</a:t>
            </a:r>
            <a:endParaRPr lang="es-PE" sz="3600" dirty="0">
              <a:solidFill>
                <a:schemeClr val="tx1"/>
              </a:solidFill>
            </a:endParaRPr>
          </a:p>
        </p:txBody>
      </p:sp>
    </p:spTree>
    <p:extLst>
      <p:ext uri="{BB962C8B-B14F-4D97-AF65-F5344CB8AC3E}">
        <p14:creationId xmlns:p14="http://schemas.microsoft.com/office/powerpoint/2010/main" val="339207169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 calcmode="lin" valueType="num">
                                      <p:cBhvr additive="base">
                                        <p:cTn id="27" dur="500" fill="hold"/>
                                        <p:tgtEl>
                                          <p:spTgt spid="2"/>
                                        </p:tgtEl>
                                        <p:attrNameLst>
                                          <p:attrName>ppt_x</p:attrName>
                                        </p:attrNameLst>
                                      </p:cBhvr>
                                      <p:tavLst>
                                        <p:tav tm="0">
                                          <p:val>
                                            <p:strVal val="#ppt_x"/>
                                          </p:val>
                                        </p:tav>
                                        <p:tav tm="100000">
                                          <p:val>
                                            <p:strVal val="#ppt_x"/>
                                          </p:val>
                                        </p:tav>
                                      </p:tavLst>
                                    </p:anim>
                                    <p:anim calcmode="lin" valueType="num">
                                      <p:cBhvr additive="base">
                                        <p:cTn id="2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0" grpId="0" animBg="1"/>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6094241" y="234795"/>
            <a:ext cx="6097759" cy="577203"/>
          </a:xfrm>
          <a:noFill/>
          <a:ln w="9525">
            <a:noFill/>
            <a:miter lim="800000"/>
            <a:headEnd/>
            <a:tailEnd/>
          </a:ln>
          <a:effectLst/>
        </p:spPr>
        <p:txBody>
          <a:bodyPr vert="horz" wrap="square" lIns="91440" tIns="45720" rIns="91440" bIns="45720" numCol="1" anchor="ctr" anchorCtr="0" compatLnSpc="1">
            <a:prstTxWarp prst="textNoShape">
              <a:avLst/>
            </a:prstTxWarp>
          </a:bodyPr>
          <a:lstStyle/>
          <a:p>
            <a:pPr algn="ctr"/>
            <a:r>
              <a:rPr lang="es-ES" sz="3200" dirty="0">
                <a:solidFill>
                  <a:schemeClr val="bg1"/>
                </a:solidFill>
                <a:latin typeface="Bauhaus 93" pitchFamily="82" charset="0"/>
                <a:ea typeface="+mn-ea"/>
                <a:cs typeface="+mn-cs"/>
              </a:rPr>
              <a:t>Contenido</a:t>
            </a:r>
          </a:p>
        </p:txBody>
      </p:sp>
      <p:grpSp>
        <p:nvGrpSpPr>
          <p:cNvPr id="67587" name="Group 3"/>
          <p:cNvGrpSpPr>
            <a:grpSpLocks/>
          </p:cNvGrpSpPr>
          <p:nvPr/>
        </p:nvGrpSpPr>
        <p:grpSpPr bwMode="auto">
          <a:xfrm>
            <a:off x="2635074" y="1993684"/>
            <a:ext cx="762000" cy="665163"/>
            <a:chOff x="1110" y="2656"/>
            <a:chExt cx="1549" cy="1351"/>
          </a:xfrm>
          <a:solidFill>
            <a:schemeClr val="accent6">
              <a:lumMod val="75000"/>
            </a:schemeClr>
          </a:solidFill>
        </p:grpSpPr>
        <p:sp>
          <p:nvSpPr>
            <p:cNvPr id="67588" name="AutoShape 4"/>
            <p:cNvSpPr>
              <a:spLocks noChangeArrowheads="1"/>
            </p:cNvSpPr>
            <p:nvPr/>
          </p:nvSpPr>
          <p:spPr bwMode="gray">
            <a:xfrm>
              <a:off x="1123" y="2679"/>
              <a:ext cx="1536" cy="1328"/>
            </a:xfrm>
            <a:prstGeom prst="hexagon">
              <a:avLst>
                <a:gd name="adj" fmla="val 28916"/>
                <a:gd name="vf" fmla="val 115470"/>
              </a:avLst>
            </a:prstGeom>
            <a:grpFill/>
            <a:ln w="9525">
              <a:noFill/>
              <a:miter lim="800000"/>
              <a:headEnd/>
              <a:tailEnd/>
            </a:ln>
            <a:effectLst/>
          </p:spPr>
          <p:txBody>
            <a:bodyPr wrap="none" anchor="ctr"/>
            <a:lstStyle/>
            <a:p>
              <a:endParaRPr lang="es-ES" sz="2800" dirty="0">
                <a:solidFill>
                  <a:schemeClr val="bg1"/>
                </a:solidFill>
              </a:endParaRPr>
            </a:p>
          </p:txBody>
        </p:sp>
        <p:sp>
          <p:nvSpPr>
            <p:cNvPr id="67589" name="AutoShape 5"/>
            <p:cNvSpPr>
              <a:spLocks noChangeArrowheads="1"/>
            </p:cNvSpPr>
            <p:nvPr/>
          </p:nvSpPr>
          <p:spPr bwMode="gray">
            <a:xfrm>
              <a:off x="1110" y="2656"/>
              <a:ext cx="1536" cy="1328"/>
            </a:xfrm>
            <a:prstGeom prst="hexagon">
              <a:avLst>
                <a:gd name="adj" fmla="val 28916"/>
                <a:gd name="vf" fmla="val 115470"/>
              </a:avLst>
            </a:prstGeom>
            <a:grpFill/>
            <a:ln w="9525">
              <a:solidFill>
                <a:srgbClr val="C0C0C0"/>
              </a:solidFill>
              <a:miter lim="800000"/>
              <a:headEnd/>
              <a:tailEnd/>
            </a:ln>
            <a:effectLst/>
          </p:spPr>
          <p:txBody>
            <a:bodyPr wrap="none" anchor="ctr"/>
            <a:lstStyle/>
            <a:p>
              <a:endParaRPr lang="es-ES" sz="2800" dirty="0">
                <a:solidFill>
                  <a:schemeClr val="bg1"/>
                </a:solidFill>
              </a:endParaRPr>
            </a:p>
          </p:txBody>
        </p:sp>
        <p:sp>
          <p:nvSpPr>
            <p:cNvPr id="67590" name="AutoShape 6"/>
            <p:cNvSpPr>
              <a:spLocks noChangeArrowheads="1"/>
            </p:cNvSpPr>
            <p:nvPr/>
          </p:nvSpPr>
          <p:spPr bwMode="gray">
            <a:xfrm>
              <a:off x="1200" y="2736"/>
              <a:ext cx="1350" cy="1168"/>
            </a:xfrm>
            <a:prstGeom prst="hexagon">
              <a:avLst>
                <a:gd name="adj" fmla="val 28896"/>
                <a:gd name="vf" fmla="val 115470"/>
              </a:avLst>
            </a:prstGeom>
            <a:grpFill/>
            <a:ln w="9525">
              <a:solidFill>
                <a:schemeClr val="tx1"/>
              </a:solidFill>
              <a:miter lim="800000"/>
              <a:headEnd/>
              <a:tailEnd/>
            </a:ln>
            <a:effectLst/>
          </p:spPr>
          <p:txBody>
            <a:bodyPr wrap="none" anchor="ctr"/>
            <a:lstStyle/>
            <a:p>
              <a:endParaRPr lang="es-ES" sz="2800" dirty="0">
                <a:solidFill>
                  <a:schemeClr val="bg1"/>
                </a:solidFill>
              </a:endParaRPr>
            </a:p>
          </p:txBody>
        </p:sp>
      </p:grpSp>
      <p:grpSp>
        <p:nvGrpSpPr>
          <p:cNvPr id="67591" name="Group 7"/>
          <p:cNvGrpSpPr>
            <a:grpSpLocks/>
          </p:cNvGrpSpPr>
          <p:nvPr/>
        </p:nvGrpSpPr>
        <p:grpSpPr bwMode="auto">
          <a:xfrm>
            <a:off x="2627879" y="2902200"/>
            <a:ext cx="762000" cy="665163"/>
            <a:chOff x="3174" y="2656"/>
            <a:chExt cx="1549" cy="1351"/>
          </a:xfrm>
        </p:grpSpPr>
        <p:sp>
          <p:nvSpPr>
            <p:cNvPr id="67592" name="AutoShape 8"/>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headEnd/>
              <a:tailEnd/>
            </a:ln>
            <a:effectLst/>
          </p:spPr>
          <p:txBody>
            <a:bodyPr wrap="none" anchor="ctr"/>
            <a:lstStyle/>
            <a:p>
              <a:endParaRPr lang="es-ES" sz="2800" dirty="0">
                <a:solidFill>
                  <a:schemeClr val="bg1"/>
                </a:solidFill>
              </a:endParaRPr>
            </a:p>
          </p:txBody>
        </p:sp>
        <p:sp>
          <p:nvSpPr>
            <p:cNvPr id="67593" name="AutoShape 9"/>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p:spPr>
          <p:txBody>
            <a:bodyPr wrap="none" anchor="ctr"/>
            <a:lstStyle/>
            <a:p>
              <a:endParaRPr lang="es-ES" sz="2800" dirty="0">
                <a:solidFill>
                  <a:schemeClr val="bg1"/>
                </a:solidFill>
              </a:endParaRPr>
            </a:p>
          </p:txBody>
        </p:sp>
        <p:sp>
          <p:nvSpPr>
            <p:cNvPr id="67594" name="AutoShape 10"/>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endParaRPr lang="es-ES" sz="2800" dirty="0">
                <a:solidFill>
                  <a:schemeClr val="bg1"/>
                </a:solidFill>
              </a:endParaRPr>
            </a:p>
          </p:txBody>
        </p:sp>
      </p:grpSp>
      <p:sp>
        <p:nvSpPr>
          <p:cNvPr id="67595" name="Line 11"/>
          <p:cNvSpPr>
            <a:spLocks noChangeShapeType="1"/>
          </p:cNvSpPr>
          <p:nvPr/>
        </p:nvSpPr>
        <p:spPr bwMode="auto">
          <a:xfrm>
            <a:off x="3791744" y="2600301"/>
            <a:ext cx="5760640" cy="0"/>
          </a:xfrm>
          <a:prstGeom prst="line">
            <a:avLst/>
          </a:prstGeom>
          <a:noFill/>
          <a:ln w="25400">
            <a:solidFill>
              <a:schemeClr val="tx2"/>
            </a:solidFill>
            <a:prstDash val="sysDot"/>
            <a:round/>
            <a:headEnd/>
            <a:tailEnd type="oval" w="med" len="med"/>
          </a:ln>
          <a:effectLst/>
        </p:spPr>
        <p:txBody>
          <a:bodyPr wrap="none" anchor="ctr"/>
          <a:lstStyle/>
          <a:p>
            <a:endParaRPr lang="es-ES" sz="2800" dirty="0">
              <a:solidFill>
                <a:schemeClr val="bg2">
                  <a:lumMod val="50000"/>
                </a:schemeClr>
              </a:solidFill>
            </a:endParaRPr>
          </a:p>
        </p:txBody>
      </p:sp>
      <p:sp>
        <p:nvSpPr>
          <p:cNvPr id="67596" name="Text Box 12"/>
          <p:cNvSpPr txBox="1">
            <a:spLocks noChangeArrowheads="1"/>
          </p:cNvSpPr>
          <p:nvPr/>
        </p:nvSpPr>
        <p:spPr bwMode="auto">
          <a:xfrm>
            <a:off x="3698551" y="2944203"/>
            <a:ext cx="6386428" cy="523220"/>
          </a:xfrm>
          <a:prstGeom prst="rect">
            <a:avLst/>
          </a:prstGeom>
          <a:noFill/>
          <a:ln w="9525" algn="ctr">
            <a:noFill/>
            <a:miter lim="800000"/>
            <a:headEnd/>
            <a:tailEnd/>
          </a:ln>
          <a:effectLst/>
        </p:spPr>
        <p:txBody>
          <a:bodyPr wrap="none">
            <a:spAutoFit/>
          </a:bodyPr>
          <a:lstStyle/>
          <a:p>
            <a:pPr eaLnBrk="0" hangingPunct="0"/>
            <a:r>
              <a:rPr lang="es-ES_tradnl" sz="2800" dirty="0">
                <a:solidFill>
                  <a:schemeClr val="bg2">
                    <a:lumMod val="25000"/>
                  </a:schemeClr>
                </a:solidFill>
              </a:rPr>
              <a:t>Definición de Investigación de operaciones</a:t>
            </a:r>
          </a:p>
        </p:txBody>
      </p:sp>
      <p:sp>
        <p:nvSpPr>
          <p:cNvPr id="67597" name="Text Box 13"/>
          <p:cNvSpPr txBox="1">
            <a:spLocks noChangeArrowheads="1"/>
          </p:cNvSpPr>
          <p:nvPr/>
        </p:nvSpPr>
        <p:spPr bwMode="gray">
          <a:xfrm>
            <a:off x="2835568" y="2061606"/>
            <a:ext cx="367409" cy="523220"/>
          </a:xfrm>
          <a:prstGeom prst="rect">
            <a:avLst/>
          </a:prstGeom>
          <a:noFill/>
          <a:ln w="9525" algn="ctr">
            <a:noFill/>
            <a:miter lim="800000"/>
            <a:headEnd/>
            <a:tailEnd/>
          </a:ln>
          <a:effectLst/>
        </p:spPr>
        <p:txBody>
          <a:bodyPr wrap="none">
            <a:spAutoFit/>
          </a:bodyPr>
          <a:lstStyle/>
          <a:p>
            <a:pPr algn="ctr" eaLnBrk="0" hangingPunct="0"/>
            <a:r>
              <a:rPr lang="en-US" sz="2800" dirty="0">
                <a:solidFill>
                  <a:schemeClr val="bg1"/>
                </a:solidFill>
              </a:rPr>
              <a:t>1</a:t>
            </a:r>
          </a:p>
        </p:txBody>
      </p:sp>
      <p:sp>
        <p:nvSpPr>
          <p:cNvPr id="67598" name="Line 14"/>
          <p:cNvSpPr>
            <a:spLocks noChangeShapeType="1"/>
          </p:cNvSpPr>
          <p:nvPr/>
        </p:nvSpPr>
        <p:spPr bwMode="auto">
          <a:xfrm>
            <a:off x="3791744" y="3504597"/>
            <a:ext cx="5760640" cy="0"/>
          </a:xfrm>
          <a:prstGeom prst="line">
            <a:avLst/>
          </a:prstGeom>
          <a:noFill/>
          <a:ln w="25400">
            <a:solidFill>
              <a:schemeClr val="tx2"/>
            </a:solidFill>
            <a:prstDash val="sysDot"/>
            <a:round/>
            <a:headEnd/>
            <a:tailEnd type="oval" w="med" len="med"/>
          </a:ln>
          <a:effectLst/>
        </p:spPr>
        <p:txBody>
          <a:bodyPr wrap="none" anchor="ctr"/>
          <a:lstStyle/>
          <a:p>
            <a:endParaRPr lang="es-ES" sz="2800" dirty="0">
              <a:solidFill>
                <a:schemeClr val="bg2">
                  <a:lumMod val="50000"/>
                </a:schemeClr>
              </a:solidFill>
            </a:endParaRPr>
          </a:p>
        </p:txBody>
      </p:sp>
      <p:sp>
        <p:nvSpPr>
          <p:cNvPr id="67599" name="Text Box 15"/>
          <p:cNvSpPr txBox="1">
            <a:spLocks noChangeArrowheads="1"/>
          </p:cNvSpPr>
          <p:nvPr/>
        </p:nvSpPr>
        <p:spPr bwMode="auto">
          <a:xfrm>
            <a:off x="3698551" y="3894582"/>
            <a:ext cx="2186881" cy="523220"/>
          </a:xfrm>
          <a:prstGeom prst="rect">
            <a:avLst/>
          </a:prstGeom>
          <a:noFill/>
          <a:ln w="9525" algn="ctr">
            <a:noFill/>
            <a:miter lim="800000"/>
            <a:headEnd/>
            <a:tailEnd/>
          </a:ln>
          <a:effectLst/>
        </p:spPr>
        <p:txBody>
          <a:bodyPr wrap="none">
            <a:spAutoFit/>
          </a:bodyPr>
          <a:lstStyle>
            <a:defPPr>
              <a:defRPr lang="es-ES"/>
            </a:defPPr>
            <a:lvl1pPr eaLnBrk="0" hangingPunct="0">
              <a:defRPr sz="2400" b="0">
                <a:solidFill>
                  <a:schemeClr val="bg2">
                    <a:lumMod val="25000"/>
                  </a:schemeClr>
                </a:solidFill>
              </a:defRPr>
            </a:lvl1pPr>
          </a:lstStyle>
          <a:p>
            <a:r>
              <a:rPr lang="es-ES_tradnl" sz="2800" dirty="0"/>
              <a:t>Breve historia</a:t>
            </a:r>
          </a:p>
        </p:txBody>
      </p:sp>
      <p:sp>
        <p:nvSpPr>
          <p:cNvPr id="67600" name="Text Box 16"/>
          <p:cNvSpPr txBox="1">
            <a:spLocks noChangeArrowheads="1"/>
          </p:cNvSpPr>
          <p:nvPr/>
        </p:nvSpPr>
        <p:spPr bwMode="gray">
          <a:xfrm>
            <a:off x="2836297" y="2967297"/>
            <a:ext cx="367409" cy="523220"/>
          </a:xfrm>
          <a:prstGeom prst="rect">
            <a:avLst/>
          </a:prstGeom>
          <a:noFill/>
          <a:ln w="9525" algn="ctr">
            <a:noFill/>
            <a:miter lim="800000"/>
            <a:headEnd/>
            <a:tailEnd/>
          </a:ln>
          <a:effectLst/>
        </p:spPr>
        <p:txBody>
          <a:bodyPr wrap="none">
            <a:spAutoFit/>
          </a:bodyPr>
          <a:lstStyle/>
          <a:p>
            <a:pPr algn="ctr" eaLnBrk="0" hangingPunct="0"/>
            <a:r>
              <a:rPr lang="en-US" sz="2800" dirty="0">
                <a:solidFill>
                  <a:schemeClr val="bg1"/>
                </a:solidFill>
              </a:rPr>
              <a:t>2</a:t>
            </a:r>
          </a:p>
        </p:txBody>
      </p:sp>
      <p:grpSp>
        <p:nvGrpSpPr>
          <p:cNvPr id="67601" name="Group 17"/>
          <p:cNvGrpSpPr>
            <a:grpSpLocks/>
          </p:cNvGrpSpPr>
          <p:nvPr/>
        </p:nvGrpSpPr>
        <p:grpSpPr bwMode="auto">
          <a:xfrm>
            <a:off x="2641469" y="3798496"/>
            <a:ext cx="762000" cy="665163"/>
            <a:chOff x="1110" y="2656"/>
            <a:chExt cx="1549" cy="1351"/>
          </a:xfrm>
          <a:solidFill>
            <a:schemeClr val="accent6">
              <a:lumMod val="75000"/>
            </a:schemeClr>
          </a:solidFill>
        </p:grpSpPr>
        <p:sp>
          <p:nvSpPr>
            <p:cNvPr id="67602" name="AutoShape 18"/>
            <p:cNvSpPr>
              <a:spLocks noChangeArrowheads="1"/>
            </p:cNvSpPr>
            <p:nvPr/>
          </p:nvSpPr>
          <p:spPr bwMode="gray">
            <a:xfrm>
              <a:off x="1123" y="2679"/>
              <a:ext cx="1536" cy="1328"/>
            </a:xfrm>
            <a:prstGeom prst="hexagon">
              <a:avLst>
                <a:gd name="adj" fmla="val 28916"/>
                <a:gd name="vf" fmla="val 115470"/>
              </a:avLst>
            </a:prstGeom>
            <a:grpFill/>
            <a:ln w="9525">
              <a:noFill/>
              <a:miter lim="800000"/>
              <a:headEnd/>
              <a:tailEnd/>
            </a:ln>
            <a:effectLst/>
          </p:spPr>
          <p:txBody>
            <a:bodyPr wrap="none" anchor="ctr"/>
            <a:lstStyle/>
            <a:p>
              <a:endParaRPr lang="es-ES" sz="2800" dirty="0">
                <a:solidFill>
                  <a:schemeClr val="bg1"/>
                </a:solidFill>
              </a:endParaRPr>
            </a:p>
          </p:txBody>
        </p:sp>
        <p:sp>
          <p:nvSpPr>
            <p:cNvPr id="67603" name="AutoShape 19"/>
            <p:cNvSpPr>
              <a:spLocks noChangeArrowheads="1"/>
            </p:cNvSpPr>
            <p:nvPr/>
          </p:nvSpPr>
          <p:spPr bwMode="gray">
            <a:xfrm>
              <a:off x="1110" y="2656"/>
              <a:ext cx="1536" cy="1328"/>
            </a:xfrm>
            <a:prstGeom prst="hexagon">
              <a:avLst>
                <a:gd name="adj" fmla="val 28916"/>
                <a:gd name="vf" fmla="val 115470"/>
              </a:avLst>
            </a:prstGeom>
            <a:grpFill/>
            <a:ln w="9525">
              <a:solidFill>
                <a:srgbClr val="C0C0C0"/>
              </a:solidFill>
              <a:miter lim="800000"/>
              <a:headEnd/>
              <a:tailEnd/>
            </a:ln>
            <a:effectLst/>
          </p:spPr>
          <p:txBody>
            <a:bodyPr wrap="none" anchor="ctr"/>
            <a:lstStyle/>
            <a:p>
              <a:endParaRPr lang="es-ES" sz="2800" dirty="0">
                <a:solidFill>
                  <a:schemeClr val="bg1"/>
                </a:solidFill>
              </a:endParaRPr>
            </a:p>
          </p:txBody>
        </p:sp>
        <p:sp>
          <p:nvSpPr>
            <p:cNvPr id="67604" name="AutoShape 20"/>
            <p:cNvSpPr>
              <a:spLocks noChangeArrowheads="1"/>
            </p:cNvSpPr>
            <p:nvPr/>
          </p:nvSpPr>
          <p:spPr bwMode="gray">
            <a:xfrm>
              <a:off x="1200" y="2736"/>
              <a:ext cx="1350" cy="1168"/>
            </a:xfrm>
            <a:prstGeom prst="hexagon">
              <a:avLst>
                <a:gd name="adj" fmla="val 28896"/>
                <a:gd name="vf" fmla="val 115470"/>
              </a:avLst>
            </a:prstGeom>
            <a:grpFill/>
            <a:ln w="9525">
              <a:solidFill>
                <a:schemeClr val="tx1"/>
              </a:solidFill>
              <a:miter lim="800000"/>
              <a:headEnd/>
              <a:tailEnd/>
            </a:ln>
            <a:effectLst/>
          </p:spPr>
          <p:txBody>
            <a:bodyPr wrap="none" anchor="ctr"/>
            <a:lstStyle/>
            <a:p>
              <a:endParaRPr lang="es-ES" sz="2800" dirty="0">
                <a:solidFill>
                  <a:schemeClr val="bg1"/>
                </a:solidFill>
              </a:endParaRPr>
            </a:p>
          </p:txBody>
        </p:sp>
      </p:grpSp>
      <p:grpSp>
        <p:nvGrpSpPr>
          <p:cNvPr id="67605" name="Group 21"/>
          <p:cNvGrpSpPr>
            <a:grpSpLocks/>
          </p:cNvGrpSpPr>
          <p:nvPr/>
        </p:nvGrpSpPr>
        <p:grpSpPr bwMode="auto">
          <a:xfrm>
            <a:off x="2635074" y="4676024"/>
            <a:ext cx="762000" cy="665163"/>
            <a:chOff x="3174" y="2656"/>
            <a:chExt cx="1549" cy="1351"/>
          </a:xfrm>
        </p:grpSpPr>
        <p:sp>
          <p:nvSpPr>
            <p:cNvPr id="67606" name="AutoShape 22"/>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headEnd/>
              <a:tailEnd/>
            </a:ln>
            <a:effectLst/>
          </p:spPr>
          <p:txBody>
            <a:bodyPr wrap="none" anchor="ctr"/>
            <a:lstStyle/>
            <a:p>
              <a:endParaRPr lang="es-ES" sz="2800" dirty="0">
                <a:solidFill>
                  <a:schemeClr val="bg1"/>
                </a:solidFill>
              </a:endParaRPr>
            </a:p>
          </p:txBody>
        </p:sp>
        <p:sp>
          <p:nvSpPr>
            <p:cNvPr id="67607" name="AutoShape 23"/>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p:spPr>
          <p:txBody>
            <a:bodyPr wrap="none" anchor="ctr"/>
            <a:lstStyle/>
            <a:p>
              <a:endParaRPr lang="es-ES" sz="2800" dirty="0">
                <a:solidFill>
                  <a:schemeClr val="bg1"/>
                </a:solidFill>
              </a:endParaRPr>
            </a:p>
          </p:txBody>
        </p:sp>
        <p:sp>
          <p:nvSpPr>
            <p:cNvPr id="67608" name="AutoShape 24"/>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endParaRPr lang="es-ES" sz="2800" dirty="0">
                <a:solidFill>
                  <a:schemeClr val="bg1"/>
                </a:solidFill>
              </a:endParaRPr>
            </a:p>
          </p:txBody>
        </p:sp>
      </p:grpSp>
      <p:sp>
        <p:nvSpPr>
          <p:cNvPr id="67609" name="Line 25"/>
          <p:cNvSpPr>
            <a:spLocks noChangeShapeType="1"/>
          </p:cNvSpPr>
          <p:nvPr/>
        </p:nvSpPr>
        <p:spPr bwMode="auto">
          <a:xfrm>
            <a:off x="3791744" y="4400826"/>
            <a:ext cx="5760640" cy="51509"/>
          </a:xfrm>
          <a:prstGeom prst="line">
            <a:avLst/>
          </a:prstGeom>
          <a:noFill/>
          <a:ln w="25400">
            <a:solidFill>
              <a:schemeClr val="tx2"/>
            </a:solidFill>
            <a:prstDash val="sysDot"/>
            <a:round/>
            <a:headEnd/>
            <a:tailEnd type="oval" w="med" len="med"/>
          </a:ln>
          <a:effectLst/>
        </p:spPr>
        <p:txBody>
          <a:bodyPr wrap="none" anchor="ctr"/>
          <a:lstStyle/>
          <a:p>
            <a:endParaRPr lang="es-ES" sz="2800" dirty="0">
              <a:solidFill>
                <a:schemeClr val="bg2">
                  <a:lumMod val="50000"/>
                </a:schemeClr>
              </a:solidFill>
            </a:endParaRPr>
          </a:p>
        </p:txBody>
      </p:sp>
      <p:sp>
        <p:nvSpPr>
          <p:cNvPr id="67610" name="Text Box 26"/>
          <p:cNvSpPr txBox="1">
            <a:spLocks noChangeArrowheads="1"/>
          </p:cNvSpPr>
          <p:nvPr/>
        </p:nvSpPr>
        <p:spPr bwMode="auto">
          <a:xfrm>
            <a:off x="3739235" y="4783434"/>
            <a:ext cx="2045112" cy="523220"/>
          </a:xfrm>
          <a:prstGeom prst="rect">
            <a:avLst/>
          </a:prstGeom>
          <a:noFill/>
          <a:ln w="9525" algn="ctr">
            <a:noFill/>
            <a:miter lim="800000"/>
            <a:headEnd/>
            <a:tailEnd/>
          </a:ln>
          <a:effectLst/>
        </p:spPr>
        <p:txBody>
          <a:bodyPr wrap="none">
            <a:spAutoFit/>
          </a:bodyPr>
          <a:lstStyle>
            <a:defPPr>
              <a:defRPr lang="es-ES"/>
            </a:defPPr>
            <a:lvl1pPr eaLnBrk="0" hangingPunct="0">
              <a:defRPr sz="2400" b="0">
                <a:solidFill>
                  <a:schemeClr val="bg2">
                    <a:lumMod val="25000"/>
                  </a:schemeClr>
                </a:solidFill>
              </a:defRPr>
            </a:lvl1pPr>
          </a:lstStyle>
          <a:p>
            <a:r>
              <a:rPr lang="es-ES_tradnl" sz="2800" dirty="0"/>
              <a:t>Metodología</a:t>
            </a:r>
          </a:p>
        </p:txBody>
      </p:sp>
      <p:sp>
        <p:nvSpPr>
          <p:cNvPr id="67611" name="Text Box 27"/>
          <p:cNvSpPr txBox="1">
            <a:spLocks noChangeArrowheads="1"/>
          </p:cNvSpPr>
          <p:nvPr/>
        </p:nvSpPr>
        <p:spPr bwMode="gray">
          <a:xfrm>
            <a:off x="2841963" y="3864596"/>
            <a:ext cx="367409" cy="523220"/>
          </a:xfrm>
          <a:prstGeom prst="rect">
            <a:avLst/>
          </a:prstGeom>
          <a:noFill/>
          <a:ln w="9525" algn="ctr">
            <a:noFill/>
            <a:miter lim="800000"/>
            <a:headEnd/>
            <a:tailEnd/>
          </a:ln>
          <a:effectLst/>
        </p:spPr>
        <p:txBody>
          <a:bodyPr wrap="none">
            <a:spAutoFit/>
          </a:bodyPr>
          <a:lstStyle/>
          <a:p>
            <a:pPr algn="ctr" eaLnBrk="0" hangingPunct="0"/>
            <a:r>
              <a:rPr lang="en-US" sz="2800" dirty="0">
                <a:solidFill>
                  <a:schemeClr val="bg1"/>
                </a:solidFill>
              </a:rPr>
              <a:t>3</a:t>
            </a:r>
          </a:p>
        </p:txBody>
      </p:sp>
      <p:sp>
        <p:nvSpPr>
          <p:cNvPr id="67612" name="Line 28"/>
          <p:cNvSpPr>
            <a:spLocks noChangeShapeType="1"/>
          </p:cNvSpPr>
          <p:nvPr/>
        </p:nvSpPr>
        <p:spPr bwMode="auto">
          <a:xfrm>
            <a:off x="3791744" y="5299052"/>
            <a:ext cx="5760640" cy="30811"/>
          </a:xfrm>
          <a:prstGeom prst="line">
            <a:avLst/>
          </a:prstGeom>
          <a:noFill/>
          <a:ln w="25400">
            <a:solidFill>
              <a:schemeClr val="tx2"/>
            </a:solidFill>
            <a:prstDash val="sysDot"/>
            <a:round/>
            <a:headEnd/>
            <a:tailEnd type="oval" w="med" len="med"/>
          </a:ln>
          <a:effectLst/>
        </p:spPr>
        <p:txBody>
          <a:bodyPr wrap="none" anchor="ctr"/>
          <a:lstStyle/>
          <a:p>
            <a:endParaRPr lang="es-ES" sz="2800" dirty="0">
              <a:solidFill>
                <a:schemeClr val="bg2">
                  <a:lumMod val="50000"/>
                </a:schemeClr>
              </a:solidFill>
            </a:endParaRPr>
          </a:p>
        </p:txBody>
      </p:sp>
      <p:sp>
        <p:nvSpPr>
          <p:cNvPr id="67614" name="Text Box 30"/>
          <p:cNvSpPr txBox="1">
            <a:spLocks noChangeArrowheads="1"/>
          </p:cNvSpPr>
          <p:nvPr/>
        </p:nvSpPr>
        <p:spPr bwMode="gray">
          <a:xfrm>
            <a:off x="2842802" y="4745906"/>
            <a:ext cx="367409" cy="523220"/>
          </a:xfrm>
          <a:prstGeom prst="rect">
            <a:avLst/>
          </a:prstGeom>
          <a:noFill/>
          <a:ln w="9525" algn="ctr">
            <a:noFill/>
            <a:miter lim="800000"/>
            <a:headEnd/>
            <a:tailEnd/>
          </a:ln>
          <a:effectLst/>
        </p:spPr>
        <p:txBody>
          <a:bodyPr wrap="none">
            <a:spAutoFit/>
          </a:bodyPr>
          <a:lstStyle/>
          <a:p>
            <a:pPr algn="ctr" eaLnBrk="0" hangingPunct="0"/>
            <a:r>
              <a:rPr lang="en-US" sz="2800" dirty="0">
                <a:solidFill>
                  <a:schemeClr val="bg1"/>
                </a:solidFill>
              </a:rPr>
              <a:t>4</a:t>
            </a:r>
          </a:p>
        </p:txBody>
      </p:sp>
      <p:sp>
        <p:nvSpPr>
          <p:cNvPr id="67615" name="Text Box 31"/>
          <p:cNvSpPr txBox="1">
            <a:spLocks noChangeArrowheads="1"/>
          </p:cNvSpPr>
          <p:nvPr/>
        </p:nvSpPr>
        <p:spPr bwMode="auto">
          <a:xfrm>
            <a:off x="3184527" y="722314"/>
            <a:ext cx="184731" cy="369332"/>
          </a:xfrm>
          <a:prstGeom prst="rect">
            <a:avLst/>
          </a:prstGeom>
          <a:noFill/>
          <a:ln w="9525">
            <a:noFill/>
            <a:miter lim="800000"/>
            <a:headEnd/>
            <a:tailEnd/>
          </a:ln>
          <a:effectLst/>
        </p:spPr>
        <p:txBody>
          <a:bodyPr wrap="none">
            <a:spAutoFit/>
          </a:bodyPr>
          <a:lstStyle/>
          <a:p>
            <a:endParaRPr lang="es-ES" dirty="0"/>
          </a:p>
        </p:txBody>
      </p:sp>
      <p:sp>
        <p:nvSpPr>
          <p:cNvPr id="36" name="Text Box 12"/>
          <p:cNvSpPr txBox="1">
            <a:spLocks noChangeArrowheads="1"/>
          </p:cNvSpPr>
          <p:nvPr/>
        </p:nvSpPr>
        <p:spPr bwMode="auto">
          <a:xfrm>
            <a:off x="3698551" y="2079580"/>
            <a:ext cx="2031838" cy="523220"/>
          </a:xfrm>
          <a:prstGeom prst="rect">
            <a:avLst/>
          </a:prstGeom>
          <a:noFill/>
          <a:ln w="9525" algn="ctr">
            <a:noFill/>
            <a:miter lim="800000"/>
            <a:headEnd/>
            <a:tailEnd/>
          </a:ln>
          <a:effectLst/>
        </p:spPr>
        <p:txBody>
          <a:bodyPr wrap="none">
            <a:spAutoFit/>
          </a:bodyPr>
          <a:lstStyle/>
          <a:p>
            <a:pPr eaLnBrk="0" hangingPunct="0"/>
            <a:r>
              <a:rPr lang="es-ES_tradnl" sz="2800" dirty="0">
                <a:solidFill>
                  <a:schemeClr val="bg2">
                    <a:lumMod val="25000"/>
                  </a:schemeClr>
                </a:solidFill>
              </a:rPr>
              <a:t>Introducción</a:t>
            </a:r>
          </a:p>
        </p:txBody>
      </p:sp>
      <p:grpSp>
        <p:nvGrpSpPr>
          <p:cNvPr id="2" name="Group 3">
            <a:extLst>
              <a:ext uri="{FF2B5EF4-FFF2-40B4-BE49-F238E27FC236}">
                <a16:creationId xmlns:a16="http://schemas.microsoft.com/office/drawing/2014/main" id="{FC4ADDFB-C8F8-0CC7-9724-A3327CDCECBB}"/>
              </a:ext>
            </a:extLst>
          </p:cNvPr>
          <p:cNvGrpSpPr>
            <a:grpSpLocks/>
          </p:cNvGrpSpPr>
          <p:nvPr/>
        </p:nvGrpSpPr>
        <p:grpSpPr bwMode="auto">
          <a:xfrm>
            <a:off x="2668280" y="5508214"/>
            <a:ext cx="723079" cy="665163"/>
            <a:chOff x="1110" y="2656"/>
            <a:chExt cx="1549" cy="1351"/>
          </a:xfrm>
          <a:solidFill>
            <a:srgbClr val="7030A0"/>
          </a:solidFill>
        </p:grpSpPr>
        <p:sp>
          <p:nvSpPr>
            <p:cNvPr id="3" name="AutoShape 4">
              <a:extLst>
                <a:ext uri="{FF2B5EF4-FFF2-40B4-BE49-F238E27FC236}">
                  <a16:creationId xmlns:a16="http://schemas.microsoft.com/office/drawing/2014/main" id="{03EA6A0C-F7F4-BCCC-D79A-2AA0E2B67F3B}"/>
                </a:ext>
              </a:extLst>
            </p:cNvPr>
            <p:cNvSpPr>
              <a:spLocks noChangeArrowheads="1"/>
            </p:cNvSpPr>
            <p:nvPr/>
          </p:nvSpPr>
          <p:spPr bwMode="gray">
            <a:xfrm>
              <a:off x="1123" y="2679"/>
              <a:ext cx="1536" cy="1328"/>
            </a:xfrm>
            <a:prstGeom prst="hexagon">
              <a:avLst>
                <a:gd name="adj" fmla="val 28916"/>
                <a:gd name="vf" fmla="val 115470"/>
              </a:avLst>
            </a:prstGeom>
            <a:grpFill/>
            <a:ln w="9525">
              <a:noFill/>
              <a:miter lim="800000"/>
              <a:headEnd/>
              <a:tailEnd/>
            </a:ln>
            <a:effectLst/>
          </p:spPr>
          <p:txBody>
            <a:bodyPr wrap="none" anchor="ctr"/>
            <a:lstStyle/>
            <a:p>
              <a:endParaRPr lang="es-ES" sz="2800" dirty="0">
                <a:solidFill>
                  <a:schemeClr val="bg2">
                    <a:lumMod val="50000"/>
                  </a:schemeClr>
                </a:solidFill>
              </a:endParaRPr>
            </a:p>
          </p:txBody>
        </p:sp>
        <p:sp>
          <p:nvSpPr>
            <p:cNvPr id="4" name="AutoShape 5">
              <a:extLst>
                <a:ext uri="{FF2B5EF4-FFF2-40B4-BE49-F238E27FC236}">
                  <a16:creationId xmlns:a16="http://schemas.microsoft.com/office/drawing/2014/main" id="{0BE09290-1D83-3870-E0CE-B337860A2CCC}"/>
                </a:ext>
              </a:extLst>
            </p:cNvPr>
            <p:cNvSpPr>
              <a:spLocks noChangeArrowheads="1"/>
            </p:cNvSpPr>
            <p:nvPr/>
          </p:nvSpPr>
          <p:spPr bwMode="gray">
            <a:xfrm>
              <a:off x="1110" y="2656"/>
              <a:ext cx="1536" cy="1328"/>
            </a:xfrm>
            <a:prstGeom prst="hexagon">
              <a:avLst>
                <a:gd name="adj" fmla="val 28916"/>
                <a:gd name="vf" fmla="val 115470"/>
              </a:avLst>
            </a:prstGeom>
            <a:grpFill/>
            <a:ln w="9525">
              <a:solidFill>
                <a:srgbClr val="C0C0C0"/>
              </a:solidFill>
              <a:miter lim="800000"/>
              <a:headEnd/>
              <a:tailEnd/>
            </a:ln>
            <a:effectLst/>
          </p:spPr>
          <p:txBody>
            <a:bodyPr wrap="none" anchor="ctr"/>
            <a:lstStyle/>
            <a:p>
              <a:endParaRPr lang="es-ES" sz="2800" dirty="0">
                <a:solidFill>
                  <a:schemeClr val="bg2">
                    <a:lumMod val="50000"/>
                  </a:schemeClr>
                </a:solidFill>
              </a:endParaRPr>
            </a:p>
          </p:txBody>
        </p:sp>
        <p:sp>
          <p:nvSpPr>
            <p:cNvPr id="5" name="AutoShape 6">
              <a:extLst>
                <a:ext uri="{FF2B5EF4-FFF2-40B4-BE49-F238E27FC236}">
                  <a16:creationId xmlns:a16="http://schemas.microsoft.com/office/drawing/2014/main" id="{B72AFAE6-7C64-10EC-D256-98C6B51E8F86}"/>
                </a:ext>
              </a:extLst>
            </p:cNvPr>
            <p:cNvSpPr>
              <a:spLocks noChangeArrowheads="1"/>
            </p:cNvSpPr>
            <p:nvPr/>
          </p:nvSpPr>
          <p:spPr bwMode="gray">
            <a:xfrm>
              <a:off x="1200" y="2736"/>
              <a:ext cx="1350" cy="1168"/>
            </a:xfrm>
            <a:prstGeom prst="hexagon">
              <a:avLst>
                <a:gd name="adj" fmla="val 28896"/>
                <a:gd name="vf" fmla="val 115470"/>
              </a:avLst>
            </a:prstGeom>
            <a:grpFill/>
            <a:ln w="9525">
              <a:solidFill>
                <a:schemeClr val="tx1"/>
              </a:solidFill>
              <a:miter lim="800000"/>
              <a:headEnd/>
              <a:tailEnd/>
            </a:ln>
            <a:effectLst/>
          </p:spPr>
          <p:txBody>
            <a:bodyPr wrap="none" anchor="ctr"/>
            <a:lstStyle/>
            <a:p>
              <a:endParaRPr lang="es-ES" sz="2800" dirty="0">
                <a:solidFill>
                  <a:schemeClr val="bg2">
                    <a:lumMod val="50000"/>
                  </a:schemeClr>
                </a:solidFill>
              </a:endParaRPr>
            </a:p>
          </p:txBody>
        </p:sp>
      </p:grpSp>
      <p:sp>
        <p:nvSpPr>
          <p:cNvPr id="10" name="Line 11">
            <a:extLst>
              <a:ext uri="{FF2B5EF4-FFF2-40B4-BE49-F238E27FC236}">
                <a16:creationId xmlns:a16="http://schemas.microsoft.com/office/drawing/2014/main" id="{4954028B-7204-0017-E40B-13232338D7C3}"/>
              </a:ext>
            </a:extLst>
          </p:cNvPr>
          <p:cNvSpPr>
            <a:spLocks noChangeShapeType="1"/>
          </p:cNvSpPr>
          <p:nvPr/>
        </p:nvSpPr>
        <p:spPr bwMode="auto">
          <a:xfrm>
            <a:off x="3277059" y="6117814"/>
            <a:ext cx="6167536" cy="0"/>
          </a:xfrm>
          <a:prstGeom prst="line">
            <a:avLst/>
          </a:prstGeom>
          <a:noFill/>
          <a:ln w="25400">
            <a:solidFill>
              <a:schemeClr val="tx2"/>
            </a:solidFill>
            <a:prstDash val="sysDot"/>
            <a:round/>
            <a:headEnd/>
            <a:tailEnd type="oval" w="med" len="med"/>
          </a:ln>
          <a:effectLst/>
        </p:spPr>
        <p:txBody>
          <a:bodyPr wrap="none" anchor="ctr"/>
          <a:lstStyle/>
          <a:p>
            <a:endParaRPr lang="es-ES" sz="2800" dirty="0">
              <a:solidFill>
                <a:schemeClr val="bg2">
                  <a:lumMod val="50000"/>
                </a:schemeClr>
              </a:solidFill>
            </a:endParaRPr>
          </a:p>
        </p:txBody>
      </p:sp>
      <p:sp>
        <p:nvSpPr>
          <p:cNvPr id="11" name="Text Box 12">
            <a:extLst>
              <a:ext uri="{FF2B5EF4-FFF2-40B4-BE49-F238E27FC236}">
                <a16:creationId xmlns:a16="http://schemas.microsoft.com/office/drawing/2014/main" id="{27834C89-A884-C0F3-27F3-39897A78A277}"/>
              </a:ext>
            </a:extLst>
          </p:cNvPr>
          <p:cNvSpPr txBox="1">
            <a:spLocks noChangeArrowheads="1"/>
          </p:cNvSpPr>
          <p:nvPr/>
        </p:nvSpPr>
        <p:spPr bwMode="auto">
          <a:xfrm>
            <a:off x="3748979" y="5572111"/>
            <a:ext cx="4487190" cy="523220"/>
          </a:xfrm>
          <a:prstGeom prst="rect">
            <a:avLst/>
          </a:prstGeom>
          <a:noFill/>
          <a:ln w="9525" algn="ctr">
            <a:noFill/>
            <a:miter lim="800000"/>
            <a:headEnd/>
            <a:tailEnd/>
          </a:ln>
          <a:effectLst/>
        </p:spPr>
        <p:txBody>
          <a:bodyPr wrap="none">
            <a:spAutoFit/>
          </a:bodyPr>
          <a:lstStyle>
            <a:defPPr>
              <a:defRPr lang="es-PE"/>
            </a:defPPr>
            <a:lvl1pPr eaLnBrk="0" hangingPunct="0">
              <a:defRPr sz="2800" b="0">
                <a:solidFill>
                  <a:schemeClr val="bg2">
                    <a:lumMod val="25000"/>
                  </a:schemeClr>
                </a:solidFill>
              </a:defRPr>
            </a:lvl1pPr>
          </a:lstStyle>
          <a:p>
            <a:r>
              <a:rPr lang="es-ES_tradnl" dirty="0"/>
              <a:t>Modelo, sistema y simulación</a:t>
            </a:r>
          </a:p>
        </p:txBody>
      </p:sp>
      <p:sp>
        <p:nvSpPr>
          <p:cNvPr id="12" name="Text Box 13">
            <a:extLst>
              <a:ext uri="{FF2B5EF4-FFF2-40B4-BE49-F238E27FC236}">
                <a16:creationId xmlns:a16="http://schemas.microsoft.com/office/drawing/2014/main" id="{2D7A883A-DCE6-0F2E-8ECE-32D7A58BF0B5}"/>
              </a:ext>
            </a:extLst>
          </p:cNvPr>
          <p:cNvSpPr txBox="1">
            <a:spLocks noChangeArrowheads="1"/>
          </p:cNvSpPr>
          <p:nvPr/>
        </p:nvSpPr>
        <p:spPr bwMode="gray">
          <a:xfrm>
            <a:off x="2857824" y="5606638"/>
            <a:ext cx="367408" cy="523220"/>
          </a:xfrm>
          <a:prstGeom prst="rect">
            <a:avLst/>
          </a:prstGeom>
          <a:noFill/>
          <a:ln w="9525" algn="ctr">
            <a:noFill/>
            <a:miter lim="800000"/>
            <a:headEnd/>
            <a:tailEnd/>
          </a:ln>
          <a:effectLst/>
        </p:spPr>
        <p:txBody>
          <a:bodyPr wrap="none">
            <a:spAutoFit/>
          </a:bodyPr>
          <a:lstStyle/>
          <a:p>
            <a:pPr algn="ctr" eaLnBrk="0" hangingPunct="0"/>
            <a:r>
              <a:rPr lang="en-US" sz="2800" dirty="0">
                <a:solidFill>
                  <a:schemeClr val="bg1"/>
                </a:solidFill>
              </a:rPr>
              <a:t>5</a:t>
            </a:r>
          </a:p>
        </p:txBody>
      </p:sp>
    </p:spTree>
    <p:extLst>
      <p:ext uri="{BB962C8B-B14F-4D97-AF65-F5344CB8AC3E}">
        <p14:creationId xmlns:p14="http://schemas.microsoft.com/office/powerpoint/2010/main" val="38808485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25" name="Forma libre: forma 24">
            <a:extLst>
              <a:ext uri="{FF2B5EF4-FFF2-40B4-BE49-F238E27FC236}">
                <a16:creationId xmlns:a16="http://schemas.microsoft.com/office/drawing/2014/main" id="{B8FC76EC-AF8E-4D17-A479-F8E85DFD7B8A}"/>
              </a:ext>
            </a:extLst>
          </p:cNvPr>
          <p:cNvSpPr/>
          <p:nvPr/>
        </p:nvSpPr>
        <p:spPr>
          <a:xfrm>
            <a:off x="2421899" y="1296660"/>
            <a:ext cx="9122401" cy="5209648"/>
          </a:xfrm>
          <a:custGeom>
            <a:avLst/>
            <a:gdLst>
              <a:gd name="connsiteX0" fmla="*/ 0 w 6282574"/>
              <a:gd name="connsiteY0" fmla="*/ 358599 h 2151549"/>
              <a:gd name="connsiteX1" fmla="*/ 358599 w 6282574"/>
              <a:gd name="connsiteY1" fmla="*/ 0 h 2151549"/>
              <a:gd name="connsiteX2" fmla="*/ 5923975 w 6282574"/>
              <a:gd name="connsiteY2" fmla="*/ 0 h 2151549"/>
              <a:gd name="connsiteX3" fmla="*/ 6282574 w 6282574"/>
              <a:gd name="connsiteY3" fmla="*/ 358599 h 2151549"/>
              <a:gd name="connsiteX4" fmla="*/ 6282574 w 6282574"/>
              <a:gd name="connsiteY4" fmla="*/ 1792950 h 2151549"/>
              <a:gd name="connsiteX5" fmla="*/ 5923975 w 6282574"/>
              <a:gd name="connsiteY5" fmla="*/ 2151549 h 2151549"/>
              <a:gd name="connsiteX6" fmla="*/ 358599 w 6282574"/>
              <a:gd name="connsiteY6" fmla="*/ 2151549 h 2151549"/>
              <a:gd name="connsiteX7" fmla="*/ 0 w 6282574"/>
              <a:gd name="connsiteY7" fmla="*/ 1792950 h 2151549"/>
              <a:gd name="connsiteX8" fmla="*/ 0 w 6282574"/>
              <a:gd name="connsiteY8" fmla="*/ 358599 h 2151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82574" h="2151549">
                <a:moveTo>
                  <a:pt x="0" y="358599"/>
                </a:moveTo>
                <a:cubicBezTo>
                  <a:pt x="0" y="160550"/>
                  <a:pt x="160550" y="0"/>
                  <a:pt x="358599" y="0"/>
                </a:cubicBezTo>
                <a:lnTo>
                  <a:pt x="5923975" y="0"/>
                </a:lnTo>
                <a:cubicBezTo>
                  <a:pt x="6122024" y="0"/>
                  <a:pt x="6282574" y="160550"/>
                  <a:pt x="6282574" y="358599"/>
                </a:cubicBezTo>
                <a:lnTo>
                  <a:pt x="6282574" y="1792950"/>
                </a:lnTo>
                <a:cubicBezTo>
                  <a:pt x="6282574" y="1990999"/>
                  <a:pt x="6122024" y="2151549"/>
                  <a:pt x="5923975" y="2151549"/>
                </a:cubicBezTo>
                <a:lnTo>
                  <a:pt x="358599" y="2151549"/>
                </a:lnTo>
                <a:cubicBezTo>
                  <a:pt x="160550" y="2151549"/>
                  <a:pt x="0" y="1990999"/>
                  <a:pt x="0" y="1792950"/>
                </a:cubicBezTo>
                <a:lnTo>
                  <a:pt x="0" y="358599"/>
                </a:lnTo>
                <a:close/>
              </a:path>
            </a:pathLst>
          </a:custGeom>
          <a:solidFill>
            <a:schemeClr val="bg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81230" tIns="143130" rIns="181230" bIns="143130" numCol="1" spcCol="1270" anchor="t" anchorCtr="0">
            <a:noAutofit/>
          </a:bodyPr>
          <a:lstStyle/>
          <a:p>
            <a:pPr marL="444500">
              <a:spcBef>
                <a:spcPts val="125"/>
              </a:spcBef>
              <a:spcAft>
                <a:spcPts val="0"/>
              </a:spcAft>
            </a:pPr>
            <a:r>
              <a:rPr lang="es-ES" sz="2000" b="1" dirty="0">
                <a:solidFill>
                  <a:schemeClr val="tx1"/>
                </a:solidFill>
                <a:effectLst/>
                <a:latin typeface="Calibri" panose="020F0502020204030204" pitchFamily="34" charset="0"/>
                <a:ea typeface="Calibri" panose="020F0502020204030204" pitchFamily="34" charset="0"/>
                <a:cs typeface="Calibri" panose="020F0502020204030204" pitchFamily="34" charset="0"/>
              </a:rPr>
              <a:t>La asignatura de Investigación de Operaciones pertenece al área de estudios de especialidad, es de naturaleza teórico práctico y carácter obligatorio. Su propósito es que el estudiante desarrolle los siguientes contenidos: </a:t>
            </a:r>
            <a:endParaRPr lang="es-PE" sz="2000" b="1" dirty="0">
              <a:solidFill>
                <a:schemeClr val="tx1"/>
              </a:solidFill>
              <a:effectLst/>
              <a:latin typeface="Calibri" panose="020F0502020204030204" pitchFamily="34" charset="0"/>
              <a:ea typeface="Calibri" panose="020F0502020204030204" pitchFamily="34" charset="0"/>
            </a:endParaRPr>
          </a:p>
        </p:txBody>
      </p:sp>
      <p:sp>
        <p:nvSpPr>
          <p:cNvPr id="83" name="Google Shape;83;p15"/>
          <p:cNvSpPr txBox="1">
            <a:spLocks noGrp="1"/>
          </p:cNvSpPr>
          <p:nvPr>
            <p:ph type="sldNum" idx="4294967295"/>
          </p:nvPr>
        </p:nvSpPr>
        <p:spPr>
          <a:xfrm>
            <a:off x="8925646" y="6332538"/>
            <a:ext cx="549275" cy="525462"/>
          </a:xfrm>
          <a:prstGeom prst="rect">
            <a:avLst/>
          </a:prstGeom>
        </p:spPr>
        <p:txBody>
          <a:bodyPr spcFirstLastPara="1" vert="horz" wrap="square" lIns="0" tIns="0" rIns="0" bIns="0" rtlCol="0" anchor="ctr" anchorCtr="0">
            <a:noAutofit/>
          </a:bodyPr>
          <a:lstStyle/>
          <a:p>
            <a:fld id="{00000000-1234-1234-1234-123412341234}" type="slidenum">
              <a:rPr lang="en"/>
              <a:pPr/>
              <a:t>5</a:t>
            </a:fld>
            <a:endParaRPr dirty="0"/>
          </a:p>
        </p:txBody>
      </p:sp>
      <p:sp>
        <p:nvSpPr>
          <p:cNvPr id="7" name="Rectangle 2"/>
          <p:cNvSpPr txBox="1">
            <a:spLocks noChangeArrowheads="1"/>
          </p:cNvSpPr>
          <p:nvPr/>
        </p:nvSpPr>
        <p:spPr bwMode="black">
          <a:xfrm>
            <a:off x="6095999" y="109243"/>
            <a:ext cx="6096001" cy="85839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rtl="0" eaLnBrk="1" fontAlgn="base" hangingPunct="1">
              <a:spcBef>
                <a:spcPct val="0"/>
              </a:spcBef>
              <a:spcAft>
                <a:spcPct val="0"/>
              </a:spcAft>
              <a:defRPr sz="2800" b="1" i="1">
                <a:solidFill>
                  <a:schemeClr val="tx1"/>
                </a:solidFill>
                <a:latin typeface="+mj-lt"/>
                <a:ea typeface="+mj-ea"/>
                <a:cs typeface="+mj-cs"/>
              </a:defRPr>
            </a:lvl1pPr>
            <a:lvl2pPr algn="r" rtl="0" eaLnBrk="1" fontAlgn="base" hangingPunct="1">
              <a:spcBef>
                <a:spcPct val="0"/>
              </a:spcBef>
              <a:spcAft>
                <a:spcPct val="0"/>
              </a:spcAft>
              <a:defRPr sz="2800" b="1" i="1">
                <a:solidFill>
                  <a:schemeClr val="tx1"/>
                </a:solidFill>
                <a:latin typeface="Verdana" pitchFamily="34" charset="0"/>
              </a:defRPr>
            </a:lvl2pPr>
            <a:lvl3pPr algn="r" rtl="0" eaLnBrk="1" fontAlgn="base" hangingPunct="1">
              <a:spcBef>
                <a:spcPct val="0"/>
              </a:spcBef>
              <a:spcAft>
                <a:spcPct val="0"/>
              </a:spcAft>
              <a:defRPr sz="2800" b="1" i="1">
                <a:solidFill>
                  <a:schemeClr val="tx1"/>
                </a:solidFill>
                <a:latin typeface="Verdana" pitchFamily="34" charset="0"/>
              </a:defRPr>
            </a:lvl3pPr>
            <a:lvl4pPr algn="r" rtl="0" eaLnBrk="1" fontAlgn="base" hangingPunct="1">
              <a:spcBef>
                <a:spcPct val="0"/>
              </a:spcBef>
              <a:spcAft>
                <a:spcPct val="0"/>
              </a:spcAft>
              <a:defRPr sz="2800" b="1" i="1">
                <a:solidFill>
                  <a:schemeClr val="tx1"/>
                </a:solidFill>
                <a:latin typeface="Verdana" pitchFamily="34" charset="0"/>
              </a:defRPr>
            </a:lvl4pPr>
            <a:lvl5pPr algn="r" rtl="0" eaLnBrk="1" fontAlgn="base" hangingPunct="1">
              <a:spcBef>
                <a:spcPct val="0"/>
              </a:spcBef>
              <a:spcAft>
                <a:spcPct val="0"/>
              </a:spcAft>
              <a:defRPr sz="2800" b="1" i="1">
                <a:solidFill>
                  <a:schemeClr val="tx1"/>
                </a:solidFill>
                <a:latin typeface="Verdana" pitchFamily="34" charset="0"/>
              </a:defRPr>
            </a:lvl5pPr>
            <a:lvl6pPr marL="457200" algn="r" rtl="0" eaLnBrk="1" fontAlgn="base" hangingPunct="1">
              <a:spcBef>
                <a:spcPct val="0"/>
              </a:spcBef>
              <a:spcAft>
                <a:spcPct val="0"/>
              </a:spcAft>
              <a:defRPr sz="2800" b="1" i="1">
                <a:solidFill>
                  <a:schemeClr val="tx1"/>
                </a:solidFill>
                <a:latin typeface="Verdana" pitchFamily="34" charset="0"/>
              </a:defRPr>
            </a:lvl6pPr>
            <a:lvl7pPr marL="914400" algn="r" rtl="0" eaLnBrk="1" fontAlgn="base" hangingPunct="1">
              <a:spcBef>
                <a:spcPct val="0"/>
              </a:spcBef>
              <a:spcAft>
                <a:spcPct val="0"/>
              </a:spcAft>
              <a:defRPr sz="2800" b="1" i="1">
                <a:solidFill>
                  <a:schemeClr val="tx1"/>
                </a:solidFill>
                <a:latin typeface="Verdana" pitchFamily="34" charset="0"/>
              </a:defRPr>
            </a:lvl7pPr>
            <a:lvl8pPr marL="1371600" algn="r" rtl="0" eaLnBrk="1" fontAlgn="base" hangingPunct="1">
              <a:spcBef>
                <a:spcPct val="0"/>
              </a:spcBef>
              <a:spcAft>
                <a:spcPct val="0"/>
              </a:spcAft>
              <a:defRPr sz="2800" b="1" i="1">
                <a:solidFill>
                  <a:schemeClr val="tx1"/>
                </a:solidFill>
                <a:latin typeface="Verdana" pitchFamily="34" charset="0"/>
              </a:defRPr>
            </a:lvl8pPr>
            <a:lvl9pPr marL="1828800" algn="r" rtl="0" eaLnBrk="1" fontAlgn="base" hangingPunct="1">
              <a:spcBef>
                <a:spcPct val="0"/>
              </a:spcBef>
              <a:spcAft>
                <a:spcPct val="0"/>
              </a:spcAft>
              <a:defRPr sz="2800" b="1" i="1">
                <a:solidFill>
                  <a:schemeClr val="tx1"/>
                </a:solidFill>
                <a:latin typeface="Verdana" pitchFamily="34" charset="0"/>
              </a:defRPr>
            </a:lvl9pPr>
          </a:lstStyle>
          <a:p>
            <a:pPr algn="ctr"/>
            <a:r>
              <a:rPr lang="es-ES_tradnl" sz="3200" b="0" i="0" dirty="0">
                <a:solidFill>
                  <a:schemeClr val="bg1"/>
                </a:solidFill>
                <a:latin typeface="Bauhaus 93" pitchFamily="82" charset="0"/>
                <a:ea typeface="+mn-ea"/>
                <a:cs typeface="+mn-cs"/>
              </a:rPr>
              <a:t>Introducción</a:t>
            </a:r>
          </a:p>
        </p:txBody>
      </p:sp>
      <p:grpSp>
        <p:nvGrpSpPr>
          <p:cNvPr id="4" name="Grupo 3">
            <a:extLst>
              <a:ext uri="{FF2B5EF4-FFF2-40B4-BE49-F238E27FC236}">
                <a16:creationId xmlns:a16="http://schemas.microsoft.com/office/drawing/2014/main" id="{0880FBD5-70B9-4B0C-90B0-574F53E48645}"/>
              </a:ext>
            </a:extLst>
          </p:cNvPr>
          <p:cNvGrpSpPr/>
          <p:nvPr/>
        </p:nvGrpSpPr>
        <p:grpSpPr>
          <a:xfrm>
            <a:off x="3095482" y="2626751"/>
            <a:ext cx="8286392" cy="3641702"/>
            <a:chOff x="1362630" y="4475969"/>
            <a:chExt cx="9400388" cy="1272752"/>
          </a:xfrm>
        </p:grpSpPr>
        <p:sp>
          <p:nvSpPr>
            <p:cNvPr id="8" name="Forma libre: forma 7">
              <a:extLst>
                <a:ext uri="{FF2B5EF4-FFF2-40B4-BE49-F238E27FC236}">
                  <a16:creationId xmlns:a16="http://schemas.microsoft.com/office/drawing/2014/main" id="{B77EBD6E-D7C4-444D-8686-12A7D82AB590}"/>
                </a:ext>
              </a:extLst>
            </p:cNvPr>
            <p:cNvSpPr/>
            <p:nvPr/>
          </p:nvSpPr>
          <p:spPr>
            <a:xfrm>
              <a:off x="3476962" y="4499591"/>
              <a:ext cx="7286056" cy="332205"/>
            </a:xfrm>
            <a:custGeom>
              <a:avLst/>
              <a:gdLst>
                <a:gd name="connsiteX0" fmla="*/ 19932 w 119591"/>
                <a:gd name="connsiteY0" fmla="*/ 0 h 6435628"/>
                <a:gd name="connsiteX1" fmla="*/ 99659 w 119591"/>
                <a:gd name="connsiteY1" fmla="*/ 0 h 6435628"/>
                <a:gd name="connsiteX2" fmla="*/ 119591 w 119591"/>
                <a:gd name="connsiteY2" fmla="*/ 19932 h 6435628"/>
                <a:gd name="connsiteX3" fmla="*/ 119591 w 119591"/>
                <a:gd name="connsiteY3" fmla="*/ 6435628 h 6435628"/>
                <a:gd name="connsiteX4" fmla="*/ 119591 w 119591"/>
                <a:gd name="connsiteY4" fmla="*/ 6435628 h 6435628"/>
                <a:gd name="connsiteX5" fmla="*/ 0 w 119591"/>
                <a:gd name="connsiteY5" fmla="*/ 6435628 h 6435628"/>
                <a:gd name="connsiteX6" fmla="*/ 0 w 119591"/>
                <a:gd name="connsiteY6" fmla="*/ 6435628 h 6435628"/>
                <a:gd name="connsiteX7" fmla="*/ 0 w 119591"/>
                <a:gd name="connsiteY7" fmla="*/ 19932 h 6435628"/>
                <a:gd name="connsiteX8" fmla="*/ 19932 w 119591"/>
                <a:gd name="connsiteY8" fmla="*/ 0 h 643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591" h="6435628">
                  <a:moveTo>
                    <a:pt x="119591" y="1072632"/>
                  </a:moveTo>
                  <a:lnTo>
                    <a:pt x="119591" y="5362996"/>
                  </a:lnTo>
                  <a:cubicBezTo>
                    <a:pt x="119591" y="5955372"/>
                    <a:pt x="119425" y="6435601"/>
                    <a:pt x="119221" y="6435601"/>
                  </a:cubicBezTo>
                  <a:lnTo>
                    <a:pt x="0" y="6435601"/>
                  </a:lnTo>
                  <a:lnTo>
                    <a:pt x="0" y="6435601"/>
                  </a:lnTo>
                  <a:lnTo>
                    <a:pt x="0" y="27"/>
                  </a:lnTo>
                  <a:lnTo>
                    <a:pt x="0" y="27"/>
                  </a:lnTo>
                  <a:lnTo>
                    <a:pt x="119221" y="27"/>
                  </a:lnTo>
                  <a:cubicBezTo>
                    <a:pt x="119425" y="27"/>
                    <a:pt x="119591" y="480256"/>
                    <a:pt x="119591" y="1072632"/>
                  </a:cubicBezTo>
                  <a:close/>
                </a:path>
              </a:pathLst>
            </a:custGeom>
            <a:solidFill>
              <a:srgbClr val="DEF5FA">
                <a:alpha val="90000"/>
              </a:srgbClr>
            </a:solidFill>
            <a:ln w="28575" cap="flat" cmpd="sng" algn="ctr">
              <a:solidFill>
                <a:srgbClr val="2DA2BF">
                  <a:alpha val="90000"/>
                  <a:tint val="40000"/>
                  <a:hueOff val="0"/>
                  <a:satOff val="0"/>
                  <a:lumOff val="0"/>
                  <a:alphaOff val="0"/>
                </a:srgbClr>
              </a:solidFill>
              <a:prstDash val="solid"/>
              <a:miter lim="800000"/>
            </a:ln>
            <a:effectLst/>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247651" tIns="129663" rIns="253488" bIns="129664" numCol="1" spcCol="1270" anchor="ctr" anchorCtr="0">
              <a:noAutofit/>
            </a:bodyPr>
            <a:lstStyle/>
            <a:p>
              <a:pPr marL="0" lvl="1" defTabSz="889000">
                <a:lnSpc>
                  <a:spcPct val="90000"/>
                </a:lnSpc>
                <a:spcBef>
                  <a:spcPct val="0"/>
                </a:spcBef>
                <a:spcAft>
                  <a:spcPct val="15000"/>
                </a:spcAft>
              </a:pPr>
              <a:r>
                <a:rPr lang="es-ES" sz="2000" b="1" dirty="0">
                  <a:solidFill>
                    <a:schemeClr val="tx1"/>
                  </a:solidFill>
                  <a:effectLst/>
                  <a:latin typeface="Calibri" panose="020F0502020204030204" pitchFamily="34" charset="0"/>
                  <a:ea typeface="Calibri" panose="020F0502020204030204" pitchFamily="34" charset="0"/>
                </a:rPr>
                <a:t>Fundamentos de la Investigación de Operaciones y Programación Lineal. </a:t>
              </a:r>
              <a:endParaRPr lang="es-ES" sz="2000" b="1" kern="1200" dirty="0">
                <a:solidFill>
                  <a:schemeClr val="tx1"/>
                </a:solidFill>
                <a:latin typeface="Arial Narrow" pitchFamily="34" charset="0"/>
              </a:endParaRPr>
            </a:p>
          </p:txBody>
        </p:sp>
        <p:sp>
          <p:nvSpPr>
            <p:cNvPr id="9" name="Forma libre: forma 8">
              <a:extLst>
                <a:ext uri="{FF2B5EF4-FFF2-40B4-BE49-F238E27FC236}">
                  <a16:creationId xmlns:a16="http://schemas.microsoft.com/office/drawing/2014/main" id="{C87EF2AA-F007-49D2-AC93-E8E39E6D9B86}"/>
                </a:ext>
              </a:extLst>
            </p:cNvPr>
            <p:cNvSpPr/>
            <p:nvPr/>
          </p:nvSpPr>
          <p:spPr>
            <a:xfrm>
              <a:off x="1372721" y="4475969"/>
              <a:ext cx="2130548" cy="363238"/>
            </a:xfrm>
            <a:custGeom>
              <a:avLst/>
              <a:gdLst>
                <a:gd name="connsiteX0" fmla="*/ 0 w 2130548"/>
                <a:gd name="connsiteY0" fmla="*/ 21651 h 129905"/>
                <a:gd name="connsiteX1" fmla="*/ 21651 w 2130548"/>
                <a:gd name="connsiteY1" fmla="*/ 0 h 129905"/>
                <a:gd name="connsiteX2" fmla="*/ 2108897 w 2130548"/>
                <a:gd name="connsiteY2" fmla="*/ 0 h 129905"/>
                <a:gd name="connsiteX3" fmla="*/ 2130548 w 2130548"/>
                <a:gd name="connsiteY3" fmla="*/ 21651 h 129905"/>
                <a:gd name="connsiteX4" fmla="*/ 2130548 w 2130548"/>
                <a:gd name="connsiteY4" fmla="*/ 108254 h 129905"/>
                <a:gd name="connsiteX5" fmla="*/ 2108897 w 2130548"/>
                <a:gd name="connsiteY5" fmla="*/ 129905 h 129905"/>
                <a:gd name="connsiteX6" fmla="*/ 21651 w 2130548"/>
                <a:gd name="connsiteY6" fmla="*/ 129905 h 129905"/>
                <a:gd name="connsiteX7" fmla="*/ 0 w 2130548"/>
                <a:gd name="connsiteY7" fmla="*/ 108254 h 129905"/>
                <a:gd name="connsiteX8" fmla="*/ 0 w 2130548"/>
                <a:gd name="connsiteY8" fmla="*/ 21651 h 129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0548" h="129905">
                  <a:moveTo>
                    <a:pt x="0" y="21651"/>
                  </a:moveTo>
                  <a:cubicBezTo>
                    <a:pt x="0" y="9693"/>
                    <a:pt x="9693" y="0"/>
                    <a:pt x="21651" y="0"/>
                  </a:cubicBezTo>
                  <a:lnTo>
                    <a:pt x="2108897" y="0"/>
                  </a:lnTo>
                  <a:cubicBezTo>
                    <a:pt x="2120855" y="0"/>
                    <a:pt x="2130548" y="9693"/>
                    <a:pt x="2130548" y="21651"/>
                  </a:cubicBezTo>
                  <a:lnTo>
                    <a:pt x="2130548" y="108254"/>
                  </a:lnTo>
                  <a:cubicBezTo>
                    <a:pt x="2130548" y="120212"/>
                    <a:pt x="2120855" y="129905"/>
                    <a:pt x="2108897" y="129905"/>
                  </a:cubicBezTo>
                  <a:lnTo>
                    <a:pt x="21651" y="129905"/>
                  </a:lnTo>
                  <a:cubicBezTo>
                    <a:pt x="9693" y="129905"/>
                    <a:pt x="0" y="120212"/>
                    <a:pt x="0" y="108254"/>
                  </a:cubicBezTo>
                  <a:lnTo>
                    <a:pt x="0" y="21651"/>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2541" tIns="44441" rIns="82541" bIns="44441" numCol="1" spcCol="1270" anchor="ctr" anchorCtr="0">
              <a:noAutofit/>
            </a:bodyPr>
            <a:lstStyle/>
            <a:p>
              <a:pPr marL="0" lvl="0" indent="0" algn="l" defTabSz="889000" rtl="0">
                <a:lnSpc>
                  <a:spcPct val="90000"/>
                </a:lnSpc>
                <a:spcBef>
                  <a:spcPct val="0"/>
                </a:spcBef>
                <a:spcAft>
                  <a:spcPct val="35000"/>
                </a:spcAft>
                <a:buNone/>
              </a:pPr>
              <a:r>
                <a:rPr lang="es-ES" sz="2000" b="1" kern="1200" dirty="0">
                  <a:latin typeface="Arial Narrow" pitchFamily="34" charset="0"/>
                </a:rPr>
                <a:t>Primera unidad:  </a:t>
              </a:r>
            </a:p>
          </p:txBody>
        </p:sp>
        <p:sp>
          <p:nvSpPr>
            <p:cNvPr id="12" name="Forma libre: forma 11">
              <a:extLst>
                <a:ext uri="{FF2B5EF4-FFF2-40B4-BE49-F238E27FC236}">
                  <a16:creationId xmlns:a16="http://schemas.microsoft.com/office/drawing/2014/main" id="{F011455F-BB17-46F1-99D5-4596BB9F3A3D}"/>
                </a:ext>
              </a:extLst>
            </p:cNvPr>
            <p:cNvSpPr/>
            <p:nvPr/>
          </p:nvSpPr>
          <p:spPr>
            <a:xfrm>
              <a:off x="3489147" y="4865399"/>
              <a:ext cx="7273871" cy="271919"/>
            </a:xfrm>
            <a:custGeom>
              <a:avLst/>
              <a:gdLst>
                <a:gd name="connsiteX0" fmla="*/ 19876 w 119256"/>
                <a:gd name="connsiteY0" fmla="*/ 0 h 6433441"/>
                <a:gd name="connsiteX1" fmla="*/ 99380 w 119256"/>
                <a:gd name="connsiteY1" fmla="*/ 0 h 6433441"/>
                <a:gd name="connsiteX2" fmla="*/ 119256 w 119256"/>
                <a:gd name="connsiteY2" fmla="*/ 19876 h 6433441"/>
                <a:gd name="connsiteX3" fmla="*/ 119256 w 119256"/>
                <a:gd name="connsiteY3" fmla="*/ 6433441 h 6433441"/>
                <a:gd name="connsiteX4" fmla="*/ 119256 w 119256"/>
                <a:gd name="connsiteY4" fmla="*/ 6433441 h 6433441"/>
                <a:gd name="connsiteX5" fmla="*/ 0 w 119256"/>
                <a:gd name="connsiteY5" fmla="*/ 6433441 h 6433441"/>
                <a:gd name="connsiteX6" fmla="*/ 0 w 119256"/>
                <a:gd name="connsiteY6" fmla="*/ 6433441 h 6433441"/>
                <a:gd name="connsiteX7" fmla="*/ 0 w 119256"/>
                <a:gd name="connsiteY7" fmla="*/ 19876 h 6433441"/>
                <a:gd name="connsiteX8" fmla="*/ 19876 w 119256"/>
                <a:gd name="connsiteY8" fmla="*/ 0 h 6433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256" h="6433441">
                  <a:moveTo>
                    <a:pt x="119256" y="1072258"/>
                  </a:moveTo>
                  <a:lnTo>
                    <a:pt x="119256" y="5361183"/>
                  </a:lnTo>
                  <a:cubicBezTo>
                    <a:pt x="119256" y="5953348"/>
                    <a:pt x="119091" y="6433414"/>
                    <a:pt x="118888" y="6433414"/>
                  </a:cubicBezTo>
                  <a:lnTo>
                    <a:pt x="0" y="6433414"/>
                  </a:lnTo>
                  <a:lnTo>
                    <a:pt x="0" y="6433414"/>
                  </a:lnTo>
                  <a:lnTo>
                    <a:pt x="0" y="27"/>
                  </a:lnTo>
                  <a:lnTo>
                    <a:pt x="0" y="27"/>
                  </a:lnTo>
                  <a:lnTo>
                    <a:pt x="118888" y="27"/>
                  </a:lnTo>
                  <a:cubicBezTo>
                    <a:pt x="119091" y="27"/>
                    <a:pt x="119256" y="480093"/>
                    <a:pt x="119256" y="1072258"/>
                  </a:cubicBezTo>
                  <a:close/>
                </a:path>
              </a:pathLst>
            </a:custGeom>
            <a:solidFill>
              <a:srgbClr val="DEF5FA">
                <a:alpha val="90000"/>
              </a:srgbClr>
            </a:solidFill>
            <a:ln w="28575" cap="flat" cmpd="sng" algn="ctr">
              <a:solidFill>
                <a:srgbClr val="2DA2BF">
                  <a:alpha val="90000"/>
                  <a:tint val="40000"/>
                  <a:hueOff val="0"/>
                  <a:satOff val="0"/>
                  <a:lumOff val="0"/>
                  <a:alphaOff val="0"/>
                </a:srgbClr>
              </a:solidFill>
              <a:prstDash val="solid"/>
              <a:miter lim="800000"/>
            </a:ln>
            <a:effectLst/>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247651" tIns="129647" rIns="253472" bIns="129648" numCol="1" spcCol="1270" anchor="ctr" anchorCtr="0">
              <a:noAutofit/>
            </a:bodyPr>
            <a:lstStyle/>
            <a:p>
              <a:pPr>
                <a:spcBef>
                  <a:spcPts val="125"/>
                </a:spcBef>
                <a:spcAft>
                  <a:spcPts val="0"/>
                </a:spcAft>
              </a:pPr>
              <a:r>
                <a:rPr lang="es-ES" sz="2000" b="1" dirty="0">
                  <a:solidFill>
                    <a:schemeClr val="tx1"/>
                  </a:solidFill>
                  <a:effectLst/>
                  <a:latin typeface="Calibri" panose="020F0502020204030204" pitchFamily="34" charset="0"/>
                  <a:ea typeface="Calibri" panose="020F0502020204030204" pitchFamily="34" charset="0"/>
                  <a:cs typeface="Calibri" panose="020F0502020204030204" pitchFamily="34" charset="0"/>
                </a:rPr>
                <a:t>Análisis de sensibilidad y analiza problemas de programación entera. </a:t>
              </a:r>
              <a:endParaRPr lang="es-PE" sz="2000" b="1" dirty="0">
                <a:solidFill>
                  <a:schemeClr val="tx1"/>
                </a:solidFill>
                <a:effectLst/>
                <a:latin typeface="Calibri" panose="020F0502020204030204" pitchFamily="34" charset="0"/>
                <a:ea typeface="Calibri" panose="020F0502020204030204" pitchFamily="34" charset="0"/>
              </a:endParaRPr>
            </a:p>
          </p:txBody>
        </p:sp>
        <p:sp>
          <p:nvSpPr>
            <p:cNvPr id="13" name="Forma libre: forma 12">
              <a:extLst>
                <a:ext uri="{FF2B5EF4-FFF2-40B4-BE49-F238E27FC236}">
                  <a16:creationId xmlns:a16="http://schemas.microsoft.com/office/drawing/2014/main" id="{54466A3F-F5AD-4CE2-AB08-94573F2455F2}"/>
                </a:ext>
              </a:extLst>
            </p:cNvPr>
            <p:cNvSpPr/>
            <p:nvPr/>
          </p:nvSpPr>
          <p:spPr>
            <a:xfrm>
              <a:off x="1363620" y="4858333"/>
              <a:ext cx="2130011" cy="278985"/>
            </a:xfrm>
            <a:custGeom>
              <a:avLst/>
              <a:gdLst>
                <a:gd name="connsiteX0" fmla="*/ 0 w 2130011"/>
                <a:gd name="connsiteY0" fmla="*/ 21651 h 129905"/>
                <a:gd name="connsiteX1" fmla="*/ 21651 w 2130011"/>
                <a:gd name="connsiteY1" fmla="*/ 0 h 129905"/>
                <a:gd name="connsiteX2" fmla="*/ 2108360 w 2130011"/>
                <a:gd name="connsiteY2" fmla="*/ 0 h 129905"/>
                <a:gd name="connsiteX3" fmla="*/ 2130011 w 2130011"/>
                <a:gd name="connsiteY3" fmla="*/ 21651 h 129905"/>
                <a:gd name="connsiteX4" fmla="*/ 2130011 w 2130011"/>
                <a:gd name="connsiteY4" fmla="*/ 108254 h 129905"/>
                <a:gd name="connsiteX5" fmla="*/ 2108360 w 2130011"/>
                <a:gd name="connsiteY5" fmla="*/ 129905 h 129905"/>
                <a:gd name="connsiteX6" fmla="*/ 21651 w 2130011"/>
                <a:gd name="connsiteY6" fmla="*/ 129905 h 129905"/>
                <a:gd name="connsiteX7" fmla="*/ 0 w 2130011"/>
                <a:gd name="connsiteY7" fmla="*/ 108254 h 129905"/>
                <a:gd name="connsiteX8" fmla="*/ 0 w 2130011"/>
                <a:gd name="connsiteY8" fmla="*/ 21651 h 129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0011" h="129905">
                  <a:moveTo>
                    <a:pt x="0" y="21651"/>
                  </a:moveTo>
                  <a:cubicBezTo>
                    <a:pt x="0" y="9693"/>
                    <a:pt x="9693" y="0"/>
                    <a:pt x="21651" y="0"/>
                  </a:cubicBezTo>
                  <a:lnTo>
                    <a:pt x="2108360" y="0"/>
                  </a:lnTo>
                  <a:cubicBezTo>
                    <a:pt x="2120318" y="0"/>
                    <a:pt x="2130011" y="9693"/>
                    <a:pt x="2130011" y="21651"/>
                  </a:cubicBezTo>
                  <a:lnTo>
                    <a:pt x="2130011" y="108254"/>
                  </a:lnTo>
                  <a:cubicBezTo>
                    <a:pt x="2130011" y="120212"/>
                    <a:pt x="2120318" y="129905"/>
                    <a:pt x="2108360" y="129905"/>
                  </a:cubicBezTo>
                  <a:lnTo>
                    <a:pt x="21651" y="129905"/>
                  </a:lnTo>
                  <a:cubicBezTo>
                    <a:pt x="9693" y="129905"/>
                    <a:pt x="0" y="120212"/>
                    <a:pt x="0" y="108254"/>
                  </a:cubicBezTo>
                  <a:lnTo>
                    <a:pt x="0" y="21651"/>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2541" tIns="44441" rIns="82541" bIns="44441" numCol="1" spcCol="1270" anchor="ctr" anchorCtr="0">
              <a:noAutofit/>
            </a:bodyPr>
            <a:lstStyle/>
            <a:p>
              <a:pPr marL="0" lvl="0" indent="0" algn="l" defTabSz="889000" rtl="0">
                <a:lnSpc>
                  <a:spcPct val="90000"/>
                </a:lnSpc>
                <a:spcBef>
                  <a:spcPct val="0"/>
                </a:spcBef>
                <a:spcAft>
                  <a:spcPct val="35000"/>
                </a:spcAft>
                <a:buNone/>
              </a:pPr>
              <a:r>
                <a:rPr lang="es-ES" sz="2000" b="1" dirty="0">
                  <a:latin typeface="Arial Narrow" pitchFamily="34" charset="0"/>
                </a:rPr>
                <a:t>Segunda</a:t>
              </a:r>
              <a:r>
                <a:rPr lang="es-ES" sz="2000" b="1" kern="1200" dirty="0">
                  <a:latin typeface="Arial Narrow" pitchFamily="34" charset="0"/>
                </a:rPr>
                <a:t> unidad:  </a:t>
              </a:r>
            </a:p>
          </p:txBody>
        </p:sp>
        <p:sp>
          <p:nvSpPr>
            <p:cNvPr id="16" name="Forma libre: forma 15">
              <a:extLst>
                <a:ext uri="{FF2B5EF4-FFF2-40B4-BE49-F238E27FC236}">
                  <a16:creationId xmlns:a16="http://schemas.microsoft.com/office/drawing/2014/main" id="{19B93C97-BCCF-4A57-8857-F061B37FB5FC}"/>
                </a:ext>
              </a:extLst>
            </p:cNvPr>
            <p:cNvSpPr/>
            <p:nvPr/>
          </p:nvSpPr>
          <p:spPr>
            <a:xfrm>
              <a:off x="1365067" y="5155744"/>
              <a:ext cx="2154181" cy="295017"/>
            </a:xfrm>
            <a:custGeom>
              <a:avLst/>
              <a:gdLst>
                <a:gd name="connsiteX0" fmla="*/ 0 w 2154181"/>
                <a:gd name="connsiteY0" fmla="*/ 21651 h 129905"/>
                <a:gd name="connsiteX1" fmla="*/ 21651 w 2154181"/>
                <a:gd name="connsiteY1" fmla="*/ 0 h 129905"/>
                <a:gd name="connsiteX2" fmla="*/ 2132530 w 2154181"/>
                <a:gd name="connsiteY2" fmla="*/ 0 h 129905"/>
                <a:gd name="connsiteX3" fmla="*/ 2154181 w 2154181"/>
                <a:gd name="connsiteY3" fmla="*/ 21651 h 129905"/>
                <a:gd name="connsiteX4" fmla="*/ 2154181 w 2154181"/>
                <a:gd name="connsiteY4" fmla="*/ 108254 h 129905"/>
                <a:gd name="connsiteX5" fmla="*/ 2132530 w 2154181"/>
                <a:gd name="connsiteY5" fmla="*/ 129905 h 129905"/>
                <a:gd name="connsiteX6" fmla="*/ 21651 w 2154181"/>
                <a:gd name="connsiteY6" fmla="*/ 129905 h 129905"/>
                <a:gd name="connsiteX7" fmla="*/ 0 w 2154181"/>
                <a:gd name="connsiteY7" fmla="*/ 108254 h 129905"/>
                <a:gd name="connsiteX8" fmla="*/ 0 w 2154181"/>
                <a:gd name="connsiteY8" fmla="*/ 21651 h 129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4181" h="129905">
                  <a:moveTo>
                    <a:pt x="0" y="21651"/>
                  </a:moveTo>
                  <a:cubicBezTo>
                    <a:pt x="0" y="9693"/>
                    <a:pt x="9693" y="0"/>
                    <a:pt x="21651" y="0"/>
                  </a:cubicBezTo>
                  <a:lnTo>
                    <a:pt x="2132530" y="0"/>
                  </a:lnTo>
                  <a:cubicBezTo>
                    <a:pt x="2144488" y="0"/>
                    <a:pt x="2154181" y="9693"/>
                    <a:pt x="2154181" y="21651"/>
                  </a:cubicBezTo>
                  <a:lnTo>
                    <a:pt x="2154181" y="108254"/>
                  </a:lnTo>
                  <a:cubicBezTo>
                    <a:pt x="2154181" y="120212"/>
                    <a:pt x="2144488" y="129905"/>
                    <a:pt x="2132530" y="129905"/>
                  </a:cubicBezTo>
                  <a:lnTo>
                    <a:pt x="21651" y="129905"/>
                  </a:lnTo>
                  <a:cubicBezTo>
                    <a:pt x="9693" y="129905"/>
                    <a:pt x="0" y="120212"/>
                    <a:pt x="0" y="108254"/>
                  </a:cubicBezTo>
                  <a:lnTo>
                    <a:pt x="0" y="21651"/>
                  </a:lnTo>
                  <a:close/>
                </a:path>
              </a:pathLst>
            </a:custGeom>
            <a:solidFill>
              <a:schemeClr val="accent1">
                <a:lumMod val="75000"/>
              </a:schemeClr>
            </a:solidFill>
            <a:ln w="28575" cap="flat" cmpd="sng" algn="ctr">
              <a:solidFill>
                <a:prstClr val="white">
                  <a:hueOff val="0"/>
                  <a:satOff val="0"/>
                  <a:lumOff val="0"/>
                  <a:alphaOff val="0"/>
                </a:prstClr>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97781" tIns="52061" rIns="97781" bIns="52061" numCol="1" spcCol="1270" anchor="ctr" anchorCtr="0">
              <a:noAutofit/>
            </a:bodyPr>
            <a:lstStyle/>
            <a:p>
              <a:pPr defTabSz="889000">
                <a:lnSpc>
                  <a:spcPct val="90000"/>
                </a:lnSpc>
                <a:spcBef>
                  <a:spcPct val="0"/>
                </a:spcBef>
                <a:spcAft>
                  <a:spcPct val="35000"/>
                </a:spcAft>
              </a:pPr>
              <a:r>
                <a:rPr lang="es-ES" sz="2000" b="1" dirty="0">
                  <a:solidFill>
                    <a:prstClr val="white"/>
                  </a:solidFill>
                  <a:latin typeface="Arial Narrow" pitchFamily="34" charset="0"/>
                </a:rPr>
                <a:t>Tercera unidad:  </a:t>
              </a:r>
            </a:p>
          </p:txBody>
        </p:sp>
        <p:sp>
          <p:nvSpPr>
            <p:cNvPr id="17" name="Forma libre: forma 16">
              <a:extLst>
                <a:ext uri="{FF2B5EF4-FFF2-40B4-BE49-F238E27FC236}">
                  <a16:creationId xmlns:a16="http://schemas.microsoft.com/office/drawing/2014/main" id="{D9ED3C69-393C-41AD-B129-A271802E73C8}"/>
                </a:ext>
              </a:extLst>
            </p:cNvPr>
            <p:cNvSpPr/>
            <p:nvPr/>
          </p:nvSpPr>
          <p:spPr>
            <a:xfrm>
              <a:off x="3507405" y="5155744"/>
              <a:ext cx="7255613" cy="291134"/>
            </a:xfrm>
            <a:custGeom>
              <a:avLst/>
              <a:gdLst>
                <a:gd name="connsiteX0" fmla="*/ 20452 w 6410689"/>
                <a:gd name="connsiteY0" fmla="*/ 0 h 122712"/>
                <a:gd name="connsiteX1" fmla="*/ 6390237 w 6410689"/>
                <a:gd name="connsiteY1" fmla="*/ 0 h 122712"/>
                <a:gd name="connsiteX2" fmla="*/ 6410689 w 6410689"/>
                <a:gd name="connsiteY2" fmla="*/ 20452 h 122712"/>
                <a:gd name="connsiteX3" fmla="*/ 6410689 w 6410689"/>
                <a:gd name="connsiteY3" fmla="*/ 122712 h 122712"/>
                <a:gd name="connsiteX4" fmla="*/ 6410689 w 6410689"/>
                <a:gd name="connsiteY4" fmla="*/ 122712 h 122712"/>
                <a:gd name="connsiteX5" fmla="*/ 0 w 6410689"/>
                <a:gd name="connsiteY5" fmla="*/ 122712 h 122712"/>
                <a:gd name="connsiteX6" fmla="*/ 0 w 6410689"/>
                <a:gd name="connsiteY6" fmla="*/ 122712 h 122712"/>
                <a:gd name="connsiteX7" fmla="*/ 0 w 6410689"/>
                <a:gd name="connsiteY7" fmla="*/ 20452 h 122712"/>
                <a:gd name="connsiteX8" fmla="*/ 20452 w 6410689"/>
                <a:gd name="connsiteY8" fmla="*/ 0 h 12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10689" h="122712">
                  <a:moveTo>
                    <a:pt x="20452" y="0"/>
                  </a:moveTo>
                  <a:lnTo>
                    <a:pt x="6390237" y="0"/>
                  </a:lnTo>
                  <a:cubicBezTo>
                    <a:pt x="6401532" y="0"/>
                    <a:pt x="6410689" y="9157"/>
                    <a:pt x="6410689" y="20452"/>
                  </a:cubicBezTo>
                  <a:lnTo>
                    <a:pt x="6410689" y="122712"/>
                  </a:lnTo>
                  <a:lnTo>
                    <a:pt x="6410689" y="122712"/>
                  </a:lnTo>
                  <a:lnTo>
                    <a:pt x="0" y="122712"/>
                  </a:lnTo>
                  <a:lnTo>
                    <a:pt x="0" y="122712"/>
                  </a:lnTo>
                  <a:lnTo>
                    <a:pt x="0" y="20452"/>
                  </a:lnTo>
                  <a:cubicBezTo>
                    <a:pt x="0" y="9157"/>
                    <a:pt x="9157" y="0"/>
                    <a:pt x="20452" y="0"/>
                  </a:cubicBezTo>
                  <a:close/>
                </a:path>
              </a:pathLst>
            </a:custGeom>
            <a:solidFill>
              <a:srgbClr val="DEF5FA">
                <a:alpha val="90000"/>
              </a:srgbClr>
            </a:solidFill>
            <a:ln w="28575" cap="flat" cmpd="sng" algn="ctr">
              <a:solidFill>
                <a:srgbClr val="2DA2BF">
                  <a:alpha val="90000"/>
                  <a:tint val="40000"/>
                  <a:hueOff val="0"/>
                  <a:satOff val="0"/>
                  <a:lumOff val="0"/>
                  <a:alphaOff val="0"/>
                </a:srgbClr>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253640" tIns="129815" rIns="253640" bIns="123825" numCol="1" spcCol="1270" anchor="ctr" anchorCtr="0">
              <a:noAutofit/>
            </a:bodyPr>
            <a:lstStyle/>
            <a:p>
              <a:pPr>
                <a:spcBef>
                  <a:spcPts val="125"/>
                </a:spcBef>
                <a:spcAft>
                  <a:spcPts val="0"/>
                </a:spcAft>
              </a:pPr>
              <a:r>
                <a:rPr lang="es-ES" sz="2000" b="1" dirty="0">
                  <a:solidFill>
                    <a:schemeClr val="tx1"/>
                  </a:solidFill>
                  <a:effectLst/>
                  <a:latin typeface="Calibri" panose="020F0502020204030204" pitchFamily="34" charset="0"/>
                  <a:ea typeface="Calibri" panose="020F0502020204030204" pitchFamily="34" charset="0"/>
                  <a:cs typeface="Calibri" panose="020F0502020204030204" pitchFamily="34" charset="0"/>
                </a:rPr>
                <a:t>Redes de distribución y desarrolla una red de proyectos identificando las tareas, estimando los Tiempos e Identificando la Precedencia. </a:t>
              </a:r>
              <a:endParaRPr lang="es-PE" sz="2000" b="1" dirty="0">
                <a:solidFill>
                  <a:schemeClr val="tx1"/>
                </a:solidFill>
                <a:effectLst/>
                <a:latin typeface="Calibri" panose="020F0502020204030204" pitchFamily="34" charset="0"/>
                <a:ea typeface="Calibri" panose="020F0502020204030204" pitchFamily="34" charset="0"/>
              </a:endParaRPr>
            </a:p>
          </p:txBody>
        </p:sp>
        <p:sp>
          <p:nvSpPr>
            <p:cNvPr id="19" name="Forma libre: forma 18">
              <a:extLst>
                <a:ext uri="{FF2B5EF4-FFF2-40B4-BE49-F238E27FC236}">
                  <a16:creationId xmlns:a16="http://schemas.microsoft.com/office/drawing/2014/main" id="{52038905-DC23-4FD4-81D6-65A4E4A64AFB}"/>
                </a:ext>
              </a:extLst>
            </p:cNvPr>
            <p:cNvSpPr/>
            <p:nvPr/>
          </p:nvSpPr>
          <p:spPr>
            <a:xfrm>
              <a:off x="3514282" y="5481384"/>
              <a:ext cx="7248735" cy="267337"/>
            </a:xfrm>
            <a:custGeom>
              <a:avLst/>
              <a:gdLst>
                <a:gd name="connsiteX0" fmla="*/ 20452 w 6414822"/>
                <a:gd name="connsiteY0" fmla="*/ 0 h 122712"/>
                <a:gd name="connsiteX1" fmla="*/ 6394370 w 6414822"/>
                <a:gd name="connsiteY1" fmla="*/ 0 h 122712"/>
                <a:gd name="connsiteX2" fmla="*/ 6414822 w 6414822"/>
                <a:gd name="connsiteY2" fmla="*/ 20452 h 122712"/>
                <a:gd name="connsiteX3" fmla="*/ 6414822 w 6414822"/>
                <a:gd name="connsiteY3" fmla="*/ 122712 h 122712"/>
                <a:gd name="connsiteX4" fmla="*/ 6414822 w 6414822"/>
                <a:gd name="connsiteY4" fmla="*/ 122712 h 122712"/>
                <a:gd name="connsiteX5" fmla="*/ 0 w 6414822"/>
                <a:gd name="connsiteY5" fmla="*/ 122712 h 122712"/>
                <a:gd name="connsiteX6" fmla="*/ 0 w 6414822"/>
                <a:gd name="connsiteY6" fmla="*/ 122712 h 122712"/>
                <a:gd name="connsiteX7" fmla="*/ 0 w 6414822"/>
                <a:gd name="connsiteY7" fmla="*/ 20452 h 122712"/>
                <a:gd name="connsiteX8" fmla="*/ 20452 w 6414822"/>
                <a:gd name="connsiteY8" fmla="*/ 0 h 12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14822" h="122712">
                  <a:moveTo>
                    <a:pt x="20452" y="0"/>
                  </a:moveTo>
                  <a:lnTo>
                    <a:pt x="6394370" y="0"/>
                  </a:lnTo>
                  <a:cubicBezTo>
                    <a:pt x="6405665" y="0"/>
                    <a:pt x="6414822" y="9157"/>
                    <a:pt x="6414822" y="20452"/>
                  </a:cubicBezTo>
                  <a:lnTo>
                    <a:pt x="6414822" y="122712"/>
                  </a:lnTo>
                  <a:lnTo>
                    <a:pt x="6414822" y="122712"/>
                  </a:lnTo>
                  <a:lnTo>
                    <a:pt x="0" y="122712"/>
                  </a:lnTo>
                  <a:lnTo>
                    <a:pt x="0" y="122712"/>
                  </a:lnTo>
                  <a:lnTo>
                    <a:pt x="0" y="20452"/>
                  </a:lnTo>
                  <a:cubicBezTo>
                    <a:pt x="0" y="9157"/>
                    <a:pt x="9157" y="0"/>
                    <a:pt x="20452" y="0"/>
                  </a:cubicBezTo>
                  <a:close/>
                </a:path>
              </a:pathLst>
            </a:custGeom>
            <a:solidFill>
              <a:srgbClr val="DEF5FA">
                <a:alpha val="90000"/>
              </a:srgbClr>
            </a:solidFill>
            <a:ln w="28575" cap="flat" cmpd="sng" algn="ctr">
              <a:solidFill>
                <a:srgbClr val="2DA2BF">
                  <a:alpha val="90000"/>
                  <a:tint val="40000"/>
                  <a:hueOff val="0"/>
                  <a:satOff val="0"/>
                  <a:lumOff val="0"/>
                  <a:alphaOff val="0"/>
                </a:srgbClr>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253640" tIns="129815" rIns="253640" bIns="123825" numCol="1" spcCol="1270" anchor="ctr" anchorCtr="0">
              <a:noAutofit/>
            </a:bodyPr>
            <a:lstStyle/>
            <a:p>
              <a:pPr marL="0" lvl="0" indent="0" algn="l" defTabSz="889000" rtl="0">
                <a:lnSpc>
                  <a:spcPct val="90000"/>
                </a:lnSpc>
                <a:spcBef>
                  <a:spcPct val="0"/>
                </a:spcBef>
                <a:spcAft>
                  <a:spcPct val="35000"/>
                </a:spcAft>
                <a:buNone/>
              </a:pPr>
              <a:r>
                <a:rPr lang="es-ES" sz="2000" b="1" dirty="0">
                  <a:solidFill>
                    <a:schemeClr val="tx1"/>
                  </a:solidFill>
                  <a:effectLst/>
                  <a:latin typeface="Calibri" panose="020F0502020204030204" pitchFamily="34" charset="0"/>
                  <a:ea typeface="Calibri" panose="020F0502020204030204" pitchFamily="34" charset="0"/>
                </a:rPr>
                <a:t>Redes de Proyectos y programación por metas.</a:t>
              </a:r>
              <a:endParaRPr lang="es-ES" sz="2000" b="1" kern="1200" dirty="0">
                <a:solidFill>
                  <a:schemeClr val="tx1"/>
                </a:solidFill>
                <a:latin typeface="Arial Narrow" pitchFamily="34" charset="0"/>
                <a:ea typeface="+mn-ea"/>
                <a:cs typeface="+mn-cs"/>
              </a:endParaRPr>
            </a:p>
          </p:txBody>
        </p:sp>
        <p:sp>
          <p:nvSpPr>
            <p:cNvPr id="22" name="Forma libre: forma 21">
              <a:extLst>
                <a:ext uri="{FF2B5EF4-FFF2-40B4-BE49-F238E27FC236}">
                  <a16:creationId xmlns:a16="http://schemas.microsoft.com/office/drawing/2014/main" id="{AEB04952-F7D3-4D68-AC90-290B9E836F61}"/>
                </a:ext>
              </a:extLst>
            </p:cNvPr>
            <p:cNvSpPr/>
            <p:nvPr/>
          </p:nvSpPr>
          <p:spPr>
            <a:xfrm>
              <a:off x="1362630" y="5469736"/>
              <a:ext cx="2151652" cy="278985"/>
            </a:xfrm>
            <a:custGeom>
              <a:avLst/>
              <a:gdLst>
                <a:gd name="connsiteX0" fmla="*/ 0 w 2151652"/>
                <a:gd name="connsiteY0" fmla="*/ 21651 h 129905"/>
                <a:gd name="connsiteX1" fmla="*/ 21651 w 2151652"/>
                <a:gd name="connsiteY1" fmla="*/ 0 h 129905"/>
                <a:gd name="connsiteX2" fmla="*/ 2130001 w 2151652"/>
                <a:gd name="connsiteY2" fmla="*/ 0 h 129905"/>
                <a:gd name="connsiteX3" fmla="*/ 2151652 w 2151652"/>
                <a:gd name="connsiteY3" fmla="*/ 21651 h 129905"/>
                <a:gd name="connsiteX4" fmla="*/ 2151652 w 2151652"/>
                <a:gd name="connsiteY4" fmla="*/ 108254 h 129905"/>
                <a:gd name="connsiteX5" fmla="*/ 2130001 w 2151652"/>
                <a:gd name="connsiteY5" fmla="*/ 129905 h 129905"/>
                <a:gd name="connsiteX6" fmla="*/ 21651 w 2151652"/>
                <a:gd name="connsiteY6" fmla="*/ 129905 h 129905"/>
                <a:gd name="connsiteX7" fmla="*/ 0 w 2151652"/>
                <a:gd name="connsiteY7" fmla="*/ 108254 h 129905"/>
                <a:gd name="connsiteX8" fmla="*/ 0 w 2151652"/>
                <a:gd name="connsiteY8" fmla="*/ 21651 h 129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1652" h="129905">
                  <a:moveTo>
                    <a:pt x="0" y="21651"/>
                  </a:moveTo>
                  <a:cubicBezTo>
                    <a:pt x="0" y="9693"/>
                    <a:pt x="9693" y="0"/>
                    <a:pt x="21651" y="0"/>
                  </a:cubicBezTo>
                  <a:lnTo>
                    <a:pt x="2130001" y="0"/>
                  </a:lnTo>
                  <a:cubicBezTo>
                    <a:pt x="2141959" y="0"/>
                    <a:pt x="2151652" y="9693"/>
                    <a:pt x="2151652" y="21651"/>
                  </a:cubicBezTo>
                  <a:lnTo>
                    <a:pt x="2151652" y="108254"/>
                  </a:lnTo>
                  <a:cubicBezTo>
                    <a:pt x="2151652" y="120212"/>
                    <a:pt x="2141959" y="129905"/>
                    <a:pt x="2130001" y="129905"/>
                  </a:cubicBezTo>
                  <a:lnTo>
                    <a:pt x="21651" y="129905"/>
                  </a:lnTo>
                  <a:cubicBezTo>
                    <a:pt x="9693" y="129905"/>
                    <a:pt x="0" y="120212"/>
                    <a:pt x="0" y="108254"/>
                  </a:cubicBezTo>
                  <a:lnTo>
                    <a:pt x="0" y="21651"/>
                  </a:lnTo>
                  <a:close/>
                </a:path>
              </a:pathLst>
            </a:custGeom>
            <a:solidFill>
              <a:schemeClr val="accent1">
                <a:lumMod val="75000"/>
              </a:schemeClr>
            </a:solidFill>
            <a:ln w="28575" cap="flat" cmpd="sng" algn="ctr">
              <a:solidFill>
                <a:prstClr val="white">
                  <a:hueOff val="0"/>
                  <a:satOff val="0"/>
                  <a:lumOff val="0"/>
                  <a:alphaOff val="0"/>
                </a:prstClr>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97781" tIns="52061" rIns="97781" bIns="52061" numCol="1" spcCol="1270" anchor="ctr" anchorCtr="0">
              <a:noAutofit/>
            </a:bodyPr>
            <a:lstStyle/>
            <a:p>
              <a:pPr marL="0" lvl="0" indent="0" algn="l" defTabSz="889000" rtl="0">
                <a:lnSpc>
                  <a:spcPct val="90000"/>
                </a:lnSpc>
                <a:spcBef>
                  <a:spcPct val="0"/>
                </a:spcBef>
                <a:spcAft>
                  <a:spcPct val="35000"/>
                </a:spcAft>
                <a:buNone/>
              </a:pPr>
              <a:r>
                <a:rPr lang="es-ES" sz="2000" b="1" kern="1200" dirty="0">
                  <a:solidFill>
                    <a:prstClr val="white"/>
                  </a:solidFill>
                  <a:latin typeface="Arial Narrow" pitchFamily="34" charset="0"/>
                  <a:ea typeface="+mn-ea"/>
                  <a:cs typeface="+mn-cs"/>
                </a:rPr>
                <a:t>Cuarta </a:t>
              </a:r>
              <a:r>
                <a:rPr lang="es-ES" sz="2000" b="1" kern="1200" dirty="0">
                  <a:latin typeface="Arial Narrow" pitchFamily="34" charset="0"/>
                </a:rPr>
                <a:t> </a:t>
              </a:r>
              <a:r>
                <a:rPr lang="es-ES" sz="2000" b="1" kern="1200" dirty="0">
                  <a:solidFill>
                    <a:prstClr val="white"/>
                  </a:solidFill>
                  <a:latin typeface="Arial Narrow" pitchFamily="34" charset="0"/>
                  <a:ea typeface="+mn-ea"/>
                  <a:cs typeface="+mn-cs"/>
                </a:rPr>
                <a:t>unidad</a:t>
              </a:r>
              <a:r>
                <a:rPr lang="es-ES" sz="2000" b="1" kern="1200" dirty="0">
                  <a:latin typeface="Arial Narrow" pitchFamily="34" charset="0"/>
                </a:rPr>
                <a:t>:  </a:t>
              </a:r>
            </a:p>
          </p:txBody>
        </p:sp>
      </p:grpSp>
      <p:sp>
        <p:nvSpPr>
          <p:cNvPr id="3" name="Elipse 2">
            <a:extLst>
              <a:ext uri="{FF2B5EF4-FFF2-40B4-BE49-F238E27FC236}">
                <a16:creationId xmlns:a16="http://schemas.microsoft.com/office/drawing/2014/main" id="{F12EE1C9-9776-4540-8668-708061AF75C6}"/>
              </a:ext>
            </a:extLst>
          </p:cNvPr>
          <p:cNvSpPr/>
          <p:nvPr/>
        </p:nvSpPr>
        <p:spPr>
          <a:xfrm>
            <a:off x="473778" y="4296587"/>
            <a:ext cx="1570006" cy="156138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b="1" dirty="0"/>
              <a:t>Software:</a:t>
            </a:r>
          </a:p>
          <a:p>
            <a:pPr algn="ctr"/>
            <a:r>
              <a:rPr lang="es-ES" b="1" dirty="0"/>
              <a:t>LINDO 6.1</a:t>
            </a:r>
            <a:endParaRPr lang="es-PE" b="1" dirty="0"/>
          </a:p>
        </p:txBody>
      </p:sp>
      <p:sp>
        <p:nvSpPr>
          <p:cNvPr id="26" name="Forma libre: forma 25">
            <a:extLst>
              <a:ext uri="{FF2B5EF4-FFF2-40B4-BE49-F238E27FC236}">
                <a16:creationId xmlns:a16="http://schemas.microsoft.com/office/drawing/2014/main" id="{2B7A2A6B-EFC5-45B5-AB31-5A0B75D7FDAF}"/>
              </a:ext>
            </a:extLst>
          </p:cNvPr>
          <p:cNvSpPr/>
          <p:nvPr/>
        </p:nvSpPr>
        <p:spPr>
          <a:xfrm>
            <a:off x="156902" y="1801957"/>
            <a:ext cx="2203759" cy="1448406"/>
          </a:xfrm>
          <a:custGeom>
            <a:avLst/>
            <a:gdLst>
              <a:gd name="connsiteX0" fmla="*/ 0 w 2203759"/>
              <a:gd name="connsiteY0" fmla="*/ 148776 h 892641"/>
              <a:gd name="connsiteX1" fmla="*/ 148776 w 2203759"/>
              <a:gd name="connsiteY1" fmla="*/ 0 h 892641"/>
              <a:gd name="connsiteX2" fmla="*/ 2054983 w 2203759"/>
              <a:gd name="connsiteY2" fmla="*/ 0 h 892641"/>
              <a:gd name="connsiteX3" fmla="*/ 2203759 w 2203759"/>
              <a:gd name="connsiteY3" fmla="*/ 148776 h 892641"/>
              <a:gd name="connsiteX4" fmla="*/ 2203759 w 2203759"/>
              <a:gd name="connsiteY4" fmla="*/ 743865 h 892641"/>
              <a:gd name="connsiteX5" fmla="*/ 2054983 w 2203759"/>
              <a:gd name="connsiteY5" fmla="*/ 892641 h 892641"/>
              <a:gd name="connsiteX6" fmla="*/ 148776 w 2203759"/>
              <a:gd name="connsiteY6" fmla="*/ 892641 h 892641"/>
              <a:gd name="connsiteX7" fmla="*/ 0 w 2203759"/>
              <a:gd name="connsiteY7" fmla="*/ 743865 h 892641"/>
              <a:gd name="connsiteX8" fmla="*/ 0 w 2203759"/>
              <a:gd name="connsiteY8" fmla="*/ 148776 h 892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03759" h="892641">
                <a:moveTo>
                  <a:pt x="0" y="148776"/>
                </a:moveTo>
                <a:cubicBezTo>
                  <a:pt x="0" y="66609"/>
                  <a:pt x="66609" y="0"/>
                  <a:pt x="148776" y="0"/>
                </a:cubicBezTo>
                <a:lnTo>
                  <a:pt x="2054983" y="0"/>
                </a:lnTo>
                <a:cubicBezTo>
                  <a:pt x="2137150" y="0"/>
                  <a:pt x="2203759" y="66609"/>
                  <a:pt x="2203759" y="148776"/>
                </a:cubicBezTo>
                <a:lnTo>
                  <a:pt x="2203759" y="743865"/>
                </a:lnTo>
                <a:cubicBezTo>
                  <a:pt x="2203759" y="826032"/>
                  <a:pt x="2137150" y="892641"/>
                  <a:pt x="2054983" y="892641"/>
                </a:cubicBezTo>
                <a:lnTo>
                  <a:pt x="148776" y="892641"/>
                </a:lnTo>
                <a:cubicBezTo>
                  <a:pt x="66609" y="892641"/>
                  <a:pt x="0" y="826032"/>
                  <a:pt x="0" y="743865"/>
                </a:cubicBezTo>
                <a:lnTo>
                  <a:pt x="0" y="14877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9775" tIns="81675" rIns="119775" bIns="81675" numCol="1" spcCol="1270" anchor="ctr" anchorCtr="0">
            <a:noAutofit/>
          </a:bodyPr>
          <a:lstStyle/>
          <a:p>
            <a:pPr marL="0" lvl="0" indent="0" algn="ctr" defTabSz="889000" rtl="0">
              <a:lnSpc>
                <a:spcPct val="90000"/>
              </a:lnSpc>
              <a:spcBef>
                <a:spcPct val="0"/>
              </a:spcBef>
              <a:spcAft>
                <a:spcPct val="35000"/>
              </a:spcAft>
              <a:buNone/>
            </a:pPr>
            <a:r>
              <a:rPr lang="es-ES" sz="2400" b="1" kern="1200" dirty="0">
                <a:latin typeface="Arial Narrow" pitchFamily="34" charset="0"/>
              </a:rPr>
              <a:t>SUMILLA</a:t>
            </a:r>
          </a:p>
        </p:txBody>
      </p:sp>
    </p:spTree>
    <p:extLst>
      <p:ext uri="{BB962C8B-B14F-4D97-AF65-F5344CB8AC3E}">
        <p14:creationId xmlns:p14="http://schemas.microsoft.com/office/powerpoint/2010/main" val="14922371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3" name="Google Shape;83;p15"/>
          <p:cNvSpPr txBox="1">
            <a:spLocks noGrp="1"/>
          </p:cNvSpPr>
          <p:nvPr>
            <p:ph type="sldNum" idx="4294967295"/>
          </p:nvPr>
        </p:nvSpPr>
        <p:spPr>
          <a:xfrm>
            <a:off x="10118726" y="6189098"/>
            <a:ext cx="549275" cy="525462"/>
          </a:xfrm>
          <a:prstGeom prst="rect">
            <a:avLst/>
          </a:prstGeom>
        </p:spPr>
        <p:txBody>
          <a:bodyPr spcFirstLastPara="1" vert="horz" wrap="square" lIns="0" tIns="0" rIns="0" bIns="0" rtlCol="0" anchor="ctr" anchorCtr="0">
            <a:noAutofit/>
          </a:bodyPr>
          <a:lstStyle/>
          <a:p>
            <a:fld id="{00000000-1234-1234-1234-123412341234}" type="slidenum">
              <a:rPr lang="en"/>
              <a:pPr/>
              <a:t>6</a:t>
            </a:fld>
            <a:endParaRPr dirty="0"/>
          </a:p>
        </p:txBody>
      </p:sp>
      <p:sp>
        <p:nvSpPr>
          <p:cNvPr id="6" name="Rectangle 1"/>
          <p:cNvSpPr>
            <a:spLocks noChangeArrowheads="1"/>
          </p:cNvSpPr>
          <p:nvPr/>
        </p:nvSpPr>
        <p:spPr bwMode="auto">
          <a:xfrm>
            <a:off x="2055814" y="258813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spcBef>
                <a:spcPct val="0"/>
              </a:spcBef>
              <a:spcAft>
                <a:spcPct val="0"/>
              </a:spcAft>
            </a:pPr>
            <a:endParaRPr lang="es-ES" altLang="es-ES" dirty="0">
              <a:latin typeface="Arial" pitchFamily="34" charset="0"/>
              <a:cs typeface="Arial" pitchFamily="34" charset="0"/>
            </a:endParaRPr>
          </a:p>
        </p:txBody>
      </p:sp>
      <p:sp>
        <p:nvSpPr>
          <p:cNvPr id="8" name="Rectangle 2">
            <a:extLst>
              <a:ext uri="{FF2B5EF4-FFF2-40B4-BE49-F238E27FC236}">
                <a16:creationId xmlns:a16="http://schemas.microsoft.com/office/drawing/2014/main" id="{2B183CA1-C512-492F-BB74-8C95BB7F8024}"/>
              </a:ext>
            </a:extLst>
          </p:cNvPr>
          <p:cNvSpPr txBox="1">
            <a:spLocks noChangeArrowheads="1"/>
          </p:cNvSpPr>
          <p:nvPr/>
        </p:nvSpPr>
        <p:spPr bwMode="black">
          <a:xfrm>
            <a:off x="6095999" y="109243"/>
            <a:ext cx="6096001" cy="85839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rtl="0" eaLnBrk="1" fontAlgn="base" hangingPunct="1">
              <a:spcBef>
                <a:spcPct val="0"/>
              </a:spcBef>
              <a:spcAft>
                <a:spcPct val="0"/>
              </a:spcAft>
              <a:defRPr sz="2800" b="1" i="1">
                <a:solidFill>
                  <a:schemeClr val="tx1"/>
                </a:solidFill>
                <a:latin typeface="+mj-lt"/>
                <a:ea typeface="+mj-ea"/>
                <a:cs typeface="+mj-cs"/>
              </a:defRPr>
            </a:lvl1pPr>
            <a:lvl2pPr algn="r" rtl="0" eaLnBrk="1" fontAlgn="base" hangingPunct="1">
              <a:spcBef>
                <a:spcPct val="0"/>
              </a:spcBef>
              <a:spcAft>
                <a:spcPct val="0"/>
              </a:spcAft>
              <a:defRPr sz="2800" b="1" i="1">
                <a:solidFill>
                  <a:schemeClr val="tx1"/>
                </a:solidFill>
                <a:latin typeface="Verdana" pitchFamily="34" charset="0"/>
              </a:defRPr>
            </a:lvl2pPr>
            <a:lvl3pPr algn="r" rtl="0" eaLnBrk="1" fontAlgn="base" hangingPunct="1">
              <a:spcBef>
                <a:spcPct val="0"/>
              </a:spcBef>
              <a:spcAft>
                <a:spcPct val="0"/>
              </a:spcAft>
              <a:defRPr sz="2800" b="1" i="1">
                <a:solidFill>
                  <a:schemeClr val="tx1"/>
                </a:solidFill>
                <a:latin typeface="Verdana" pitchFamily="34" charset="0"/>
              </a:defRPr>
            </a:lvl3pPr>
            <a:lvl4pPr algn="r" rtl="0" eaLnBrk="1" fontAlgn="base" hangingPunct="1">
              <a:spcBef>
                <a:spcPct val="0"/>
              </a:spcBef>
              <a:spcAft>
                <a:spcPct val="0"/>
              </a:spcAft>
              <a:defRPr sz="2800" b="1" i="1">
                <a:solidFill>
                  <a:schemeClr val="tx1"/>
                </a:solidFill>
                <a:latin typeface="Verdana" pitchFamily="34" charset="0"/>
              </a:defRPr>
            </a:lvl4pPr>
            <a:lvl5pPr algn="r" rtl="0" eaLnBrk="1" fontAlgn="base" hangingPunct="1">
              <a:spcBef>
                <a:spcPct val="0"/>
              </a:spcBef>
              <a:spcAft>
                <a:spcPct val="0"/>
              </a:spcAft>
              <a:defRPr sz="2800" b="1" i="1">
                <a:solidFill>
                  <a:schemeClr val="tx1"/>
                </a:solidFill>
                <a:latin typeface="Verdana" pitchFamily="34" charset="0"/>
              </a:defRPr>
            </a:lvl5pPr>
            <a:lvl6pPr marL="457200" algn="r" rtl="0" eaLnBrk="1" fontAlgn="base" hangingPunct="1">
              <a:spcBef>
                <a:spcPct val="0"/>
              </a:spcBef>
              <a:spcAft>
                <a:spcPct val="0"/>
              </a:spcAft>
              <a:defRPr sz="2800" b="1" i="1">
                <a:solidFill>
                  <a:schemeClr val="tx1"/>
                </a:solidFill>
                <a:latin typeface="Verdana" pitchFamily="34" charset="0"/>
              </a:defRPr>
            </a:lvl6pPr>
            <a:lvl7pPr marL="914400" algn="r" rtl="0" eaLnBrk="1" fontAlgn="base" hangingPunct="1">
              <a:spcBef>
                <a:spcPct val="0"/>
              </a:spcBef>
              <a:spcAft>
                <a:spcPct val="0"/>
              </a:spcAft>
              <a:defRPr sz="2800" b="1" i="1">
                <a:solidFill>
                  <a:schemeClr val="tx1"/>
                </a:solidFill>
                <a:latin typeface="Verdana" pitchFamily="34" charset="0"/>
              </a:defRPr>
            </a:lvl7pPr>
            <a:lvl8pPr marL="1371600" algn="r" rtl="0" eaLnBrk="1" fontAlgn="base" hangingPunct="1">
              <a:spcBef>
                <a:spcPct val="0"/>
              </a:spcBef>
              <a:spcAft>
                <a:spcPct val="0"/>
              </a:spcAft>
              <a:defRPr sz="2800" b="1" i="1">
                <a:solidFill>
                  <a:schemeClr val="tx1"/>
                </a:solidFill>
                <a:latin typeface="Verdana" pitchFamily="34" charset="0"/>
              </a:defRPr>
            </a:lvl8pPr>
            <a:lvl9pPr marL="1828800" algn="r" rtl="0" eaLnBrk="1" fontAlgn="base" hangingPunct="1">
              <a:spcBef>
                <a:spcPct val="0"/>
              </a:spcBef>
              <a:spcAft>
                <a:spcPct val="0"/>
              </a:spcAft>
              <a:defRPr sz="2800" b="1" i="1">
                <a:solidFill>
                  <a:schemeClr val="tx1"/>
                </a:solidFill>
                <a:latin typeface="Verdana" pitchFamily="34" charset="0"/>
              </a:defRPr>
            </a:lvl9pPr>
          </a:lstStyle>
          <a:p>
            <a:pPr algn="ctr"/>
            <a:r>
              <a:rPr lang="es-ES_tradnl" sz="3200" b="0" i="0" dirty="0">
                <a:solidFill>
                  <a:schemeClr val="bg1"/>
                </a:solidFill>
                <a:latin typeface="Bauhaus 93" pitchFamily="82" charset="0"/>
                <a:ea typeface="+mn-ea"/>
                <a:cs typeface="+mn-cs"/>
              </a:rPr>
              <a:t>Introducción</a:t>
            </a:r>
          </a:p>
        </p:txBody>
      </p:sp>
      <p:graphicFrame>
        <p:nvGraphicFramePr>
          <p:cNvPr id="3" name="Tabla 2">
            <a:extLst>
              <a:ext uri="{FF2B5EF4-FFF2-40B4-BE49-F238E27FC236}">
                <a16:creationId xmlns:a16="http://schemas.microsoft.com/office/drawing/2014/main" id="{8B099BB2-49BB-43A1-77EE-3B404BAF6273}"/>
              </a:ext>
            </a:extLst>
          </p:cNvPr>
          <p:cNvGraphicFramePr>
            <a:graphicFrameLocks noGrp="1"/>
          </p:cNvGraphicFramePr>
          <p:nvPr>
            <p:extLst>
              <p:ext uri="{D42A27DB-BD31-4B8C-83A1-F6EECF244321}">
                <p14:modId xmlns:p14="http://schemas.microsoft.com/office/powerpoint/2010/main" val="103694385"/>
              </p:ext>
            </p:extLst>
          </p:nvPr>
        </p:nvGraphicFramePr>
        <p:xfrm>
          <a:off x="247973" y="1330900"/>
          <a:ext cx="11670224" cy="5418422"/>
        </p:xfrm>
        <a:graphic>
          <a:graphicData uri="http://schemas.openxmlformats.org/drawingml/2006/table">
            <a:tbl>
              <a:tblPr firstRow="1" firstCol="1" bandRow="1">
                <a:tableStyleId>{5C22544A-7EE6-4342-B048-85BDC9FD1C3A}</a:tableStyleId>
              </a:tblPr>
              <a:tblGrid>
                <a:gridCol w="5840006">
                  <a:extLst>
                    <a:ext uri="{9D8B030D-6E8A-4147-A177-3AD203B41FA5}">
                      <a16:colId xmlns:a16="http://schemas.microsoft.com/office/drawing/2014/main" val="2108123304"/>
                    </a:ext>
                  </a:extLst>
                </a:gridCol>
                <a:gridCol w="4231678">
                  <a:extLst>
                    <a:ext uri="{9D8B030D-6E8A-4147-A177-3AD203B41FA5}">
                      <a16:colId xmlns:a16="http://schemas.microsoft.com/office/drawing/2014/main" val="3758687016"/>
                    </a:ext>
                  </a:extLst>
                </a:gridCol>
                <a:gridCol w="1598540">
                  <a:extLst>
                    <a:ext uri="{9D8B030D-6E8A-4147-A177-3AD203B41FA5}">
                      <a16:colId xmlns:a16="http://schemas.microsoft.com/office/drawing/2014/main" val="3159827487"/>
                    </a:ext>
                  </a:extLst>
                </a:gridCol>
              </a:tblGrid>
              <a:tr h="743623">
                <a:tc>
                  <a:txBody>
                    <a:bodyPr/>
                    <a:lstStyle/>
                    <a:p>
                      <a:pPr algn="ctr">
                        <a:spcBef>
                          <a:spcPts val="600"/>
                        </a:spcBef>
                      </a:pPr>
                      <a:r>
                        <a:rPr lang="es-PE" sz="2000">
                          <a:effectLst/>
                        </a:rPr>
                        <a:t>CAPACIDADES</a:t>
                      </a:r>
                      <a:endParaRPr lang="es-PE" sz="2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spcBef>
                          <a:spcPts val="600"/>
                        </a:spcBef>
                      </a:pPr>
                      <a:r>
                        <a:rPr lang="es-PE" sz="2000">
                          <a:effectLst/>
                        </a:rPr>
                        <a:t>INDICADORES DE LOGRO</a:t>
                      </a:r>
                      <a:endParaRPr lang="es-PE" sz="2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spcBef>
                          <a:spcPts val="600"/>
                        </a:spcBef>
                      </a:pPr>
                      <a:r>
                        <a:rPr lang="es-PE" sz="2000">
                          <a:effectLst/>
                        </a:rPr>
                        <a:t>SESION DE APRENDIZAJE</a:t>
                      </a:r>
                      <a:endParaRPr lang="es-PE" sz="20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034118194"/>
                  </a:ext>
                </a:extLst>
              </a:tr>
              <a:tr h="1166131">
                <a:tc>
                  <a:txBody>
                    <a:bodyPr/>
                    <a:lstStyle/>
                    <a:p>
                      <a:pPr marL="444500" marR="0" lvl="0" indent="-444500" algn="l" defTabSz="914400" rtl="0" eaLnBrk="1" fontAlgn="auto" latinLnBrk="0" hangingPunct="1">
                        <a:lnSpc>
                          <a:spcPct val="100000"/>
                        </a:lnSpc>
                        <a:spcBef>
                          <a:spcPts val="0"/>
                        </a:spcBef>
                        <a:spcAft>
                          <a:spcPts val="0"/>
                        </a:spcAft>
                        <a:buClrTx/>
                        <a:buSzTx/>
                        <a:buFontTx/>
                        <a:buNone/>
                        <a:tabLst/>
                        <a:defRPr/>
                      </a:pPr>
                      <a:r>
                        <a:rPr lang="es-PE" sz="2000" dirty="0" err="1">
                          <a:effectLst/>
                        </a:rPr>
                        <a:t>C1</a:t>
                      </a:r>
                      <a:r>
                        <a:rPr lang="es-PE" sz="2000" dirty="0">
                          <a:effectLst/>
                        </a:rPr>
                        <a:t>. </a:t>
                      </a:r>
                      <a:r>
                        <a:rPr lang="es-PE" sz="1800" b="1" kern="1200" dirty="0">
                          <a:solidFill>
                            <a:schemeClr val="lt1"/>
                          </a:solidFill>
                          <a:effectLst/>
                          <a:latin typeface="+mn-lt"/>
                          <a:ea typeface="+mn-ea"/>
                          <a:cs typeface="+mn-cs"/>
                        </a:rPr>
                        <a:t>Desarrolla modelos matemáticos de programación lineal a partir de problemas con dos o más variables, representando de manera estructurada situaciones del mundo real para apoyar la toma de decisiones.</a:t>
                      </a:r>
                    </a:p>
                  </a:txBody>
                  <a:tcPr marL="68580" marR="68580" marT="0" marB="0"/>
                </a:tc>
                <a:tc>
                  <a:txBody>
                    <a:bodyPr/>
                    <a:lstStyle/>
                    <a:p>
                      <a:pPr algn="just">
                        <a:tabLst>
                          <a:tab pos="135255" algn="l"/>
                        </a:tabLst>
                      </a:pPr>
                      <a:r>
                        <a:rPr lang="es-PE" sz="2000" b="1" dirty="0">
                          <a:effectLst/>
                        </a:rPr>
                        <a:t>Desarrolla modelos matemáticos para hacer mezcla de productos usando software</a:t>
                      </a:r>
                      <a:endParaRPr lang="es-PE" sz="2000" b="1"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r>
                        <a:rPr lang="es-PE" sz="2000" b="1">
                          <a:effectLst/>
                        </a:rPr>
                        <a:t>1,2,3,4</a:t>
                      </a:r>
                      <a:endParaRPr lang="es-PE" sz="2000" b="1">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957582555"/>
                  </a:ext>
                </a:extLst>
              </a:tr>
              <a:tr h="1253148">
                <a:tc>
                  <a:txBody>
                    <a:bodyPr/>
                    <a:lstStyle/>
                    <a:p>
                      <a:pPr marL="444500" indent="-444500"/>
                      <a:r>
                        <a:rPr lang="es-PE" sz="2000" dirty="0" err="1">
                          <a:effectLst/>
                        </a:rPr>
                        <a:t>C2</a:t>
                      </a:r>
                      <a:r>
                        <a:rPr lang="es-PE" sz="2000" dirty="0">
                          <a:effectLst/>
                        </a:rPr>
                        <a:t>. </a:t>
                      </a:r>
                      <a:r>
                        <a:rPr lang="es-PE" sz="1800" b="1" kern="1200" dirty="0">
                          <a:solidFill>
                            <a:schemeClr val="lt1"/>
                          </a:solidFill>
                          <a:effectLst/>
                          <a:latin typeface="+mn-lt"/>
                          <a:ea typeface="+mn-ea"/>
                          <a:cs typeface="+mn-cs"/>
                        </a:rPr>
                        <a:t>Aplica técnicas de análisis de sensibilidad y programación entera para evaluar la estabilidad de las soluciones óptimas y resolver problemas de optimización en distintos contextos.</a:t>
                      </a:r>
                      <a:endParaRPr lang="es-PE"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r>
                        <a:rPr lang="es-ES" sz="1800" kern="1200" dirty="0">
                          <a:solidFill>
                            <a:schemeClr val="dk1"/>
                          </a:solidFill>
                          <a:effectLst/>
                          <a:latin typeface="+mn-lt"/>
                          <a:ea typeface="+mn-ea"/>
                          <a:cs typeface="+mn-cs"/>
                        </a:rPr>
                        <a:t>Realiza el análisis de sensibilidad de los coeficientes de la función objetivo y el el análisis de sensibilidad del lado derecho.. </a:t>
                      </a:r>
                      <a:endParaRPr lang="es-PE" sz="2000" b="1"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r>
                        <a:rPr lang="es-PE" sz="2000" b="1">
                          <a:effectLst/>
                        </a:rPr>
                        <a:t>5,6,7,8</a:t>
                      </a:r>
                      <a:endParaRPr lang="es-PE" sz="2000" b="1">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563027410"/>
                  </a:ext>
                </a:extLst>
              </a:tr>
              <a:tr h="874598">
                <a:tc>
                  <a:txBody>
                    <a:bodyPr/>
                    <a:lstStyle/>
                    <a:p>
                      <a:pPr marL="444500" indent="-444500"/>
                      <a:r>
                        <a:rPr lang="es-PE" sz="2000" dirty="0" err="1">
                          <a:effectLst/>
                        </a:rPr>
                        <a:t>C3</a:t>
                      </a:r>
                      <a:r>
                        <a:rPr lang="es-PE" sz="2000" dirty="0">
                          <a:effectLst/>
                        </a:rPr>
                        <a:t>. </a:t>
                      </a:r>
                      <a:r>
                        <a:rPr lang="es-PE" sz="1800" b="1" kern="1200" dirty="0">
                          <a:solidFill>
                            <a:schemeClr val="lt1"/>
                          </a:solidFill>
                          <a:effectLst/>
                          <a:latin typeface="+mn-lt"/>
                          <a:ea typeface="+mn-ea"/>
                          <a:cs typeface="+mn-cs"/>
                        </a:rPr>
                        <a:t>Analiza y resuelve problemas de redes de distribución y gestión de proyectos, identificando actividades, relaciones de precedencia y estimando tiempos para la planificación y control de proyectos.</a:t>
                      </a:r>
                      <a:endParaRPr lang="es-PE"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r>
                        <a:rPr lang="es-ES" sz="1800" kern="1200" dirty="0">
                          <a:solidFill>
                            <a:schemeClr val="dk1"/>
                          </a:solidFill>
                          <a:effectLst/>
                          <a:latin typeface="+mn-lt"/>
                          <a:ea typeface="+mn-ea"/>
                          <a:cs typeface="+mn-cs"/>
                        </a:rPr>
                        <a:t>Resuelve problemas determinísticos, resuelve problemas de técnica de choque y problemas probabilísticos.</a:t>
                      </a:r>
                      <a:endParaRPr lang="es-PE" sz="2000" b="1"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r>
                        <a:rPr lang="es-PE" sz="2000" b="1" dirty="0">
                          <a:effectLst/>
                        </a:rPr>
                        <a:t>9,10,11,12</a:t>
                      </a:r>
                      <a:endParaRPr lang="es-PE" sz="2000" b="1"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388195305"/>
                  </a:ext>
                </a:extLst>
              </a:tr>
              <a:tr h="903051">
                <a:tc>
                  <a:txBody>
                    <a:bodyPr/>
                    <a:lstStyle/>
                    <a:p>
                      <a:pPr marL="444500" marR="0" lvl="0" indent="-428625" algn="l" defTabSz="914400" rtl="0" eaLnBrk="1" fontAlgn="auto" latinLnBrk="0" hangingPunct="1">
                        <a:lnSpc>
                          <a:spcPct val="100000"/>
                        </a:lnSpc>
                        <a:spcBef>
                          <a:spcPts val="0"/>
                        </a:spcBef>
                        <a:spcAft>
                          <a:spcPts val="0"/>
                        </a:spcAft>
                        <a:buClrTx/>
                        <a:buSzTx/>
                        <a:buFontTx/>
                        <a:buNone/>
                        <a:tabLst/>
                        <a:defRPr/>
                      </a:pPr>
                      <a:r>
                        <a:rPr lang="es-PE" sz="2000" dirty="0" err="1">
                          <a:effectLst/>
                        </a:rPr>
                        <a:t>C4</a:t>
                      </a:r>
                      <a:r>
                        <a:rPr lang="es-PE" sz="2000" dirty="0">
                          <a:effectLst/>
                        </a:rPr>
                        <a:t>. </a:t>
                      </a:r>
                      <a:r>
                        <a:rPr lang="es-PE" sz="1800" b="1" kern="1200" dirty="0">
                          <a:solidFill>
                            <a:schemeClr val="lt1"/>
                          </a:solidFill>
                          <a:effectLst/>
                          <a:latin typeface="+mn-lt"/>
                          <a:ea typeface="+mn-ea"/>
                          <a:cs typeface="+mn-cs"/>
                        </a:rPr>
                        <a:t>Formula y resuelve modelos de programación por metas a partir de situaciones reales que implican múltiples objetivos, priorizando criterios para una adecuada toma de decisiones.</a:t>
                      </a:r>
                    </a:p>
                  </a:txBody>
                  <a:tcPr marL="68580" marR="68580" marT="0" marB="0"/>
                </a:tc>
                <a:tc>
                  <a:txBody>
                    <a:bodyPr/>
                    <a:lstStyle/>
                    <a:p>
                      <a:pPr algn="just"/>
                      <a:r>
                        <a:rPr lang="es-ES" sz="1800" kern="1200" dirty="0">
                          <a:solidFill>
                            <a:schemeClr val="dk1"/>
                          </a:solidFill>
                          <a:effectLst/>
                          <a:latin typeface="+mn-lt"/>
                          <a:ea typeface="+mn-ea"/>
                          <a:cs typeface="+mn-cs"/>
                        </a:rPr>
                        <a:t>Resuelve Modelos de programación por metas usando prioridad y usando penalidad.</a:t>
                      </a:r>
                      <a:endParaRPr lang="es-PE" sz="2000" b="1"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r>
                        <a:rPr lang="es-PE" sz="2000" b="1" dirty="0">
                          <a:effectLst/>
                        </a:rPr>
                        <a:t>13,14,15</a:t>
                      </a:r>
                      <a:endParaRPr lang="es-PE" sz="2000" b="1"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4122674636"/>
                  </a:ext>
                </a:extLst>
              </a:tr>
            </a:tbl>
          </a:graphicData>
        </a:graphic>
      </p:graphicFrame>
    </p:spTree>
    <p:extLst>
      <p:ext uri="{BB962C8B-B14F-4D97-AF65-F5344CB8AC3E}">
        <p14:creationId xmlns:p14="http://schemas.microsoft.com/office/powerpoint/2010/main" val="32841097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3" name="Google Shape;83;p15"/>
          <p:cNvSpPr txBox="1">
            <a:spLocks noGrp="1"/>
          </p:cNvSpPr>
          <p:nvPr>
            <p:ph type="sldNum" idx="4294967295"/>
          </p:nvPr>
        </p:nvSpPr>
        <p:spPr>
          <a:xfrm>
            <a:off x="10118726" y="6332538"/>
            <a:ext cx="549275" cy="525462"/>
          </a:xfrm>
          <a:prstGeom prst="rect">
            <a:avLst/>
          </a:prstGeom>
        </p:spPr>
        <p:txBody>
          <a:bodyPr spcFirstLastPara="1" vert="horz" wrap="square" lIns="0" tIns="0" rIns="0" bIns="0" rtlCol="0" anchor="ctr" anchorCtr="0">
            <a:noAutofit/>
          </a:bodyPr>
          <a:lstStyle/>
          <a:p>
            <a:fld id="{00000000-1234-1234-1234-123412341234}" type="slidenum">
              <a:rPr lang="en"/>
              <a:pPr/>
              <a:t>7</a:t>
            </a:fld>
            <a:endParaRPr dirty="0"/>
          </a:p>
        </p:txBody>
      </p:sp>
      <p:sp>
        <p:nvSpPr>
          <p:cNvPr id="3" name="Rectangle 1"/>
          <p:cNvSpPr>
            <a:spLocks noChangeArrowheads="1"/>
          </p:cNvSpPr>
          <p:nvPr/>
        </p:nvSpPr>
        <p:spPr bwMode="auto">
          <a:xfrm>
            <a:off x="2055814" y="25029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spcBef>
                <a:spcPct val="0"/>
              </a:spcBef>
              <a:spcAft>
                <a:spcPct val="0"/>
              </a:spcAft>
            </a:pPr>
            <a:endParaRPr lang="es-ES" altLang="es-ES" dirty="0">
              <a:latin typeface="Arial" pitchFamily="34" charset="0"/>
              <a:cs typeface="Arial" pitchFamily="34" charset="0"/>
            </a:endParaRPr>
          </a:p>
        </p:txBody>
      </p:sp>
      <p:sp>
        <p:nvSpPr>
          <p:cNvPr id="8" name="Rectangle 2">
            <a:extLst>
              <a:ext uri="{FF2B5EF4-FFF2-40B4-BE49-F238E27FC236}">
                <a16:creationId xmlns:a16="http://schemas.microsoft.com/office/drawing/2014/main" id="{7F39D403-E5DB-4B71-971B-B39676D29B4A}"/>
              </a:ext>
            </a:extLst>
          </p:cNvPr>
          <p:cNvSpPr txBox="1">
            <a:spLocks noChangeArrowheads="1"/>
          </p:cNvSpPr>
          <p:nvPr/>
        </p:nvSpPr>
        <p:spPr bwMode="black">
          <a:xfrm>
            <a:off x="6095999" y="109243"/>
            <a:ext cx="6096001" cy="85839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rtl="0" eaLnBrk="1" fontAlgn="base" hangingPunct="1">
              <a:spcBef>
                <a:spcPct val="0"/>
              </a:spcBef>
              <a:spcAft>
                <a:spcPct val="0"/>
              </a:spcAft>
              <a:defRPr sz="2800" b="1" i="1">
                <a:solidFill>
                  <a:schemeClr val="tx1"/>
                </a:solidFill>
                <a:latin typeface="+mj-lt"/>
                <a:ea typeface="+mj-ea"/>
                <a:cs typeface="+mj-cs"/>
              </a:defRPr>
            </a:lvl1pPr>
            <a:lvl2pPr algn="r" rtl="0" eaLnBrk="1" fontAlgn="base" hangingPunct="1">
              <a:spcBef>
                <a:spcPct val="0"/>
              </a:spcBef>
              <a:spcAft>
                <a:spcPct val="0"/>
              </a:spcAft>
              <a:defRPr sz="2800" b="1" i="1">
                <a:solidFill>
                  <a:schemeClr val="tx1"/>
                </a:solidFill>
                <a:latin typeface="Verdana" pitchFamily="34" charset="0"/>
              </a:defRPr>
            </a:lvl2pPr>
            <a:lvl3pPr algn="r" rtl="0" eaLnBrk="1" fontAlgn="base" hangingPunct="1">
              <a:spcBef>
                <a:spcPct val="0"/>
              </a:spcBef>
              <a:spcAft>
                <a:spcPct val="0"/>
              </a:spcAft>
              <a:defRPr sz="2800" b="1" i="1">
                <a:solidFill>
                  <a:schemeClr val="tx1"/>
                </a:solidFill>
                <a:latin typeface="Verdana" pitchFamily="34" charset="0"/>
              </a:defRPr>
            </a:lvl3pPr>
            <a:lvl4pPr algn="r" rtl="0" eaLnBrk="1" fontAlgn="base" hangingPunct="1">
              <a:spcBef>
                <a:spcPct val="0"/>
              </a:spcBef>
              <a:spcAft>
                <a:spcPct val="0"/>
              </a:spcAft>
              <a:defRPr sz="2800" b="1" i="1">
                <a:solidFill>
                  <a:schemeClr val="tx1"/>
                </a:solidFill>
                <a:latin typeface="Verdana" pitchFamily="34" charset="0"/>
              </a:defRPr>
            </a:lvl4pPr>
            <a:lvl5pPr algn="r" rtl="0" eaLnBrk="1" fontAlgn="base" hangingPunct="1">
              <a:spcBef>
                <a:spcPct val="0"/>
              </a:spcBef>
              <a:spcAft>
                <a:spcPct val="0"/>
              </a:spcAft>
              <a:defRPr sz="2800" b="1" i="1">
                <a:solidFill>
                  <a:schemeClr val="tx1"/>
                </a:solidFill>
                <a:latin typeface="Verdana" pitchFamily="34" charset="0"/>
              </a:defRPr>
            </a:lvl5pPr>
            <a:lvl6pPr marL="457200" algn="r" rtl="0" eaLnBrk="1" fontAlgn="base" hangingPunct="1">
              <a:spcBef>
                <a:spcPct val="0"/>
              </a:spcBef>
              <a:spcAft>
                <a:spcPct val="0"/>
              </a:spcAft>
              <a:defRPr sz="2800" b="1" i="1">
                <a:solidFill>
                  <a:schemeClr val="tx1"/>
                </a:solidFill>
                <a:latin typeface="Verdana" pitchFamily="34" charset="0"/>
              </a:defRPr>
            </a:lvl6pPr>
            <a:lvl7pPr marL="914400" algn="r" rtl="0" eaLnBrk="1" fontAlgn="base" hangingPunct="1">
              <a:spcBef>
                <a:spcPct val="0"/>
              </a:spcBef>
              <a:spcAft>
                <a:spcPct val="0"/>
              </a:spcAft>
              <a:defRPr sz="2800" b="1" i="1">
                <a:solidFill>
                  <a:schemeClr val="tx1"/>
                </a:solidFill>
                <a:latin typeface="Verdana" pitchFamily="34" charset="0"/>
              </a:defRPr>
            </a:lvl7pPr>
            <a:lvl8pPr marL="1371600" algn="r" rtl="0" eaLnBrk="1" fontAlgn="base" hangingPunct="1">
              <a:spcBef>
                <a:spcPct val="0"/>
              </a:spcBef>
              <a:spcAft>
                <a:spcPct val="0"/>
              </a:spcAft>
              <a:defRPr sz="2800" b="1" i="1">
                <a:solidFill>
                  <a:schemeClr val="tx1"/>
                </a:solidFill>
                <a:latin typeface="Verdana" pitchFamily="34" charset="0"/>
              </a:defRPr>
            </a:lvl8pPr>
            <a:lvl9pPr marL="1828800" algn="r" rtl="0" eaLnBrk="1" fontAlgn="base" hangingPunct="1">
              <a:spcBef>
                <a:spcPct val="0"/>
              </a:spcBef>
              <a:spcAft>
                <a:spcPct val="0"/>
              </a:spcAft>
              <a:defRPr sz="2800" b="1" i="1">
                <a:solidFill>
                  <a:schemeClr val="tx1"/>
                </a:solidFill>
                <a:latin typeface="Verdana" pitchFamily="34" charset="0"/>
              </a:defRPr>
            </a:lvl9pPr>
          </a:lstStyle>
          <a:p>
            <a:pPr algn="ctr"/>
            <a:r>
              <a:rPr lang="es-ES_tradnl" sz="3200" b="0" i="0" dirty="0">
                <a:solidFill>
                  <a:schemeClr val="bg1"/>
                </a:solidFill>
                <a:latin typeface="Bauhaus 93" pitchFamily="82" charset="0"/>
                <a:ea typeface="+mn-ea"/>
                <a:cs typeface="+mn-cs"/>
              </a:rPr>
              <a:t>Evaluación</a:t>
            </a:r>
          </a:p>
        </p:txBody>
      </p:sp>
      <p:graphicFrame>
        <p:nvGraphicFramePr>
          <p:cNvPr id="5" name="Tabla 4">
            <a:extLst>
              <a:ext uri="{FF2B5EF4-FFF2-40B4-BE49-F238E27FC236}">
                <a16:creationId xmlns:a16="http://schemas.microsoft.com/office/drawing/2014/main" id="{9AC1B7A2-AB5D-D271-E66A-8227D5F3DF9F}"/>
              </a:ext>
            </a:extLst>
          </p:cNvPr>
          <p:cNvGraphicFramePr>
            <a:graphicFrameLocks noGrp="1"/>
          </p:cNvGraphicFramePr>
          <p:nvPr>
            <p:extLst>
              <p:ext uri="{D42A27DB-BD31-4B8C-83A1-F6EECF244321}">
                <p14:modId xmlns:p14="http://schemas.microsoft.com/office/powerpoint/2010/main" val="22686901"/>
              </p:ext>
            </p:extLst>
          </p:nvPr>
        </p:nvGraphicFramePr>
        <p:xfrm>
          <a:off x="201478" y="1348353"/>
          <a:ext cx="11809708" cy="4456332"/>
        </p:xfrm>
        <a:graphic>
          <a:graphicData uri="http://schemas.openxmlformats.org/drawingml/2006/table">
            <a:tbl>
              <a:tblPr bandRow="1">
                <a:tableStyleId>{5C22544A-7EE6-4342-B048-85BDC9FD1C3A}</a:tableStyleId>
              </a:tblPr>
              <a:tblGrid>
                <a:gridCol w="1481018">
                  <a:extLst>
                    <a:ext uri="{9D8B030D-6E8A-4147-A177-3AD203B41FA5}">
                      <a16:colId xmlns:a16="http://schemas.microsoft.com/office/drawing/2014/main" val="1880280288"/>
                    </a:ext>
                  </a:extLst>
                </a:gridCol>
                <a:gridCol w="5609258">
                  <a:extLst>
                    <a:ext uri="{9D8B030D-6E8A-4147-A177-3AD203B41FA5}">
                      <a16:colId xmlns:a16="http://schemas.microsoft.com/office/drawing/2014/main" val="2962014645"/>
                    </a:ext>
                  </a:extLst>
                </a:gridCol>
                <a:gridCol w="808892">
                  <a:extLst>
                    <a:ext uri="{9D8B030D-6E8A-4147-A177-3AD203B41FA5}">
                      <a16:colId xmlns:a16="http://schemas.microsoft.com/office/drawing/2014/main" val="67941004"/>
                    </a:ext>
                  </a:extLst>
                </a:gridCol>
                <a:gridCol w="1019908">
                  <a:extLst>
                    <a:ext uri="{9D8B030D-6E8A-4147-A177-3AD203B41FA5}">
                      <a16:colId xmlns:a16="http://schemas.microsoft.com/office/drawing/2014/main" val="560164783"/>
                    </a:ext>
                  </a:extLst>
                </a:gridCol>
                <a:gridCol w="2890632">
                  <a:extLst>
                    <a:ext uri="{9D8B030D-6E8A-4147-A177-3AD203B41FA5}">
                      <a16:colId xmlns:a16="http://schemas.microsoft.com/office/drawing/2014/main" val="2815095988"/>
                    </a:ext>
                  </a:extLst>
                </a:gridCol>
              </a:tblGrid>
              <a:tr h="722850">
                <a:tc>
                  <a:txBody>
                    <a:bodyPr/>
                    <a:lstStyle/>
                    <a:p>
                      <a:pPr algn="ctr">
                        <a:spcAft>
                          <a:spcPts val="0"/>
                        </a:spcAft>
                      </a:pPr>
                      <a:r>
                        <a:rPr lang="es-PE" sz="2600" dirty="0">
                          <a:effectLst/>
                          <a:latin typeface="Arial Narrow" panose="020B0606020202030204" pitchFamily="34" charset="0"/>
                        </a:rPr>
                        <a:t>Capacidad</a:t>
                      </a:r>
                      <a:endParaRPr lang="es-PE" sz="2600" dirty="0">
                        <a:effectLst/>
                        <a:latin typeface="Arial Narrow" panose="020B0606020202030204" pitchFamily="34" charset="0"/>
                        <a:ea typeface="Times New Roman" panose="02020603050405020304" pitchFamily="18" charset="0"/>
                      </a:endParaRPr>
                    </a:p>
                  </a:txBody>
                  <a:tcPr marL="68580" marR="68580" marT="0" marB="0" anchor="ctr"/>
                </a:tc>
                <a:tc>
                  <a:txBody>
                    <a:bodyPr/>
                    <a:lstStyle/>
                    <a:p>
                      <a:pPr algn="ctr">
                        <a:spcAft>
                          <a:spcPts val="0"/>
                        </a:spcAft>
                      </a:pPr>
                      <a:r>
                        <a:rPr lang="es-PE" sz="2600" dirty="0">
                          <a:effectLst/>
                          <a:latin typeface="Arial Narrow" panose="020B0606020202030204" pitchFamily="34" charset="0"/>
                        </a:rPr>
                        <a:t>Producto de Aprendizaje evaluados con nota</a:t>
                      </a:r>
                      <a:endParaRPr lang="es-PE" sz="2600" dirty="0">
                        <a:effectLst/>
                        <a:latin typeface="Arial Narrow" panose="020B0606020202030204" pitchFamily="34" charset="0"/>
                        <a:ea typeface="Times New Roman" panose="02020603050405020304" pitchFamily="18" charset="0"/>
                      </a:endParaRPr>
                    </a:p>
                  </a:txBody>
                  <a:tcPr marL="68580" marR="68580" marT="0" marB="0" anchor="ctr"/>
                </a:tc>
                <a:tc>
                  <a:txBody>
                    <a:bodyPr/>
                    <a:lstStyle/>
                    <a:p>
                      <a:pPr algn="ctr">
                        <a:spcAft>
                          <a:spcPts val="0"/>
                        </a:spcAft>
                      </a:pPr>
                      <a:r>
                        <a:rPr lang="es-PE" sz="2600" dirty="0">
                          <a:effectLst/>
                          <a:latin typeface="Arial Narrow" panose="020B0606020202030204" pitchFamily="34" charset="0"/>
                        </a:rPr>
                        <a:t>Sigla</a:t>
                      </a:r>
                      <a:endParaRPr lang="es-PE" sz="2600" dirty="0">
                        <a:effectLst/>
                        <a:latin typeface="Arial Narrow" panose="020B0606020202030204" pitchFamily="34" charset="0"/>
                        <a:ea typeface="Times New Roman" panose="02020603050405020304" pitchFamily="18" charset="0"/>
                      </a:endParaRPr>
                    </a:p>
                  </a:txBody>
                  <a:tcPr marL="68580" marR="68580" marT="0" marB="0" anchor="ctr"/>
                </a:tc>
                <a:tc>
                  <a:txBody>
                    <a:bodyPr/>
                    <a:lstStyle/>
                    <a:p>
                      <a:pPr algn="ctr">
                        <a:spcAft>
                          <a:spcPts val="0"/>
                        </a:spcAft>
                      </a:pPr>
                      <a:r>
                        <a:rPr lang="es-PE" sz="2600">
                          <a:effectLst/>
                          <a:latin typeface="Arial Narrow" panose="020B0606020202030204" pitchFamily="34" charset="0"/>
                        </a:rPr>
                        <a:t>Peso</a:t>
                      </a:r>
                      <a:endParaRPr lang="es-PE" sz="2600">
                        <a:effectLst/>
                        <a:latin typeface="Arial Narrow" panose="020B0606020202030204" pitchFamily="34" charset="0"/>
                        <a:ea typeface="Times New Roman" panose="02020603050405020304" pitchFamily="18" charset="0"/>
                      </a:endParaRPr>
                    </a:p>
                  </a:txBody>
                  <a:tcPr marL="68580" marR="68580" marT="0" marB="0" anchor="ctr"/>
                </a:tc>
                <a:tc>
                  <a:txBody>
                    <a:bodyPr/>
                    <a:lstStyle/>
                    <a:p>
                      <a:pPr algn="ctr">
                        <a:spcAft>
                          <a:spcPts val="0"/>
                        </a:spcAft>
                      </a:pPr>
                      <a:r>
                        <a:rPr lang="es-PE" sz="2600">
                          <a:effectLst/>
                          <a:latin typeface="Arial Narrow" panose="020B0606020202030204" pitchFamily="34" charset="0"/>
                        </a:rPr>
                        <a:t>Instrumentos de</a:t>
                      </a:r>
                    </a:p>
                    <a:p>
                      <a:pPr algn="ctr">
                        <a:spcAft>
                          <a:spcPts val="0"/>
                        </a:spcAft>
                      </a:pPr>
                      <a:r>
                        <a:rPr lang="es-PE" sz="2600">
                          <a:effectLst/>
                          <a:latin typeface="Arial Narrow" panose="020B0606020202030204" pitchFamily="34" charset="0"/>
                        </a:rPr>
                        <a:t>Evaluación</a:t>
                      </a:r>
                      <a:endParaRPr lang="es-PE" sz="2600">
                        <a:effectLst/>
                        <a:latin typeface="Arial Narrow" panose="020B0606020202030204" pitchFamily="34" charset="0"/>
                        <a:ea typeface="Times New Roman" panose="02020603050405020304" pitchFamily="18" charset="0"/>
                      </a:endParaRPr>
                    </a:p>
                  </a:txBody>
                  <a:tcPr marL="68580" marR="68580" marT="0" marB="0" anchor="ctr"/>
                </a:tc>
                <a:extLst>
                  <a:ext uri="{0D108BD9-81ED-4DB2-BD59-A6C34878D82A}">
                    <a16:rowId xmlns:a16="http://schemas.microsoft.com/office/drawing/2014/main" val="672715299"/>
                  </a:ext>
                </a:extLst>
              </a:tr>
              <a:tr h="722850">
                <a:tc>
                  <a:txBody>
                    <a:bodyPr/>
                    <a:lstStyle/>
                    <a:p>
                      <a:pPr algn="ctr"/>
                      <a:r>
                        <a:rPr lang="es-PE" sz="2600">
                          <a:effectLst/>
                          <a:latin typeface="Arial Narrow" panose="020B0606020202030204" pitchFamily="34" charset="0"/>
                        </a:rPr>
                        <a:t>1</a:t>
                      </a:r>
                      <a:endParaRPr lang="es-PE" sz="2600">
                        <a:effectLst/>
                        <a:latin typeface="Arial Narrow" panose="020B0606020202030204" pitchFamily="34" charset="0"/>
                        <a:ea typeface="Times New Roman" panose="02020603050405020304" pitchFamily="18" charset="0"/>
                      </a:endParaRPr>
                    </a:p>
                  </a:txBody>
                  <a:tcPr marL="68580" marR="68580" marT="0" marB="0" anchor="ctr"/>
                </a:tc>
                <a:tc>
                  <a:txBody>
                    <a:bodyPr/>
                    <a:lstStyle/>
                    <a:p>
                      <a:pPr marL="0" algn="just" defTabSz="914400" rtl="0" eaLnBrk="1" latinLnBrk="0" hangingPunct="1"/>
                      <a:r>
                        <a:rPr lang="es-ES" sz="2600" kern="1200" dirty="0">
                          <a:solidFill>
                            <a:schemeClr val="dk1"/>
                          </a:solidFill>
                          <a:effectLst/>
                          <a:latin typeface="Arial Narrow" panose="020B0606020202030204" pitchFamily="34" charset="0"/>
                          <a:ea typeface="+mn-ea"/>
                          <a:cs typeface="+mn-cs"/>
                        </a:rPr>
                        <a:t>Prueba con desarrollo (evaluación) </a:t>
                      </a:r>
                      <a:endParaRPr lang="es-PE" sz="2600" kern="1200" dirty="0">
                        <a:solidFill>
                          <a:schemeClr val="dk1"/>
                        </a:solidFill>
                        <a:effectLst/>
                        <a:latin typeface="Arial Narrow" panose="020B0606020202030204" pitchFamily="34" charset="0"/>
                        <a:ea typeface="+mn-ea"/>
                        <a:cs typeface="+mn-cs"/>
                      </a:endParaRPr>
                    </a:p>
                  </a:txBody>
                  <a:tcPr marL="68580" marR="68580" marT="0" marB="0" anchor="ctr"/>
                </a:tc>
                <a:tc>
                  <a:txBody>
                    <a:bodyPr/>
                    <a:lstStyle/>
                    <a:p>
                      <a:pPr algn="ctr"/>
                      <a:r>
                        <a:rPr lang="es-PE" sz="2600" dirty="0" err="1">
                          <a:effectLst/>
                          <a:latin typeface="Arial Narrow" panose="020B0606020202030204" pitchFamily="34" charset="0"/>
                        </a:rPr>
                        <a:t>T1</a:t>
                      </a:r>
                      <a:endParaRPr lang="es-PE" sz="2600" dirty="0">
                        <a:effectLst/>
                        <a:latin typeface="Arial Narrow" panose="020B0606020202030204" pitchFamily="34" charset="0"/>
                        <a:ea typeface="Times New Roman" panose="02020603050405020304" pitchFamily="18" charset="0"/>
                      </a:endParaRPr>
                    </a:p>
                  </a:txBody>
                  <a:tcPr marL="68580" marR="68580" marT="0" marB="0" anchor="ctr"/>
                </a:tc>
                <a:tc>
                  <a:txBody>
                    <a:bodyPr/>
                    <a:lstStyle/>
                    <a:p>
                      <a:pPr algn="ctr"/>
                      <a:r>
                        <a:rPr lang="es-PE" sz="2600">
                          <a:effectLst/>
                          <a:latin typeface="Arial Narrow" panose="020B0606020202030204" pitchFamily="34" charset="0"/>
                        </a:rPr>
                        <a:t>0.20</a:t>
                      </a:r>
                      <a:endParaRPr lang="es-PE" sz="2600">
                        <a:effectLst/>
                        <a:latin typeface="Arial Narrow" panose="020B0606020202030204" pitchFamily="34" charset="0"/>
                        <a:ea typeface="Times New Roman" panose="02020603050405020304" pitchFamily="18" charset="0"/>
                      </a:endParaRPr>
                    </a:p>
                  </a:txBody>
                  <a:tcPr marL="68580" marR="68580" marT="0" marB="0" anchor="ctr"/>
                </a:tc>
                <a:tc>
                  <a:txBody>
                    <a:bodyPr/>
                    <a:lstStyle/>
                    <a:p>
                      <a:pPr algn="ctr"/>
                      <a:r>
                        <a:rPr lang="es-PE" sz="2600">
                          <a:effectLst/>
                          <a:latin typeface="Arial Narrow" panose="020B0606020202030204" pitchFamily="34" charset="0"/>
                        </a:rPr>
                        <a:t>Cuestionario de problemas </a:t>
                      </a:r>
                      <a:endParaRPr lang="es-PE" sz="2600">
                        <a:effectLst/>
                        <a:latin typeface="Arial Narrow" panose="020B060602020203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10823306"/>
                  </a:ext>
                </a:extLst>
              </a:tr>
              <a:tr h="643206">
                <a:tc>
                  <a:txBody>
                    <a:bodyPr/>
                    <a:lstStyle/>
                    <a:p>
                      <a:pPr algn="ctr"/>
                      <a:r>
                        <a:rPr lang="es-PE" sz="2600">
                          <a:effectLst/>
                          <a:latin typeface="Arial Narrow" panose="020B0606020202030204" pitchFamily="34" charset="0"/>
                        </a:rPr>
                        <a:t>2</a:t>
                      </a:r>
                      <a:endParaRPr lang="es-PE" sz="2600">
                        <a:effectLst/>
                        <a:latin typeface="Arial Narrow" panose="020B0606020202030204" pitchFamily="34" charset="0"/>
                        <a:ea typeface="Times New Roman" panose="02020603050405020304" pitchFamily="18" charset="0"/>
                      </a:endParaRPr>
                    </a:p>
                  </a:txBody>
                  <a:tcPr marL="68580" marR="68580" marT="0" marB="0" anchor="ctr"/>
                </a:tc>
                <a:tc>
                  <a:txBody>
                    <a:bodyPr/>
                    <a:lstStyle/>
                    <a:p>
                      <a:pPr marL="0" algn="just" defTabSz="914400" rtl="0" eaLnBrk="1" latinLnBrk="0" hangingPunct="1"/>
                      <a:r>
                        <a:rPr lang="es-ES" sz="2600" kern="1200" dirty="0">
                          <a:solidFill>
                            <a:schemeClr val="dk1"/>
                          </a:solidFill>
                          <a:effectLst/>
                          <a:latin typeface="Arial Narrow" panose="020B0606020202030204" pitchFamily="34" charset="0"/>
                          <a:ea typeface="+mn-ea"/>
                          <a:cs typeface="+mn-cs"/>
                        </a:rPr>
                        <a:t>Prueba con desarrollo (evaluación) </a:t>
                      </a:r>
                      <a:endParaRPr lang="es-PE" sz="2600" kern="1200" dirty="0">
                        <a:solidFill>
                          <a:schemeClr val="dk1"/>
                        </a:solidFill>
                        <a:effectLst/>
                        <a:latin typeface="Arial Narrow" panose="020B0606020202030204" pitchFamily="34" charset="0"/>
                        <a:ea typeface="+mn-ea"/>
                        <a:cs typeface="+mn-cs"/>
                      </a:endParaRPr>
                    </a:p>
                  </a:txBody>
                  <a:tcPr marL="68580" marR="68580" marT="0" marB="0" anchor="ctr"/>
                </a:tc>
                <a:tc>
                  <a:txBody>
                    <a:bodyPr/>
                    <a:lstStyle/>
                    <a:p>
                      <a:pPr algn="ctr"/>
                      <a:r>
                        <a:rPr lang="es-PE" sz="2600">
                          <a:effectLst/>
                          <a:latin typeface="Arial Narrow" panose="020B0606020202030204" pitchFamily="34" charset="0"/>
                        </a:rPr>
                        <a:t>R1</a:t>
                      </a:r>
                      <a:endParaRPr lang="es-PE" sz="2600">
                        <a:effectLst/>
                        <a:latin typeface="Arial Narrow" panose="020B0606020202030204" pitchFamily="34" charset="0"/>
                        <a:ea typeface="Times New Roman" panose="02020603050405020304" pitchFamily="18" charset="0"/>
                      </a:endParaRPr>
                    </a:p>
                  </a:txBody>
                  <a:tcPr marL="68580" marR="68580" marT="0" marB="0" anchor="ctr"/>
                </a:tc>
                <a:tc>
                  <a:txBody>
                    <a:bodyPr/>
                    <a:lstStyle/>
                    <a:p>
                      <a:pPr algn="ctr"/>
                      <a:r>
                        <a:rPr lang="es-PE" sz="2600">
                          <a:effectLst/>
                          <a:latin typeface="Arial Narrow" panose="020B0606020202030204" pitchFamily="34" charset="0"/>
                        </a:rPr>
                        <a:t>0.25</a:t>
                      </a:r>
                      <a:endParaRPr lang="es-PE" sz="2600">
                        <a:effectLst/>
                        <a:latin typeface="Arial Narrow" panose="020B0606020202030204" pitchFamily="34" charset="0"/>
                        <a:ea typeface="Times New Roman" panose="02020603050405020304" pitchFamily="18" charset="0"/>
                      </a:endParaRPr>
                    </a:p>
                  </a:txBody>
                  <a:tcPr marL="68580" marR="68580" marT="0" marB="0" anchor="ctr"/>
                </a:tc>
                <a:tc>
                  <a:txBody>
                    <a:bodyPr/>
                    <a:lstStyle/>
                    <a:p>
                      <a:pPr algn="ctr"/>
                      <a:r>
                        <a:rPr lang="es-PE" sz="2600">
                          <a:effectLst/>
                          <a:latin typeface="Arial Narrow" panose="020B0606020202030204" pitchFamily="34" charset="0"/>
                        </a:rPr>
                        <a:t>Rúbrica</a:t>
                      </a:r>
                      <a:endParaRPr lang="es-PE" sz="2600">
                        <a:effectLst/>
                        <a:latin typeface="Arial Narrow" panose="020B060602020203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1796336023"/>
                  </a:ext>
                </a:extLst>
              </a:tr>
              <a:tr h="722850">
                <a:tc>
                  <a:txBody>
                    <a:bodyPr/>
                    <a:lstStyle/>
                    <a:p>
                      <a:pPr algn="ctr"/>
                      <a:r>
                        <a:rPr lang="es-PE" sz="2600">
                          <a:effectLst/>
                          <a:latin typeface="Arial Narrow" panose="020B0606020202030204" pitchFamily="34" charset="0"/>
                        </a:rPr>
                        <a:t>3</a:t>
                      </a:r>
                      <a:endParaRPr lang="es-PE" sz="2600">
                        <a:effectLst/>
                        <a:latin typeface="Arial Narrow" panose="020B0606020202030204" pitchFamily="34" charset="0"/>
                        <a:ea typeface="Times New Roman" panose="02020603050405020304" pitchFamily="18" charset="0"/>
                      </a:endParaRPr>
                    </a:p>
                  </a:txBody>
                  <a:tcPr marL="68580" marR="68580" marT="0" marB="0" anchor="ctr"/>
                </a:tc>
                <a:tc>
                  <a:txBody>
                    <a:bodyPr/>
                    <a:lstStyle/>
                    <a:p>
                      <a:pPr marL="0" algn="just" defTabSz="914400" rtl="0" eaLnBrk="1" latinLnBrk="0" hangingPunct="1"/>
                      <a:r>
                        <a:rPr lang="es-ES" sz="2600" kern="1200" dirty="0">
                          <a:solidFill>
                            <a:schemeClr val="dk1"/>
                          </a:solidFill>
                          <a:effectLst/>
                          <a:latin typeface="Arial Narrow" panose="020B0606020202030204" pitchFamily="34" charset="0"/>
                          <a:ea typeface="+mn-ea"/>
                          <a:cs typeface="+mn-cs"/>
                        </a:rPr>
                        <a:t>Prueba con desarrollo (evaluación)</a:t>
                      </a:r>
                      <a:endParaRPr lang="es-PE" sz="2600" kern="1200" dirty="0">
                        <a:solidFill>
                          <a:schemeClr val="dk1"/>
                        </a:solidFill>
                        <a:effectLst/>
                        <a:latin typeface="Arial Narrow" panose="020B0606020202030204" pitchFamily="34" charset="0"/>
                        <a:ea typeface="+mn-ea"/>
                        <a:cs typeface="+mn-cs"/>
                      </a:endParaRPr>
                    </a:p>
                  </a:txBody>
                  <a:tcPr marL="68580" marR="68580" marT="0" marB="0" anchor="ctr"/>
                </a:tc>
                <a:tc>
                  <a:txBody>
                    <a:bodyPr/>
                    <a:lstStyle/>
                    <a:p>
                      <a:pPr algn="ctr"/>
                      <a:r>
                        <a:rPr lang="es-PE" sz="2600">
                          <a:effectLst/>
                          <a:latin typeface="Arial Narrow" panose="020B0606020202030204" pitchFamily="34" charset="0"/>
                        </a:rPr>
                        <a:t>T2</a:t>
                      </a:r>
                      <a:endParaRPr lang="es-PE" sz="2600">
                        <a:effectLst/>
                        <a:latin typeface="Arial Narrow" panose="020B0606020202030204" pitchFamily="34" charset="0"/>
                        <a:ea typeface="Times New Roman" panose="02020603050405020304" pitchFamily="18" charset="0"/>
                      </a:endParaRPr>
                    </a:p>
                  </a:txBody>
                  <a:tcPr marL="68580" marR="68580" marT="0" marB="0" anchor="ctr"/>
                </a:tc>
                <a:tc>
                  <a:txBody>
                    <a:bodyPr/>
                    <a:lstStyle/>
                    <a:p>
                      <a:pPr algn="ctr"/>
                      <a:r>
                        <a:rPr lang="es-PE" sz="2600">
                          <a:effectLst/>
                          <a:latin typeface="Arial Narrow" panose="020B0606020202030204" pitchFamily="34" charset="0"/>
                        </a:rPr>
                        <a:t>0.20</a:t>
                      </a:r>
                      <a:endParaRPr lang="es-PE" sz="2600">
                        <a:effectLst/>
                        <a:latin typeface="Arial Narrow" panose="020B0606020202030204" pitchFamily="34" charset="0"/>
                        <a:ea typeface="Times New Roman" panose="02020603050405020304" pitchFamily="18" charset="0"/>
                      </a:endParaRPr>
                    </a:p>
                  </a:txBody>
                  <a:tcPr marL="68580" marR="68580" marT="0" marB="0"/>
                </a:tc>
                <a:tc>
                  <a:txBody>
                    <a:bodyPr/>
                    <a:lstStyle/>
                    <a:p>
                      <a:pPr algn="ctr"/>
                      <a:r>
                        <a:rPr lang="es-PE" sz="2600">
                          <a:effectLst/>
                          <a:latin typeface="Arial Narrow" panose="020B0606020202030204" pitchFamily="34" charset="0"/>
                        </a:rPr>
                        <a:t>Cuestionario de problemas</a:t>
                      </a:r>
                      <a:endParaRPr lang="es-PE" sz="2600">
                        <a:effectLst/>
                        <a:latin typeface="Arial Narrow" panose="020B060602020203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2382767617"/>
                  </a:ext>
                </a:extLst>
              </a:tr>
              <a:tr h="643206">
                <a:tc rowSpan="2">
                  <a:txBody>
                    <a:bodyPr/>
                    <a:lstStyle/>
                    <a:p>
                      <a:pPr algn="ctr"/>
                      <a:r>
                        <a:rPr lang="es-PE" sz="2600">
                          <a:effectLst/>
                          <a:latin typeface="Arial Narrow" panose="020B0606020202030204" pitchFamily="34" charset="0"/>
                        </a:rPr>
                        <a:t>4</a:t>
                      </a:r>
                      <a:endParaRPr lang="es-PE" sz="2600">
                        <a:effectLst/>
                        <a:latin typeface="Arial Narrow" panose="020B0606020202030204" pitchFamily="34" charset="0"/>
                        <a:ea typeface="Times New Roman" panose="02020603050405020304" pitchFamily="18" charset="0"/>
                      </a:endParaRPr>
                    </a:p>
                  </a:txBody>
                  <a:tcPr marL="68580" marR="68580" marT="0" marB="0" anchor="ctr"/>
                </a:tc>
                <a:tc>
                  <a:txBody>
                    <a:bodyPr/>
                    <a:lstStyle/>
                    <a:p>
                      <a:pPr marL="0" algn="just" defTabSz="914400" rtl="0" eaLnBrk="1" latinLnBrk="0" hangingPunct="1"/>
                      <a:r>
                        <a:rPr lang="es-ES" sz="2600" kern="1200" dirty="0">
                          <a:solidFill>
                            <a:schemeClr val="dk1"/>
                          </a:solidFill>
                          <a:effectLst/>
                          <a:latin typeface="Arial Narrow" panose="020B0606020202030204" pitchFamily="34" charset="0"/>
                          <a:ea typeface="+mn-ea"/>
                          <a:cs typeface="+mn-cs"/>
                        </a:rPr>
                        <a:t>Prueba con desarrollo (evaluación)</a:t>
                      </a:r>
                      <a:endParaRPr lang="es-PE" sz="2600" kern="1200" dirty="0">
                        <a:solidFill>
                          <a:schemeClr val="dk1"/>
                        </a:solidFill>
                        <a:effectLst/>
                        <a:latin typeface="Arial Narrow" panose="020B0606020202030204" pitchFamily="34" charset="0"/>
                        <a:ea typeface="+mn-ea"/>
                        <a:cs typeface="+mn-cs"/>
                      </a:endParaRPr>
                    </a:p>
                  </a:txBody>
                  <a:tcPr marL="68580" marR="68580" marT="0" marB="0" anchor="ctr"/>
                </a:tc>
                <a:tc>
                  <a:txBody>
                    <a:bodyPr/>
                    <a:lstStyle/>
                    <a:p>
                      <a:pPr algn="ctr"/>
                      <a:r>
                        <a:rPr lang="es-PE" sz="2600">
                          <a:effectLst/>
                          <a:latin typeface="Arial Narrow" panose="020B0606020202030204" pitchFamily="34" charset="0"/>
                        </a:rPr>
                        <a:t>R2</a:t>
                      </a:r>
                      <a:endParaRPr lang="es-PE" sz="2600">
                        <a:effectLst/>
                        <a:latin typeface="Arial Narrow" panose="020B0606020202030204" pitchFamily="34" charset="0"/>
                        <a:ea typeface="Times New Roman" panose="02020603050405020304" pitchFamily="18" charset="0"/>
                      </a:endParaRPr>
                    </a:p>
                  </a:txBody>
                  <a:tcPr marL="68580" marR="68580" marT="0" marB="0" anchor="ctr"/>
                </a:tc>
                <a:tc>
                  <a:txBody>
                    <a:bodyPr/>
                    <a:lstStyle/>
                    <a:p>
                      <a:pPr algn="ctr"/>
                      <a:r>
                        <a:rPr lang="es-PE" sz="2600">
                          <a:effectLst/>
                          <a:latin typeface="Arial Narrow" panose="020B0606020202030204" pitchFamily="34" charset="0"/>
                        </a:rPr>
                        <a:t>0.25</a:t>
                      </a:r>
                      <a:endParaRPr lang="es-PE" sz="2600">
                        <a:effectLst/>
                        <a:latin typeface="Arial Narrow" panose="020B0606020202030204" pitchFamily="34" charset="0"/>
                        <a:ea typeface="Times New Roman" panose="02020603050405020304" pitchFamily="18" charset="0"/>
                      </a:endParaRPr>
                    </a:p>
                  </a:txBody>
                  <a:tcPr marL="68580" marR="68580" marT="0" marB="0"/>
                </a:tc>
                <a:tc>
                  <a:txBody>
                    <a:bodyPr/>
                    <a:lstStyle/>
                    <a:p>
                      <a:pPr algn="ctr"/>
                      <a:r>
                        <a:rPr lang="es-PE" sz="2600">
                          <a:effectLst/>
                          <a:latin typeface="Arial Narrow" panose="020B0606020202030204" pitchFamily="34" charset="0"/>
                        </a:rPr>
                        <a:t>Rúbrica</a:t>
                      </a:r>
                      <a:endParaRPr lang="es-PE" sz="2600">
                        <a:effectLst/>
                        <a:latin typeface="Arial Narrow" panose="020B060602020203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541548240"/>
                  </a:ext>
                </a:extLst>
              </a:tr>
              <a:tr h="369726">
                <a:tc vMerge="1">
                  <a:txBody>
                    <a:bodyPr/>
                    <a:lstStyle/>
                    <a:p>
                      <a:endParaRPr lang="es-PE"/>
                    </a:p>
                  </a:txBody>
                  <a:tcPr/>
                </a:tc>
                <a:tc>
                  <a:txBody>
                    <a:bodyPr/>
                    <a:lstStyle/>
                    <a:p>
                      <a:pPr algn="just"/>
                      <a:r>
                        <a:rPr lang="es-PE" sz="2600" dirty="0">
                          <a:effectLst/>
                          <a:latin typeface="Arial Narrow" panose="020B0606020202030204" pitchFamily="34" charset="0"/>
                        </a:rPr>
                        <a:t>Actitudinal</a:t>
                      </a:r>
                      <a:endParaRPr lang="es-PE" sz="2600" dirty="0">
                        <a:effectLst/>
                        <a:latin typeface="Arial Narrow" panose="020B0606020202030204" pitchFamily="34" charset="0"/>
                        <a:ea typeface="Times New Roman" panose="02020603050405020304" pitchFamily="18" charset="0"/>
                      </a:endParaRPr>
                    </a:p>
                  </a:txBody>
                  <a:tcPr marL="68580" marR="68580" marT="0" marB="0" anchor="ctr"/>
                </a:tc>
                <a:tc>
                  <a:txBody>
                    <a:bodyPr/>
                    <a:lstStyle/>
                    <a:p>
                      <a:pPr algn="ctr"/>
                      <a:r>
                        <a:rPr lang="es-PE" sz="2600" dirty="0">
                          <a:effectLst/>
                          <a:latin typeface="Arial Narrow" panose="020B0606020202030204" pitchFamily="34" charset="0"/>
                        </a:rPr>
                        <a:t>A</a:t>
                      </a:r>
                      <a:endParaRPr lang="es-PE" sz="2600" dirty="0">
                        <a:effectLst/>
                        <a:latin typeface="Arial Narrow" panose="020B0606020202030204" pitchFamily="34" charset="0"/>
                        <a:ea typeface="Times New Roman" panose="02020603050405020304" pitchFamily="18" charset="0"/>
                      </a:endParaRPr>
                    </a:p>
                  </a:txBody>
                  <a:tcPr marL="68580" marR="68580" marT="0" marB="0" anchor="ctr"/>
                </a:tc>
                <a:tc>
                  <a:txBody>
                    <a:bodyPr/>
                    <a:lstStyle/>
                    <a:p>
                      <a:pPr algn="ctr"/>
                      <a:r>
                        <a:rPr lang="es-PE" sz="2600" dirty="0">
                          <a:effectLst/>
                          <a:latin typeface="Arial Narrow" panose="020B0606020202030204" pitchFamily="34" charset="0"/>
                        </a:rPr>
                        <a:t>0.10</a:t>
                      </a:r>
                      <a:endParaRPr lang="es-PE" sz="2600" dirty="0">
                        <a:effectLst/>
                        <a:latin typeface="Arial Narrow" panose="020B0606020202030204" pitchFamily="34" charset="0"/>
                        <a:ea typeface="Times New Roman" panose="02020603050405020304" pitchFamily="18" charset="0"/>
                      </a:endParaRPr>
                    </a:p>
                  </a:txBody>
                  <a:tcPr marL="68580" marR="68580" marT="0" marB="0"/>
                </a:tc>
                <a:tc>
                  <a:txBody>
                    <a:bodyPr/>
                    <a:lstStyle/>
                    <a:p>
                      <a:pPr algn="ctr"/>
                      <a:r>
                        <a:rPr lang="es-PE" sz="2600">
                          <a:effectLst/>
                          <a:latin typeface="Arial Narrow" panose="020B0606020202030204" pitchFamily="34" charset="0"/>
                        </a:rPr>
                        <a:t>Lista de cotejo</a:t>
                      </a:r>
                      <a:endParaRPr lang="es-PE" sz="2600">
                        <a:effectLst/>
                        <a:latin typeface="Arial Narrow" panose="020B060602020203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3271470320"/>
                  </a:ext>
                </a:extLst>
              </a:tr>
              <a:tr h="361425">
                <a:tc gridSpan="3">
                  <a:txBody>
                    <a:bodyPr/>
                    <a:lstStyle/>
                    <a:p>
                      <a:pPr algn="ctr"/>
                      <a:r>
                        <a:rPr lang="es-PE" sz="2600">
                          <a:effectLst/>
                          <a:latin typeface="Arial Narrow" panose="020B0606020202030204" pitchFamily="34" charset="0"/>
                        </a:rPr>
                        <a:t>TOTAL </a:t>
                      </a:r>
                      <a:endParaRPr lang="es-PE" sz="2600">
                        <a:effectLst/>
                        <a:latin typeface="Arial Narrow" panose="020B0606020202030204" pitchFamily="34" charset="0"/>
                        <a:ea typeface="Times New Roman" panose="02020603050405020304" pitchFamily="18" charset="0"/>
                      </a:endParaRPr>
                    </a:p>
                  </a:txBody>
                  <a:tcPr marL="68580" marR="68580" marT="0" marB="0" anchor="ctr"/>
                </a:tc>
                <a:tc hMerge="1">
                  <a:txBody>
                    <a:bodyPr/>
                    <a:lstStyle/>
                    <a:p>
                      <a:endParaRPr lang="es-PE"/>
                    </a:p>
                  </a:txBody>
                  <a:tcPr/>
                </a:tc>
                <a:tc hMerge="1">
                  <a:txBody>
                    <a:bodyPr/>
                    <a:lstStyle/>
                    <a:p>
                      <a:endParaRPr lang="es-PE"/>
                    </a:p>
                  </a:txBody>
                  <a:tcPr/>
                </a:tc>
                <a:tc>
                  <a:txBody>
                    <a:bodyPr/>
                    <a:lstStyle/>
                    <a:p>
                      <a:pPr algn="ctr"/>
                      <a:r>
                        <a:rPr lang="es-PE" sz="2600" dirty="0">
                          <a:effectLst/>
                          <a:latin typeface="Arial Narrow" panose="020B0606020202030204" pitchFamily="34" charset="0"/>
                        </a:rPr>
                        <a:t>1.00</a:t>
                      </a:r>
                      <a:endParaRPr lang="es-PE" sz="2600" dirty="0">
                        <a:effectLst/>
                        <a:latin typeface="Arial Narrow" panose="020B0606020202030204" pitchFamily="34" charset="0"/>
                        <a:ea typeface="Times New Roman" panose="02020603050405020304" pitchFamily="18" charset="0"/>
                      </a:endParaRPr>
                    </a:p>
                  </a:txBody>
                  <a:tcPr marL="68580" marR="68580" marT="0" marB="0" anchor="ctr"/>
                </a:tc>
                <a:tc>
                  <a:txBody>
                    <a:bodyPr/>
                    <a:lstStyle/>
                    <a:p>
                      <a:pPr algn="ctr"/>
                      <a:r>
                        <a:rPr lang="es-PE" sz="2600" dirty="0">
                          <a:effectLst/>
                          <a:latin typeface="Arial Narrow" panose="020B0606020202030204" pitchFamily="34" charset="0"/>
                        </a:rPr>
                        <a:t> </a:t>
                      </a:r>
                      <a:endParaRPr lang="es-PE" sz="2600" dirty="0">
                        <a:effectLst/>
                        <a:latin typeface="Arial Narrow" panose="020B060602020203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864760528"/>
                  </a:ext>
                </a:extLst>
              </a:tr>
            </a:tbl>
          </a:graphicData>
        </a:graphic>
      </p:graphicFrame>
      <p:sp>
        <p:nvSpPr>
          <p:cNvPr id="6" name="Rectangle 2">
            <a:extLst>
              <a:ext uri="{FF2B5EF4-FFF2-40B4-BE49-F238E27FC236}">
                <a16:creationId xmlns:a16="http://schemas.microsoft.com/office/drawing/2014/main" id="{7783FA33-3ECB-E064-3EA3-5A5E298AC7B0}"/>
              </a:ext>
            </a:extLst>
          </p:cNvPr>
          <p:cNvSpPr>
            <a:spLocks noChangeArrowheads="1"/>
          </p:cNvSpPr>
          <p:nvPr/>
        </p:nvSpPr>
        <p:spPr bwMode="auto">
          <a:xfrm>
            <a:off x="743919" y="5963237"/>
            <a:ext cx="1943194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PE"/>
          </a:p>
        </p:txBody>
      </p:sp>
      <p:graphicFrame>
        <p:nvGraphicFramePr>
          <p:cNvPr id="7" name="Objeto 6">
            <a:extLst>
              <a:ext uri="{FF2B5EF4-FFF2-40B4-BE49-F238E27FC236}">
                <a16:creationId xmlns:a16="http://schemas.microsoft.com/office/drawing/2014/main" id="{CEB75743-CD42-0E1A-E0D5-DEC5B60BC965}"/>
              </a:ext>
            </a:extLst>
          </p:cNvPr>
          <p:cNvGraphicFramePr>
            <a:graphicFrameLocks noChangeAspect="1"/>
          </p:cNvGraphicFramePr>
          <p:nvPr>
            <p:extLst>
              <p:ext uri="{D42A27DB-BD31-4B8C-83A1-F6EECF244321}">
                <p14:modId xmlns:p14="http://schemas.microsoft.com/office/powerpoint/2010/main" val="2562229131"/>
              </p:ext>
            </p:extLst>
          </p:nvPr>
        </p:nvGraphicFramePr>
        <p:xfrm>
          <a:off x="743919" y="6065265"/>
          <a:ext cx="10679837" cy="505521"/>
        </p:xfrm>
        <a:graphic>
          <a:graphicData uri="http://schemas.openxmlformats.org/presentationml/2006/ole">
            <mc:AlternateContent xmlns:mc="http://schemas.openxmlformats.org/markup-compatibility/2006">
              <mc:Choice xmlns:v="urn:schemas-microsoft-com:vml" Requires="v">
                <p:oleObj r:id="rId3" imgW="3467100" imgH="177800" progId="Unknown">
                  <p:embed/>
                </p:oleObj>
              </mc:Choice>
              <mc:Fallback>
                <p:oleObj r:id="rId3" imgW="3467100" imgH="177800" progId="Unknown">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3919" y="6065265"/>
                        <a:ext cx="10679837" cy="505521"/>
                      </a:xfrm>
                      <a:prstGeom prst="rect">
                        <a:avLst/>
                      </a:prstGeom>
                      <a:noFill/>
                    </p:spPr>
                  </p:pic>
                </p:oleObj>
              </mc:Fallback>
            </mc:AlternateContent>
          </a:graphicData>
        </a:graphic>
      </p:graphicFrame>
    </p:spTree>
    <p:extLst>
      <p:ext uri="{BB962C8B-B14F-4D97-AF65-F5344CB8AC3E}">
        <p14:creationId xmlns:p14="http://schemas.microsoft.com/office/powerpoint/2010/main" val="31965383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DAD0B5C8-8915-0E55-7AE8-97C4E04D050D}"/>
              </a:ext>
            </a:extLst>
          </p:cNvPr>
          <p:cNvSpPr txBox="1"/>
          <p:nvPr/>
        </p:nvSpPr>
        <p:spPr>
          <a:xfrm>
            <a:off x="377125" y="1429270"/>
            <a:ext cx="11437748" cy="5428730"/>
          </a:xfrm>
          <a:prstGeom prst="rect">
            <a:avLst/>
          </a:prstGeom>
          <a:noFill/>
        </p:spPr>
        <p:txBody>
          <a:bodyPr wrap="square">
            <a:spAutoFit/>
          </a:bodyPr>
          <a:lstStyle/>
          <a:p>
            <a:pPr marL="685800" indent="-235585" algn="just">
              <a:lnSpc>
                <a:spcPct val="150000"/>
              </a:lnSpc>
              <a:spcAft>
                <a:spcPts val="1000"/>
              </a:spcAft>
            </a:pPr>
            <a:r>
              <a:rPr lang="es-ES" sz="2400" b="1" dirty="0">
                <a:effectLst/>
                <a:latin typeface="Arial Narrow" panose="020B0606020202030204" pitchFamily="34" charset="0"/>
                <a:ea typeface="Arial" panose="020B0604020202020204" pitchFamily="34" charset="0"/>
                <a:cs typeface="Arial" panose="020B0604020202020204" pitchFamily="34" charset="0"/>
              </a:rPr>
              <a:t>9.1. Fuentes Básicas</a:t>
            </a:r>
            <a:r>
              <a:rPr lang="es-ES" sz="2400" dirty="0">
                <a:effectLst/>
                <a:latin typeface="Arial Narrow" panose="020B0606020202030204" pitchFamily="34" charset="0"/>
                <a:ea typeface="Arial" panose="020B0604020202020204" pitchFamily="34" charset="0"/>
                <a:cs typeface="Arial" panose="020B0604020202020204" pitchFamily="34" charset="0"/>
              </a:rPr>
              <a:t>: </a:t>
            </a:r>
            <a:endParaRPr lang="es-PE" sz="2400" dirty="0">
              <a:effectLst/>
              <a:latin typeface="Calibri" panose="020F0502020204030204" pitchFamily="34" charset="0"/>
              <a:ea typeface="Calibri" panose="020F0502020204030204" pitchFamily="34" charset="0"/>
              <a:cs typeface="Times New Roman" panose="02020603050405020304" pitchFamily="18" charset="0"/>
            </a:endParaRPr>
          </a:p>
          <a:p>
            <a:pPr marL="984250">
              <a:lnSpc>
                <a:spcPct val="150000"/>
              </a:lnSpc>
              <a:spcAft>
                <a:spcPts val="0"/>
              </a:spcAft>
              <a:tabLst>
                <a:tab pos="3886200" algn="l"/>
              </a:tabLst>
            </a:pPr>
            <a:r>
              <a:rPr lang="en-US" sz="2400" dirty="0">
                <a:effectLst/>
                <a:latin typeface="Arial Narrow" panose="020B0606020202030204" pitchFamily="34" charset="0"/>
                <a:ea typeface="Times New Roman" panose="02020603050405020304" pitchFamily="18" charset="0"/>
                <a:cs typeface="Arial" panose="020B0604020202020204" pitchFamily="34" charset="0"/>
              </a:rPr>
              <a:t>HILLER, F. S., &amp; LIEBERMAN, G. J. (2015). </a:t>
            </a:r>
            <a:r>
              <a:rPr lang="es-PE" sz="2400" dirty="0">
                <a:effectLst/>
                <a:latin typeface="Arial Narrow" panose="020B0606020202030204" pitchFamily="34" charset="0"/>
                <a:ea typeface="Times New Roman" panose="02020603050405020304" pitchFamily="18" charset="0"/>
                <a:cs typeface="Arial" panose="020B0604020202020204" pitchFamily="34" charset="0"/>
              </a:rPr>
              <a:t>Investigación de Operaciones (Décima ed.). México: McGraw Hill.</a:t>
            </a:r>
            <a:endParaRPr lang="es-PE" sz="2400" dirty="0">
              <a:effectLst/>
              <a:latin typeface="Times New Roman" panose="02020603050405020304" pitchFamily="18" charset="0"/>
              <a:ea typeface="Times New Roman" panose="02020603050405020304" pitchFamily="18" charset="0"/>
            </a:endParaRPr>
          </a:p>
          <a:p>
            <a:pPr marL="685800" indent="-235585" algn="just">
              <a:lnSpc>
                <a:spcPct val="150000"/>
              </a:lnSpc>
              <a:spcAft>
                <a:spcPts val="1000"/>
              </a:spcAft>
            </a:pPr>
            <a:r>
              <a:rPr lang="es-ES" sz="2400" b="1" dirty="0">
                <a:effectLst/>
                <a:latin typeface="Arial Narrow" panose="020B0606020202030204" pitchFamily="34" charset="0"/>
                <a:ea typeface="Arial" panose="020B0604020202020204" pitchFamily="34" charset="0"/>
                <a:cs typeface="Arial" panose="020B0604020202020204" pitchFamily="34" charset="0"/>
              </a:rPr>
              <a:t>9.2</a:t>
            </a:r>
            <a:r>
              <a:rPr lang="es-ES" sz="2400" dirty="0">
                <a:effectLst/>
                <a:latin typeface="Arial Narrow" panose="020B0606020202030204" pitchFamily="34" charset="0"/>
                <a:ea typeface="Arial" panose="020B0604020202020204" pitchFamily="34" charset="0"/>
                <a:cs typeface="Arial" panose="020B0604020202020204" pitchFamily="34" charset="0"/>
              </a:rPr>
              <a:t>. </a:t>
            </a:r>
            <a:r>
              <a:rPr lang="es-ES" sz="2400" b="1" dirty="0">
                <a:effectLst/>
                <a:latin typeface="Arial Narrow" panose="020B0606020202030204" pitchFamily="34" charset="0"/>
                <a:ea typeface="Arial" panose="020B0604020202020204" pitchFamily="34" charset="0"/>
                <a:cs typeface="Arial" panose="020B0604020202020204" pitchFamily="34" charset="0"/>
              </a:rPr>
              <a:t>Fuentes Complementarias</a:t>
            </a:r>
            <a:r>
              <a:rPr lang="es-ES" sz="2400" dirty="0">
                <a:effectLst/>
                <a:latin typeface="Arial Narrow" panose="020B0606020202030204" pitchFamily="34" charset="0"/>
                <a:ea typeface="Arial" panose="020B0604020202020204" pitchFamily="34" charset="0"/>
                <a:cs typeface="Arial" panose="020B0604020202020204" pitchFamily="34" charset="0"/>
              </a:rPr>
              <a:t>: </a:t>
            </a:r>
            <a:endParaRPr lang="es-PE" sz="2400" dirty="0">
              <a:effectLst/>
              <a:latin typeface="Calibri" panose="020F0502020204030204" pitchFamily="34" charset="0"/>
              <a:ea typeface="Calibri" panose="020F0502020204030204" pitchFamily="34" charset="0"/>
              <a:cs typeface="Times New Roman" panose="02020603050405020304" pitchFamily="18" charset="0"/>
            </a:endParaRPr>
          </a:p>
          <a:p>
            <a:pPr marL="1166813" marR="439420" indent="-147638" algn="just">
              <a:lnSpc>
                <a:spcPct val="150000"/>
              </a:lnSpc>
              <a:spcBef>
                <a:spcPts val="400"/>
              </a:spcBef>
              <a:spcAft>
                <a:spcPts val="0"/>
              </a:spcAft>
              <a:tabLst>
                <a:tab pos="3886200" algn="l"/>
              </a:tabLst>
            </a:pPr>
            <a:r>
              <a:rPr lang="es-PE" sz="2400" dirty="0">
                <a:effectLst/>
                <a:latin typeface="Arial Narrow" panose="020B0606020202030204" pitchFamily="34" charset="0"/>
                <a:ea typeface="Times New Roman" panose="02020603050405020304" pitchFamily="18" charset="0"/>
              </a:rPr>
              <a:t>TAHA, H. A. (2012). Investigación de operaciones (Novena edición). México: Pearson.</a:t>
            </a:r>
            <a:endParaRPr lang="es-PE" sz="2400" dirty="0">
              <a:effectLst/>
              <a:latin typeface="Arial" panose="020B0604020202020204" pitchFamily="34" charset="0"/>
              <a:ea typeface="Times New Roman" panose="02020603050405020304" pitchFamily="18" charset="0"/>
            </a:endParaRPr>
          </a:p>
          <a:p>
            <a:pPr marL="1166813" marR="439420" indent="-147638" algn="just">
              <a:lnSpc>
                <a:spcPct val="150000"/>
              </a:lnSpc>
              <a:spcBef>
                <a:spcPts val="400"/>
              </a:spcBef>
              <a:spcAft>
                <a:spcPts val="0"/>
              </a:spcAft>
              <a:tabLst>
                <a:tab pos="3886200" algn="l"/>
              </a:tabLst>
            </a:pPr>
            <a:r>
              <a:rPr lang="es-PE" sz="2400" dirty="0">
                <a:effectLst/>
                <a:latin typeface="Arial Narrow" panose="020B0606020202030204" pitchFamily="34" charset="0"/>
                <a:ea typeface="Times New Roman" panose="02020603050405020304" pitchFamily="18" charset="0"/>
              </a:rPr>
              <a:t>WAYNE L., W. (2005). Investigación de operaciones (Cuarta ed.). México: Thomson.</a:t>
            </a:r>
            <a:endParaRPr lang="es-PE" sz="2400" dirty="0">
              <a:effectLst/>
              <a:latin typeface="Arial" panose="020B0604020202020204" pitchFamily="34" charset="0"/>
              <a:ea typeface="Times New Roman" panose="02020603050405020304" pitchFamily="18" charset="0"/>
            </a:endParaRPr>
          </a:p>
          <a:p>
            <a:pPr marL="1166813" marR="439420" indent="-147638" algn="just">
              <a:lnSpc>
                <a:spcPct val="150000"/>
              </a:lnSpc>
              <a:spcBef>
                <a:spcPts val="400"/>
              </a:spcBef>
              <a:spcAft>
                <a:spcPts val="0"/>
              </a:spcAft>
              <a:tabLst>
                <a:tab pos="3886200" algn="l"/>
              </a:tabLst>
            </a:pPr>
            <a:r>
              <a:rPr lang="es-PE" sz="2400" dirty="0">
                <a:effectLst/>
                <a:latin typeface="Arial Narrow" panose="020B0606020202030204" pitchFamily="34" charset="0"/>
                <a:ea typeface="Times New Roman" panose="02020603050405020304" pitchFamily="18" charset="0"/>
              </a:rPr>
              <a:t>TORRE, A. (2022) Investigación de operaciones (Primera edición) Perú: Macro.</a:t>
            </a:r>
            <a:endParaRPr lang="es-PE" sz="2400" dirty="0">
              <a:effectLst/>
              <a:latin typeface="Arial" panose="020B0604020202020204" pitchFamily="34" charset="0"/>
              <a:ea typeface="Times New Roman" panose="02020603050405020304" pitchFamily="18" charset="0"/>
            </a:endParaRPr>
          </a:p>
          <a:p>
            <a:pPr marL="685800" indent="-235585" algn="just">
              <a:lnSpc>
                <a:spcPct val="150000"/>
              </a:lnSpc>
            </a:pPr>
            <a:r>
              <a:rPr lang="es-ES" sz="2400" b="1" dirty="0">
                <a:effectLst/>
                <a:latin typeface="Arial Narrow" panose="020B0606020202030204" pitchFamily="34" charset="0"/>
                <a:ea typeface="Arial" panose="020B0604020202020204" pitchFamily="34" charset="0"/>
                <a:cs typeface="Arial" panose="020B0604020202020204" pitchFamily="34" charset="0"/>
              </a:rPr>
              <a:t>9.3. Publicaciones del docente </a:t>
            </a:r>
            <a:endParaRPr lang="es-PE" sz="2400" dirty="0">
              <a:effectLst/>
              <a:latin typeface="Calibri" panose="020F0502020204030204" pitchFamily="34" charset="0"/>
              <a:ea typeface="Calibri" panose="020F0502020204030204" pitchFamily="34" charset="0"/>
              <a:cs typeface="Times New Roman" panose="02020603050405020304" pitchFamily="18" charset="0"/>
            </a:endParaRPr>
          </a:p>
          <a:p>
            <a:pPr marL="450215" algn="just">
              <a:lnSpc>
                <a:spcPct val="150000"/>
              </a:lnSpc>
              <a:spcAft>
                <a:spcPts val="1000"/>
              </a:spcAft>
            </a:pPr>
            <a:r>
              <a:rPr lang="es-ES" sz="2400" dirty="0">
                <a:effectLst/>
                <a:latin typeface="Arial Narrow" panose="020B0606020202030204" pitchFamily="34" charset="0"/>
                <a:ea typeface="Arial" panose="020B0604020202020204" pitchFamily="34" charset="0"/>
                <a:cs typeface="Arial" panose="020B0604020202020204" pitchFamily="34" charset="0"/>
              </a:rPr>
              <a:t>       Materiales colgados en el Sistema de gestión académica.</a:t>
            </a:r>
            <a:endParaRPr lang="es-PE"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2">
            <a:extLst>
              <a:ext uri="{FF2B5EF4-FFF2-40B4-BE49-F238E27FC236}">
                <a16:creationId xmlns:a16="http://schemas.microsoft.com/office/drawing/2014/main" id="{9B86B20C-22C7-7DD7-AF0E-7F5FBB5F7735}"/>
              </a:ext>
            </a:extLst>
          </p:cNvPr>
          <p:cNvSpPr txBox="1">
            <a:spLocks noChangeArrowheads="1"/>
          </p:cNvSpPr>
          <p:nvPr/>
        </p:nvSpPr>
        <p:spPr bwMode="black">
          <a:xfrm>
            <a:off x="6095999" y="109243"/>
            <a:ext cx="6096001" cy="85839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rtl="0" eaLnBrk="1" fontAlgn="base" hangingPunct="1">
              <a:spcBef>
                <a:spcPct val="0"/>
              </a:spcBef>
              <a:spcAft>
                <a:spcPct val="0"/>
              </a:spcAft>
              <a:defRPr sz="2800" b="1" i="1">
                <a:solidFill>
                  <a:schemeClr val="tx1"/>
                </a:solidFill>
                <a:latin typeface="+mj-lt"/>
                <a:ea typeface="+mj-ea"/>
                <a:cs typeface="+mj-cs"/>
              </a:defRPr>
            </a:lvl1pPr>
            <a:lvl2pPr algn="r" rtl="0" eaLnBrk="1" fontAlgn="base" hangingPunct="1">
              <a:spcBef>
                <a:spcPct val="0"/>
              </a:spcBef>
              <a:spcAft>
                <a:spcPct val="0"/>
              </a:spcAft>
              <a:defRPr sz="2800" b="1" i="1">
                <a:solidFill>
                  <a:schemeClr val="tx1"/>
                </a:solidFill>
                <a:latin typeface="Verdana" pitchFamily="34" charset="0"/>
              </a:defRPr>
            </a:lvl2pPr>
            <a:lvl3pPr algn="r" rtl="0" eaLnBrk="1" fontAlgn="base" hangingPunct="1">
              <a:spcBef>
                <a:spcPct val="0"/>
              </a:spcBef>
              <a:spcAft>
                <a:spcPct val="0"/>
              </a:spcAft>
              <a:defRPr sz="2800" b="1" i="1">
                <a:solidFill>
                  <a:schemeClr val="tx1"/>
                </a:solidFill>
                <a:latin typeface="Verdana" pitchFamily="34" charset="0"/>
              </a:defRPr>
            </a:lvl3pPr>
            <a:lvl4pPr algn="r" rtl="0" eaLnBrk="1" fontAlgn="base" hangingPunct="1">
              <a:spcBef>
                <a:spcPct val="0"/>
              </a:spcBef>
              <a:spcAft>
                <a:spcPct val="0"/>
              </a:spcAft>
              <a:defRPr sz="2800" b="1" i="1">
                <a:solidFill>
                  <a:schemeClr val="tx1"/>
                </a:solidFill>
                <a:latin typeface="Verdana" pitchFamily="34" charset="0"/>
              </a:defRPr>
            </a:lvl4pPr>
            <a:lvl5pPr algn="r" rtl="0" eaLnBrk="1" fontAlgn="base" hangingPunct="1">
              <a:spcBef>
                <a:spcPct val="0"/>
              </a:spcBef>
              <a:spcAft>
                <a:spcPct val="0"/>
              </a:spcAft>
              <a:defRPr sz="2800" b="1" i="1">
                <a:solidFill>
                  <a:schemeClr val="tx1"/>
                </a:solidFill>
                <a:latin typeface="Verdana" pitchFamily="34" charset="0"/>
              </a:defRPr>
            </a:lvl5pPr>
            <a:lvl6pPr marL="457200" algn="r" rtl="0" eaLnBrk="1" fontAlgn="base" hangingPunct="1">
              <a:spcBef>
                <a:spcPct val="0"/>
              </a:spcBef>
              <a:spcAft>
                <a:spcPct val="0"/>
              </a:spcAft>
              <a:defRPr sz="2800" b="1" i="1">
                <a:solidFill>
                  <a:schemeClr val="tx1"/>
                </a:solidFill>
                <a:latin typeface="Verdana" pitchFamily="34" charset="0"/>
              </a:defRPr>
            </a:lvl6pPr>
            <a:lvl7pPr marL="914400" algn="r" rtl="0" eaLnBrk="1" fontAlgn="base" hangingPunct="1">
              <a:spcBef>
                <a:spcPct val="0"/>
              </a:spcBef>
              <a:spcAft>
                <a:spcPct val="0"/>
              </a:spcAft>
              <a:defRPr sz="2800" b="1" i="1">
                <a:solidFill>
                  <a:schemeClr val="tx1"/>
                </a:solidFill>
                <a:latin typeface="Verdana" pitchFamily="34" charset="0"/>
              </a:defRPr>
            </a:lvl7pPr>
            <a:lvl8pPr marL="1371600" algn="r" rtl="0" eaLnBrk="1" fontAlgn="base" hangingPunct="1">
              <a:spcBef>
                <a:spcPct val="0"/>
              </a:spcBef>
              <a:spcAft>
                <a:spcPct val="0"/>
              </a:spcAft>
              <a:defRPr sz="2800" b="1" i="1">
                <a:solidFill>
                  <a:schemeClr val="tx1"/>
                </a:solidFill>
                <a:latin typeface="Verdana" pitchFamily="34" charset="0"/>
              </a:defRPr>
            </a:lvl8pPr>
            <a:lvl9pPr marL="1828800" algn="r" rtl="0" eaLnBrk="1" fontAlgn="base" hangingPunct="1">
              <a:spcBef>
                <a:spcPct val="0"/>
              </a:spcBef>
              <a:spcAft>
                <a:spcPct val="0"/>
              </a:spcAft>
              <a:defRPr sz="2800" b="1" i="1">
                <a:solidFill>
                  <a:schemeClr val="tx1"/>
                </a:solidFill>
                <a:latin typeface="Verdana" pitchFamily="34" charset="0"/>
              </a:defRPr>
            </a:lvl9pPr>
          </a:lstStyle>
          <a:p>
            <a:pPr algn="ctr"/>
            <a:r>
              <a:rPr lang="es-ES_tradnl" sz="3200" b="0" i="0" dirty="0">
                <a:solidFill>
                  <a:schemeClr val="bg1"/>
                </a:solidFill>
                <a:latin typeface="Bauhaus 93" pitchFamily="82" charset="0"/>
                <a:ea typeface="+mn-ea"/>
                <a:cs typeface="+mn-cs"/>
              </a:rPr>
              <a:t>Fuentes de información</a:t>
            </a:r>
          </a:p>
        </p:txBody>
      </p:sp>
    </p:spTree>
    <p:extLst>
      <p:ext uri="{BB962C8B-B14F-4D97-AF65-F5344CB8AC3E}">
        <p14:creationId xmlns:p14="http://schemas.microsoft.com/office/powerpoint/2010/main" val="41270040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 name="Rombo 13">
            <a:extLst>
              <a:ext uri="{FF2B5EF4-FFF2-40B4-BE49-F238E27FC236}">
                <a16:creationId xmlns:a16="http://schemas.microsoft.com/office/drawing/2014/main" id="{40F47298-DFE6-4524-A1CF-33F631699337}"/>
              </a:ext>
            </a:extLst>
          </p:cNvPr>
          <p:cNvSpPr/>
          <p:nvPr/>
        </p:nvSpPr>
        <p:spPr>
          <a:xfrm>
            <a:off x="3341542" y="1291597"/>
            <a:ext cx="5428782" cy="5428782"/>
          </a:xfrm>
          <a:prstGeom prst="diamond">
            <a:avLst/>
          </a:prstGeom>
          <a:solidFill>
            <a:schemeClr val="accent2">
              <a:lumMod val="40000"/>
              <a:lumOff val="60000"/>
            </a:schemeClr>
          </a:solidFill>
          <a:scene3d>
            <a:camera prst="orthographicFront"/>
            <a:lightRig rig="chilly" dir="t"/>
          </a:scene3d>
          <a:sp3d z="-12700" extrusionH="1700" prstMaterial="translucentPowder">
            <a:bevelT w="25400" h="6350" prst="softRound"/>
            <a:bevelB w="0" h="0" prst="convex"/>
          </a:sp3d>
        </p:spPr>
        <p:style>
          <a:lnRef idx="0">
            <a:schemeClr val="accent1">
              <a:hueOff val="0"/>
              <a:satOff val="0"/>
              <a:lumOff val="0"/>
              <a:alphaOff val="0"/>
            </a:schemeClr>
          </a:lnRef>
          <a:fillRef idx="1">
            <a:scrgbClr r="0" g="0" b="0"/>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s-PE"/>
          </a:p>
        </p:txBody>
      </p:sp>
      <p:sp>
        <p:nvSpPr>
          <p:cNvPr id="4099" name="Rectangle 2"/>
          <p:cNvSpPr txBox="1">
            <a:spLocks noChangeArrowheads="1"/>
          </p:cNvSpPr>
          <p:nvPr/>
        </p:nvSpPr>
        <p:spPr bwMode="auto">
          <a:xfrm>
            <a:off x="6096000" y="137621"/>
            <a:ext cx="6096000" cy="812895"/>
          </a:xfrm>
          <a:prstGeom prst="rect">
            <a:avLst/>
          </a:prstGeom>
          <a:noFill/>
          <a:ln w="9525">
            <a:noFill/>
            <a:miter lim="800000"/>
            <a:headEnd/>
            <a:tailEnd/>
          </a:ln>
          <a:effectLst/>
        </p:spPr>
        <p:txBody>
          <a:bodyPr spcFirstLastPara="1" vert="horz" wrap="square" lIns="91440" tIns="45720" rIns="91440" bIns="45720" numCol="1" anchor="ctr" anchorCtr="0" compatLnSpc="1">
            <a:prstTxWarp prst="textNoShape">
              <a:avLst/>
            </a:prstTxWarp>
            <a:noAutofit/>
          </a:bodyPr>
          <a:lstStyle>
            <a:defPPr marR="0" lvl="0" algn="l" rtl="0">
              <a:lnSpc>
                <a:spcPct val="100000"/>
              </a:lnSpc>
              <a:spcBef>
                <a:spcPts val="0"/>
              </a:spcBef>
              <a:spcAft>
                <a:spcPts val="0"/>
              </a:spcAft>
            </a:defPPr>
            <a:lvl1pPr algn="ctr">
              <a:buClr>
                <a:schemeClr val="lt1"/>
              </a:buClr>
              <a:buSzPts val="3200"/>
              <a:buFont typeface="Lexend Deca"/>
              <a:buNone/>
              <a:defRPr sz="3200" kern="1200">
                <a:solidFill>
                  <a:schemeClr val="accent5">
                    <a:lumMod val="20000"/>
                    <a:lumOff val="80000"/>
                  </a:schemeClr>
                </a:solidFill>
                <a:latin typeface="Bauhaus 93" pitchFamily="82" charset="0"/>
                <a:ea typeface="+mn-ea"/>
                <a:cs typeface="+mn-cs"/>
                <a:sym typeface="Lexend Deca"/>
              </a:defRPr>
            </a:lvl1pPr>
            <a:lvl2pPr>
              <a:buClr>
                <a:schemeClr val="lt1"/>
              </a:buClr>
              <a:buSzPts val="3200"/>
              <a:buFont typeface="Lexend Deca"/>
              <a:buNone/>
              <a:defRPr sz="3200" b="1">
                <a:solidFill>
                  <a:schemeClr val="lt1"/>
                </a:solidFill>
                <a:latin typeface="Lexend Deca"/>
                <a:ea typeface="Lexend Deca"/>
                <a:cs typeface="Lexend Deca"/>
                <a:sym typeface="Lexend Deca"/>
              </a:defRPr>
            </a:lvl2pPr>
            <a:lvl3pPr>
              <a:buClr>
                <a:schemeClr val="lt1"/>
              </a:buClr>
              <a:buSzPts val="3200"/>
              <a:buFont typeface="Lexend Deca"/>
              <a:buNone/>
              <a:defRPr sz="3200" b="1">
                <a:solidFill>
                  <a:schemeClr val="lt1"/>
                </a:solidFill>
                <a:latin typeface="Lexend Deca"/>
                <a:ea typeface="Lexend Deca"/>
                <a:cs typeface="Lexend Deca"/>
                <a:sym typeface="Lexend Deca"/>
              </a:defRPr>
            </a:lvl3pPr>
            <a:lvl4pPr>
              <a:buClr>
                <a:schemeClr val="lt1"/>
              </a:buClr>
              <a:buSzPts val="3200"/>
              <a:buFont typeface="Lexend Deca"/>
              <a:buNone/>
              <a:defRPr sz="3200" b="1">
                <a:solidFill>
                  <a:schemeClr val="lt1"/>
                </a:solidFill>
                <a:latin typeface="Lexend Deca"/>
                <a:ea typeface="Lexend Deca"/>
                <a:cs typeface="Lexend Deca"/>
                <a:sym typeface="Lexend Deca"/>
              </a:defRPr>
            </a:lvl4pPr>
            <a:lvl5pPr>
              <a:buClr>
                <a:schemeClr val="lt1"/>
              </a:buClr>
              <a:buSzPts val="3200"/>
              <a:buFont typeface="Lexend Deca"/>
              <a:buNone/>
              <a:defRPr sz="3200" b="1">
                <a:solidFill>
                  <a:schemeClr val="lt1"/>
                </a:solidFill>
                <a:latin typeface="Lexend Deca"/>
                <a:ea typeface="Lexend Deca"/>
                <a:cs typeface="Lexend Deca"/>
                <a:sym typeface="Lexend Deca"/>
              </a:defRPr>
            </a:lvl5pPr>
            <a:lvl6pPr>
              <a:buClr>
                <a:schemeClr val="lt1"/>
              </a:buClr>
              <a:buSzPts val="3200"/>
              <a:buFont typeface="Lexend Deca"/>
              <a:buNone/>
              <a:defRPr sz="3200" b="1">
                <a:solidFill>
                  <a:schemeClr val="lt1"/>
                </a:solidFill>
                <a:latin typeface="Lexend Deca"/>
                <a:ea typeface="Lexend Deca"/>
                <a:cs typeface="Lexend Deca"/>
                <a:sym typeface="Lexend Deca"/>
              </a:defRPr>
            </a:lvl6pPr>
            <a:lvl7pPr>
              <a:buClr>
                <a:schemeClr val="lt1"/>
              </a:buClr>
              <a:buSzPts val="3200"/>
              <a:buFont typeface="Lexend Deca"/>
              <a:buNone/>
              <a:defRPr sz="3200" b="1">
                <a:solidFill>
                  <a:schemeClr val="lt1"/>
                </a:solidFill>
                <a:latin typeface="Lexend Deca"/>
                <a:ea typeface="Lexend Deca"/>
                <a:cs typeface="Lexend Deca"/>
                <a:sym typeface="Lexend Deca"/>
              </a:defRPr>
            </a:lvl7pPr>
            <a:lvl8pPr>
              <a:buClr>
                <a:schemeClr val="lt1"/>
              </a:buClr>
              <a:buSzPts val="3200"/>
              <a:buFont typeface="Lexend Deca"/>
              <a:buNone/>
              <a:defRPr sz="3200" b="1">
                <a:solidFill>
                  <a:schemeClr val="lt1"/>
                </a:solidFill>
                <a:latin typeface="Lexend Deca"/>
                <a:ea typeface="Lexend Deca"/>
                <a:cs typeface="Lexend Deca"/>
                <a:sym typeface="Lexend Deca"/>
              </a:defRPr>
            </a:lvl8pPr>
            <a:lvl9pPr>
              <a:buClr>
                <a:schemeClr val="lt1"/>
              </a:buClr>
              <a:buSzPts val="3200"/>
              <a:buFont typeface="Lexend Deca"/>
              <a:buNone/>
              <a:defRPr sz="3200" b="1">
                <a:solidFill>
                  <a:schemeClr val="lt1"/>
                </a:solidFill>
                <a:latin typeface="Lexend Deca"/>
                <a:ea typeface="Lexend Deca"/>
                <a:cs typeface="Lexend Deca"/>
                <a:sym typeface="Lexend Deca"/>
              </a:defRPr>
            </a:lvl9pPr>
          </a:lstStyle>
          <a:p>
            <a:r>
              <a:rPr lang="es-ES" dirty="0">
                <a:solidFill>
                  <a:schemeClr val="bg1"/>
                </a:solidFill>
              </a:rPr>
              <a:t>¿Qué es la Investigación de operaciones?</a:t>
            </a:r>
          </a:p>
        </p:txBody>
      </p:sp>
      <p:sp>
        <p:nvSpPr>
          <p:cNvPr id="10" name="Forma libre: forma 9">
            <a:extLst>
              <a:ext uri="{FF2B5EF4-FFF2-40B4-BE49-F238E27FC236}">
                <a16:creationId xmlns:a16="http://schemas.microsoft.com/office/drawing/2014/main" id="{66C3DDFD-BA6C-4EAD-A29F-624D0DECFACF}"/>
              </a:ext>
            </a:extLst>
          </p:cNvPr>
          <p:cNvSpPr/>
          <p:nvPr/>
        </p:nvSpPr>
        <p:spPr>
          <a:xfrm>
            <a:off x="6161809" y="4139955"/>
            <a:ext cx="4483160" cy="2372710"/>
          </a:xfrm>
          <a:custGeom>
            <a:avLst/>
            <a:gdLst>
              <a:gd name="connsiteX0" fmla="*/ 0 w 4483160"/>
              <a:gd name="connsiteY0" fmla="*/ 395460 h 2372710"/>
              <a:gd name="connsiteX1" fmla="*/ 395460 w 4483160"/>
              <a:gd name="connsiteY1" fmla="*/ 0 h 2372710"/>
              <a:gd name="connsiteX2" fmla="*/ 4087700 w 4483160"/>
              <a:gd name="connsiteY2" fmla="*/ 0 h 2372710"/>
              <a:gd name="connsiteX3" fmla="*/ 4483160 w 4483160"/>
              <a:gd name="connsiteY3" fmla="*/ 395460 h 2372710"/>
              <a:gd name="connsiteX4" fmla="*/ 4483160 w 4483160"/>
              <a:gd name="connsiteY4" fmla="*/ 1977250 h 2372710"/>
              <a:gd name="connsiteX5" fmla="*/ 4087700 w 4483160"/>
              <a:gd name="connsiteY5" fmla="*/ 2372710 h 2372710"/>
              <a:gd name="connsiteX6" fmla="*/ 395460 w 4483160"/>
              <a:gd name="connsiteY6" fmla="*/ 2372710 h 2372710"/>
              <a:gd name="connsiteX7" fmla="*/ 0 w 4483160"/>
              <a:gd name="connsiteY7" fmla="*/ 1977250 h 2372710"/>
              <a:gd name="connsiteX8" fmla="*/ 0 w 4483160"/>
              <a:gd name="connsiteY8" fmla="*/ 395460 h 2372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83160" h="2372710">
                <a:moveTo>
                  <a:pt x="0" y="395460"/>
                </a:moveTo>
                <a:cubicBezTo>
                  <a:pt x="0" y="177053"/>
                  <a:pt x="177053" y="0"/>
                  <a:pt x="395460" y="0"/>
                </a:cubicBezTo>
                <a:lnTo>
                  <a:pt x="4087700" y="0"/>
                </a:lnTo>
                <a:cubicBezTo>
                  <a:pt x="4306107" y="0"/>
                  <a:pt x="4483160" y="177053"/>
                  <a:pt x="4483160" y="395460"/>
                </a:cubicBezTo>
                <a:lnTo>
                  <a:pt x="4483160" y="1977250"/>
                </a:lnTo>
                <a:cubicBezTo>
                  <a:pt x="4483160" y="2195657"/>
                  <a:pt x="4306107" y="2372710"/>
                  <a:pt x="4087700" y="2372710"/>
                </a:cubicBezTo>
                <a:lnTo>
                  <a:pt x="395460" y="2372710"/>
                </a:lnTo>
                <a:cubicBezTo>
                  <a:pt x="177053" y="2372710"/>
                  <a:pt x="0" y="2195657"/>
                  <a:pt x="0" y="1977250"/>
                </a:cubicBezTo>
                <a:lnTo>
                  <a:pt x="0" y="395460"/>
                </a:lnTo>
                <a:close/>
              </a:path>
            </a:pathLst>
          </a:custGeom>
          <a:solidFill>
            <a:schemeClr val="accent1">
              <a:lumMod val="60000"/>
              <a:lumOff val="40000"/>
            </a:schemeClr>
          </a:solidFill>
          <a:scene3d>
            <a:camera prst="orthographicFront"/>
            <a:lightRig rig="chilly" dir="t"/>
          </a:scene3d>
          <a:sp3d prstMaterial="translucentPowder">
            <a:bevelT w="127000" h="25400" prst="softRound"/>
          </a:sp3d>
        </p:spPr>
        <p:style>
          <a:lnRef idx="0">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07266" tIns="207266" rIns="207266" bIns="207266" numCol="1" spcCol="1270" anchor="ctr" anchorCtr="0">
            <a:noAutofit/>
          </a:bodyPr>
          <a:lstStyle/>
          <a:p>
            <a:pPr marL="0" lvl="0" indent="0" algn="ctr" defTabSz="1066800" rtl="0">
              <a:lnSpc>
                <a:spcPct val="90000"/>
              </a:lnSpc>
              <a:spcBef>
                <a:spcPct val="0"/>
              </a:spcBef>
              <a:spcAft>
                <a:spcPct val="35000"/>
              </a:spcAft>
              <a:buNone/>
            </a:pPr>
            <a:r>
              <a:rPr lang="es-ES_tradnl" sz="2400" b="1" i="0" kern="1200" dirty="0">
                <a:solidFill>
                  <a:srgbClr val="FF0000"/>
                </a:solidFill>
                <a:latin typeface="Arial Narrow" pitchFamily="34" charset="0"/>
              </a:rPr>
              <a:t>Otros:</a:t>
            </a:r>
            <a:r>
              <a:rPr lang="es-ES_tradnl" sz="2400" b="1" i="0" kern="1200" dirty="0">
                <a:latin typeface="Arial Narrow" pitchFamily="34" charset="0"/>
              </a:rPr>
              <a:t> </a:t>
            </a:r>
            <a:r>
              <a:rPr lang="es-ES_tradnl" sz="2400" b="1" dirty="0">
                <a:solidFill>
                  <a:schemeClr val="tx1"/>
                </a:solidFill>
                <a:latin typeface="Arial Narrow" pitchFamily="34" charset="0"/>
              </a:rPr>
              <a:t>E</a:t>
            </a:r>
            <a:r>
              <a:rPr lang="es-ES_tradnl" sz="2400" b="1" i="0" kern="1200" dirty="0">
                <a:solidFill>
                  <a:schemeClr val="tx1"/>
                </a:solidFill>
                <a:latin typeface="Arial Narrow" pitchFamily="34" charset="0"/>
              </a:rPr>
              <a:t>s la aplicación del método científico </a:t>
            </a:r>
            <a:r>
              <a:rPr lang="es-PE" sz="2400" b="1" kern="1200" dirty="0">
                <a:solidFill>
                  <a:schemeClr val="tx1"/>
                </a:solidFill>
              </a:rPr>
              <a:t>a través </a:t>
            </a:r>
            <a:r>
              <a:rPr lang="es-PE" sz="2400" b="1" i="1" kern="1200" dirty="0">
                <a:solidFill>
                  <a:schemeClr val="tx1"/>
                </a:solidFill>
              </a:rPr>
              <a:t>modelos matemáticos</a:t>
            </a:r>
            <a:r>
              <a:rPr lang="es-PE" sz="2400" b="1" kern="1200" dirty="0">
                <a:solidFill>
                  <a:schemeClr val="tx1"/>
                </a:solidFill>
              </a:rPr>
              <a:t>, primero para representar al problema y luego para resolverlo.</a:t>
            </a:r>
            <a:endParaRPr lang="es-ES" sz="2400" b="1" kern="1200" dirty="0">
              <a:solidFill>
                <a:schemeClr val="tx1"/>
              </a:solidFill>
              <a:latin typeface="Arial Narrow" pitchFamily="34" charset="0"/>
            </a:endParaRPr>
          </a:p>
        </p:txBody>
      </p:sp>
      <p:sp>
        <p:nvSpPr>
          <p:cNvPr id="11" name="Forma libre: forma 10">
            <a:extLst>
              <a:ext uri="{FF2B5EF4-FFF2-40B4-BE49-F238E27FC236}">
                <a16:creationId xmlns:a16="http://schemas.microsoft.com/office/drawing/2014/main" id="{7EAFAAF0-F461-4A04-AD51-5BF52FAAF361}"/>
              </a:ext>
            </a:extLst>
          </p:cNvPr>
          <p:cNvSpPr/>
          <p:nvPr/>
        </p:nvSpPr>
        <p:spPr>
          <a:xfrm>
            <a:off x="6147751" y="1606861"/>
            <a:ext cx="4473632" cy="2442282"/>
          </a:xfrm>
          <a:custGeom>
            <a:avLst/>
            <a:gdLst>
              <a:gd name="connsiteX0" fmla="*/ 0 w 4473632"/>
              <a:gd name="connsiteY0" fmla="*/ 407055 h 2442282"/>
              <a:gd name="connsiteX1" fmla="*/ 407055 w 4473632"/>
              <a:gd name="connsiteY1" fmla="*/ 0 h 2442282"/>
              <a:gd name="connsiteX2" fmla="*/ 4066577 w 4473632"/>
              <a:gd name="connsiteY2" fmla="*/ 0 h 2442282"/>
              <a:gd name="connsiteX3" fmla="*/ 4473632 w 4473632"/>
              <a:gd name="connsiteY3" fmla="*/ 407055 h 2442282"/>
              <a:gd name="connsiteX4" fmla="*/ 4473632 w 4473632"/>
              <a:gd name="connsiteY4" fmla="*/ 2035227 h 2442282"/>
              <a:gd name="connsiteX5" fmla="*/ 4066577 w 4473632"/>
              <a:gd name="connsiteY5" fmla="*/ 2442282 h 2442282"/>
              <a:gd name="connsiteX6" fmla="*/ 407055 w 4473632"/>
              <a:gd name="connsiteY6" fmla="*/ 2442282 h 2442282"/>
              <a:gd name="connsiteX7" fmla="*/ 0 w 4473632"/>
              <a:gd name="connsiteY7" fmla="*/ 2035227 h 2442282"/>
              <a:gd name="connsiteX8" fmla="*/ 0 w 4473632"/>
              <a:gd name="connsiteY8" fmla="*/ 407055 h 24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73632" h="2442282">
                <a:moveTo>
                  <a:pt x="0" y="407055"/>
                </a:moveTo>
                <a:cubicBezTo>
                  <a:pt x="0" y="182245"/>
                  <a:pt x="182245" y="0"/>
                  <a:pt x="407055" y="0"/>
                </a:cubicBezTo>
                <a:lnTo>
                  <a:pt x="4066577" y="0"/>
                </a:lnTo>
                <a:cubicBezTo>
                  <a:pt x="4291387" y="0"/>
                  <a:pt x="4473632" y="182245"/>
                  <a:pt x="4473632" y="407055"/>
                </a:cubicBezTo>
                <a:lnTo>
                  <a:pt x="4473632" y="2035227"/>
                </a:lnTo>
                <a:cubicBezTo>
                  <a:pt x="4473632" y="2260037"/>
                  <a:pt x="4291387" y="2442282"/>
                  <a:pt x="4066577" y="2442282"/>
                </a:cubicBezTo>
                <a:lnTo>
                  <a:pt x="407055" y="2442282"/>
                </a:lnTo>
                <a:cubicBezTo>
                  <a:pt x="182245" y="2442282"/>
                  <a:pt x="0" y="2260037"/>
                  <a:pt x="0" y="2035227"/>
                </a:cubicBezTo>
                <a:lnTo>
                  <a:pt x="0" y="407055"/>
                </a:lnTo>
                <a:close/>
              </a:path>
            </a:pathLst>
          </a:custGeom>
          <a:solidFill>
            <a:schemeClr val="accent1">
              <a:lumMod val="60000"/>
              <a:lumOff val="40000"/>
            </a:schemeClr>
          </a:solidFill>
          <a:scene3d>
            <a:camera prst="orthographicFront"/>
            <a:lightRig rig="chilly" dir="t"/>
          </a:scene3d>
          <a:sp3d prstMaterial="translucentPowder">
            <a:bevelT w="127000" h="25400" prst="softRound"/>
          </a:sp3d>
        </p:spPr>
        <p:style>
          <a:lnRef idx="0">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0662" tIns="210662" rIns="210662" bIns="210662" numCol="1" spcCol="1270" anchor="ctr" anchorCtr="0">
            <a:noAutofit/>
          </a:bodyPr>
          <a:lstStyle/>
          <a:p>
            <a:pPr marL="0" lvl="0" indent="0" algn="ctr" defTabSz="1066800" rtl="0">
              <a:lnSpc>
                <a:spcPct val="90000"/>
              </a:lnSpc>
              <a:spcBef>
                <a:spcPct val="0"/>
              </a:spcBef>
              <a:spcAft>
                <a:spcPct val="35000"/>
              </a:spcAft>
              <a:buNone/>
            </a:pPr>
            <a:r>
              <a:rPr lang="es-ES_tradnl" sz="2400" b="1" i="0" kern="1200" dirty="0">
                <a:solidFill>
                  <a:srgbClr val="FF0000"/>
                </a:solidFill>
                <a:latin typeface="Arial Narrow" pitchFamily="34" charset="0"/>
              </a:rPr>
              <a:t>Jorge Álvarez: </a:t>
            </a:r>
            <a:r>
              <a:rPr lang="es-ES_tradnl" sz="2400" b="1" i="0" kern="1200" dirty="0">
                <a:solidFill>
                  <a:schemeClr val="tx1"/>
                </a:solidFill>
                <a:latin typeface="Arial Narrow" pitchFamily="34" charset="0"/>
              </a:rPr>
              <a:t>“Es un procedimiento o un enfoque para </a:t>
            </a:r>
            <a:r>
              <a:rPr lang="es-ES_tradnl" sz="2400" b="1" i="0" kern="1200" dirty="0">
                <a:solidFill>
                  <a:prstClr val="black"/>
                </a:solidFill>
                <a:latin typeface="Arial Narrow" pitchFamily="34" charset="0"/>
                <a:ea typeface="+mn-ea"/>
                <a:cs typeface="+mn-cs"/>
              </a:rPr>
              <a:t>resolver</a:t>
            </a:r>
            <a:r>
              <a:rPr lang="es-ES_tradnl" sz="2400" b="1" i="0" kern="1200" dirty="0">
                <a:solidFill>
                  <a:schemeClr val="tx1"/>
                </a:solidFill>
                <a:latin typeface="Arial Narrow" pitchFamily="34" charset="0"/>
              </a:rPr>
              <a:t> problemas </a:t>
            </a:r>
            <a:r>
              <a:rPr lang="es-ES_tradnl" sz="2400" b="1" i="0" kern="1200" dirty="0">
                <a:solidFill>
                  <a:schemeClr val="tx1"/>
                </a:solidFill>
                <a:latin typeface="Arial Narrow" pitchFamily="34" charset="0"/>
                <a:ea typeface="+mn-ea"/>
                <a:cs typeface="+mn-cs"/>
              </a:rPr>
              <a:t>relacionados</a:t>
            </a:r>
            <a:r>
              <a:rPr lang="es-ES_tradnl" sz="2400" b="1" i="0" kern="1200" dirty="0">
                <a:solidFill>
                  <a:schemeClr val="tx1"/>
                </a:solidFill>
                <a:latin typeface="Arial Narrow" pitchFamily="34" charset="0"/>
              </a:rPr>
              <a:t> con la </a:t>
            </a:r>
            <a:r>
              <a:rPr lang="es-ES_tradnl" sz="2400" b="1" i="1" kern="1200" dirty="0">
                <a:solidFill>
                  <a:schemeClr val="tx1"/>
                </a:solidFill>
                <a:latin typeface="Arial Narrow" pitchFamily="34" charset="0"/>
              </a:rPr>
              <a:t>toma de decisiones </a:t>
            </a:r>
            <a:r>
              <a:rPr lang="es-PE" sz="2400" b="1" kern="1200" dirty="0">
                <a:solidFill>
                  <a:schemeClr val="tx1"/>
                </a:solidFill>
                <a:latin typeface="Arial Narrow" panose="020B0606020202030204" pitchFamily="34" charset="0"/>
              </a:rPr>
              <a:t>en diferentes campos de aplicación, tales como Ingeniería, Economía, Política, </a:t>
            </a:r>
            <a:r>
              <a:rPr lang="es-PE" sz="2400" b="1" kern="1200" dirty="0" err="1">
                <a:solidFill>
                  <a:schemeClr val="tx1"/>
                </a:solidFill>
                <a:latin typeface="Arial Narrow" panose="020B0606020202030204" pitchFamily="34" charset="0"/>
              </a:rPr>
              <a:t>etc</a:t>
            </a:r>
            <a:r>
              <a:rPr lang="es-ES_tradnl" sz="2400" b="1" i="0" kern="1200" dirty="0">
                <a:solidFill>
                  <a:schemeClr val="tx1"/>
                </a:solidFill>
                <a:latin typeface="Arial Narrow" pitchFamily="34" charset="0"/>
              </a:rPr>
              <a:t>”</a:t>
            </a:r>
            <a:endParaRPr lang="es-ES" sz="2400" b="1" kern="1200" dirty="0">
              <a:solidFill>
                <a:schemeClr val="tx1"/>
              </a:solidFill>
              <a:latin typeface="Arial Narrow" pitchFamily="34" charset="0"/>
            </a:endParaRPr>
          </a:p>
        </p:txBody>
      </p:sp>
      <p:sp>
        <p:nvSpPr>
          <p:cNvPr id="12" name="Forma libre: forma 11">
            <a:extLst>
              <a:ext uri="{FF2B5EF4-FFF2-40B4-BE49-F238E27FC236}">
                <a16:creationId xmlns:a16="http://schemas.microsoft.com/office/drawing/2014/main" id="{FAF7A907-E9DC-4414-ABC7-F77034602866}"/>
              </a:ext>
            </a:extLst>
          </p:cNvPr>
          <p:cNvSpPr/>
          <p:nvPr/>
        </p:nvSpPr>
        <p:spPr>
          <a:xfrm>
            <a:off x="1672206" y="4111736"/>
            <a:ext cx="4248317" cy="2372710"/>
          </a:xfrm>
          <a:custGeom>
            <a:avLst/>
            <a:gdLst>
              <a:gd name="connsiteX0" fmla="*/ 0 w 4248317"/>
              <a:gd name="connsiteY0" fmla="*/ 395460 h 2372710"/>
              <a:gd name="connsiteX1" fmla="*/ 395460 w 4248317"/>
              <a:gd name="connsiteY1" fmla="*/ 0 h 2372710"/>
              <a:gd name="connsiteX2" fmla="*/ 3852857 w 4248317"/>
              <a:gd name="connsiteY2" fmla="*/ 0 h 2372710"/>
              <a:gd name="connsiteX3" fmla="*/ 4248317 w 4248317"/>
              <a:gd name="connsiteY3" fmla="*/ 395460 h 2372710"/>
              <a:gd name="connsiteX4" fmla="*/ 4248317 w 4248317"/>
              <a:gd name="connsiteY4" fmla="*/ 1977250 h 2372710"/>
              <a:gd name="connsiteX5" fmla="*/ 3852857 w 4248317"/>
              <a:gd name="connsiteY5" fmla="*/ 2372710 h 2372710"/>
              <a:gd name="connsiteX6" fmla="*/ 395460 w 4248317"/>
              <a:gd name="connsiteY6" fmla="*/ 2372710 h 2372710"/>
              <a:gd name="connsiteX7" fmla="*/ 0 w 4248317"/>
              <a:gd name="connsiteY7" fmla="*/ 1977250 h 2372710"/>
              <a:gd name="connsiteX8" fmla="*/ 0 w 4248317"/>
              <a:gd name="connsiteY8" fmla="*/ 395460 h 2372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48317" h="2372710">
                <a:moveTo>
                  <a:pt x="0" y="395460"/>
                </a:moveTo>
                <a:cubicBezTo>
                  <a:pt x="0" y="177053"/>
                  <a:pt x="177053" y="0"/>
                  <a:pt x="395460" y="0"/>
                </a:cubicBezTo>
                <a:lnTo>
                  <a:pt x="3852857" y="0"/>
                </a:lnTo>
                <a:cubicBezTo>
                  <a:pt x="4071264" y="0"/>
                  <a:pt x="4248317" y="177053"/>
                  <a:pt x="4248317" y="395460"/>
                </a:cubicBezTo>
                <a:lnTo>
                  <a:pt x="4248317" y="1977250"/>
                </a:lnTo>
                <a:cubicBezTo>
                  <a:pt x="4248317" y="2195657"/>
                  <a:pt x="4071264" y="2372710"/>
                  <a:pt x="3852857" y="2372710"/>
                </a:cubicBezTo>
                <a:lnTo>
                  <a:pt x="395460" y="2372710"/>
                </a:lnTo>
                <a:cubicBezTo>
                  <a:pt x="177053" y="2372710"/>
                  <a:pt x="0" y="2195657"/>
                  <a:pt x="0" y="1977250"/>
                </a:cubicBezTo>
                <a:lnTo>
                  <a:pt x="0" y="395460"/>
                </a:lnTo>
                <a:close/>
              </a:path>
            </a:pathLst>
          </a:custGeom>
          <a:solidFill>
            <a:schemeClr val="accent1">
              <a:lumMod val="60000"/>
              <a:lumOff val="40000"/>
            </a:schemeClr>
          </a:solidFill>
          <a:scene3d>
            <a:camera prst="orthographicFront"/>
            <a:lightRig rig="chilly" dir="t"/>
          </a:scene3d>
          <a:sp3d prstMaterial="translucentPowder">
            <a:bevelT w="127000" h="25400" prst="softRound"/>
          </a:sp3d>
        </p:spPr>
        <p:style>
          <a:lnRef idx="0">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07266" tIns="207266" rIns="207266" bIns="207266" numCol="1" spcCol="1270" anchor="ctr" anchorCtr="0">
            <a:noAutofit/>
          </a:bodyPr>
          <a:lstStyle/>
          <a:p>
            <a:pPr marL="0" lvl="0" indent="0" algn="ctr" defTabSz="1066800" rtl="0">
              <a:lnSpc>
                <a:spcPct val="90000"/>
              </a:lnSpc>
              <a:spcBef>
                <a:spcPct val="0"/>
              </a:spcBef>
              <a:spcAft>
                <a:spcPct val="35000"/>
              </a:spcAft>
              <a:buNone/>
            </a:pPr>
            <a:r>
              <a:rPr lang="es-ES" sz="2400" b="1" i="0" kern="1200" dirty="0">
                <a:solidFill>
                  <a:srgbClr val="FF0000"/>
                </a:solidFill>
                <a:latin typeface="Arial Narrow" pitchFamily="34" charset="0"/>
              </a:rPr>
              <a:t>Lawrence y Pasternak: </a:t>
            </a:r>
            <a:r>
              <a:rPr lang="es-ES" sz="2400" b="1" i="0" kern="1200" dirty="0">
                <a:solidFill>
                  <a:schemeClr val="tx1"/>
                </a:solidFill>
                <a:latin typeface="Arial Narrow" pitchFamily="34" charset="0"/>
              </a:rPr>
              <a:t>”Es un enfoque científico para la </a:t>
            </a:r>
            <a:r>
              <a:rPr lang="es-ES" sz="2400" b="1" i="1" kern="1200" dirty="0">
                <a:solidFill>
                  <a:schemeClr val="tx1"/>
                </a:solidFill>
                <a:latin typeface="Arial Narrow" pitchFamily="34" charset="0"/>
              </a:rPr>
              <a:t>toma de decisiones </a:t>
            </a:r>
            <a:r>
              <a:rPr lang="es-ES" sz="2400" b="1" i="0" kern="1200" dirty="0">
                <a:solidFill>
                  <a:schemeClr val="tx1"/>
                </a:solidFill>
                <a:latin typeface="Arial Narrow" pitchFamily="34" charset="0"/>
              </a:rPr>
              <a:t>ejecutivas”</a:t>
            </a:r>
            <a:r>
              <a:rPr lang="es-ES_tradnl" sz="2400" b="1" i="0" kern="1200" dirty="0">
                <a:solidFill>
                  <a:schemeClr val="tx1"/>
                </a:solidFill>
                <a:latin typeface="Arial Narrow" pitchFamily="34" charset="0"/>
              </a:rPr>
              <a:t> </a:t>
            </a:r>
            <a:endParaRPr lang="es-ES" sz="2400" b="1" kern="1200" dirty="0">
              <a:solidFill>
                <a:schemeClr val="tx1"/>
              </a:solidFill>
              <a:latin typeface="Arial Narrow" pitchFamily="34" charset="0"/>
            </a:endParaRPr>
          </a:p>
        </p:txBody>
      </p:sp>
      <p:sp>
        <p:nvSpPr>
          <p:cNvPr id="16" name="Forma libre: forma 15">
            <a:extLst>
              <a:ext uri="{FF2B5EF4-FFF2-40B4-BE49-F238E27FC236}">
                <a16:creationId xmlns:a16="http://schemas.microsoft.com/office/drawing/2014/main" id="{1F271CF1-C49D-4EEC-96C1-E08868076486}"/>
              </a:ext>
            </a:extLst>
          </p:cNvPr>
          <p:cNvSpPr/>
          <p:nvPr/>
        </p:nvSpPr>
        <p:spPr>
          <a:xfrm>
            <a:off x="1625468" y="1584419"/>
            <a:ext cx="4327777" cy="2442282"/>
          </a:xfrm>
          <a:custGeom>
            <a:avLst/>
            <a:gdLst>
              <a:gd name="connsiteX0" fmla="*/ 0 w 4327777"/>
              <a:gd name="connsiteY0" fmla="*/ 407055 h 2442282"/>
              <a:gd name="connsiteX1" fmla="*/ 407055 w 4327777"/>
              <a:gd name="connsiteY1" fmla="*/ 0 h 2442282"/>
              <a:gd name="connsiteX2" fmla="*/ 3920722 w 4327777"/>
              <a:gd name="connsiteY2" fmla="*/ 0 h 2442282"/>
              <a:gd name="connsiteX3" fmla="*/ 4327777 w 4327777"/>
              <a:gd name="connsiteY3" fmla="*/ 407055 h 2442282"/>
              <a:gd name="connsiteX4" fmla="*/ 4327777 w 4327777"/>
              <a:gd name="connsiteY4" fmla="*/ 2035227 h 2442282"/>
              <a:gd name="connsiteX5" fmla="*/ 3920722 w 4327777"/>
              <a:gd name="connsiteY5" fmla="*/ 2442282 h 2442282"/>
              <a:gd name="connsiteX6" fmla="*/ 407055 w 4327777"/>
              <a:gd name="connsiteY6" fmla="*/ 2442282 h 2442282"/>
              <a:gd name="connsiteX7" fmla="*/ 0 w 4327777"/>
              <a:gd name="connsiteY7" fmla="*/ 2035227 h 2442282"/>
              <a:gd name="connsiteX8" fmla="*/ 0 w 4327777"/>
              <a:gd name="connsiteY8" fmla="*/ 407055 h 24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27777" h="2442282">
                <a:moveTo>
                  <a:pt x="0" y="407055"/>
                </a:moveTo>
                <a:cubicBezTo>
                  <a:pt x="0" y="182245"/>
                  <a:pt x="182245" y="0"/>
                  <a:pt x="407055" y="0"/>
                </a:cubicBezTo>
                <a:lnTo>
                  <a:pt x="3920722" y="0"/>
                </a:lnTo>
                <a:cubicBezTo>
                  <a:pt x="4145532" y="0"/>
                  <a:pt x="4327777" y="182245"/>
                  <a:pt x="4327777" y="407055"/>
                </a:cubicBezTo>
                <a:lnTo>
                  <a:pt x="4327777" y="2035227"/>
                </a:lnTo>
                <a:cubicBezTo>
                  <a:pt x="4327777" y="2260037"/>
                  <a:pt x="4145532" y="2442282"/>
                  <a:pt x="3920722" y="2442282"/>
                </a:cubicBezTo>
                <a:lnTo>
                  <a:pt x="407055" y="2442282"/>
                </a:lnTo>
                <a:cubicBezTo>
                  <a:pt x="182245" y="2442282"/>
                  <a:pt x="0" y="2260037"/>
                  <a:pt x="0" y="2035227"/>
                </a:cubicBezTo>
                <a:lnTo>
                  <a:pt x="0" y="407055"/>
                </a:lnTo>
                <a:close/>
              </a:path>
            </a:pathLst>
          </a:custGeom>
          <a:solidFill>
            <a:schemeClr val="accent1">
              <a:lumMod val="60000"/>
              <a:lumOff val="40000"/>
            </a:schemeClr>
          </a:solidFill>
          <a:scene3d>
            <a:camera prst="orthographicFront"/>
            <a:lightRig rig="chilly" dir="t"/>
          </a:scene3d>
          <a:sp3d prstMaterial="translucentPowder">
            <a:bevelT w="127000" h="25400" prst="softRound"/>
          </a:sp3d>
        </p:spPr>
        <p:style>
          <a:lnRef idx="0">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0662" tIns="210662" rIns="210662" bIns="210662" numCol="1" spcCol="1270" anchor="ctr" anchorCtr="0">
            <a:noAutofit/>
          </a:bodyPr>
          <a:lstStyle/>
          <a:p>
            <a:pPr marL="0" lvl="0" indent="0" algn="ctr" defTabSz="1066800" rtl="0">
              <a:lnSpc>
                <a:spcPct val="90000"/>
              </a:lnSpc>
              <a:spcBef>
                <a:spcPct val="0"/>
              </a:spcBef>
              <a:spcAft>
                <a:spcPct val="35000"/>
              </a:spcAft>
              <a:buNone/>
            </a:pPr>
            <a:r>
              <a:rPr lang="es-ES_tradnl" sz="2400" b="1" i="0" kern="1200" dirty="0">
                <a:solidFill>
                  <a:srgbClr val="FF0000"/>
                </a:solidFill>
                <a:latin typeface="Arial Narrow" pitchFamily="34" charset="0"/>
              </a:rPr>
              <a:t>Kamblesh Mathur: </a:t>
            </a:r>
            <a:r>
              <a:rPr lang="es-ES_tradnl" sz="2400" b="1" i="0" kern="1200" dirty="0">
                <a:solidFill>
                  <a:schemeClr val="tx1"/>
                </a:solidFill>
                <a:latin typeface="Arial Narrow" pitchFamily="34" charset="0"/>
              </a:rPr>
              <a:t>“Es el uso de la Matemática y computadoras para ayudar a </a:t>
            </a:r>
            <a:r>
              <a:rPr lang="es-ES_tradnl" sz="2400" b="1" i="1" kern="1200" dirty="0">
                <a:solidFill>
                  <a:schemeClr val="tx1"/>
                </a:solidFill>
                <a:latin typeface="Arial Narrow" pitchFamily="34" charset="0"/>
              </a:rPr>
              <a:t>tomar decisiones racionales</a:t>
            </a:r>
            <a:r>
              <a:rPr lang="es-ES_tradnl" sz="2400" b="1" i="0" kern="1200" dirty="0">
                <a:solidFill>
                  <a:schemeClr val="tx1"/>
                </a:solidFill>
                <a:latin typeface="Arial Narrow" pitchFamily="34" charset="0"/>
              </a:rPr>
              <a:t> frente a problemas de administración”.</a:t>
            </a:r>
            <a:endParaRPr lang="es-ES" sz="2400" b="1" kern="1200" dirty="0">
              <a:solidFill>
                <a:schemeClr val="tx1"/>
              </a:solidFill>
              <a:latin typeface="Arial Narrow" pitchFamily="34" charset="0"/>
            </a:endParaRPr>
          </a:p>
        </p:txBody>
      </p:sp>
    </p:spTree>
    <p:extLst>
      <p:ext uri="{BB962C8B-B14F-4D97-AF65-F5344CB8AC3E}">
        <p14:creationId xmlns:p14="http://schemas.microsoft.com/office/powerpoint/2010/main" val="3297694687"/>
      </p:ext>
    </p:extLst>
  </p:cSld>
  <p:clrMapOvr>
    <a:masterClrMapping/>
  </p:clrMapOvr>
  <p:transition>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6" grpId="0" animBg="1"/>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9" name="Rectangle 2"/>
          <p:cNvSpPr txBox="1">
            <a:spLocks noChangeArrowheads="1"/>
          </p:cNvSpPr>
          <p:nvPr/>
        </p:nvSpPr>
        <p:spPr bwMode="auto">
          <a:xfrm>
            <a:off x="6096000" y="137621"/>
            <a:ext cx="6096000" cy="812895"/>
          </a:xfrm>
          <a:prstGeom prst="rect">
            <a:avLst/>
          </a:prstGeom>
          <a:noFill/>
          <a:ln w="9525">
            <a:noFill/>
            <a:miter lim="800000"/>
            <a:headEnd/>
            <a:tailEnd/>
          </a:ln>
          <a:effectLst/>
        </p:spPr>
        <p:txBody>
          <a:bodyPr spcFirstLastPara="1" vert="horz" wrap="square" lIns="91440" tIns="45720" rIns="91440" bIns="45720" numCol="1" anchor="ctr" anchorCtr="0" compatLnSpc="1">
            <a:prstTxWarp prst="textNoShape">
              <a:avLst/>
            </a:prstTxWarp>
            <a:noAutofit/>
          </a:bodyPr>
          <a:lstStyle>
            <a:defPPr marR="0" lvl="0" algn="l" rtl="0">
              <a:lnSpc>
                <a:spcPct val="100000"/>
              </a:lnSpc>
              <a:spcBef>
                <a:spcPts val="0"/>
              </a:spcBef>
              <a:spcAft>
                <a:spcPts val="0"/>
              </a:spcAft>
            </a:defPPr>
            <a:lvl1pPr algn="ctr">
              <a:buClr>
                <a:schemeClr val="lt1"/>
              </a:buClr>
              <a:buSzPts val="3200"/>
              <a:buFont typeface="Lexend Deca"/>
              <a:buNone/>
              <a:defRPr sz="3200" kern="1200">
                <a:solidFill>
                  <a:schemeClr val="accent5">
                    <a:lumMod val="20000"/>
                    <a:lumOff val="80000"/>
                  </a:schemeClr>
                </a:solidFill>
                <a:latin typeface="Bauhaus 93" pitchFamily="82" charset="0"/>
                <a:ea typeface="+mn-ea"/>
                <a:cs typeface="+mn-cs"/>
                <a:sym typeface="Lexend Deca"/>
              </a:defRPr>
            </a:lvl1pPr>
            <a:lvl2pPr>
              <a:buClr>
                <a:schemeClr val="lt1"/>
              </a:buClr>
              <a:buSzPts val="3200"/>
              <a:buFont typeface="Lexend Deca"/>
              <a:buNone/>
              <a:defRPr sz="3200" b="1">
                <a:solidFill>
                  <a:schemeClr val="lt1"/>
                </a:solidFill>
                <a:latin typeface="Lexend Deca"/>
                <a:ea typeface="Lexend Deca"/>
                <a:cs typeface="Lexend Deca"/>
                <a:sym typeface="Lexend Deca"/>
              </a:defRPr>
            </a:lvl2pPr>
            <a:lvl3pPr>
              <a:buClr>
                <a:schemeClr val="lt1"/>
              </a:buClr>
              <a:buSzPts val="3200"/>
              <a:buFont typeface="Lexend Deca"/>
              <a:buNone/>
              <a:defRPr sz="3200" b="1">
                <a:solidFill>
                  <a:schemeClr val="lt1"/>
                </a:solidFill>
                <a:latin typeface="Lexend Deca"/>
                <a:ea typeface="Lexend Deca"/>
                <a:cs typeface="Lexend Deca"/>
                <a:sym typeface="Lexend Deca"/>
              </a:defRPr>
            </a:lvl3pPr>
            <a:lvl4pPr>
              <a:buClr>
                <a:schemeClr val="lt1"/>
              </a:buClr>
              <a:buSzPts val="3200"/>
              <a:buFont typeface="Lexend Deca"/>
              <a:buNone/>
              <a:defRPr sz="3200" b="1">
                <a:solidFill>
                  <a:schemeClr val="lt1"/>
                </a:solidFill>
                <a:latin typeface="Lexend Deca"/>
                <a:ea typeface="Lexend Deca"/>
                <a:cs typeface="Lexend Deca"/>
                <a:sym typeface="Lexend Deca"/>
              </a:defRPr>
            </a:lvl4pPr>
            <a:lvl5pPr>
              <a:buClr>
                <a:schemeClr val="lt1"/>
              </a:buClr>
              <a:buSzPts val="3200"/>
              <a:buFont typeface="Lexend Deca"/>
              <a:buNone/>
              <a:defRPr sz="3200" b="1">
                <a:solidFill>
                  <a:schemeClr val="lt1"/>
                </a:solidFill>
                <a:latin typeface="Lexend Deca"/>
                <a:ea typeface="Lexend Deca"/>
                <a:cs typeface="Lexend Deca"/>
                <a:sym typeface="Lexend Deca"/>
              </a:defRPr>
            </a:lvl5pPr>
            <a:lvl6pPr>
              <a:buClr>
                <a:schemeClr val="lt1"/>
              </a:buClr>
              <a:buSzPts val="3200"/>
              <a:buFont typeface="Lexend Deca"/>
              <a:buNone/>
              <a:defRPr sz="3200" b="1">
                <a:solidFill>
                  <a:schemeClr val="lt1"/>
                </a:solidFill>
                <a:latin typeface="Lexend Deca"/>
                <a:ea typeface="Lexend Deca"/>
                <a:cs typeface="Lexend Deca"/>
                <a:sym typeface="Lexend Deca"/>
              </a:defRPr>
            </a:lvl6pPr>
            <a:lvl7pPr>
              <a:buClr>
                <a:schemeClr val="lt1"/>
              </a:buClr>
              <a:buSzPts val="3200"/>
              <a:buFont typeface="Lexend Deca"/>
              <a:buNone/>
              <a:defRPr sz="3200" b="1">
                <a:solidFill>
                  <a:schemeClr val="lt1"/>
                </a:solidFill>
                <a:latin typeface="Lexend Deca"/>
                <a:ea typeface="Lexend Deca"/>
                <a:cs typeface="Lexend Deca"/>
                <a:sym typeface="Lexend Deca"/>
              </a:defRPr>
            </a:lvl7pPr>
            <a:lvl8pPr>
              <a:buClr>
                <a:schemeClr val="lt1"/>
              </a:buClr>
              <a:buSzPts val="3200"/>
              <a:buFont typeface="Lexend Deca"/>
              <a:buNone/>
              <a:defRPr sz="3200" b="1">
                <a:solidFill>
                  <a:schemeClr val="lt1"/>
                </a:solidFill>
                <a:latin typeface="Lexend Deca"/>
                <a:ea typeface="Lexend Deca"/>
                <a:cs typeface="Lexend Deca"/>
                <a:sym typeface="Lexend Deca"/>
              </a:defRPr>
            </a:lvl8pPr>
            <a:lvl9pPr>
              <a:buClr>
                <a:schemeClr val="lt1"/>
              </a:buClr>
              <a:buSzPts val="3200"/>
              <a:buFont typeface="Lexend Deca"/>
              <a:buNone/>
              <a:defRPr sz="3200" b="1">
                <a:solidFill>
                  <a:schemeClr val="lt1"/>
                </a:solidFill>
                <a:latin typeface="Lexend Deca"/>
                <a:ea typeface="Lexend Deca"/>
                <a:cs typeface="Lexend Deca"/>
                <a:sym typeface="Lexend Deca"/>
              </a:defRPr>
            </a:lvl9pPr>
          </a:lstStyle>
          <a:p>
            <a:r>
              <a:rPr lang="es-ES" dirty="0">
                <a:solidFill>
                  <a:schemeClr val="bg1"/>
                </a:solidFill>
              </a:rPr>
              <a:t>¿Qué es la Investigación de operaciones?</a:t>
            </a:r>
          </a:p>
        </p:txBody>
      </p:sp>
      <p:grpSp>
        <p:nvGrpSpPr>
          <p:cNvPr id="2" name="Grupo 1">
            <a:extLst>
              <a:ext uri="{FF2B5EF4-FFF2-40B4-BE49-F238E27FC236}">
                <a16:creationId xmlns:a16="http://schemas.microsoft.com/office/drawing/2014/main" id="{55FA2108-A0D2-4AC0-A9FE-8AEFEAE7808A}"/>
              </a:ext>
            </a:extLst>
          </p:cNvPr>
          <p:cNvGrpSpPr/>
          <p:nvPr/>
        </p:nvGrpSpPr>
        <p:grpSpPr>
          <a:xfrm>
            <a:off x="607061" y="1283117"/>
            <a:ext cx="8209956" cy="5428782"/>
            <a:chOff x="607061" y="1283117"/>
            <a:chExt cx="8209956" cy="5428782"/>
          </a:xfrm>
        </p:grpSpPr>
        <p:sp>
          <p:nvSpPr>
            <p:cNvPr id="4" name="Rombo 3">
              <a:extLst>
                <a:ext uri="{FF2B5EF4-FFF2-40B4-BE49-F238E27FC236}">
                  <a16:creationId xmlns:a16="http://schemas.microsoft.com/office/drawing/2014/main" id="{95D68C4B-C8DC-4D5D-ABE9-AD471F0592E6}"/>
                </a:ext>
              </a:extLst>
            </p:cNvPr>
            <p:cNvSpPr/>
            <p:nvPr/>
          </p:nvSpPr>
          <p:spPr>
            <a:xfrm>
              <a:off x="3388235" y="1283117"/>
              <a:ext cx="5428782" cy="5428782"/>
            </a:xfrm>
            <a:prstGeom prst="diamond">
              <a:avLst/>
            </a:prstGeom>
            <a:solidFill>
              <a:schemeClr val="accent2">
                <a:lumMod val="20000"/>
                <a:lumOff val="80000"/>
              </a:schemeClr>
            </a:solidFill>
            <a:scene3d>
              <a:camera prst="orthographicFront"/>
              <a:lightRig rig="chilly" dir="t"/>
            </a:scene3d>
            <a:sp3d z="-12700" extrusionH="1700" prstMaterial="translucentPowder">
              <a:bevelT w="25400" h="6350" prst="softRound"/>
              <a:bevelB w="0" h="0" prst="convex"/>
            </a:sp3d>
          </p:spPr>
          <p:style>
            <a:lnRef idx="0">
              <a:schemeClr val="accent1">
                <a:hueOff val="0"/>
                <a:satOff val="0"/>
                <a:lumOff val="0"/>
                <a:alphaOff val="0"/>
              </a:schemeClr>
            </a:lnRef>
            <a:fillRef idx="1">
              <a:scrgbClr r="0" g="0" b="0"/>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s-PE"/>
            </a:p>
          </p:txBody>
        </p:sp>
        <p:sp>
          <p:nvSpPr>
            <p:cNvPr id="5" name="Forma libre: forma 4">
              <a:extLst>
                <a:ext uri="{FF2B5EF4-FFF2-40B4-BE49-F238E27FC236}">
                  <a16:creationId xmlns:a16="http://schemas.microsoft.com/office/drawing/2014/main" id="{5A3A1EAF-851F-4228-B15B-056666FBE4B6}"/>
                </a:ext>
              </a:extLst>
            </p:cNvPr>
            <p:cNvSpPr/>
            <p:nvPr/>
          </p:nvSpPr>
          <p:spPr>
            <a:xfrm>
              <a:off x="607061" y="1407238"/>
              <a:ext cx="5205028" cy="2442282"/>
            </a:xfrm>
            <a:custGeom>
              <a:avLst/>
              <a:gdLst>
                <a:gd name="connsiteX0" fmla="*/ 0 w 5102385"/>
                <a:gd name="connsiteY0" fmla="*/ 407055 h 2442282"/>
                <a:gd name="connsiteX1" fmla="*/ 407055 w 5102385"/>
                <a:gd name="connsiteY1" fmla="*/ 0 h 2442282"/>
                <a:gd name="connsiteX2" fmla="*/ 4695330 w 5102385"/>
                <a:gd name="connsiteY2" fmla="*/ 0 h 2442282"/>
                <a:gd name="connsiteX3" fmla="*/ 5102385 w 5102385"/>
                <a:gd name="connsiteY3" fmla="*/ 407055 h 2442282"/>
                <a:gd name="connsiteX4" fmla="*/ 5102385 w 5102385"/>
                <a:gd name="connsiteY4" fmla="*/ 2035227 h 2442282"/>
                <a:gd name="connsiteX5" fmla="*/ 4695330 w 5102385"/>
                <a:gd name="connsiteY5" fmla="*/ 2442282 h 2442282"/>
                <a:gd name="connsiteX6" fmla="*/ 407055 w 5102385"/>
                <a:gd name="connsiteY6" fmla="*/ 2442282 h 2442282"/>
                <a:gd name="connsiteX7" fmla="*/ 0 w 5102385"/>
                <a:gd name="connsiteY7" fmla="*/ 2035227 h 2442282"/>
                <a:gd name="connsiteX8" fmla="*/ 0 w 5102385"/>
                <a:gd name="connsiteY8" fmla="*/ 407055 h 24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02385" h="2442282">
                  <a:moveTo>
                    <a:pt x="0" y="407055"/>
                  </a:moveTo>
                  <a:cubicBezTo>
                    <a:pt x="0" y="182245"/>
                    <a:pt x="182245" y="0"/>
                    <a:pt x="407055" y="0"/>
                  </a:cubicBezTo>
                  <a:lnTo>
                    <a:pt x="4695330" y="0"/>
                  </a:lnTo>
                  <a:cubicBezTo>
                    <a:pt x="4920140" y="0"/>
                    <a:pt x="5102385" y="182245"/>
                    <a:pt x="5102385" y="407055"/>
                  </a:cubicBezTo>
                  <a:lnTo>
                    <a:pt x="5102385" y="2035227"/>
                  </a:lnTo>
                  <a:cubicBezTo>
                    <a:pt x="5102385" y="2260037"/>
                    <a:pt x="4920140" y="2442282"/>
                    <a:pt x="4695330" y="2442282"/>
                  </a:cubicBezTo>
                  <a:lnTo>
                    <a:pt x="407055" y="2442282"/>
                  </a:lnTo>
                  <a:cubicBezTo>
                    <a:pt x="182245" y="2442282"/>
                    <a:pt x="0" y="2260037"/>
                    <a:pt x="0" y="2035227"/>
                  </a:cubicBezTo>
                  <a:lnTo>
                    <a:pt x="0" y="407055"/>
                  </a:lnTo>
                  <a:close/>
                </a:path>
              </a:pathLst>
            </a:custGeom>
            <a:solidFill>
              <a:schemeClr val="accent1">
                <a:lumMod val="40000"/>
                <a:lumOff val="60000"/>
              </a:schemeClr>
            </a:solidFill>
            <a:scene3d>
              <a:camera prst="orthographicFront"/>
              <a:lightRig rig="chilly" dir="t"/>
            </a:scene3d>
            <a:sp3d prstMaterial="translucentPowder">
              <a:bevelT w="127000" h="25400" prst="softRound"/>
            </a:sp3d>
          </p:spPr>
          <p:style>
            <a:lnRef idx="0">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41142" tIns="241142" rIns="241142" bIns="241142" numCol="1" spcCol="1270" anchor="ctr" anchorCtr="0">
              <a:noAutofit/>
            </a:bodyPr>
            <a:lstStyle/>
            <a:p>
              <a:pPr marL="0" lvl="0" indent="0" algn="ctr" defTabSz="1422400" rtl="0">
                <a:lnSpc>
                  <a:spcPct val="90000"/>
                </a:lnSpc>
                <a:spcBef>
                  <a:spcPct val="0"/>
                </a:spcBef>
                <a:spcAft>
                  <a:spcPct val="35000"/>
                </a:spcAft>
                <a:buNone/>
              </a:pPr>
              <a:r>
                <a:rPr lang="es-ES_tradnl" sz="3200" b="1" i="0" kern="1200" dirty="0">
                  <a:solidFill>
                    <a:srgbClr val="FF0000"/>
                  </a:solidFill>
                  <a:latin typeface="Arial Narrow" pitchFamily="34" charset="0"/>
                </a:rPr>
                <a:t>Sociedad de Investigación  de Operaciones de la Gran Bretaña:</a:t>
              </a:r>
              <a:r>
                <a:rPr lang="es-ES_tradnl" sz="3200" b="1" i="0" kern="1200" dirty="0">
                  <a:latin typeface="Arial Narrow" pitchFamily="34" charset="0"/>
                </a:rPr>
                <a:t> </a:t>
              </a:r>
              <a:endParaRPr lang="es-ES" sz="3200" b="1" kern="1200" dirty="0">
                <a:solidFill>
                  <a:schemeClr val="tx1"/>
                </a:solidFill>
                <a:latin typeface="Arial Narrow" pitchFamily="34" charset="0"/>
              </a:endParaRPr>
            </a:p>
          </p:txBody>
        </p:sp>
      </p:grpSp>
      <p:sp>
        <p:nvSpPr>
          <p:cNvPr id="10" name="Forma libre: forma 9">
            <a:extLst>
              <a:ext uri="{FF2B5EF4-FFF2-40B4-BE49-F238E27FC236}">
                <a16:creationId xmlns:a16="http://schemas.microsoft.com/office/drawing/2014/main" id="{9A722D52-01A1-4F58-902F-0AB502884333}"/>
              </a:ext>
            </a:extLst>
          </p:cNvPr>
          <p:cNvSpPr/>
          <p:nvPr/>
        </p:nvSpPr>
        <p:spPr>
          <a:xfrm>
            <a:off x="625392" y="4112549"/>
            <a:ext cx="5293104" cy="2442282"/>
          </a:xfrm>
          <a:custGeom>
            <a:avLst/>
            <a:gdLst>
              <a:gd name="connsiteX0" fmla="*/ 0 w 5293104"/>
              <a:gd name="connsiteY0" fmla="*/ 395460 h 2372710"/>
              <a:gd name="connsiteX1" fmla="*/ 395460 w 5293104"/>
              <a:gd name="connsiteY1" fmla="*/ 0 h 2372710"/>
              <a:gd name="connsiteX2" fmla="*/ 4897644 w 5293104"/>
              <a:gd name="connsiteY2" fmla="*/ 0 h 2372710"/>
              <a:gd name="connsiteX3" fmla="*/ 5293104 w 5293104"/>
              <a:gd name="connsiteY3" fmla="*/ 395460 h 2372710"/>
              <a:gd name="connsiteX4" fmla="*/ 5293104 w 5293104"/>
              <a:gd name="connsiteY4" fmla="*/ 1977250 h 2372710"/>
              <a:gd name="connsiteX5" fmla="*/ 4897644 w 5293104"/>
              <a:gd name="connsiteY5" fmla="*/ 2372710 h 2372710"/>
              <a:gd name="connsiteX6" fmla="*/ 395460 w 5293104"/>
              <a:gd name="connsiteY6" fmla="*/ 2372710 h 2372710"/>
              <a:gd name="connsiteX7" fmla="*/ 0 w 5293104"/>
              <a:gd name="connsiteY7" fmla="*/ 1977250 h 2372710"/>
              <a:gd name="connsiteX8" fmla="*/ 0 w 5293104"/>
              <a:gd name="connsiteY8" fmla="*/ 395460 h 2372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93104" h="2372710">
                <a:moveTo>
                  <a:pt x="0" y="395460"/>
                </a:moveTo>
                <a:cubicBezTo>
                  <a:pt x="0" y="177053"/>
                  <a:pt x="177053" y="0"/>
                  <a:pt x="395460" y="0"/>
                </a:cubicBezTo>
                <a:lnTo>
                  <a:pt x="4897644" y="0"/>
                </a:lnTo>
                <a:cubicBezTo>
                  <a:pt x="5116051" y="0"/>
                  <a:pt x="5293104" y="177053"/>
                  <a:pt x="5293104" y="395460"/>
                </a:cubicBezTo>
                <a:lnTo>
                  <a:pt x="5293104" y="1977250"/>
                </a:lnTo>
                <a:cubicBezTo>
                  <a:pt x="5293104" y="2195657"/>
                  <a:pt x="5116051" y="2372710"/>
                  <a:pt x="4897644" y="2372710"/>
                </a:cubicBezTo>
                <a:lnTo>
                  <a:pt x="395460" y="2372710"/>
                </a:lnTo>
                <a:cubicBezTo>
                  <a:pt x="177053" y="2372710"/>
                  <a:pt x="0" y="2195657"/>
                  <a:pt x="0" y="1977250"/>
                </a:cubicBezTo>
                <a:lnTo>
                  <a:pt x="0" y="395460"/>
                </a:lnTo>
                <a:close/>
              </a:path>
            </a:pathLst>
          </a:custGeom>
          <a:solidFill>
            <a:schemeClr val="accent6">
              <a:lumMod val="40000"/>
              <a:lumOff val="60000"/>
            </a:schemeClr>
          </a:solidFill>
          <a:ln>
            <a:noFill/>
          </a:ln>
          <a:effectLst/>
          <a:scene3d>
            <a:camera prst="orthographicFront"/>
            <a:lightRig rig="chilly" dir="t"/>
          </a:scene3d>
          <a:sp3d prstMaterial="translucentPowder">
            <a:bevelT w="127000" h="25400" prst="softRound"/>
          </a:sp3d>
        </p:spPr>
        <p:style>
          <a:lnRef idx="0">
            <a:scrgbClr r="0" g="0" b="0"/>
          </a:lnRef>
          <a:fillRef idx="1">
            <a:scrgbClr r="0" g="0" b="0"/>
          </a:fillRef>
          <a:effectRef idx="0">
            <a:scrgbClr r="0" g="0" b="0"/>
          </a:effectRef>
          <a:fontRef idx="minor">
            <a:schemeClr val="lt1"/>
          </a:fontRef>
        </p:style>
        <p:txBody>
          <a:bodyPr spcFirstLastPara="0" vert="horz" wrap="square" lIns="207266" tIns="207266" rIns="207266" bIns="207266" numCol="1" spcCol="1270" anchor="ctr" anchorCtr="0">
            <a:noAutofit/>
          </a:bodyPr>
          <a:lstStyle/>
          <a:p>
            <a:pPr algn="just" defTabSz="1066800">
              <a:lnSpc>
                <a:spcPct val="90000"/>
              </a:lnSpc>
              <a:spcBef>
                <a:spcPct val="0"/>
              </a:spcBef>
              <a:spcAft>
                <a:spcPct val="35000"/>
              </a:spcAft>
            </a:pPr>
            <a:r>
              <a:rPr lang="es-PE" sz="2400" b="1" dirty="0">
                <a:solidFill>
                  <a:schemeClr val="tx1"/>
                </a:solidFill>
                <a:latin typeface="Arial Narrow" panose="020B0606020202030204" pitchFamily="34" charset="0"/>
              </a:rPr>
              <a:t>1. “Es el ataque de la ciencia moderna a los complejos problemas que surgen en la dirección y en la administración de grandes sistemas de hombres, máquinas, materiales y dinero, en la industria, en los negocios, en el gobierno y en la defensa”.</a:t>
            </a:r>
          </a:p>
        </p:txBody>
      </p:sp>
      <p:sp>
        <p:nvSpPr>
          <p:cNvPr id="11" name="Forma libre: forma 10">
            <a:extLst>
              <a:ext uri="{FF2B5EF4-FFF2-40B4-BE49-F238E27FC236}">
                <a16:creationId xmlns:a16="http://schemas.microsoft.com/office/drawing/2014/main" id="{CBCE4764-9F98-4F1F-B23A-5474B6724FA2}"/>
              </a:ext>
            </a:extLst>
          </p:cNvPr>
          <p:cNvSpPr/>
          <p:nvPr/>
        </p:nvSpPr>
        <p:spPr>
          <a:xfrm>
            <a:off x="6374832" y="1401437"/>
            <a:ext cx="5205028" cy="2442282"/>
          </a:xfrm>
          <a:custGeom>
            <a:avLst/>
            <a:gdLst>
              <a:gd name="connsiteX0" fmla="*/ 0 w 5205028"/>
              <a:gd name="connsiteY0" fmla="*/ 407055 h 2442282"/>
              <a:gd name="connsiteX1" fmla="*/ 407055 w 5205028"/>
              <a:gd name="connsiteY1" fmla="*/ 0 h 2442282"/>
              <a:gd name="connsiteX2" fmla="*/ 4797973 w 5205028"/>
              <a:gd name="connsiteY2" fmla="*/ 0 h 2442282"/>
              <a:gd name="connsiteX3" fmla="*/ 5205028 w 5205028"/>
              <a:gd name="connsiteY3" fmla="*/ 407055 h 2442282"/>
              <a:gd name="connsiteX4" fmla="*/ 5205028 w 5205028"/>
              <a:gd name="connsiteY4" fmla="*/ 2035227 h 2442282"/>
              <a:gd name="connsiteX5" fmla="*/ 4797973 w 5205028"/>
              <a:gd name="connsiteY5" fmla="*/ 2442282 h 2442282"/>
              <a:gd name="connsiteX6" fmla="*/ 407055 w 5205028"/>
              <a:gd name="connsiteY6" fmla="*/ 2442282 h 2442282"/>
              <a:gd name="connsiteX7" fmla="*/ 0 w 5205028"/>
              <a:gd name="connsiteY7" fmla="*/ 2035227 h 2442282"/>
              <a:gd name="connsiteX8" fmla="*/ 0 w 5205028"/>
              <a:gd name="connsiteY8" fmla="*/ 407055 h 24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05028" h="2442282">
                <a:moveTo>
                  <a:pt x="0" y="407055"/>
                </a:moveTo>
                <a:cubicBezTo>
                  <a:pt x="0" y="182245"/>
                  <a:pt x="182245" y="0"/>
                  <a:pt x="407055" y="0"/>
                </a:cubicBezTo>
                <a:lnTo>
                  <a:pt x="4797973" y="0"/>
                </a:lnTo>
                <a:cubicBezTo>
                  <a:pt x="5022783" y="0"/>
                  <a:pt x="5205028" y="182245"/>
                  <a:pt x="5205028" y="407055"/>
                </a:cubicBezTo>
                <a:lnTo>
                  <a:pt x="5205028" y="2035227"/>
                </a:lnTo>
                <a:cubicBezTo>
                  <a:pt x="5205028" y="2260037"/>
                  <a:pt x="5022783" y="2442282"/>
                  <a:pt x="4797973" y="2442282"/>
                </a:cubicBezTo>
                <a:lnTo>
                  <a:pt x="407055" y="2442282"/>
                </a:lnTo>
                <a:cubicBezTo>
                  <a:pt x="182245" y="2442282"/>
                  <a:pt x="0" y="2260037"/>
                  <a:pt x="0" y="2035227"/>
                </a:cubicBezTo>
                <a:lnTo>
                  <a:pt x="0" y="407055"/>
                </a:lnTo>
                <a:close/>
              </a:path>
            </a:pathLst>
          </a:custGeom>
          <a:solidFill>
            <a:schemeClr val="accent6">
              <a:lumMod val="40000"/>
              <a:lumOff val="60000"/>
            </a:schemeClr>
          </a:solidFill>
          <a:scene3d>
            <a:camera prst="orthographicFront"/>
            <a:lightRig rig="chilly" dir="t"/>
          </a:scene3d>
          <a:sp3d prstMaterial="translucentPowder">
            <a:bevelT w="127000" h="25400" prst="softRound"/>
          </a:sp3d>
        </p:spPr>
        <p:style>
          <a:lnRef idx="0">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0662" tIns="210662" rIns="210662" bIns="210662" numCol="1" spcCol="1270" anchor="ctr" anchorCtr="0">
            <a:noAutofit/>
          </a:bodyPr>
          <a:lstStyle/>
          <a:p>
            <a:pPr marL="0" lvl="0" indent="0" algn="just" defTabSz="1066800" rtl="0">
              <a:lnSpc>
                <a:spcPct val="90000"/>
              </a:lnSpc>
              <a:spcBef>
                <a:spcPct val="0"/>
              </a:spcBef>
              <a:spcAft>
                <a:spcPct val="35000"/>
              </a:spcAft>
              <a:buNone/>
            </a:pPr>
            <a:r>
              <a:rPr lang="es-PE" sz="2400" b="1" kern="1200" dirty="0">
                <a:solidFill>
                  <a:schemeClr val="tx1"/>
                </a:solidFill>
                <a:latin typeface="Arial Narrow" panose="020B0606020202030204" pitchFamily="34" charset="0"/>
              </a:rPr>
              <a:t>2. “Consiste en </a:t>
            </a:r>
            <a:r>
              <a:rPr lang="es-PE" sz="2400" b="1" i="1" kern="1200" dirty="0">
                <a:solidFill>
                  <a:schemeClr val="tx1"/>
                </a:solidFill>
                <a:latin typeface="Arial Narrow" panose="020B0606020202030204" pitchFamily="34" charset="0"/>
              </a:rPr>
              <a:t>desarrollar un modelo</a:t>
            </a:r>
            <a:r>
              <a:rPr lang="es-PE" sz="2400" b="1" kern="1200" dirty="0">
                <a:solidFill>
                  <a:schemeClr val="tx1"/>
                </a:solidFill>
                <a:latin typeface="Arial Narrow" panose="020B0606020202030204" pitchFamily="34" charset="0"/>
              </a:rPr>
              <a:t> </a:t>
            </a:r>
            <a:r>
              <a:rPr lang="es-PE" sz="2400" b="1" i="1" kern="1200" dirty="0">
                <a:solidFill>
                  <a:schemeClr val="tx1"/>
                </a:solidFill>
                <a:latin typeface="Arial Narrow" panose="020B0606020202030204" pitchFamily="34" charset="0"/>
              </a:rPr>
              <a:t>científico </a:t>
            </a:r>
            <a:r>
              <a:rPr lang="es-PE" sz="2400" b="1" i="1" dirty="0">
                <a:solidFill>
                  <a:schemeClr val="tx1"/>
                </a:solidFill>
                <a:latin typeface="Arial Narrow" panose="020B0606020202030204" pitchFamily="34" charset="0"/>
              </a:rPr>
              <a:t>del sistema</a:t>
            </a:r>
            <a:r>
              <a:rPr lang="es-PE" sz="2400" b="1" kern="1200" dirty="0">
                <a:solidFill>
                  <a:schemeClr val="tx1"/>
                </a:solidFill>
                <a:latin typeface="Arial Narrow" panose="020B0606020202030204" pitchFamily="34" charset="0"/>
              </a:rPr>
              <a:t> tal, que incorpore valoraciones de factores como el </a:t>
            </a:r>
            <a:r>
              <a:rPr lang="es-PE" sz="2400" b="1" i="1" kern="1200" dirty="0">
                <a:solidFill>
                  <a:schemeClr val="tx1"/>
                </a:solidFill>
                <a:latin typeface="Arial Narrow" panose="020B0606020202030204" pitchFamily="34" charset="0"/>
              </a:rPr>
              <a:t>azar y el riesgo </a:t>
            </a:r>
            <a:r>
              <a:rPr lang="es-PE" sz="2400" b="1" kern="1200" dirty="0">
                <a:solidFill>
                  <a:schemeClr val="tx1"/>
                </a:solidFill>
                <a:latin typeface="Arial Narrow" panose="020B0606020202030204" pitchFamily="34" charset="0"/>
              </a:rPr>
              <a:t>y mediante el cual se predigan y comparen los resultados de decisiones, estrategias o controles alternativos”. </a:t>
            </a:r>
            <a:endParaRPr lang="es-ES" sz="2400" b="1" kern="1200" dirty="0">
              <a:solidFill>
                <a:schemeClr val="tx1"/>
              </a:solidFill>
              <a:latin typeface="Arial Narrow" panose="020B0606020202030204" pitchFamily="34" charset="0"/>
            </a:endParaRPr>
          </a:p>
        </p:txBody>
      </p:sp>
      <p:sp>
        <p:nvSpPr>
          <p:cNvPr id="12" name="Forma libre: forma 11">
            <a:extLst>
              <a:ext uri="{FF2B5EF4-FFF2-40B4-BE49-F238E27FC236}">
                <a16:creationId xmlns:a16="http://schemas.microsoft.com/office/drawing/2014/main" id="{D1B49E71-783A-4B77-AFD4-A85AB385B31E}"/>
              </a:ext>
            </a:extLst>
          </p:cNvPr>
          <p:cNvSpPr/>
          <p:nvPr/>
        </p:nvSpPr>
        <p:spPr>
          <a:xfrm>
            <a:off x="6291498" y="4128324"/>
            <a:ext cx="5288362" cy="2372710"/>
          </a:xfrm>
          <a:custGeom>
            <a:avLst/>
            <a:gdLst>
              <a:gd name="connsiteX0" fmla="*/ 0 w 5288362"/>
              <a:gd name="connsiteY0" fmla="*/ 395460 h 2372710"/>
              <a:gd name="connsiteX1" fmla="*/ 395460 w 5288362"/>
              <a:gd name="connsiteY1" fmla="*/ 0 h 2372710"/>
              <a:gd name="connsiteX2" fmla="*/ 4892902 w 5288362"/>
              <a:gd name="connsiteY2" fmla="*/ 0 h 2372710"/>
              <a:gd name="connsiteX3" fmla="*/ 5288362 w 5288362"/>
              <a:gd name="connsiteY3" fmla="*/ 395460 h 2372710"/>
              <a:gd name="connsiteX4" fmla="*/ 5288362 w 5288362"/>
              <a:gd name="connsiteY4" fmla="*/ 1977250 h 2372710"/>
              <a:gd name="connsiteX5" fmla="*/ 4892902 w 5288362"/>
              <a:gd name="connsiteY5" fmla="*/ 2372710 h 2372710"/>
              <a:gd name="connsiteX6" fmla="*/ 395460 w 5288362"/>
              <a:gd name="connsiteY6" fmla="*/ 2372710 h 2372710"/>
              <a:gd name="connsiteX7" fmla="*/ 0 w 5288362"/>
              <a:gd name="connsiteY7" fmla="*/ 1977250 h 2372710"/>
              <a:gd name="connsiteX8" fmla="*/ 0 w 5288362"/>
              <a:gd name="connsiteY8" fmla="*/ 395460 h 2372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88362" h="2372710">
                <a:moveTo>
                  <a:pt x="0" y="395460"/>
                </a:moveTo>
                <a:cubicBezTo>
                  <a:pt x="0" y="177053"/>
                  <a:pt x="177053" y="0"/>
                  <a:pt x="395460" y="0"/>
                </a:cubicBezTo>
                <a:lnTo>
                  <a:pt x="4892902" y="0"/>
                </a:lnTo>
                <a:cubicBezTo>
                  <a:pt x="5111309" y="0"/>
                  <a:pt x="5288362" y="177053"/>
                  <a:pt x="5288362" y="395460"/>
                </a:cubicBezTo>
                <a:lnTo>
                  <a:pt x="5288362" y="1977250"/>
                </a:lnTo>
                <a:cubicBezTo>
                  <a:pt x="5288362" y="2195657"/>
                  <a:pt x="5111309" y="2372710"/>
                  <a:pt x="4892902" y="2372710"/>
                </a:cubicBezTo>
                <a:lnTo>
                  <a:pt x="395460" y="2372710"/>
                </a:lnTo>
                <a:cubicBezTo>
                  <a:pt x="177053" y="2372710"/>
                  <a:pt x="0" y="2195657"/>
                  <a:pt x="0" y="1977250"/>
                </a:cubicBezTo>
                <a:lnTo>
                  <a:pt x="0" y="395460"/>
                </a:lnTo>
                <a:close/>
              </a:path>
            </a:pathLst>
          </a:custGeom>
          <a:solidFill>
            <a:schemeClr val="accent6">
              <a:lumMod val="40000"/>
              <a:lumOff val="60000"/>
            </a:schemeClr>
          </a:solidFill>
          <a:scene3d>
            <a:camera prst="orthographicFront"/>
            <a:lightRig rig="chilly" dir="t"/>
          </a:scene3d>
          <a:sp3d prstMaterial="translucentPowder">
            <a:bevelT w="127000" h="25400" prst="softRound"/>
          </a:sp3d>
        </p:spPr>
        <p:style>
          <a:lnRef idx="0">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07266" tIns="207266" rIns="207266" bIns="207266" numCol="1" spcCol="1270" anchor="ctr" anchorCtr="0">
            <a:noAutofit/>
          </a:bodyPr>
          <a:lstStyle/>
          <a:p>
            <a:pPr marL="0" lvl="0" indent="0" algn="just" defTabSz="1066800">
              <a:lnSpc>
                <a:spcPct val="90000"/>
              </a:lnSpc>
              <a:spcBef>
                <a:spcPct val="0"/>
              </a:spcBef>
              <a:spcAft>
                <a:spcPct val="35000"/>
              </a:spcAft>
              <a:buNone/>
            </a:pPr>
            <a:r>
              <a:rPr lang="es-PE" sz="2400" b="1" kern="1200" dirty="0">
                <a:solidFill>
                  <a:schemeClr val="tx1"/>
                </a:solidFill>
                <a:latin typeface="Arial Narrow" panose="020B0606020202030204" pitchFamily="34" charset="0"/>
                <a:ea typeface="+mn-ea"/>
                <a:cs typeface="+mn-cs"/>
              </a:rPr>
              <a:t>3. “Su propósito es el de ayudar a la gerencia a </a:t>
            </a:r>
            <a:r>
              <a:rPr lang="es-PE" sz="2400" b="1" i="1" kern="1200" dirty="0">
                <a:solidFill>
                  <a:schemeClr val="tx1"/>
                </a:solidFill>
                <a:latin typeface="Arial Narrow" panose="020B0606020202030204" pitchFamily="34" charset="0"/>
                <a:ea typeface="+mn-ea"/>
                <a:cs typeface="+mn-cs"/>
              </a:rPr>
              <a:t>determinar científicamente sus políticas y acciones</a:t>
            </a:r>
            <a:r>
              <a:rPr lang="es-PE" sz="2400" b="1" kern="1200" dirty="0">
                <a:solidFill>
                  <a:schemeClr val="tx1"/>
                </a:solidFill>
                <a:latin typeface="Arial Narrow" panose="020B0606020202030204" pitchFamily="34" charset="0"/>
                <a:ea typeface="+mn-ea"/>
                <a:cs typeface="+mn-cs"/>
              </a:rPr>
              <a:t>”.</a:t>
            </a:r>
          </a:p>
        </p:txBody>
      </p:sp>
    </p:spTree>
    <p:extLst>
      <p:ext uri="{BB962C8B-B14F-4D97-AF65-F5344CB8AC3E}">
        <p14:creationId xmlns:p14="http://schemas.microsoft.com/office/powerpoint/2010/main" val="2857324989"/>
      </p:ext>
    </p:extLst>
  </p:cSld>
  <p:clrMapOvr>
    <a:masterClrMapping/>
  </p:clrMapOvr>
  <p:transition>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Marcador de número de diapositiva"/>
          <p:cNvSpPr>
            <a:spLocks noGrp="1"/>
          </p:cNvSpPr>
          <p:nvPr>
            <p:ph type="sldNum" sz="quarter" idx="12"/>
          </p:nvPr>
        </p:nvSpPr>
        <p:spPr/>
        <p:txBody>
          <a:bodyPr/>
          <a:lstStyle/>
          <a:p>
            <a:fld id="{4BC38C50-023F-42B7-BFCC-78669C22CA39}" type="slidenum">
              <a:rPr lang="en-US" smtClean="0"/>
              <a:pPr/>
              <a:t>11</a:t>
            </a:fld>
            <a:endParaRPr lang="en-US" dirty="0"/>
          </a:p>
        </p:txBody>
      </p:sp>
      <p:graphicFrame>
        <p:nvGraphicFramePr>
          <p:cNvPr id="2" name="1 Diagrama"/>
          <p:cNvGraphicFramePr/>
          <p:nvPr>
            <p:extLst>
              <p:ext uri="{D42A27DB-BD31-4B8C-83A1-F6EECF244321}">
                <p14:modId xmlns:p14="http://schemas.microsoft.com/office/powerpoint/2010/main" val="286599020"/>
              </p:ext>
            </p:extLst>
          </p:nvPr>
        </p:nvGraphicFramePr>
        <p:xfrm>
          <a:off x="793631" y="1628800"/>
          <a:ext cx="10222301" cy="1800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5 Imagen" descr="lactimg_visionstation1.jpg"/>
          <p:cNvPicPr>
            <a:picLocks noChangeAspect="1"/>
          </p:cNvPicPr>
          <p:nvPr/>
        </p:nvPicPr>
        <p:blipFill>
          <a:blip r:embed="rId7"/>
          <a:stretch>
            <a:fillRect/>
          </a:stretch>
        </p:blipFill>
        <p:spPr>
          <a:xfrm>
            <a:off x="6566264" y="3583758"/>
            <a:ext cx="4362994" cy="260965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7" name="Rectangle 2">
            <a:extLst>
              <a:ext uri="{FF2B5EF4-FFF2-40B4-BE49-F238E27FC236}">
                <a16:creationId xmlns:a16="http://schemas.microsoft.com/office/drawing/2014/main" id="{999C4C32-313B-409A-BE0D-FCF3B8762213}"/>
              </a:ext>
            </a:extLst>
          </p:cNvPr>
          <p:cNvSpPr txBox="1">
            <a:spLocks noChangeArrowheads="1"/>
          </p:cNvSpPr>
          <p:nvPr/>
        </p:nvSpPr>
        <p:spPr bwMode="auto">
          <a:xfrm>
            <a:off x="6096000" y="137621"/>
            <a:ext cx="6096000" cy="812895"/>
          </a:xfrm>
          <a:prstGeom prst="rect">
            <a:avLst/>
          </a:prstGeom>
          <a:noFill/>
          <a:ln w="9525">
            <a:noFill/>
            <a:miter lim="800000"/>
            <a:headEnd/>
            <a:tailEnd/>
          </a:ln>
          <a:effectLst/>
        </p:spPr>
        <p:txBody>
          <a:bodyPr spcFirstLastPara="1" vert="horz" wrap="square" lIns="91440" tIns="45720" rIns="91440" bIns="45720" numCol="1" anchor="ctr" anchorCtr="0" compatLnSpc="1">
            <a:prstTxWarp prst="textNoShape">
              <a:avLst/>
            </a:prstTxWarp>
            <a:noAutofit/>
          </a:bodyPr>
          <a:lstStyle>
            <a:defPPr marR="0" lvl="0" algn="l" rtl="0">
              <a:lnSpc>
                <a:spcPct val="100000"/>
              </a:lnSpc>
              <a:spcBef>
                <a:spcPts val="0"/>
              </a:spcBef>
              <a:spcAft>
                <a:spcPts val="0"/>
              </a:spcAft>
            </a:defPPr>
            <a:lvl1pPr algn="ctr">
              <a:buClr>
                <a:schemeClr val="lt1"/>
              </a:buClr>
              <a:buSzPts val="3200"/>
              <a:buFont typeface="Lexend Deca"/>
              <a:buNone/>
              <a:defRPr sz="3200" kern="1200">
                <a:solidFill>
                  <a:schemeClr val="accent5">
                    <a:lumMod val="20000"/>
                    <a:lumOff val="80000"/>
                  </a:schemeClr>
                </a:solidFill>
                <a:latin typeface="Bauhaus 93" pitchFamily="82" charset="0"/>
                <a:ea typeface="+mn-ea"/>
                <a:cs typeface="+mn-cs"/>
                <a:sym typeface="Lexend Deca"/>
              </a:defRPr>
            </a:lvl1pPr>
            <a:lvl2pPr>
              <a:buClr>
                <a:schemeClr val="lt1"/>
              </a:buClr>
              <a:buSzPts val="3200"/>
              <a:buFont typeface="Lexend Deca"/>
              <a:buNone/>
              <a:defRPr sz="3200" b="1">
                <a:solidFill>
                  <a:schemeClr val="lt1"/>
                </a:solidFill>
                <a:latin typeface="Lexend Deca"/>
                <a:ea typeface="Lexend Deca"/>
                <a:cs typeface="Lexend Deca"/>
                <a:sym typeface="Lexend Deca"/>
              </a:defRPr>
            </a:lvl2pPr>
            <a:lvl3pPr>
              <a:buClr>
                <a:schemeClr val="lt1"/>
              </a:buClr>
              <a:buSzPts val="3200"/>
              <a:buFont typeface="Lexend Deca"/>
              <a:buNone/>
              <a:defRPr sz="3200" b="1">
                <a:solidFill>
                  <a:schemeClr val="lt1"/>
                </a:solidFill>
                <a:latin typeface="Lexend Deca"/>
                <a:ea typeface="Lexend Deca"/>
                <a:cs typeface="Lexend Deca"/>
                <a:sym typeface="Lexend Deca"/>
              </a:defRPr>
            </a:lvl3pPr>
            <a:lvl4pPr>
              <a:buClr>
                <a:schemeClr val="lt1"/>
              </a:buClr>
              <a:buSzPts val="3200"/>
              <a:buFont typeface="Lexend Deca"/>
              <a:buNone/>
              <a:defRPr sz="3200" b="1">
                <a:solidFill>
                  <a:schemeClr val="lt1"/>
                </a:solidFill>
                <a:latin typeface="Lexend Deca"/>
                <a:ea typeface="Lexend Deca"/>
                <a:cs typeface="Lexend Deca"/>
                <a:sym typeface="Lexend Deca"/>
              </a:defRPr>
            </a:lvl4pPr>
            <a:lvl5pPr>
              <a:buClr>
                <a:schemeClr val="lt1"/>
              </a:buClr>
              <a:buSzPts val="3200"/>
              <a:buFont typeface="Lexend Deca"/>
              <a:buNone/>
              <a:defRPr sz="3200" b="1">
                <a:solidFill>
                  <a:schemeClr val="lt1"/>
                </a:solidFill>
                <a:latin typeface="Lexend Deca"/>
                <a:ea typeface="Lexend Deca"/>
                <a:cs typeface="Lexend Deca"/>
                <a:sym typeface="Lexend Deca"/>
              </a:defRPr>
            </a:lvl5pPr>
            <a:lvl6pPr>
              <a:buClr>
                <a:schemeClr val="lt1"/>
              </a:buClr>
              <a:buSzPts val="3200"/>
              <a:buFont typeface="Lexend Deca"/>
              <a:buNone/>
              <a:defRPr sz="3200" b="1">
                <a:solidFill>
                  <a:schemeClr val="lt1"/>
                </a:solidFill>
                <a:latin typeface="Lexend Deca"/>
                <a:ea typeface="Lexend Deca"/>
                <a:cs typeface="Lexend Deca"/>
                <a:sym typeface="Lexend Deca"/>
              </a:defRPr>
            </a:lvl6pPr>
            <a:lvl7pPr>
              <a:buClr>
                <a:schemeClr val="lt1"/>
              </a:buClr>
              <a:buSzPts val="3200"/>
              <a:buFont typeface="Lexend Deca"/>
              <a:buNone/>
              <a:defRPr sz="3200" b="1">
                <a:solidFill>
                  <a:schemeClr val="lt1"/>
                </a:solidFill>
                <a:latin typeface="Lexend Deca"/>
                <a:ea typeface="Lexend Deca"/>
                <a:cs typeface="Lexend Deca"/>
                <a:sym typeface="Lexend Deca"/>
              </a:defRPr>
            </a:lvl7pPr>
            <a:lvl8pPr>
              <a:buClr>
                <a:schemeClr val="lt1"/>
              </a:buClr>
              <a:buSzPts val="3200"/>
              <a:buFont typeface="Lexend Deca"/>
              <a:buNone/>
              <a:defRPr sz="3200" b="1">
                <a:solidFill>
                  <a:schemeClr val="lt1"/>
                </a:solidFill>
                <a:latin typeface="Lexend Deca"/>
                <a:ea typeface="Lexend Deca"/>
                <a:cs typeface="Lexend Deca"/>
                <a:sym typeface="Lexend Deca"/>
              </a:defRPr>
            </a:lvl8pPr>
            <a:lvl9pPr>
              <a:buClr>
                <a:schemeClr val="lt1"/>
              </a:buClr>
              <a:buSzPts val="3200"/>
              <a:buFont typeface="Lexend Deca"/>
              <a:buNone/>
              <a:defRPr sz="3200" b="1">
                <a:solidFill>
                  <a:schemeClr val="lt1"/>
                </a:solidFill>
                <a:latin typeface="Lexend Deca"/>
                <a:ea typeface="Lexend Deca"/>
                <a:cs typeface="Lexend Deca"/>
                <a:sym typeface="Lexend Deca"/>
              </a:defRPr>
            </a:lvl9pPr>
          </a:lstStyle>
          <a:p>
            <a:r>
              <a:rPr lang="es-ES" dirty="0">
                <a:solidFill>
                  <a:schemeClr val="bg1"/>
                </a:solidFill>
              </a:rPr>
              <a:t>¿Qué es la Investigación de operaciones?</a:t>
            </a:r>
          </a:p>
        </p:txBody>
      </p:sp>
      <p:sp>
        <p:nvSpPr>
          <p:cNvPr id="3" name="Rectángulo 2">
            <a:extLst>
              <a:ext uri="{FF2B5EF4-FFF2-40B4-BE49-F238E27FC236}">
                <a16:creationId xmlns:a16="http://schemas.microsoft.com/office/drawing/2014/main" id="{4A08D729-11DB-4E07-AEA7-E67A2D506A9E}"/>
              </a:ext>
            </a:extLst>
          </p:cNvPr>
          <p:cNvSpPr/>
          <p:nvPr/>
        </p:nvSpPr>
        <p:spPr>
          <a:xfrm>
            <a:off x="863365" y="4619101"/>
            <a:ext cx="4884292" cy="1200329"/>
          </a:xfrm>
          <a:prstGeom prst="rect">
            <a:avLst/>
          </a:prstGeom>
          <a:solidFill>
            <a:schemeClr val="accent5">
              <a:lumMod val="20000"/>
              <a:lumOff val="80000"/>
            </a:schemeClr>
          </a:solidFill>
        </p:spPr>
        <p:txBody>
          <a:bodyPr wrap="square">
            <a:spAutoFit/>
          </a:bodyPr>
          <a:lstStyle/>
          <a:p>
            <a:pPr algn="ctr"/>
            <a:r>
              <a:rPr lang="es-PE" sz="2400" b="1" dirty="0"/>
              <a:t>Ciencia de la Administración</a:t>
            </a:r>
          </a:p>
          <a:p>
            <a:pPr algn="ctr"/>
            <a:r>
              <a:rPr lang="es-PE" sz="2400" b="1" dirty="0">
                <a:solidFill>
                  <a:srgbClr val="7030A0"/>
                </a:solidFill>
              </a:rPr>
              <a:t>Ciencia de las Decisiones</a:t>
            </a:r>
          </a:p>
          <a:p>
            <a:pPr algn="ctr"/>
            <a:r>
              <a:rPr lang="es-PE" sz="2400" b="1" dirty="0"/>
              <a:t>Ciencia de los Métodos Cuantitativos</a:t>
            </a:r>
          </a:p>
        </p:txBody>
      </p:sp>
      <p:grpSp>
        <p:nvGrpSpPr>
          <p:cNvPr id="8" name="Grupo 7">
            <a:extLst>
              <a:ext uri="{FF2B5EF4-FFF2-40B4-BE49-F238E27FC236}">
                <a16:creationId xmlns:a16="http://schemas.microsoft.com/office/drawing/2014/main" id="{2426CA30-2F4A-4395-8AEF-A154824B7C6C}"/>
              </a:ext>
            </a:extLst>
          </p:cNvPr>
          <p:cNvGrpSpPr/>
          <p:nvPr/>
        </p:nvGrpSpPr>
        <p:grpSpPr>
          <a:xfrm>
            <a:off x="793631" y="4018435"/>
            <a:ext cx="4954026" cy="531457"/>
            <a:chOff x="0" y="34303"/>
            <a:chExt cx="2116636" cy="531457"/>
          </a:xfrm>
          <a:solidFill>
            <a:schemeClr val="accent6">
              <a:lumMod val="40000"/>
              <a:lumOff val="60000"/>
            </a:schemeClr>
          </a:solidFill>
        </p:grpSpPr>
        <p:sp>
          <p:nvSpPr>
            <p:cNvPr id="9" name="Rectángulo: esquinas redondeadas 8">
              <a:extLst>
                <a:ext uri="{FF2B5EF4-FFF2-40B4-BE49-F238E27FC236}">
                  <a16:creationId xmlns:a16="http://schemas.microsoft.com/office/drawing/2014/main" id="{FC9C1E58-06F7-4B3F-9D79-416AB42211C1}"/>
                </a:ext>
              </a:extLst>
            </p:cNvPr>
            <p:cNvSpPr/>
            <p:nvPr/>
          </p:nvSpPr>
          <p:spPr>
            <a:xfrm>
              <a:off x="0" y="34303"/>
              <a:ext cx="2116636" cy="531457"/>
            </a:xfrm>
            <a:prstGeom prst="roundRect">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s-PE" sz="2400"/>
            </a:p>
          </p:txBody>
        </p:sp>
        <p:sp>
          <p:nvSpPr>
            <p:cNvPr id="10" name="Rectángulo: esquinas redondeadas 4">
              <a:extLst>
                <a:ext uri="{FF2B5EF4-FFF2-40B4-BE49-F238E27FC236}">
                  <a16:creationId xmlns:a16="http://schemas.microsoft.com/office/drawing/2014/main" id="{93A9A84B-D797-43A7-95C3-E146BDF26AB8}"/>
                </a:ext>
              </a:extLst>
            </p:cNvPr>
            <p:cNvSpPr txBox="1"/>
            <p:nvPr/>
          </p:nvSpPr>
          <p:spPr>
            <a:xfrm>
              <a:off x="25944" y="60247"/>
              <a:ext cx="2064748" cy="479569"/>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91440" tIns="45720" rIns="91440" bIns="45720" numCol="1" spcCol="1270" anchor="ctr" anchorCtr="0">
              <a:noAutofit/>
            </a:bodyPr>
            <a:lstStyle/>
            <a:p>
              <a:pPr marL="0" lvl="0" indent="0" algn="ctr" defTabSz="1066800" rtl="0">
                <a:lnSpc>
                  <a:spcPct val="90000"/>
                </a:lnSpc>
                <a:spcBef>
                  <a:spcPct val="0"/>
                </a:spcBef>
                <a:spcAft>
                  <a:spcPct val="35000"/>
                </a:spcAft>
                <a:buNone/>
              </a:pPr>
              <a:r>
                <a:rPr lang="es-ES_tradnl" sz="2800" b="1" i="0" kern="1200" dirty="0">
                  <a:solidFill>
                    <a:srgbClr val="FF0000"/>
                  </a:solidFill>
                  <a:latin typeface="Arial Narrow" pitchFamily="34" charset="0"/>
                </a:rPr>
                <a:t>A la </a:t>
              </a:r>
              <a:r>
                <a:rPr lang="es-ES_tradnl" sz="2800" b="1" i="0" kern="1200" dirty="0" err="1">
                  <a:solidFill>
                    <a:srgbClr val="FF0000"/>
                  </a:solidFill>
                  <a:latin typeface="Arial Narrow" pitchFamily="34" charset="0"/>
                </a:rPr>
                <a:t>I.O</a:t>
              </a:r>
              <a:r>
                <a:rPr lang="es-ES_tradnl" sz="2800" b="1" i="0" kern="1200" dirty="0">
                  <a:solidFill>
                    <a:srgbClr val="FF0000"/>
                  </a:solidFill>
                  <a:latin typeface="Arial Narrow" pitchFamily="34" charset="0"/>
                </a:rPr>
                <a:t>. también se le llaman: </a:t>
              </a:r>
              <a:endParaRPr lang="es-ES" sz="2800" b="1" kern="1200" dirty="0">
                <a:solidFill>
                  <a:srgbClr val="FF0000"/>
                </a:solidFill>
                <a:latin typeface="Arial Narrow" pitchFamily="34" charset="0"/>
              </a:endParaRPr>
            </a:p>
          </p:txBody>
        </p:sp>
      </p:grpSp>
    </p:spTree>
    <p:extLst>
      <p:ext uri="{BB962C8B-B14F-4D97-AF65-F5344CB8AC3E}">
        <p14:creationId xmlns:p14="http://schemas.microsoft.com/office/powerpoint/2010/main" val="1959985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2" name="Text Box 3"/>
          <p:cNvSpPr txBox="1">
            <a:spLocks noChangeArrowheads="1"/>
          </p:cNvSpPr>
          <p:nvPr/>
        </p:nvSpPr>
        <p:spPr bwMode="auto">
          <a:xfrm>
            <a:off x="2662759" y="1749078"/>
            <a:ext cx="3433241" cy="4471168"/>
          </a:xfrm>
          <a:prstGeom prst="rect">
            <a:avLst/>
          </a:prstGeom>
          <a:solidFill>
            <a:srgbClr val="99CCFF"/>
          </a:solidFill>
          <a:ln w="38100">
            <a:solidFill>
              <a:srgbClr val="000000"/>
            </a:solidFill>
            <a:miter lim="800000"/>
            <a:headEnd/>
            <a:tailEnd/>
          </a:ln>
        </p:spPr>
        <p:txBody>
          <a:bodyPr/>
          <a:lstStyle/>
          <a:p>
            <a:pPr algn="ctr" defTabSz="762000"/>
            <a:endParaRPr lang="es-PE" sz="2400" dirty="0">
              <a:solidFill>
                <a:srgbClr val="000099"/>
              </a:solidFill>
              <a:latin typeface="Arial Narrow" pitchFamily="34" charset="0"/>
            </a:endParaRPr>
          </a:p>
        </p:txBody>
      </p:sp>
      <p:sp>
        <p:nvSpPr>
          <p:cNvPr id="12293" name="Text Box 4"/>
          <p:cNvSpPr txBox="1">
            <a:spLocks noChangeArrowheads="1"/>
          </p:cNvSpPr>
          <p:nvPr/>
        </p:nvSpPr>
        <p:spPr bwMode="auto">
          <a:xfrm>
            <a:off x="9008391" y="3102779"/>
            <a:ext cx="1825844" cy="1307893"/>
          </a:xfrm>
          <a:prstGeom prst="rect">
            <a:avLst/>
          </a:prstGeom>
          <a:solidFill>
            <a:srgbClr val="99CCFF"/>
          </a:solidFill>
          <a:ln w="38100">
            <a:solidFill>
              <a:srgbClr val="000000"/>
            </a:solidFill>
            <a:miter lim="800000"/>
            <a:headEnd/>
            <a:tailEnd/>
          </a:ln>
        </p:spPr>
        <p:txBody>
          <a:bodyPr/>
          <a:lstStyle>
            <a:defPPr marR="0" lvl="0" algn="l" rtl="0">
              <a:lnSpc>
                <a:spcPct val="100000"/>
              </a:lnSpc>
              <a:spcBef>
                <a:spcPts val="0"/>
              </a:spcBef>
              <a:spcAft>
                <a:spcPts val="0"/>
              </a:spcAft>
            </a:defPPr>
            <a:lvl1pPr algn="ctr" defTabSz="762000">
              <a:defRPr sz="2000" b="1">
                <a:solidFill>
                  <a:srgbClr val="000099"/>
                </a:solidFill>
                <a:latin typeface="Arial Narrow" pitchFamily="34" charset="0"/>
                <a:cs typeface="Times New Roman" pitchFamily="18" charset="0"/>
              </a:defRPr>
            </a:lvl1pPr>
          </a:lstStyle>
          <a:p>
            <a:r>
              <a:rPr lang="es-PE" sz="2400" dirty="0"/>
              <a:t>Toma de decisiones acertadas</a:t>
            </a:r>
          </a:p>
        </p:txBody>
      </p:sp>
      <p:sp>
        <p:nvSpPr>
          <p:cNvPr id="12295" name="Line 6"/>
          <p:cNvSpPr>
            <a:spLocks noChangeShapeType="1"/>
          </p:cNvSpPr>
          <p:nvPr/>
        </p:nvSpPr>
        <p:spPr bwMode="auto">
          <a:xfrm>
            <a:off x="9892739" y="4382096"/>
            <a:ext cx="5417" cy="1156964"/>
          </a:xfrm>
          <a:prstGeom prst="line">
            <a:avLst/>
          </a:prstGeom>
          <a:noFill/>
          <a:ln w="127000">
            <a:solidFill>
              <a:schemeClr val="tx1"/>
            </a:solidFill>
            <a:prstDash val="sysDot"/>
            <a:round/>
            <a:headEnd/>
            <a:tailEnd type="triangle" w="med" len="med"/>
          </a:ln>
        </p:spPr>
        <p:txBody>
          <a:bodyPr/>
          <a:lstStyle/>
          <a:p>
            <a:endParaRPr lang="es-PE" dirty="0"/>
          </a:p>
        </p:txBody>
      </p:sp>
      <p:sp>
        <p:nvSpPr>
          <p:cNvPr id="12296" name="Line 7"/>
          <p:cNvSpPr>
            <a:spLocks noChangeShapeType="1"/>
          </p:cNvSpPr>
          <p:nvPr/>
        </p:nvSpPr>
        <p:spPr bwMode="auto">
          <a:xfrm flipV="1">
            <a:off x="9892739" y="2002640"/>
            <a:ext cx="0" cy="1081088"/>
          </a:xfrm>
          <a:prstGeom prst="line">
            <a:avLst/>
          </a:prstGeom>
          <a:noFill/>
          <a:ln w="127000">
            <a:solidFill>
              <a:schemeClr val="tx1"/>
            </a:solidFill>
            <a:round/>
            <a:headEnd/>
            <a:tailEnd type="triangle" w="med" len="med"/>
          </a:ln>
        </p:spPr>
        <p:txBody>
          <a:bodyPr/>
          <a:lstStyle/>
          <a:p>
            <a:endParaRPr lang="es-PE" dirty="0"/>
          </a:p>
        </p:txBody>
      </p:sp>
      <p:sp>
        <p:nvSpPr>
          <p:cNvPr id="12297" name="Rectangle 10"/>
          <p:cNvSpPr>
            <a:spLocks noChangeArrowheads="1"/>
          </p:cNvSpPr>
          <p:nvPr/>
        </p:nvSpPr>
        <p:spPr bwMode="auto">
          <a:xfrm>
            <a:off x="9256970" y="1498210"/>
            <a:ext cx="1315105" cy="523220"/>
          </a:xfrm>
          <a:prstGeom prst="rect">
            <a:avLst/>
          </a:prstGeom>
          <a:noFill/>
          <a:ln w="12700">
            <a:noFill/>
            <a:miter lim="800000"/>
            <a:headEnd type="none" w="sm" len="sm"/>
            <a:tailEnd type="none" w="sm" len="sm"/>
          </a:ln>
        </p:spPr>
        <p:txBody>
          <a:bodyPr>
            <a:spAutoFit/>
          </a:bodyPr>
          <a:lstStyle/>
          <a:p>
            <a:pPr algn="ctr">
              <a:spcBef>
                <a:spcPct val="50000"/>
              </a:spcBef>
            </a:pPr>
            <a:r>
              <a:rPr lang="es-ES_tradnl" sz="2800" b="1" dirty="0">
                <a:solidFill>
                  <a:srgbClr val="FF0000"/>
                </a:solidFill>
                <a:latin typeface="Arial Narrow" pitchFamily="34" charset="0"/>
              </a:rPr>
              <a:t>Éxito</a:t>
            </a:r>
          </a:p>
        </p:txBody>
      </p:sp>
      <p:sp>
        <p:nvSpPr>
          <p:cNvPr id="12298" name="Rectangle 11"/>
          <p:cNvSpPr>
            <a:spLocks noChangeArrowheads="1"/>
          </p:cNvSpPr>
          <p:nvPr/>
        </p:nvSpPr>
        <p:spPr bwMode="auto">
          <a:xfrm>
            <a:off x="9014659" y="5491033"/>
            <a:ext cx="1774221" cy="523220"/>
          </a:xfrm>
          <a:prstGeom prst="rect">
            <a:avLst/>
          </a:prstGeom>
          <a:noFill/>
          <a:ln w="12700">
            <a:noFill/>
            <a:miter lim="800000"/>
            <a:headEnd type="none" w="sm" len="sm"/>
            <a:tailEnd type="none" w="sm" len="sm"/>
          </a:ln>
        </p:spPr>
        <p:txBody>
          <a:bodyPr>
            <a:spAutoFit/>
          </a:bodyPr>
          <a:lstStyle/>
          <a:p>
            <a:pPr algn="ctr">
              <a:spcBef>
                <a:spcPct val="50000"/>
              </a:spcBef>
            </a:pPr>
            <a:r>
              <a:rPr lang="es-ES_tradnl" sz="2800" b="1" dirty="0">
                <a:solidFill>
                  <a:srgbClr val="FF0000"/>
                </a:solidFill>
                <a:latin typeface="Arial Narrow" pitchFamily="34" charset="0"/>
              </a:rPr>
              <a:t>Fracaso</a:t>
            </a:r>
          </a:p>
        </p:txBody>
      </p:sp>
      <p:sp>
        <p:nvSpPr>
          <p:cNvPr id="12299" name="Rectangle 13"/>
          <p:cNvSpPr>
            <a:spLocks noChangeArrowheads="1"/>
          </p:cNvSpPr>
          <p:nvPr/>
        </p:nvSpPr>
        <p:spPr bwMode="auto">
          <a:xfrm>
            <a:off x="6405631" y="4065915"/>
            <a:ext cx="2315792" cy="1015663"/>
          </a:xfrm>
          <a:prstGeom prst="rect">
            <a:avLst/>
          </a:prstGeom>
          <a:noFill/>
          <a:ln w="12700">
            <a:noFill/>
            <a:miter lim="800000"/>
            <a:headEnd type="none" w="sm" len="sm"/>
            <a:tailEnd type="none" w="sm" len="sm"/>
          </a:ln>
        </p:spPr>
        <p:txBody>
          <a:bodyPr wrap="square" anchor="ctr">
            <a:spAutoFit/>
          </a:bodyPr>
          <a:lstStyle/>
          <a:p>
            <a:pPr defTabSz="762000"/>
            <a:r>
              <a:rPr lang="es-ES_tradnl" sz="2000" b="1" dirty="0">
                <a:latin typeface="Arial Narrow" panose="020B0606020202030204" pitchFamily="34" charset="0"/>
              </a:rPr>
              <a:t>Rapidez</a:t>
            </a:r>
          </a:p>
          <a:p>
            <a:pPr defTabSz="762000"/>
            <a:r>
              <a:rPr lang="es-ES_tradnl" sz="2000" b="1" dirty="0">
                <a:latin typeface="Arial Narrow" panose="020B0606020202030204" pitchFamily="34" charset="0"/>
              </a:rPr>
              <a:t>Precisión</a:t>
            </a:r>
          </a:p>
          <a:p>
            <a:pPr defTabSz="762000"/>
            <a:r>
              <a:rPr lang="es-ES_tradnl" sz="2000" b="1" dirty="0">
                <a:latin typeface="Arial Narrow" panose="020B0606020202030204" pitchFamily="34" charset="0"/>
              </a:rPr>
              <a:t>Grandes volúmenes</a:t>
            </a:r>
            <a:endParaRPr lang="es-ES_tradnl" sz="2000" dirty="0">
              <a:latin typeface="Arial Narrow" panose="020B0606020202030204" pitchFamily="34" charset="0"/>
            </a:endParaRPr>
          </a:p>
        </p:txBody>
      </p:sp>
      <p:sp>
        <p:nvSpPr>
          <p:cNvPr id="12300" name="AutoShape 14"/>
          <p:cNvSpPr>
            <a:spLocks noChangeArrowheads="1"/>
          </p:cNvSpPr>
          <p:nvPr/>
        </p:nvSpPr>
        <p:spPr bwMode="auto">
          <a:xfrm>
            <a:off x="6139008" y="3179330"/>
            <a:ext cx="2546897" cy="1152525"/>
          </a:xfrm>
          <a:prstGeom prst="rightArrow">
            <a:avLst>
              <a:gd name="adj1" fmla="val 50000"/>
              <a:gd name="adj2" fmla="val 43734"/>
            </a:avLst>
          </a:prstGeom>
          <a:solidFill>
            <a:schemeClr val="accent4">
              <a:lumMod val="20000"/>
              <a:lumOff val="80000"/>
            </a:schemeClr>
          </a:solidFill>
          <a:ln w="25400">
            <a:solidFill>
              <a:schemeClr val="accent4"/>
            </a:solidFill>
            <a:miter lim="800000"/>
            <a:headEnd type="none" w="sm" len="sm"/>
            <a:tailEnd type="none" w="sm" len="sm"/>
          </a:ln>
        </p:spPr>
        <p:txBody>
          <a:bodyPr wrap="none" anchor="ctr"/>
          <a:lstStyle/>
          <a:p>
            <a:endParaRPr lang="es-PE" dirty="0"/>
          </a:p>
        </p:txBody>
      </p:sp>
      <p:sp>
        <p:nvSpPr>
          <p:cNvPr id="12301" name="Text Box 15"/>
          <p:cNvSpPr txBox="1">
            <a:spLocks noChangeArrowheads="1"/>
          </p:cNvSpPr>
          <p:nvPr/>
        </p:nvSpPr>
        <p:spPr bwMode="auto">
          <a:xfrm>
            <a:off x="6346263" y="3542350"/>
            <a:ext cx="2096333" cy="461665"/>
          </a:xfrm>
          <a:prstGeom prst="rect">
            <a:avLst/>
          </a:prstGeom>
          <a:noFill/>
          <a:ln w="12700">
            <a:noFill/>
            <a:miter lim="800000"/>
            <a:headEnd type="none" w="sm" len="sm"/>
            <a:tailEnd type="none" w="sm" len="sm"/>
          </a:ln>
        </p:spPr>
        <p:txBody>
          <a:bodyPr wrap="square">
            <a:spAutoFit/>
          </a:bodyPr>
          <a:lstStyle>
            <a:defPPr>
              <a:defRPr lang="es-ES"/>
            </a:defPPr>
            <a:lvl1pPr>
              <a:spcBef>
                <a:spcPct val="50000"/>
              </a:spcBef>
              <a:defRPr sz="2400" b="1">
                <a:solidFill>
                  <a:srgbClr val="FF0000"/>
                </a:solidFill>
                <a:latin typeface="Arial Narrow" pitchFamily="34" charset="0"/>
              </a:defRPr>
            </a:lvl1pPr>
          </a:lstStyle>
          <a:p>
            <a:r>
              <a:rPr lang="es-PE" dirty="0"/>
              <a:t>INFORMACION</a:t>
            </a:r>
          </a:p>
        </p:txBody>
      </p:sp>
      <p:sp>
        <p:nvSpPr>
          <p:cNvPr id="12302" name="AutoShape 16"/>
          <p:cNvSpPr>
            <a:spLocks noChangeArrowheads="1"/>
          </p:cNvSpPr>
          <p:nvPr/>
        </p:nvSpPr>
        <p:spPr bwMode="auto">
          <a:xfrm>
            <a:off x="1338479" y="3180462"/>
            <a:ext cx="1281272" cy="1152525"/>
          </a:xfrm>
          <a:prstGeom prst="rightArrow">
            <a:avLst>
              <a:gd name="adj1" fmla="val 50000"/>
              <a:gd name="adj2" fmla="val 25000"/>
            </a:avLst>
          </a:prstGeom>
          <a:solidFill>
            <a:schemeClr val="accent4">
              <a:lumMod val="20000"/>
              <a:lumOff val="80000"/>
            </a:schemeClr>
          </a:solidFill>
          <a:ln w="25400">
            <a:solidFill>
              <a:schemeClr val="accent4"/>
            </a:solidFill>
            <a:miter lim="800000"/>
            <a:headEnd type="none" w="sm" len="sm"/>
            <a:tailEnd type="none" w="sm" len="sm"/>
          </a:ln>
        </p:spPr>
        <p:txBody>
          <a:bodyPr wrap="none" anchor="ctr"/>
          <a:lstStyle/>
          <a:p>
            <a:endParaRPr lang="es-PE" dirty="0"/>
          </a:p>
        </p:txBody>
      </p:sp>
      <p:sp>
        <p:nvSpPr>
          <p:cNvPr id="12303" name="Text Box 17"/>
          <p:cNvSpPr txBox="1">
            <a:spLocks noChangeArrowheads="1"/>
          </p:cNvSpPr>
          <p:nvPr/>
        </p:nvSpPr>
        <p:spPr bwMode="auto">
          <a:xfrm>
            <a:off x="1385359" y="3522997"/>
            <a:ext cx="1121109" cy="461665"/>
          </a:xfrm>
          <a:prstGeom prst="rect">
            <a:avLst/>
          </a:prstGeom>
          <a:noFill/>
          <a:ln w="12700">
            <a:noFill/>
            <a:miter lim="800000"/>
            <a:headEnd type="none" w="sm" len="sm"/>
            <a:tailEnd type="none" w="sm" len="sm"/>
          </a:ln>
        </p:spPr>
        <p:txBody>
          <a:bodyPr wrap="square">
            <a:spAutoFit/>
          </a:bodyPr>
          <a:lstStyle/>
          <a:p>
            <a:pPr>
              <a:spcBef>
                <a:spcPct val="50000"/>
              </a:spcBef>
            </a:pPr>
            <a:r>
              <a:rPr lang="es-PE" sz="2400" b="1" dirty="0">
                <a:solidFill>
                  <a:srgbClr val="FF0000"/>
                </a:solidFill>
                <a:latin typeface="Arial Narrow" pitchFamily="34" charset="0"/>
              </a:rPr>
              <a:t>DATOS</a:t>
            </a:r>
          </a:p>
        </p:txBody>
      </p:sp>
      <p:pic>
        <p:nvPicPr>
          <p:cNvPr id="16" name="Google Shape;388;p38"/>
          <p:cNvPicPr preferRelativeResize="0"/>
          <p:nvPr/>
        </p:nvPicPr>
        <p:blipFill>
          <a:blip r:embed="rId3">
            <a:alphaModFix/>
          </a:blip>
          <a:stretch>
            <a:fillRect/>
          </a:stretch>
        </p:blipFill>
        <p:spPr>
          <a:xfrm>
            <a:off x="3909671" y="3102779"/>
            <a:ext cx="939133" cy="946729"/>
          </a:xfrm>
          <a:prstGeom prst="rect">
            <a:avLst/>
          </a:prstGeom>
          <a:solidFill>
            <a:schemeClr val="tx2"/>
          </a:solidFill>
          <a:ln>
            <a:noFill/>
          </a:ln>
        </p:spPr>
      </p:pic>
      <p:pic>
        <p:nvPicPr>
          <p:cNvPr id="17" name="Google Shape;379;p38"/>
          <p:cNvPicPr preferRelativeResize="0"/>
          <p:nvPr/>
        </p:nvPicPr>
        <p:blipFill>
          <a:blip r:embed="rId4">
            <a:alphaModFix/>
          </a:blip>
          <a:stretch>
            <a:fillRect/>
          </a:stretch>
        </p:blipFill>
        <p:spPr>
          <a:xfrm>
            <a:off x="6779480" y="2320585"/>
            <a:ext cx="1099836" cy="1004572"/>
          </a:xfrm>
          <a:prstGeom prst="rect">
            <a:avLst/>
          </a:prstGeom>
          <a:noFill/>
          <a:ln>
            <a:noFill/>
          </a:ln>
        </p:spPr>
      </p:pic>
      <p:pic>
        <p:nvPicPr>
          <p:cNvPr id="18" name="Google Shape;377;p38"/>
          <p:cNvPicPr preferRelativeResize="0"/>
          <p:nvPr/>
        </p:nvPicPr>
        <p:blipFill>
          <a:blip r:embed="rId5">
            <a:alphaModFix/>
          </a:blip>
          <a:stretch>
            <a:fillRect/>
          </a:stretch>
        </p:blipFill>
        <p:spPr>
          <a:xfrm rot="436870">
            <a:off x="2500531" y="4206111"/>
            <a:ext cx="3781138" cy="1693906"/>
          </a:xfrm>
          <a:prstGeom prst="rect">
            <a:avLst/>
          </a:prstGeom>
          <a:noFill/>
          <a:ln>
            <a:noFill/>
          </a:ln>
        </p:spPr>
      </p:pic>
      <p:sp>
        <p:nvSpPr>
          <p:cNvPr id="3" name="2 Rectángulo"/>
          <p:cNvSpPr/>
          <p:nvPr/>
        </p:nvSpPr>
        <p:spPr>
          <a:xfrm>
            <a:off x="3078914" y="5654681"/>
            <a:ext cx="3009900" cy="461666"/>
          </a:xfrm>
          <a:prstGeom prst="rect">
            <a:avLst/>
          </a:prstGeom>
        </p:spPr>
        <p:txBody>
          <a:bodyPr wrap="square">
            <a:spAutoFit/>
          </a:bodyPr>
          <a:lstStyle/>
          <a:p>
            <a:pPr algn="ctr" defTabSz="762000"/>
            <a:r>
              <a:rPr lang="es-PE" sz="2400" b="1" dirty="0">
                <a:solidFill>
                  <a:srgbClr val="000099"/>
                </a:solidFill>
                <a:latin typeface="Arial Narrow" pitchFamily="34" charset="0"/>
                <a:cs typeface="Times New Roman" pitchFamily="18" charset="0"/>
              </a:rPr>
              <a:t>MATEMÁTICA  </a:t>
            </a:r>
            <a:r>
              <a:rPr lang="en-US" sz="2400" b="1" dirty="0">
                <a:solidFill>
                  <a:srgbClr val="000099"/>
                </a:solidFill>
                <a:latin typeface="Arial Narrow" pitchFamily="34" charset="0"/>
                <a:cs typeface="Times New Roman" pitchFamily="18" charset="0"/>
              </a:rPr>
              <a:t>PURA</a:t>
            </a:r>
          </a:p>
        </p:txBody>
      </p:sp>
      <p:sp>
        <p:nvSpPr>
          <p:cNvPr id="21" name="Rectangle 12">
            <a:extLst>
              <a:ext uri="{FF2B5EF4-FFF2-40B4-BE49-F238E27FC236}">
                <a16:creationId xmlns:a16="http://schemas.microsoft.com/office/drawing/2014/main" id="{B95719F5-107F-4CF1-BDEF-24599C75881A}"/>
              </a:ext>
            </a:extLst>
          </p:cNvPr>
          <p:cNvSpPr>
            <a:spLocks noChangeArrowheads="1"/>
          </p:cNvSpPr>
          <p:nvPr/>
        </p:nvSpPr>
        <p:spPr bwMode="auto">
          <a:xfrm>
            <a:off x="6095999" y="291643"/>
            <a:ext cx="6096001" cy="43156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algn="ctr"/>
            <a:r>
              <a:rPr lang="es-MX" sz="3200" dirty="0">
                <a:solidFill>
                  <a:schemeClr val="bg1"/>
                </a:solidFill>
                <a:latin typeface="Bauhaus 93" pitchFamily="82" charset="0"/>
              </a:rPr>
              <a:t>Proceso de toma de decisiones</a:t>
            </a:r>
            <a:endParaRPr lang="es-PE" sz="3200" dirty="0">
              <a:solidFill>
                <a:schemeClr val="bg1"/>
              </a:solidFill>
              <a:latin typeface="Bauhaus 93" pitchFamily="82" charset="0"/>
            </a:endParaRPr>
          </a:p>
        </p:txBody>
      </p:sp>
      <p:sp>
        <p:nvSpPr>
          <p:cNvPr id="5" name="CuadroTexto 4">
            <a:extLst>
              <a:ext uri="{FF2B5EF4-FFF2-40B4-BE49-F238E27FC236}">
                <a16:creationId xmlns:a16="http://schemas.microsoft.com/office/drawing/2014/main" id="{538E8E49-D445-4E04-9C0F-CB09D4B75EB9}"/>
              </a:ext>
            </a:extLst>
          </p:cNvPr>
          <p:cNvSpPr txBox="1"/>
          <p:nvPr/>
        </p:nvSpPr>
        <p:spPr>
          <a:xfrm>
            <a:off x="3146612" y="4267472"/>
            <a:ext cx="2444563" cy="1169551"/>
          </a:xfrm>
          <a:prstGeom prst="rect">
            <a:avLst/>
          </a:prstGeom>
        </p:spPr>
        <p:txBody>
          <a:bodyPr wrap="square">
            <a:spAutoFit/>
          </a:bodyPr>
          <a:lstStyle>
            <a:defPPr>
              <a:defRPr lang="es-PE"/>
            </a:defPPr>
            <a:lvl1pPr algn="ctr" defTabSz="762000">
              <a:defRPr sz="2000" b="1" i="1">
                <a:solidFill>
                  <a:schemeClr val="bg1"/>
                </a:solidFill>
                <a:latin typeface="Arial Narrow" pitchFamily="34" charset="0"/>
                <a:cs typeface="Times New Roman" pitchFamily="18" charset="0"/>
              </a:defRPr>
            </a:lvl1pPr>
          </a:lstStyle>
          <a:p>
            <a:r>
              <a:rPr lang="es-ES" sz="1400" dirty="0"/>
              <a:t>Algebra, Geometría, trigonometría, aritmética, conjuntos, números reales, relaciones, funciones,</a:t>
            </a:r>
          </a:p>
          <a:p>
            <a:r>
              <a:rPr lang="es-ES" sz="1400" dirty="0"/>
              <a:t>vectores, matrices,…..</a:t>
            </a:r>
            <a:endParaRPr lang="es-PE" sz="1400" dirty="0"/>
          </a:p>
        </p:txBody>
      </p:sp>
      <p:sp>
        <p:nvSpPr>
          <p:cNvPr id="6" name="Rectángulo 5">
            <a:extLst>
              <a:ext uri="{FF2B5EF4-FFF2-40B4-BE49-F238E27FC236}">
                <a16:creationId xmlns:a16="http://schemas.microsoft.com/office/drawing/2014/main" id="{5E391C85-4527-42D6-BBB8-289AFF47CC00}"/>
              </a:ext>
            </a:extLst>
          </p:cNvPr>
          <p:cNvSpPr/>
          <p:nvPr/>
        </p:nvSpPr>
        <p:spPr>
          <a:xfrm>
            <a:off x="2689613" y="1747332"/>
            <a:ext cx="3406388" cy="1246495"/>
          </a:xfrm>
          <a:prstGeom prst="rect">
            <a:avLst/>
          </a:prstGeom>
        </p:spPr>
        <p:txBody>
          <a:bodyPr wrap="square">
            <a:spAutoFit/>
          </a:bodyPr>
          <a:lstStyle/>
          <a:p>
            <a:pPr algn="ctr" defTabSz="762000"/>
            <a:r>
              <a:rPr lang="es-ES" sz="2400" b="1" dirty="0">
                <a:solidFill>
                  <a:srgbClr val="000099"/>
                </a:solidFill>
                <a:latin typeface="Arial Narrow" pitchFamily="34" charset="0"/>
                <a:cs typeface="Times New Roman" pitchFamily="18" charset="0"/>
              </a:rPr>
              <a:t>MATEMÁTICA APLICADA</a:t>
            </a:r>
          </a:p>
          <a:p>
            <a:pPr algn="ctr" defTabSz="762000">
              <a:lnSpc>
                <a:spcPct val="85000"/>
              </a:lnSpc>
            </a:pPr>
            <a:r>
              <a:rPr lang="es-ES" sz="2000" b="1" dirty="0">
                <a:solidFill>
                  <a:srgbClr val="000099"/>
                </a:solidFill>
                <a:latin typeface="Arial Narrow" pitchFamily="34" charset="0"/>
                <a:cs typeface="Times New Roman" pitchFamily="18" charset="0"/>
              </a:rPr>
              <a:t>Estadística, </a:t>
            </a:r>
            <a:r>
              <a:rPr lang="es-ES" sz="2000" b="1" dirty="0">
                <a:solidFill>
                  <a:srgbClr val="000099"/>
                </a:solidFill>
                <a:latin typeface="Arial Narrow" pitchFamily="34" charset="0"/>
              </a:rPr>
              <a:t>Informática,</a:t>
            </a:r>
            <a:endParaRPr lang="es-ES" sz="2000" b="1" dirty="0">
              <a:solidFill>
                <a:srgbClr val="000099"/>
              </a:solidFill>
              <a:latin typeface="Arial Narrow" pitchFamily="34" charset="0"/>
              <a:cs typeface="Times New Roman" pitchFamily="18" charset="0"/>
            </a:endParaRPr>
          </a:p>
          <a:p>
            <a:pPr algn="ctr" defTabSz="762000">
              <a:lnSpc>
                <a:spcPct val="85000"/>
              </a:lnSpc>
            </a:pPr>
            <a:r>
              <a:rPr lang="es-ES" sz="2000" b="1" dirty="0">
                <a:solidFill>
                  <a:srgbClr val="000099"/>
                </a:solidFill>
                <a:latin typeface="Arial Narrow" pitchFamily="34" charset="0"/>
                <a:cs typeface="Times New Roman" pitchFamily="18" charset="0"/>
              </a:rPr>
              <a:t>Matemática Financiera,</a:t>
            </a:r>
          </a:p>
          <a:p>
            <a:pPr algn="ctr" defTabSz="762000">
              <a:lnSpc>
                <a:spcPct val="85000"/>
              </a:lnSpc>
            </a:pPr>
            <a:r>
              <a:rPr lang="es-ES" sz="2000" b="1" dirty="0">
                <a:solidFill>
                  <a:srgbClr val="000099"/>
                </a:solidFill>
                <a:latin typeface="Arial Narrow" pitchFamily="34" charset="0"/>
              </a:rPr>
              <a:t>Investigación de operaciones</a:t>
            </a:r>
          </a:p>
        </p:txBody>
      </p:sp>
      <p:sp>
        <p:nvSpPr>
          <p:cNvPr id="2" name="CuadroTexto 1">
            <a:extLst>
              <a:ext uri="{FF2B5EF4-FFF2-40B4-BE49-F238E27FC236}">
                <a16:creationId xmlns:a16="http://schemas.microsoft.com/office/drawing/2014/main" id="{6A9DF2C5-F72A-4EF8-8D09-CFBA059BB70E}"/>
              </a:ext>
            </a:extLst>
          </p:cNvPr>
          <p:cNvSpPr txBox="1"/>
          <p:nvPr/>
        </p:nvSpPr>
        <p:spPr>
          <a:xfrm>
            <a:off x="6391275" y="1462360"/>
            <a:ext cx="2343150" cy="830997"/>
          </a:xfrm>
          <a:prstGeom prst="rect">
            <a:avLst/>
          </a:prstGeom>
          <a:noFill/>
        </p:spPr>
        <p:txBody>
          <a:bodyPr wrap="square" rtlCol="0">
            <a:spAutoFit/>
          </a:bodyPr>
          <a:lstStyle/>
          <a:p>
            <a:r>
              <a:rPr lang="es-ES" sz="2400" b="1" i="1" dirty="0"/>
              <a:t>“Nada es casual, todo es causal”.</a:t>
            </a:r>
            <a:endParaRPr lang="es-PE" sz="2400" b="1" i="1" dirty="0"/>
          </a:p>
        </p:txBody>
      </p:sp>
    </p:spTree>
    <p:extLst>
      <p:ext uri="{BB962C8B-B14F-4D97-AF65-F5344CB8AC3E}">
        <p14:creationId xmlns:p14="http://schemas.microsoft.com/office/powerpoint/2010/main" val="4026372515"/>
      </p:ext>
    </p:extLst>
  </p:cSld>
  <p:clrMapOvr>
    <a:masterClrMapping/>
  </p:clrMapOvr>
  <p:transition>
    <p:wedg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30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30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3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30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29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29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29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229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29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229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3" grpId="0" animBg="1"/>
      <p:bldP spid="12295" grpId="0" animBg="1"/>
      <p:bldP spid="12296" grpId="0" animBg="1"/>
      <p:bldP spid="12297" grpId="0"/>
      <p:bldP spid="12298" grpId="0"/>
      <p:bldP spid="12299" grpId="0"/>
      <p:bldP spid="12300" grpId="0" animBg="1"/>
      <p:bldP spid="12301" grpId="0"/>
      <p:bldP spid="12302" grpId="0" animBg="1"/>
      <p:bldP spid="12303" grpId="0"/>
      <p:bldP spid="6" grpId="0"/>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Rectangle 2"/>
          <p:cNvSpPr>
            <a:spLocks noGrp="1" noChangeArrowheads="1"/>
          </p:cNvSpPr>
          <p:nvPr>
            <p:ph type="title"/>
          </p:nvPr>
        </p:nvSpPr>
        <p:spPr>
          <a:xfrm>
            <a:off x="6096000" y="257088"/>
            <a:ext cx="6042870" cy="439167"/>
          </a:xfrm>
          <a:noFill/>
          <a:ln w="9525">
            <a:noFill/>
            <a:miter lim="800000"/>
            <a:headEnd/>
            <a:tailEnd/>
          </a:ln>
          <a:effectLst/>
        </p:spPr>
        <p:txBody>
          <a:bodyPr vert="horz" wrap="square" lIns="91440" tIns="45720" rIns="91440" bIns="45720" numCol="1" anchor="ctr" anchorCtr="0" compatLnSpc="1">
            <a:prstTxWarp prst="textNoShape">
              <a:avLst/>
            </a:prstTxWarp>
            <a:noAutofit/>
          </a:bodyPr>
          <a:lstStyle/>
          <a:p>
            <a:pPr algn="ctr">
              <a:buClr>
                <a:srgbClr val="000000"/>
              </a:buClr>
              <a:buFont typeface="Arial"/>
            </a:pPr>
            <a:r>
              <a:rPr lang="es-ES" sz="3200" dirty="0">
                <a:solidFill>
                  <a:schemeClr val="bg1"/>
                </a:solidFill>
                <a:latin typeface="Bauhaus 93" pitchFamily="82" charset="0"/>
                <a:ea typeface="Arial"/>
                <a:cs typeface="Arial"/>
                <a:sym typeface="Arial"/>
              </a:rPr>
              <a:t>Objetivos de la I. O.</a:t>
            </a:r>
          </a:p>
        </p:txBody>
      </p:sp>
      <p:sp>
        <p:nvSpPr>
          <p:cNvPr id="11266" name="4 Marcador de número de diapositiva"/>
          <p:cNvSpPr>
            <a:spLocks noGrp="1"/>
          </p:cNvSpPr>
          <p:nvPr>
            <p:ph type="sldNum" sz="quarter" idx="12"/>
          </p:nvPr>
        </p:nvSpPr>
        <p:spPr>
          <a:xfrm>
            <a:off x="11131550" y="6248400"/>
            <a:ext cx="533400" cy="609600"/>
          </a:xfrm>
          <a:noFill/>
        </p:spPr>
        <p:txBody>
          <a:bodyPr/>
          <a:lstStyle/>
          <a:p>
            <a:fld id="{AABD32FE-26BE-4CF8-98D2-BFF5F5E30A82}" type="slidenum">
              <a:rPr lang="es-ES" smtClean="0"/>
              <a:pPr/>
              <a:t>13</a:t>
            </a:fld>
            <a:endParaRPr lang="es-ES" dirty="0"/>
          </a:p>
        </p:txBody>
      </p:sp>
      <p:graphicFrame>
        <p:nvGraphicFramePr>
          <p:cNvPr id="2" name="1 Diagrama"/>
          <p:cNvGraphicFramePr/>
          <p:nvPr>
            <p:extLst>
              <p:ext uri="{D42A27DB-BD31-4B8C-83A1-F6EECF244321}">
                <p14:modId xmlns:p14="http://schemas.microsoft.com/office/powerpoint/2010/main" val="3355676134"/>
              </p:ext>
            </p:extLst>
          </p:nvPr>
        </p:nvGraphicFramePr>
        <p:xfrm>
          <a:off x="527051" y="1436914"/>
          <a:ext cx="6587852" cy="511628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3" descr="e87f87ba50861fcebf36b04f07f29695"/>
          <p:cNvPicPr>
            <a:picLocks noChangeAspect="1" noChangeArrowheads="1"/>
          </p:cNvPicPr>
          <p:nvPr/>
        </p:nvPicPr>
        <p:blipFill>
          <a:blip r:embed="rId8"/>
          <a:srcRect/>
          <a:stretch>
            <a:fillRect/>
          </a:stretch>
        </p:blipFill>
        <p:spPr bwMode="auto">
          <a:xfrm>
            <a:off x="7201050" y="2420888"/>
            <a:ext cx="4222262" cy="2760712"/>
          </a:xfrm>
          <a:prstGeom prst="rect">
            <a:avLst/>
          </a:prstGeom>
          <a:noFill/>
          <a:ln w="9525">
            <a:noFill/>
            <a:miter lim="800000"/>
            <a:headEnd/>
            <a:tailEnd/>
          </a:ln>
        </p:spPr>
      </p:pic>
    </p:spTree>
    <p:extLst>
      <p:ext uri="{BB962C8B-B14F-4D97-AF65-F5344CB8AC3E}">
        <p14:creationId xmlns:p14="http://schemas.microsoft.com/office/powerpoint/2010/main" val="2844350557"/>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2" name="1 Diagrama"/>
          <p:cNvGraphicFramePr/>
          <p:nvPr>
            <p:extLst>
              <p:ext uri="{D42A27DB-BD31-4B8C-83A1-F6EECF244321}">
                <p14:modId xmlns:p14="http://schemas.microsoft.com/office/powerpoint/2010/main" val="3962320977"/>
              </p:ext>
            </p:extLst>
          </p:nvPr>
        </p:nvGraphicFramePr>
        <p:xfrm>
          <a:off x="574765" y="1521956"/>
          <a:ext cx="7550332" cy="393831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3316" name="Picture 4" descr="excel"/>
          <p:cNvPicPr>
            <a:picLocks noChangeAspect="1" noChangeArrowheads="1"/>
          </p:cNvPicPr>
          <p:nvPr/>
        </p:nvPicPr>
        <p:blipFill>
          <a:blip r:embed="rId8"/>
          <a:srcRect/>
          <a:stretch>
            <a:fillRect/>
          </a:stretch>
        </p:blipFill>
        <p:spPr bwMode="auto">
          <a:xfrm>
            <a:off x="8366076" y="2017278"/>
            <a:ext cx="3329536" cy="3017841"/>
          </a:xfrm>
          <a:prstGeom prst="rect">
            <a:avLst/>
          </a:prstGeom>
          <a:noFill/>
          <a:ln w="9525">
            <a:noFill/>
            <a:miter lim="800000"/>
            <a:headEnd/>
            <a:tailEnd/>
          </a:ln>
        </p:spPr>
      </p:pic>
      <p:sp>
        <p:nvSpPr>
          <p:cNvPr id="5" name="Rectangle 2"/>
          <p:cNvSpPr txBox="1">
            <a:spLocks noChangeArrowheads="1"/>
          </p:cNvSpPr>
          <p:nvPr/>
        </p:nvSpPr>
        <p:spPr bwMode="auto">
          <a:xfrm>
            <a:off x="6096000" y="271487"/>
            <a:ext cx="6096000" cy="41036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defPPr>
              <a:defRPr lang="en-US"/>
            </a:defPPr>
            <a:lvl1pPr algn="ctr">
              <a:defRPr sz="3200" i="1">
                <a:solidFill>
                  <a:schemeClr val="accent5">
                    <a:lumMod val="20000"/>
                    <a:lumOff val="80000"/>
                  </a:schemeClr>
                </a:solidFill>
                <a:latin typeface="Bauhaus 93" pitchFamily="82" charset="0"/>
              </a:defRPr>
            </a:lvl1pPr>
          </a:lstStyle>
          <a:p>
            <a:r>
              <a:rPr lang="es-ES_tradnl" i="0" dirty="0">
                <a:solidFill>
                  <a:schemeClr val="bg1"/>
                </a:solidFill>
              </a:rPr>
              <a:t>La I.O. busca la experticia humana</a:t>
            </a:r>
            <a:endParaRPr lang="es-PE" i="0" dirty="0">
              <a:solidFill>
                <a:schemeClr val="bg1"/>
              </a:solidFill>
            </a:endParaRPr>
          </a:p>
        </p:txBody>
      </p:sp>
    </p:spTree>
    <p:extLst>
      <p:ext uri="{BB962C8B-B14F-4D97-AF65-F5344CB8AC3E}">
        <p14:creationId xmlns:p14="http://schemas.microsoft.com/office/powerpoint/2010/main" val="1303563176"/>
      </p:ext>
    </p:extLst>
  </p:cSld>
  <p:clrMapOvr>
    <a:masterClrMapping/>
  </p:clrMapOvr>
  <p:transition>
    <p:wedg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768" decel="100000"/>
                                        <p:tgtEl>
                                          <p:spTgt spid="5"/>
                                        </p:tgtEl>
                                      </p:cBhvr>
                                    </p:animEffect>
                                    <p:animScale>
                                      <p:cBhvr>
                                        <p:cTn id="8" dur="768" decel="100000"/>
                                        <p:tgtEl>
                                          <p:spTgt spid="5"/>
                                        </p:tgtEl>
                                      </p:cBhvr>
                                      <p:from x="10000" y="10000"/>
                                      <p:to x="200000" y="450000"/>
                                    </p:animScale>
                                    <p:animScale>
                                      <p:cBhvr>
                                        <p:cTn id="9" dur="1230" accel="100000" fill="hold">
                                          <p:stCondLst>
                                            <p:cond delay="768"/>
                                          </p:stCondLst>
                                        </p:cTn>
                                        <p:tgtEl>
                                          <p:spTgt spid="5"/>
                                        </p:tgtEl>
                                      </p:cBhvr>
                                      <p:from x="200000" y="450000"/>
                                      <p:to x="100000" y="100000"/>
                                    </p:animScale>
                                    <p:set>
                                      <p:cBhvr>
                                        <p:cTn id="10" dur="768" fill="hold"/>
                                        <p:tgtEl>
                                          <p:spTgt spid="5"/>
                                        </p:tgtEl>
                                        <p:attrNameLst>
                                          <p:attrName>ppt_x</p:attrName>
                                        </p:attrNameLst>
                                      </p:cBhvr>
                                      <p:to>
                                        <p:strVal val="(0.5)"/>
                                      </p:to>
                                    </p:set>
                                    <p:anim from="(0.5)" to="(#ppt_x)" calcmode="lin" valueType="num">
                                      <p:cBhvr>
                                        <p:cTn id="11" dur="1230" accel="100000" fill="hold">
                                          <p:stCondLst>
                                            <p:cond delay="768"/>
                                          </p:stCondLst>
                                        </p:cTn>
                                        <p:tgtEl>
                                          <p:spTgt spid="5"/>
                                        </p:tgtEl>
                                        <p:attrNameLst>
                                          <p:attrName>ppt_x</p:attrName>
                                        </p:attrNameLst>
                                      </p:cBhvr>
                                    </p:anim>
                                    <p:set>
                                      <p:cBhvr>
                                        <p:cTn id="12" dur="768" fill="hold"/>
                                        <p:tgtEl>
                                          <p:spTgt spid="5"/>
                                        </p:tgtEl>
                                        <p:attrNameLst>
                                          <p:attrName>ppt_y</p:attrName>
                                        </p:attrNameLst>
                                      </p:cBhvr>
                                      <p:to>
                                        <p:strVal val="(#ppt_y+0.4)"/>
                                      </p:to>
                                    </p:set>
                                    <p:anim from="(#ppt_y+0.4)" to="(#ppt_y)" calcmode="lin" valueType="num">
                                      <p:cBhvr>
                                        <p:cTn id="13" dur="1230" accel="100000" fill="hold">
                                          <p:stCondLst>
                                            <p:cond delay="768"/>
                                          </p:stCondLst>
                                        </p:cTn>
                                        <p:tgtEl>
                                          <p:spTgt spid="5"/>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4"/>
          <p:cNvSpPr>
            <a:spLocks noChangeArrowheads="1"/>
          </p:cNvSpPr>
          <p:nvPr/>
        </p:nvSpPr>
        <p:spPr bwMode="auto">
          <a:xfrm>
            <a:off x="1973266" y="3733253"/>
            <a:ext cx="184731" cy="369332"/>
          </a:xfrm>
          <a:prstGeom prst="rect">
            <a:avLst/>
          </a:prstGeom>
          <a:noFill/>
          <a:ln w="9525">
            <a:noFill/>
            <a:miter lim="800000"/>
            <a:headEnd/>
            <a:tailEnd/>
          </a:ln>
        </p:spPr>
        <p:txBody>
          <a:bodyPr wrap="none" anchor="ctr">
            <a:spAutoFit/>
          </a:bodyPr>
          <a:lstStyle/>
          <a:p>
            <a:endParaRPr lang="es-PE" dirty="0"/>
          </a:p>
        </p:txBody>
      </p:sp>
      <p:graphicFrame>
        <p:nvGraphicFramePr>
          <p:cNvPr id="3" name="2 Diagrama"/>
          <p:cNvGraphicFramePr/>
          <p:nvPr/>
        </p:nvGraphicFramePr>
        <p:xfrm>
          <a:off x="1743075" y="1316768"/>
          <a:ext cx="4833941" cy="173699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4" name="3 Diagrama"/>
          <p:cNvGraphicFramePr/>
          <p:nvPr/>
        </p:nvGraphicFramePr>
        <p:xfrm>
          <a:off x="1900487" y="5102928"/>
          <a:ext cx="4676529" cy="149442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4344" name="AutoShape 10"/>
          <p:cNvSpPr>
            <a:spLocks noChangeArrowheads="1"/>
          </p:cNvSpPr>
          <p:nvPr/>
        </p:nvSpPr>
        <p:spPr bwMode="auto">
          <a:xfrm>
            <a:off x="4074320" y="3071016"/>
            <a:ext cx="504684" cy="507813"/>
          </a:xfrm>
          <a:prstGeom prst="upDownArrow">
            <a:avLst>
              <a:gd name="adj1" fmla="val 50000"/>
              <a:gd name="adj2" fmla="val 24025"/>
            </a:avLst>
          </a:prstGeom>
          <a:solidFill>
            <a:schemeClr val="accent2"/>
          </a:solidFill>
          <a:ln w="28575">
            <a:solidFill>
              <a:schemeClr val="accent1"/>
            </a:solidFill>
            <a:miter lim="800000"/>
            <a:headEnd/>
            <a:tailEnd/>
          </a:ln>
        </p:spPr>
        <p:txBody>
          <a:bodyPr wrap="square">
            <a:spAutoFit/>
          </a:bodyPr>
          <a:lstStyle/>
          <a:p>
            <a:pPr algn="ctr">
              <a:lnSpc>
                <a:spcPct val="80000"/>
              </a:lnSpc>
            </a:pPr>
            <a:endParaRPr lang="es-PE" sz="2400" dirty="0">
              <a:solidFill>
                <a:schemeClr val="tx2"/>
              </a:solidFill>
              <a:latin typeface="Arial Narrow" pitchFamily="34" charset="0"/>
              <a:cs typeface="Arial" charset="0"/>
            </a:endParaRPr>
          </a:p>
        </p:txBody>
      </p:sp>
      <p:sp>
        <p:nvSpPr>
          <p:cNvPr id="12" name="AutoShape 10"/>
          <p:cNvSpPr>
            <a:spLocks noChangeArrowheads="1"/>
          </p:cNvSpPr>
          <p:nvPr/>
        </p:nvSpPr>
        <p:spPr bwMode="auto">
          <a:xfrm>
            <a:off x="4074390" y="4591570"/>
            <a:ext cx="504684" cy="507813"/>
          </a:xfrm>
          <a:prstGeom prst="upDownArrow">
            <a:avLst>
              <a:gd name="adj1" fmla="val 50000"/>
              <a:gd name="adj2" fmla="val 24025"/>
            </a:avLst>
          </a:prstGeom>
          <a:solidFill>
            <a:schemeClr val="accent2"/>
          </a:solidFill>
          <a:ln w="28575">
            <a:solidFill>
              <a:schemeClr val="accent1"/>
            </a:solidFill>
            <a:miter lim="800000"/>
            <a:headEnd/>
            <a:tailEnd/>
          </a:ln>
        </p:spPr>
        <p:txBody>
          <a:bodyPr wrap="square">
            <a:spAutoFit/>
          </a:bodyPr>
          <a:lstStyle/>
          <a:p>
            <a:pPr algn="ctr">
              <a:lnSpc>
                <a:spcPct val="80000"/>
              </a:lnSpc>
            </a:pPr>
            <a:endParaRPr lang="es-PE" sz="2400" dirty="0">
              <a:solidFill>
                <a:schemeClr val="tx2"/>
              </a:solidFill>
              <a:latin typeface="Arial Narrow" pitchFamily="34" charset="0"/>
              <a:cs typeface="Arial" charset="0"/>
            </a:endParaRPr>
          </a:p>
        </p:txBody>
      </p:sp>
      <p:graphicFrame>
        <p:nvGraphicFramePr>
          <p:cNvPr id="20" name="19 Diagrama"/>
          <p:cNvGraphicFramePr/>
          <p:nvPr>
            <p:extLst>
              <p:ext uri="{D42A27DB-BD31-4B8C-83A1-F6EECF244321}">
                <p14:modId xmlns:p14="http://schemas.microsoft.com/office/powerpoint/2010/main" val="1047254736"/>
              </p:ext>
            </p:extLst>
          </p:nvPr>
        </p:nvGraphicFramePr>
        <p:xfrm>
          <a:off x="3514164" y="3550706"/>
          <a:ext cx="2869895" cy="901076"/>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pic>
        <p:nvPicPr>
          <p:cNvPr id="3074" name="Picture 2" descr="C:\Users\PC\Desktop\CEREBO.jpg"/>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350499" y="3140968"/>
            <a:ext cx="1494204" cy="1867754"/>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2">
            <a:extLst>
              <a:ext uri="{FF2B5EF4-FFF2-40B4-BE49-F238E27FC236}">
                <a16:creationId xmlns:a16="http://schemas.microsoft.com/office/drawing/2014/main" id="{1F3CBD74-1629-47D3-8508-DF86427411E1}"/>
              </a:ext>
            </a:extLst>
          </p:cNvPr>
          <p:cNvSpPr txBox="1">
            <a:spLocks noChangeArrowheads="1"/>
          </p:cNvSpPr>
          <p:nvPr/>
        </p:nvSpPr>
        <p:spPr bwMode="auto">
          <a:xfrm>
            <a:off x="6096000" y="271487"/>
            <a:ext cx="6096000" cy="41036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defPPr>
              <a:defRPr lang="en-US"/>
            </a:defPPr>
            <a:lvl1pPr algn="ctr">
              <a:defRPr sz="3200" i="1">
                <a:solidFill>
                  <a:schemeClr val="accent5">
                    <a:lumMod val="20000"/>
                    <a:lumOff val="80000"/>
                  </a:schemeClr>
                </a:solidFill>
                <a:latin typeface="Bauhaus 93" pitchFamily="82" charset="0"/>
              </a:defRPr>
            </a:lvl1pPr>
          </a:lstStyle>
          <a:p>
            <a:r>
              <a:rPr lang="es-ES_tradnl" i="0" dirty="0">
                <a:solidFill>
                  <a:schemeClr val="bg1"/>
                </a:solidFill>
              </a:rPr>
              <a:t>La I.O. busca la experticia humana</a:t>
            </a:r>
            <a:endParaRPr lang="es-PE" i="0" dirty="0">
              <a:solidFill>
                <a:schemeClr val="bg1"/>
              </a:solidFill>
            </a:endParaRPr>
          </a:p>
        </p:txBody>
      </p:sp>
      <p:pic>
        <p:nvPicPr>
          <p:cNvPr id="2" name="Google Shape;380;p38">
            <a:extLst>
              <a:ext uri="{FF2B5EF4-FFF2-40B4-BE49-F238E27FC236}">
                <a16:creationId xmlns:a16="http://schemas.microsoft.com/office/drawing/2014/main" id="{98D6F39E-B7F0-3854-923B-C7C4CD9C774E}"/>
              </a:ext>
            </a:extLst>
          </p:cNvPr>
          <p:cNvPicPr preferRelativeResize="0"/>
          <p:nvPr/>
        </p:nvPicPr>
        <p:blipFill>
          <a:blip r:embed="rId19">
            <a:alphaModFix/>
          </a:blip>
          <a:stretch>
            <a:fillRect/>
          </a:stretch>
        </p:blipFill>
        <p:spPr>
          <a:xfrm>
            <a:off x="9561657" y="2204287"/>
            <a:ext cx="876488" cy="2037530"/>
          </a:xfrm>
          <a:prstGeom prst="rect">
            <a:avLst/>
          </a:prstGeom>
          <a:solidFill>
            <a:schemeClr val="accent1"/>
          </a:solidFill>
          <a:ln>
            <a:solidFill>
              <a:schemeClr val="accent1"/>
            </a:solidFill>
          </a:ln>
        </p:spPr>
      </p:pic>
      <p:sp>
        <p:nvSpPr>
          <p:cNvPr id="5" name="AutoShape 8">
            <a:extLst>
              <a:ext uri="{FF2B5EF4-FFF2-40B4-BE49-F238E27FC236}">
                <a16:creationId xmlns:a16="http://schemas.microsoft.com/office/drawing/2014/main" id="{0C17A278-A914-D1BF-04FA-D1653E8AB009}"/>
              </a:ext>
            </a:extLst>
          </p:cNvPr>
          <p:cNvSpPr>
            <a:spLocks noChangeArrowheads="1"/>
          </p:cNvSpPr>
          <p:nvPr/>
        </p:nvSpPr>
        <p:spPr bwMode="auto">
          <a:xfrm>
            <a:off x="6673678" y="3681436"/>
            <a:ext cx="1018039" cy="770346"/>
          </a:xfrm>
          <a:prstGeom prst="rightArrow">
            <a:avLst>
              <a:gd name="adj1" fmla="val 50000"/>
              <a:gd name="adj2" fmla="val 31046"/>
            </a:avLst>
          </a:prstGeom>
          <a:noFill/>
          <a:ln w="28575">
            <a:solidFill>
              <a:schemeClr val="accent1"/>
            </a:solidFill>
            <a:miter lim="800000"/>
            <a:headEnd/>
            <a:tailEnd/>
          </a:ln>
        </p:spPr>
        <p:txBody>
          <a:bodyPr wrap="square">
            <a:spAutoFit/>
          </a:bodyPr>
          <a:lstStyle/>
          <a:p>
            <a:pPr algn="ctr">
              <a:lnSpc>
                <a:spcPct val="80000"/>
              </a:lnSpc>
            </a:pPr>
            <a:endParaRPr lang="es-PE" sz="2400" b="1" dirty="0">
              <a:solidFill>
                <a:schemeClr val="tx2"/>
              </a:solidFill>
              <a:latin typeface="Arial Narrow" pitchFamily="34" charset="0"/>
              <a:cs typeface="Arial" charset="0"/>
            </a:endParaRPr>
          </a:p>
        </p:txBody>
      </p:sp>
      <p:graphicFrame>
        <p:nvGraphicFramePr>
          <p:cNvPr id="6" name="15 Diagrama">
            <a:extLst>
              <a:ext uri="{FF2B5EF4-FFF2-40B4-BE49-F238E27FC236}">
                <a16:creationId xmlns:a16="http://schemas.microsoft.com/office/drawing/2014/main" id="{2DEDB8A4-B550-C22F-C5E2-C759110C3E98}"/>
              </a:ext>
            </a:extLst>
          </p:cNvPr>
          <p:cNvGraphicFramePr/>
          <p:nvPr>
            <p:extLst>
              <p:ext uri="{D42A27DB-BD31-4B8C-83A1-F6EECF244321}">
                <p14:modId xmlns:p14="http://schemas.microsoft.com/office/powerpoint/2010/main" val="2593844500"/>
              </p:ext>
            </p:extLst>
          </p:nvPr>
        </p:nvGraphicFramePr>
        <p:xfrm>
          <a:off x="7063730" y="2398689"/>
          <a:ext cx="3385195" cy="3481848"/>
        </p:xfrm>
        <a:graphic>
          <a:graphicData uri="http://schemas.openxmlformats.org/drawingml/2006/diagram">
            <dgm:relIds xmlns:dgm="http://schemas.openxmlformats.org/drawingml/2006/diagram" xmlns:r="http://schemas.openxmlformats.org/officeDocument/2006/relationships" r:dm="rId20" r:lo="rId21" r:qs="rId22" r:cs="rId23"/>
          </a:graphicData>
        </a:graphic>
      </p:graphicFrame>
    </p:spTree>
    <p:extLst>
      <p:ext uri="{BB962C8B-B14F-4D97-AF65-F5344CB8AC3E}">
        <p14:creationId xmlns:p14="http://schemas.microsoft.com/office/powerpoint/2010/main" val="252166422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1"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768" decel="100000"/>
                                        <p:tgtEl>
                                          <p:spTgt spid="15"/>
                                        </p:tgtEl>
                                      </p:cBhvr>
                                    </p:animEffect>
                                    <p:animScale>
                                      <p:cBhvr>
                                        <p:cTn id="8" dur="768" decel="100000"/>
                                        <p:tgtEl>
                                          <p:spTgt spid="15"/>
                                        </p:tgtEl>
                                      </p:cBhvr>
                                      <p:from x="10000" y="10000"/>
                                      <p:to x="200000" y="450000"/>
                                    </p:animScale>
                                    <p:animScale>
                                      <p:cBhvr>
                                        <p:cTn id="9" dur="1230" accel="100000" fill="hold">
                                          <p:stCondLst>
                                            <p:cond delay="768"/>
                                          </p:stCondLst>
                                        </p:cTn>
                                        <p:tgtEl>
                                          <p:spTgt spid="15"/>
                                        </p:tgtEl>
                                      </p:cBhvr>
                                      <p:from x="200000" y="450000"/>
                                      <p:to x="100000" y="100000"/>
                                    </p:animScale>
                                    <p:set>
                                      <p:cBhvr>
                                        <p:cTn id="10" dur="768" fill="hold"/>
                                        <p:tgtEl>
                                          <p:spTgt spid="15"/>
                                        </p:tgtEl>
                                        <p:attrNameLst>
                                          <p:attrName>ppt_x</p:attrName>
                                        </p:attrNameLst>
                                      </p:cBhvr>
                                      <p:to>
                                        <p:strVal val="(0.5)"/>
                                      </p:to>
                                    </p:set>
                                    <p:anim from="(0.5)" to="(#ppt_x)" calcmode="lin" valueType="num">
                                      <p:cBhvr>
                                        <p:cTn id="11" dur="1230" accel="100000" fill="hold">
                                          <p:stCondLst>
                                            <p:cond delay="768"/>
                                          </p:stCondLst>
                                        </p:cTn>
                                        <p:tgtEl>
                                          <p:spTgt spid="15"/>
                                        </p:tgtEl>
                                        <p:attrNameLst>
                                          <p:attrName>ppt_x</p:attrName>
                                        </p:attrNameLst>
                                      </p:cBhvr>
                                    </p:anim>
                                    <p:set>
                                      <p:cBhvr>
                                        <p:cTn id="12" dur="768" fill="hold"/>
                                        <p:tgtEl>
                                          <p:spTgt spid="15"/>
                                        </p:tgtEl>
                                        <p:attrNameLst>
                                          <p:attrName>ppt_y</p:attrName>
                                        </p:attrNameLst>
                                      </p:cBhvr>
                                      <p:to>
                                        <p:strVal val="(#ppt_y+0.4)"/>
                                      </p:to>
                                    </p:set>
                                    <p:anim from="(#ppt_y+0.4)" to="(#ppt_y)" calcmode="lin" valueType="num">
                                      <p:cBhvr>
                                        <p:cTn id="13" dur="1230" accel="100000" fill="hold">
                                          <p:stCondLst>
                                            <p:cond delay="768"/>
                                          </p:stCondLst>
                                        </p:cTn>
                                        <p:tgtEl>
                                          <p:spTgt spid="15"/>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Google Shape;380;p38"/>
          <p:cNvPicPr preferRelativeResize="0"/>
          <p:nvPr/>
        </p:nvPicPr>
        <p:blipFill>
          <a:blip r:embed="rId3">
            <a:alphaModFix/>
          </a:blip>
          <a:stretch>
            <a:fillRect/>
          </a:stretch>
        </p:blipFill>
        <p:spPr>
          <a:xfrm>
            <a:off x="9561657" y="2204287"/>
            <a:ext cx="876488" cy="2037530"/>
          </a:xfrm>
          <a:prstGeom prst="rect">
            <a:avLst/>
          </a:prstGeom>
          <a:solidFill>
            <a:schemeClr val="accent1"/>
          </a:solidFill>
          <a:ln>
            <a:solidFill>
              <a:schemeClr val="accent1"/>
            </a:solidFill>
          </a:ln>
        </p:spPr>
      </p:pic>
      <p:sp>
        <p:nvSpPr>
          <p:cNvPr id="14338" name="Rectangle 4"/>
          <p:cNvSpPr>
            <a:spLocks noChangeArrowheads="1"/>
          </p:cNvSpPr>
          <p:nvPr/>
        </p:nvSpPr>
        <p:spPr bwMode="auto">
          <a:xfrm>
            <a:off x="1973266" y="3733253"/>
            <a:ext cx="184731" cy="369332"/>
          </a:xfrm>
          <a:prstGeom prst="rect">
            <a:avLst/>
          </a:prstGeom>
          <a:noFill/>
          <a:ln w="9525">
            <a:noFill/>
            <a:miter lim="800000"/>
            <a:headEnd/>
            <a:tailEnd/>
          </a:ln>
        </p:spPr>
        <p:txBody>
          <a:bodyPr wrap="none" anchor="ctr">
            <a:spAutoFit/>
          </a:bodyPr>
          <a:lstStyle/>
          <a:p>
            <a:endParaRPr lang="es-PE" b="1" dirty="0"/>
          </a:p>
        </p:txBody>
      </p:sp>
      <p:graphicFrame>
        <p:nvGraphicFramePr>
          <p:cNvPr id="3" name="2 Diagrama"/>
          <p:cNvGraphicFramePr/>
          <p:nvPr/>
        </p:nvGraphicFramePr>
        <p:xfrm>
          <a:off x="1743075" y="1316768"/>
          <a:ext cx="4833941" cy="173699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4" name="3 Diagrama"/>
          <p:cNvGraphicFramePr/>
          <p:nvPr/>
        </p:nvGraphicFramePr>
        <p:xfrm>
          <a:off x="1900487" y="5102928"/>
          <a:ext cx="4676529" cy="1494424"/>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14342" name="AutoShape 8"/>
          <p:cNvSpPr>
            <a:spLocks noChangeArrowheads="1"/>
          </p:cNvSpPr>
          <p:nvPr/>
        </p:nvSpPr>
        <p:spPr bwMode="auto">
          <a:xfrm>
            <a:off x="6673678" y="3681436"/>
            <a:ext cx="1018039" cy="770346"/>
          </a:xfrm>
          <a:prstGeom prst="rightArrow">
            <a:avLst>
              <a:gd name="adj1" fmla="val 50000"/>
              <a:gd name="adj2" fmla="val 31046"/>
            </a:avLst>
          </a:prstGeom>
          <a:noFill/>
          <a:ln w="28575">
            <a:solidFill>
              <a:schemeClr val="accent1"/>
            </a:solidFill>
            <a:miter lim="800000"/>
            <a:headEnd/>
            <a:tailEnd/>
          </a:ln>
        </p:spPr>
        <p:txBody>
          <a:bodyPr wrap="square">
            <a:spAutoFit/>
          </a:bodyPr>
          <a:lstStyle/>
          <a:p>
            <a:pPr algn="ctr">
              <a:lnSpc>
                <a:spcPct val="80000"/>
              </a:lnSpc>
            </a:pPr>
            <a:endParaRPr lang="es-PE" sz="2400" b="1" dirty="0">
              <a:solidFill>
                <a:schemeClr val="tx2"/>
              </a:solidFill>
              <a:latin typeface="Arial Narrow" pitchFamily="34" charset="0"/>
              <a:cs typeface="Arial" charset="0"/>
            </a:endParaRPr>
          </a:p>
        </p:txBody>
      </p:sp>
      <p:graphicFrame>
        <p:nvGraphicFramePr>
          <p:cNvPr id="16" name="15 Diagrama"/>
          <p:cNvGraphicFramePr/>
          <p:nvPr>
            <p:extLst>
              <p:ext uri="{D42A27DB-BD31-4B8C-83A1-F6EECF244321}">
                <p14:modId xmlns:p14="http://schemas.microsoft.com/office/powerpoint/2010/main" val="2932297318"/>
              </p:ext>
            </p:extLst>
          </p:nvPr>
        </p:nvGraphicFramePr>
        <p:xfrm>
          <a:off x="7063730" y="2398689"/>
          <a:ext cx="3385195" cy="3481848"/>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p:pic>
        <p:nvPicPr>
          <p:cNvPr id="14" name="Google Shape;383;p38"/>
          <p:cNvPicPr preferRelativeResize="0"/>
          <p:nvPr/>
        </p:nvPicPr>
        <p:blipFill>
          <a:blip r:embed="rId19">
            <a:alphaModFix/>
          </a:blip>
          <a:stretch>
            <a:fillRect/>
          </a:stretch>
        </p:blipFill>
        <p:spPr>
          <a:xfrm>
            <a:off x="6696676" y="1911120"/>
            <a:ext cx="493125" cy="916069"/>
          </a:xfrm>
          <a:prstGeom prst="rect">
            <a:avLst/>
          </a:prstGeom>
          <a:noFill/>
          <a:ln>
            <a:noFill/>
          </a:ln>
        </p:spPr>
      </p:pic>
      <p:graphicFrame>
        <p:nvGraphicFramePr>
          <p:cNvPr id="20" name="19 Diagrama"/>
          <p:cNvGraphicFramePr/>
          <p:nvPr>
            <p:extLst>
              <p:ext uri="{D42A27DB-BD31-4B8C-83A1-F6EECF244321}">
                <p14:modId xmlns:p14="http://schemas.microsoft.com/office/powerpoint/2010/main" val="2283646279"/>
              </p:ext>
            </p:extLst>
          </p:nvPr>
        </p:nvGraphicFramePr>
        <p:xfrm>
          <a:off x="3110998" y="3571621"/>
          <a:ext cx="3475228" cy="1027158"/>
        </p:xfrm>
        <a:graphic>
          <a:graphicData uri="http://schemas.openxmlformats.org/drawingml/2006/diagram">
            <dgm:relIds xmlns:dgm="http://schemas.openxmlformats.org/drawingml/2006/diagram" xmlns:r="http://schemas.openxmlformats.org/officeDocument/2006/relationships" r:dm="rId20" r:lo="rId21" r:qs="rId22" r:cs="rId23"/>
          </a:graphicData>
        </a:graphic>
      </p:graphicFrame>
      <p:sp>
        <p:nvSpPr>
          <p:cNvPr id="15" name="Rectangle 2">
            <a:extLst>
              <a:ext uri="{FF2B5EF4-FFF2-40B4-BE49-F238E27FC236}">
                <a16:creationId xmlns:a16="http://schemas.microsoft.com/office/drawing/2014/main" id="{1F3CBD74-1629-47D3-8508-DF86427411E1}"/>
              </a:ext>
            </a:extLst>
          </p:cNvPr>
          <p:cNvSpPr txBox="1">
            <a:spLocks noChangeArrowheads="1"/>
          </p:cNvSpPr>
          <p:nvPr/>
        </p:nvSpPr>
        <p:spPr bwMode="auto">
          <a:xfrm>
            <a:off x="6096000" y="271487"/>
            <a:ext cx="6096000" cy="41036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defPPr>
              <a:defRPr lang="en-US"/>
            </a:defPPr>
            <a:lvl1pPr algn="ctr">
              <a:defRPr sz="3200" i="1">
                <a:solidFill>
                  <a:schemeClr val="accent5">
                    <a:lumMod val="20000"/>
                    <a:lumOff val="80000"/>
                  </a:schemeClr>
                </a:solidFill>
                <a:latin typeface="Bauhaus 93" pitchFamily="82" charset="0"/>
              </a:defRPr>
            </a:lvl1pPr>
          </a:lstStyle>
          <a:p>
            <a:r>
              <a:rPr lang="es-ES_tradnl" i="0" dirty="0">
                <a:solidFill>
                  <a:schemeClr val="bg1"/>
                </a:solidFill>
              </a:rPr>
              <a:t>La I.O. busca la experticia humana</a:t>
            </a:r>
            <a:endParaRPr lang="es-PE" i="0" dirty="0">
              <a:solidFill>
                <a:schemeClr val="bg1"/>
              </a:solidFill>
            </a:endParaRPr>
          </a:p>
        </p:txBody>
      </p:sp>
      <p:pic>
        <p:nvPicPr>
          <p:cNvPr id="18" name="Google Shape;379;p38">
            <a:extLst>
              <a:ext uri="{FF2B5EF4-FFF2-40B4-BE49-F238E27FC236}">
                <a16:creationId xmlns:a16="http://schemas.microsoft.com/office/drawing/2014/main" id="{CD785638-D578-4C3D-A2B7-6E0E2506B09A}"/>
              </a:ext>
            </a:extLst>
          </p:cNvPr>
          <p:cNvPicPr preferRelativeResize="0"/>
          <p:nvPr/>
        </p:nvPicPr>
        <p:blipFill>
          <a:blip r:embed="rId25">
            <a:alphaModFix/>
          </a:blip>
          <a:stretch>
            <a:fillRect/>
          </a:stretch>
        </p:blipFill>
        <p:spPr>
          <a:xfrm>
            <a:off x="1846001" y="3324922"/>
            <a:ext cx="1623339" cy="1337433"/>
          </a:xfrm>
          <a:prstGeom prst="rect">
            <a:avLst/>
          </a:prstGeom>
          <a:noFill/>
          <a:ln>
            <a:noFill/>
          </a:ln>
        </p:spPr>
      </p:pic>
      <p:sp>
        <p:nvSpPr>
          <p:cNvPr id="19" name="AutoShape 10">
            <a:extLst>
              <a:ext uri="{FF2B5EF4-FFF2-40B4-BE49-F238E27FC236}">
                <a16:creationId xmlns:a16="http://schemas.microsoft.com/office/drawing/2014/main" id="{3F40B317-34C5-41AE-B7FC-B9CB3543DCF5}"/>
              </a:ext>
            </a:extLst>
          </p:cNvPr>
          <p:cNvSpPr>
            <a:spLocks noChangeArrowheads="1"/>
          </p:cNvSpPr>
          <p:nvPr/>
        </p:nvSpPr>
        <p:spPr bwMode="auto">
          <a:xfrm>
            <a:off x="4074320" y="3071016"/>
            <a:ext cx="504684" cy="507813"/>
          </a:xfrm>
          <a:prstGeom prst="upDownArrow">
            <a:avLst>
              <a:gd name="adj1" fmla="val 50000"/>
              <a:gd name="adj2" fmla="val 24025"/>
            </a:avLst>
          </a:prstGeom>
          <a:solidFill>
            <a:schemeClr val="accent2"/>
          </a:solidFill>
          <a:ln w="28575">
            <a:solidFill>
              <a:schemeClr val="accent1"/>
            </a:solidFill>
            <a:miter lim="800000"/>
            <a:headEnd/>
            <a:tailEnd/>
          </a:ln>
        </p:spPr>
        <p:txBody>
          <a:bodyPr wrap="square">
            <a:spAutoFit/>
          </a:bodyPr>
          <a:lstStyle/>
          <a:p>
            <a:pPr algn="ctr">
              <a:lnSpc>
                <a:spcPct val="80000"/>
              </a:lnSpc>
            </a:pPr>
            <a:endParaRPr lang="es-PE" sz="2400" b="1" dirty="0">
              <a:solidFill>
                <a:schemeClr val="tx2"/>
              </a:solidFill>
              <a:latin typeface="Arial Narrow" pitchFamily="34" charset="0"/>
              <a:cs typeface="Arial" charset="0"/>
            </a:endParaRPr>
          </a:p>
        </p:txBody>
      </p:sp>
      <p:sp>
        <p:nvSpPr>
          <p:cNvPr id="21" name="AutoShape 10">
            <a:extLst>
              <a:ext uri="{FF2B5EF4-FFF2-40B4-BE49-F238E27FC236}">
                <a16:creationId xmlns:a16="http://schemas.microsoft.com/office/drawing/2014/main" id="{93196DBB-B161-41BE-B3EA-E444CFD68B06}"/>
              </a:ext>
            </a:extLst>
          </p:cNvPr>
          <p:cNvSpPr>
            <a:spLocks noChangeArrowheads="1"/>
          </p:cNvSpPr>
          <p:nvPr/>
        </p:nvSpPr>
        <p:spPr bwMode="auto">
          <a:xfrm>
            <a:off x="4074390" y="4591570"/>
            <a:ext cx="504684" cy="507813"/>
          </a:xfrm>
          <a:prstGeom prst="upDownArrow">
            <a:avLst>
              <a:gd name="adj1" fmla="val 50000"/>
              <a:gd name="adj2" fmla="val 24025"/>
            </a:avLst>
          </a:prstGeom>
          <a:solidFill>
            <a:schemeClr val="accent2"/>
          </a:solidFill>
          <a:ln w="28575">
            <a:solidFill>
              <a:schemeClr val="accent1"/>
            </a:solidFill>
            <a:miter lim="800000"/>
            <a:headEnd/>
            <a:tailEnd/>
          </a:ln>
        </p:spPr>
        <p:txBody>
          <a:bodyPr wrap="square">
            <a:spAutoFit/>
          </a:bodyPr>
          <a:lstStyle/>
          <a:p>
            <a:pPr algn="ctr">
              <a:lnSpc>
                <a:spcPct val="80000"/>
              </a:lnSpc>
            </a:pPr>
            <a:endParaRPr lang="es-PE" sz="2400" b="1" dirty="0">
              <a:solidFill>
                <a:schemeClr val="tx2"/>
              </a:solidFill>
              <a:latin typeface="Arial Narrow" pitchFamily="34" charset="0"/>
              <a:cs typeface="Arial" charset="0"/>
            </a:endParaRPr>
          </a:p>
        </p:txBody>
      </p:sp>
    </p:spTree>
    <p:extLst>
      <p:ext uri="{BB962C8B-B14F-4D97-AF65-F5344CB8AC3E}">
        <p14:creationId xmlns:p14="http://schemas.microsoft.com/office/powerpoint/2010/main" val="301174984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1"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768" decel="100000"/>
                                        <p:tgtEl>
                                          <p:spTgt spid="15"/>
                                        </p:tgtEl>
                                      </p:cBhvr>
                                    </p:animEffect>
                                    <p:animScale>
                                      <p:cBhvr>
                                        <p:cTn id="8" dur="768" decel="100000"/>
                                        <p:tgtEl>
                                          <p:spTgt spid="15"/>
                                        </p:tgtEl>
                                      </p:cBhvr>
                                      <p:from x="10000" y="10000"/>
                                      <p:to x="200000" y="450000"/>
                                    </p:animScale>
                                    <p:animScale>
                                      <p:cBhvr>
                                        <p:cTn id="9" dur="1230" accel="100000" fill="hold">
                                          <p:stCondLst>
                                            <p:cond delay="768"/>
                                          </p:stCondLst>
                                        </p:cTn>
                                        <p:tgtEl>
                                          <p:spTgt spid="15"/>
                                        </p:tgtEl>
                                      </p:cBhvr>
                                      <p:from x="200000" y="450000"/>
                                      <p:to x="100000" y="100000"/>
                                    </p:animScale>
                                    <p:set>
                                      <p:cBhvr>
                                        <p:cTn id="10" dur="768" fill="hold"/>
                                        <p:tgtEl>
                                          <p:spTgt spid="15"/>
                                        </p:tgtEl>
                                        <p:attrNameLst>
                                          <p:attrName>ppt_x</p:attrName>
                                        </p:attrNameLst>
                                      </p:cBhvr>
                                      <p:to>
                                        <p:strVal val="(0.5)"/>
                                      </p:to>
                                    </p:set>
                                    <p:anim from="(0.5)" to="(#ppt_x)" calcmode="lin" valueType="num">
                                      <p:cBhvr>
                                        <p:cTn id="11" dur="1230" accel="100000" fill="hold">
                                          <p:stCondLst>
                                            <p:cond delay="768"/>
                                          </p:stCondLst>
                                        </p:cTn>
                                        <p:tgtEl>
                                          <p:spTgt spid="15"/>
                                        </p:tgtEl>
                                        <p:attrNameLst>
                                          <p:attrName>ppt_x</p:attrName>
                                        </p:attrNameLst>
                                      </p:cBhvr>
                                    </p:anim>
                                    <p:set>
                                      <p:cBhvr>
                                        <p:cTn id="12" dur="768" fill="hold"/>
                                        <p:tgtEl>
                                          <p:spTgt spid="15"/>
                                        </p:tgtEl>
                                        <p:attrNameLst>
                                          <p:attrName>ppt_y</p:attrName>
                                        </p:attrNameLst>
                                      </p:cBhvr>
                                      <p:to>
                                        <p:strVal val="(#ppt_y+0.4)"/>
                                      </p:to>
                                    </p:set>
                                    <p:anim from="(#ppt_y+0.4)" to="(#ppt_y)" calcmode="lin" valueType="num">
                                      <p:cBhvr>
                                        <p:cTn id="13" dur="1230" accel="100000" fill="hold">
                                          <p:stCondLst>
                                            <p:cond delay="768"/>
                                          </p:stCondLst>
                                        </p:cTn>
                                        <p:tgtEl>
                                          <p:spTgt spid="15"/>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1 Diagrama"/>
          <p:cNvGraphicFramePr/>
          <p:nvPr/>
        </p:nvGraphicFramePr>
        <p:xfrm>
          <a:off x="1098958" y="1268762"/>
          <a:ext cx="7995166" cy="51404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Picture 3"/>
          <p:cNvPicPr>
            <a:picLocks noChangeAspect="1" noChangeArrowheads="1"/>
          </p:cNvPicPr>
          <p:nvPr/>
        </p:nvPicPr>
        <p:blipFill>
          <a:blip r:embed="rId8" cstate="print"/>
          <a:srcRect/>
          <a:stretch>
            <a:fillRect/>
          </a:stretch>
        </p:blipFill>
        <p:spPr bwMode="auto">
          <a:xfrm>
            <a:off x="9807808" y="2675563"/>
            <a:ext cx="1578681" cy="1785951"/>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
        <p:nvSpPr>
          <p:cNvPr id="6" name="Rectangle 4"/>
          <p:cNvSpPr>
            <a:spLocks noGrp="1" noChangeArrowheads="1"/>
          </p:cNvSpPr>
          <p:nvPr>
            <p:ph type="title"/>
          </p:nvPr>
        </p:nvSpPr>
        <p:spPr>
          <a:xfrm>
            <a:off x="6096000" y="336036"/>
            <a:ext cx="6095999" cy="482394"/>
          </a:xfrm>
          <a:noFill/>
          <a:ln w="9525">
            <a:noFill/>
            <a:miter lim="800000"/>
            <a:headEnd/>
            <a:tailEnd/>
          </a:ln>
          <a:effectLst/>
        </p:spPr>
        <p:txBody>
          <a:bodyPr vert="horz" wrap="square" lIns="91440" tIns="45720" rIns="91440" bIns="45720" numCol="1" anchor="ctr" anchorCtr="0" compatLnSpc="1">
            <a:prstTxWarp prst="textNoShape">
              <a:avLst/>
            </a:prstTxWarp>
          </a:bodyPr>
          <a:lstStyle/>
          <a:p>
            <a:pPr algn="ctr"/>
            <a:r>
              <a:rPr lang="es-ES_tradnl" sz="3200" dirty="0">
                <a:solidFill>
                  <a:schemeClr val="bg1"/>
                </a:solidFill>
                <a:latin typeface="Bauhaus 93" pitchFamily="82" charset="0"/>
                <a:ea typeface="+mn-ea"/>
                <a:cs typeface="+mn-cs"/>
              </a:rPr>
              <a:t>Una breve historia</a:t>
            </a:r>
          </a:p>
        </p:txBody>
      </p:sp>
    </p:spTree>
    <p:extLst>
      <p:ext uri="{BB962C8B-B14F-4D97-AF65-F5344CB8AC3E}">
        <p14:creationId xmlns:p14="http://schemas.microsoft.com/office/powerpoint/2010/main" val="3417019918"/>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Rectangle 4"/>
          <p:cNvSpPr>
            <a:spLocks noGrp="1" noChangeArrowheads="1"/>
          </p:cNvSpPr>
          <p:nvPr>
            <p:ph type="title"/>
          </p:nvPr>
        </p:nvSpPr>
        <p:spPr>
          <a:xfrm>
            <a:off x="6095999" y="362020"/>
            <a:ext cx="6081819" cy="410388"/>
          </a:xfrm>
          <a:noFill/>
          <a:ln w="9525">
            <a:noFill/>
            <a:miter lim="800000"/>
            <a:headEnd/>
            <a:tailEnd/>
          </a:ln>
          <a:effectLst/>
        </p:spPr>
        <p:txBody>
          <a:bodyPr vert="horz" wrap="square" lIns="91440" tIns="45720" rIns="91440" bIns="45720" numCol="1" anchor="ctr" anchorCtr="0" compatLnSpc="1">
            <a:prstTxWarp prst="textNoShape">
              <a:avLst/>
            </a:prstTxWarp>
          </a:bodyPr>
          <a:lstStyle/>
          <a:p>
            <a:pPr algn="ctr"/>
            <a:r>
              <a:rPr lang="es-ES_tradnl" sz="3200" dirty="0">
                <a:solidFill>
                  <a:schemeClr val="bg1"/>
                </a:solidFill>
                <a:latin typeface="Bauhaus 93" pitchFamily="82" charset="0"/>
                <a:ea typeface="+mn-ea"/>
                <a:cs typeface="+mn-cs"/>
              </a:rPr>
              <a:t>Una breve historia</a:t>
            </a:r>
          </a:p>
        </p:txBody>
      </p:sp>
      <p:pic>
        <p:nvPicPr>
          <p:cNvPr id="1026" name="Picture 2" descr="C:\Users\PC\Desktop\descarga.jf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3987" y="3892731"/>
            <a:ext cx="5650424" cy="2765123"/>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2">
            <a:extLst>
              <a:ext uri="{FF2B5EF4-FFF2-40B4-BE49-F238E27FC236}">
                <a16:creationId xmlns:a16="http://schemas.microsoft.com/office/drawing/2014/main" id="{7D8E0DE5-23EC-49BC-9C14-0339B2EF5221}"/>
              </a:ext>
            </a:extLst>
          </p:cNvPr>
          <p:cNvSpPr/>
          <p:nvPr/>
        </p:nvSpPr>
        <p:spPr>
          <a:xfrm>
            <a:off x="6696076" y="1436782"/>
            <a:ext cx="4316328" cy="1544543"/>
          </a:xfrm>
          <a:prstGeom prst="rect">
            <a:avLst/>
          </a:prstGeom>
          <a:solidFill>
            <a:schemeClr val="bg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47486" tIns="147486" rIns="147486" bIns="147486" numCol="1" spcCol="1270" anchor="ctr" anchorCtr="0">
            <a:noAutofit/>
          </a:bodyPr>
          <a:lstStyle/>
          <a:p>
            <a:pPr algn="ctr" defTabSz="1066800">
              <a:lnSpc>
                <a:spcPct val="90000"/>
              </a:lnSpc>
              <a:spcBef>
                <a:spcPct val="0"/>
              </a:spcBef>
              <a:spcAft>
                <a:spcPct val="35000"/>
              </a:spcAft>
            </a:pPr>
            <a:r>
              <a:rPr lang="es-PE" sz="2400" dirty="0">
                <a:solidFill>
                  <a:schemeClr val="tx1"/>
                </a:solidFill>
                <a:latin typeface="Arial Narrow" pitchFamily="34" charset="0"/>
              </a:rPr>
              <a:t>Existía la necesidad urgente de asignar en forma efectiva los escasos recursos a las diferentes operaciones y actividades militares. </a:t>
            </a:r>
          </a:p>
        </p:txBody>
      </p:sp>
      <p:sp>
        <p:nvSpPr>
          <p:cNvPr id="11" name="Forma libre: forma 10">
            <a:extLst>
              <a:ext uri="{FF2B5EF4-FFF2-40B4-BE49-F238E27FC236}">
                <a16:creationId xmlns:a16="http://schemas.microsoft.com/office/drawing/2014/main" id="{3D6A025B-D7BA-407E-B247-126FB0B1FBFD}"/>
              </a:ext>
            </a:extLst>
          </p:cNvPr>
          <p:cNvSpPr/>
          <p:nvPr/>
        </p:nvSpPr>
        <p:spPr>
          <a:xfrm>
            <a:off x="241474" y="1436782"/>
            <a:ext cx="5662936" cy="2386005"/>
          </a:xfrm>
          <a:custGeom>
            <a:avLst/>
            <a:gdLst>
              <a:gd name="connsiteX0" fmla="*/ 0 w 5385248"/>
              <a:gd name="connsiteY0" fmla="*/ 329600 h 3295996"/>
              <a:gd name="connsiteX1" fmla="*/ 329600 w 5385248"/>
              <a:gd name="connsiteY1" fmla="*/ 0 h 3295996"/>
              <a:gd name="connsiteX2" fmla="*/ 5055648 w 5385248"/>
              <a:gd name="connsiteY2" fmla="*/ 0 h 3295996"/>
              <a:gd name="connsiteX3" fmla="*/ 5385248 w 5385248"/>
              <a:gd name="connsiteY3" fmla="*/ 329600 h 3295996"/>
              <a:gd name="connsiteX4" fmla="*/ 5385248 w 5385248"/>
              <a:gd name="connsiteY4" fmla="*/ 2966396 h 3295996"/>
              <a:gd name="connsiteX5" fmla="*/ 5055648 w 5385248"/>
              <a:gd name="connsiteY5" fmla="*/ 3295996 h 3295996"/>
              <a:gd name="connsiteX6" fmla="*/ 329600 w 5385248"/>
              <a:gd name="connsiteY6" fmla="*/ 3295996 h 3295996"/>
              <a:gd name="connsiteX7" fmla="*/ 0 w 5385248"/>
              <a:gd name="connsiteY7" fmla="*/ 2966396 h 3295996"/>
              <a:gd name="connsiteX8" fmla="*/ 0 w 5385248"/>
              <a:gd name="connsiteY8" fmla="*/ 329600 h 32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85248" h="3295996">
                <a:moveTo>
                  <a:pt x="0" y="329600"/>
                </a:moveTo>
                <a:cubicBezTo>
                  <a:pt x="0" y="147567"/>
                  <a:pt x="147567" y="0"/>
                  <a:pt x="329600" y="0"/>
                </a:cubicBezTo>
                <a:lnTo>
                  <a:pt x="5055648" y="0"/>
                </a:lnTo>
                <a:cubicBezTo>
                  <a:pt x="5237681" y="0"/>
                  <a:pt x="5385248" y="147567"/>
                  <a:pt x="5385248" y="329600"/>
                </a:cubicBezTo>
                <a:lnTo>
                  <a:pt x="5385248" y="2966396"/>
                </a:lnTo>
                <a:cubicBezTo>
                  <a:pt x="5385248" y="3148429"/>
                  <a:pt x="5237681" y="3295996"/>
                  <a:pt x="5055648" y="3295996"/>
                </a:cubicBezTo>
                <a:lnTo>
                  <a:pt x="329600" y="3295996"/>
                </a:lnTo>
                <a:cubicBezTo>
                  <a:pt x="147567" y="3295996"/>
                  <a:pt x="0" y="3148429"/>
                  <a:pt x="0" y="2966396"/>
                </a:cubicBezTo>
                <a:lnTo>
                  <a:pt x="0" y="329600"/>
                </a:lnTo>
                <a:close/>
              </a:path>
            </a:pathLst>
          </a:custGeom>
          <a:solidFill>
            <a:schemeClr val="bg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87976" tIns="187976" rIns="187976" bIns="187976" numCol="1" spcCol="1270" anchor="ctr" anchorCtr="0">
            <a:noAutofit/>
          </a:bodyPr>
          <a:lstStyle/>
          <a:p>
            <a:pPr marL="0" lvl="0" indent="0" algn="just" defTabSz="1066800" rtl="0">
              <a:lnSpc>
                <a:spcPct val="90000"/>
              </a:lnSpc>
              <a:spcBef>
                <a:spcPct val="0"/>
              </a:spcBef>
              <a:spcAft>
                <a:spcPct val="35000"/>
              </a:spcAft>
              <a:buNone/>
            </a:pPr>
            <a:r>
              <a:rPr lang="es-ES_tradnl" sz="2400" b="0" i="0" kern="1200" dirty="0">
                <a:solidFill>
                  <a:schemeClr val="tx1"/>
                </a:solidFill>
                <a:latin typeface="Arial Narrow" pitchFamily="34" charset="0"/>
              </a:rPr>
              <a:t>Durante la II Guerra Mundial, la Fuerza Aérea Británica formó el primer grupo de investigación operacional, para resolver problemas de organización militar como </a:t>
            </a:r>
            <a:r>
              <a:rPr lang="es-ES_tradnl" sz="2400" b="0" i="0" kern="1200" dirty="0">
                <a:solidFill>
                  <a:srgbClr val="7030A0"/>
                </a:solidFill>
                <a:latin typeface="Arial Narrow" pitchFamily="34" charset="0"/>
              </a:rPr>
              <a:t>despliegue de radares, manejo de operaciones de bombardeo, colocación de minas </a:t>
            </a:r>
            <a:r>
              <a:rPr lang="es-PE" sz="2400" b="0" kern="1200" dirty="0">
                <a:solidFill>
                  <a:schemeClr val="tx1"/>
                </a:solidFill>
                <a:latin typeface="Arial Narrow" panose="020B0606020202030204" pitchFamily="34" charset="0"/>
              </a:rPr>
              <a:t>y otros problemas estratégicos y tácticos. </a:t>
            </a:r>
          </a:p>
        </p:txBody>
      </p:sp>
      <p:sp>
        <p:nvSpPr>
          <p:cNvPr id="12" name="Forma libre: forma 11">
            <a:extLst>
              <a:ext uri="{FF2B5EF4-FFF2-40B4-BE49-F238E27FC236}">
                <a16:creationId xmlns:a16="http://schemas.microsoft.com/office/drawing/2014/main" id="{E947E202-80AD-4B25-A333-BAA3F0EB2E02}"/>
              </a:ext>
            </a:extLst>
          </p:cNvPr>
          <p:cNvSpPr/>
          <p:nvPr/>
        </p:nvSpPr>
        <p:spPr>
          <a:xfrm>
            <a:off x="6686550" y="4037490"/>
            <a:ext cx="4291494" cy="1258410"/>
          </a:xfrm>
          <a:custGeom>
            <a:avLst/>
            <a:gdLst>
              <a:gd name="connsiteX0" fmla="*/ 0 w 3740356"/>
              <a:gd name="connsiteY0" fmla="*/ 191354 h 1913544"/>
              <a:gd name="connsiteX1" fmla="*/ 191354 w 3740356"/>
              <a:gd name="connsiteY1" fmla="*/ 0 h 1913544"/>
              <a:gd name="connsiteX2" fmla="*/ 3549002 w 3740356"/>
              <a:gd name="connsiteY2" fmla="*/ 0 h 1913544"/>
              <a:gd name="connsiteX3" fmla="*/ 3740356 w 3740356"/>
              <a:gd name="connsiteY3" fmla="*/ 191354 h 1913544"/>
              <a:gd name="connsiteX4" fmla="*/ 3740356 w 3740356"/>
              <a:gd name="connsiteY4" fmla="*/ 1722190 h 1913544"/>
              <a:gd name="connsiteX5" fmla="*/ 3549002 w 3740356"/>
              <a:gd name="connsiteY5" fmla="*/ 1913544 h 1913544"/>
              <a:gd name="connsiteX6" fmla="*/ 191354 w 3740356"/>
              <a:gd name="connsiteY6" fmla="*/ 1913544 h 1913544"/>
              <a:gd name="connsiteX7" fmla="*/ 0 w 3740356"/>
              <a:gd name="connsiteY7" fmla="*/ 1722190 h 1913544"/>
              <a:gd name="connsiteX8" fmla="*/ 0 w 3740356"/>
              <a:gd name="connsiteY8" fmla="*/ 191354 h 1913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40356" h="1913544">
                <a:moveTo>
                  <a:pt x="0" y="191354"/>
                </a:moveTo>
                <a:cubicBezTo>
                  <a:pt x="0" y="85672"/>
                  <a:pt x="85672" y="0"/>
                  <a:pt x="191354" y="0"/>
                </a:cubicBezTo>
                <a:lnTo>
                  <a:pt x="3549002" y="0"/>
                </a:lnTo>
                <a:cubicBezTo>
                  <a:pt x="3654684" y="0"/>
                  <a:pt x="3740356" y="85672"/>
                  <a:pt x="3740356" y="191354"/>
                </a:cubicBezTo>
                <a:lnTo>
                  <a:pt x="3740356" y="1722190"/>
                </a:lnTo>
                <a:cubicBezTo>
                  <a:pt x="3740356" y="1827872"/>
                  <a:pt x="3654684" y="1913544"/>
                  <a:pt x="3549002" y="1913544"/>
                </a:cubicBezTo>
                <a:lnTo>
                  <a:pt x="191354" y="1913544"/>
                </a:lnTo>
                <a:cubicBezTo>
                  <a:pt x="85672" y="1913544"/>
                  <a:pt x="0" y="1827872"/>
                  <a:pt x="0" y="1722190"/>
                </a:cubicBezTo>
                <a:lnTo>
                  <a:pt x="0" y="191354"/>
                </a:lnTo>
                <a:close/>
              </a:path>
            </a:pathLst>
          </a:custGeom>
          <a:solidFill>
            <a:schemeClr val="bg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47486" tIns="147486" rIns="147486" bIns="147486" numCol="1" spcCol="1270" anchor="ctr" anchorCtr="0">
            <a:noAutofit/>
          </a:bodyPr>
          <a:lstStyle/>
          <a:p>
            <a:pPr marL="0" lvl="0" indent="0" algn="ctr" defTabSz="1066800" rtl="0">
              <a:lnSpc>
                <a:spcPct val="90000"/>
              </a:lnSpc>
              <a:spcBef>
                <a:spcPct val="0"/>
              </a:spcBef>
              <a:spcAft>
                <a:spcPct val="35000"/>
              </a:spcAft>
              <a:buNone/>
            </a:pPr>
            <a:r>
              <a:rPr lang="es-ES_tradnl" sz="2400" b="0" i="0" kern="1200" dirty="0">
                <a:solidFill>
                  <a:schemeClr val="tx1"/>
                </a:solidFill>
                <a:latin typeface="Arial Narrow" pitchFamily="34" charset="0"/>
              </a:rPr>
              <a:t>La Fuerza Armada Estadounidense formó un grupo similar, 5 de los cuales ganaron el Premio Nobel. </a:t>
            </a:r>
            <a:endParaRPr lang="es-PE" sz="2400" b="0" kern="1200" dirty="0">
              <a:solidFill>
                <a:schemeClr val="tx1"/>
              </a:solidFill>
              <a:latin typeface="Arial Narrow" pitchFamily="34" charset="0"/>
            </a:endParaRPr>
          </a:p>
        </p:txBody>
      </p:sp>
      <p:sp>
        <p:nvSpPr>
          <p:cNvPr id="13" name="Forma libre: forma 12">
            <a:extLst>
              <a:ext uri="{FF2B5EF4-FFF2-40B4-BE49-F238E27FC236}">
                <a16:creationId xmlns:a16="http://schemas.microsoft.com/office/drawing/2014/main" id="{283C19EB-6FE2-4107-B6F9-B63DE5735984}"/>
              </a:ext>
            </a:extLst>
          </p:cNvPr>
          <p:cNvSpPr/>
          <p:nvPr/>
        </p:nvSpPr>
        <p:spPr>
          <a:xfrm rot="5400000">
            <a:off x="8323428" y="3150401"/>
            <a:ext cx="1013961" cy="686248"/>
          </a:xfrm>
          <a:custGeom>
            <a:avLst/>
            <a:gdLst>
              <a:gd name="connsiteX0" fmla="*/ 0 w 924623"/>
              <a:gd name="connsiteY0" fmla="*/ 137250 h 686248"/>
              <a:gd name="connsiteX1" fmla="*/ 581499 w 924623"/>
              <a:gd name="connsiteY1" fmla="*/ 137250 h 686248"/>
              <a:gd name="connsiteX2" fmla="*/ 581499 w 924623"/>
              <a:gd name="connsiteY2" fmla="*/ 0 h 686248"/>
              <a:gd name="connsiteX3" fmla="*/ 924623 w 924623"/>
              <a:gd name="connsiteY3" fmla="*/ 343124 h 686248"/>
              <a:gd name="connsiteX4" fmla="*/ 581499 w 924623"/>
              <a:gd name="connsiteY4" fmla="*/ 686248 h 686248"/>
              <a:gd name="connsiteX5" fmla="*/ 581499 w 924623"/>
              <a:gd name="connsiteY5" fmla="*/ 548998 h 686248"/>
              <a:gd name="connsiteX6" fmla="*/ 0 w 924623"/>
              <a:gd name="connsiteY6" fmla="*/ 548998 h 686248"/>
              <a:gd name="connsiteX7" fmla="*/ 0 w 924623"/>
              <a:gd name="connsiteY7" fmla="*/ 137250 h 686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24623" h="686248">
                <a:moveTo>
                  <a:pt x="0" y="137250"/>
                </a:moveTo>
                <a:lnTo>
                  <a:pt x="581499" y="137250"/>
                </a:lnTo>
                <a:lnTo>
                  <a:pt x="581499" y="0"/>
                </a:lnTo>
                <a:lnTo>
                  <a:pt x="924623" y="343124"/>
                </a:lnTo>
                <a:lnTo>
                  <a:pt x="581499" y="686248"/>
                </a:lnTo>
                <a:lnTo>
                  <a:pt x="581499" y="548998"/>
                </a:lnTo>
                <a:lnTo>
                  <a:pt x="0" y="548998"/>
                </a:lnTo>
                <a:lnTo>
                  <a:pt x="0" y="137250"/>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2" name="Flecha: a la izquierda y derecha 1">
            <a:extLst>
              <a:ext uri="{FF2B5EF4-FFF2-40B4-BE49-F238E27FC236}">
                <a16:creationId xmlns:a16="http://schemas.microsoft.com/office/drawing/2014/main" id="{7F22B7A9-3ECC-43CB-8DFB-56FD8E61F391}"/>
              </a:ext>
            </a:extLst>
          </p:cNvPr>
          <p:cNvSpPr/>
          <p:nvPr/>
        </p:nvSpPr>
        <p:spPr>
          <a:xfrm>
            <a:off x="5904410" y="1924050"/>
            <a:ext cx="782139" cy="62865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1067967762"/>
      </p:ext>
    </p:extLst>
  </p:cSld>
  <p:clrMapOvr>
    <a:masterClrMapping/>
  </p:clrMapOvr>
  <p:transition>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1" grpId="0" animBg="1"/>
      <p:bldP spid="12" grpId="0" animBg="1"/>
      <p:bldP spid="13" grpId="0" animBg="1"/>
      <p:bldP spid="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1 Diagrama"/>
          <p:cNvGraphicFramePr/>
          <p:nvPr/>
        </p:nvGraphicFramePr>
        <p:xfrm>
          <a:off x="1431985" y="2631056"/>
          <a:ext cx="9816860" cy="40199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3 CuadroTexto"/>
          <p:cNvSpPr txBox="1"/>
          <p:nvPr/>
        </p:nvSpPr>
        <p:spPr>
          <a:xfrm>
            <a:off x="1393400" y="1411971"/>
            <a:ext cx="7155377" cy="830997"/>
          </a:xfrm>
          <a:prstGeom prst="rect">
            <a:avLst/>
          </a:prstGeom>
          <a:noFill/>
        </p:spPr>
        <p:txBody>
          <a:bodyPr wrap="square" rtlCol="0">
            <a:spAutoFit/>
          </a:bodyPr>
          <a:lstStyle>
            <a:defPPr>
              <a:defRPr lang="es-ES"/>
            </a:defPPr>
            <a:lvl1pPr algn="just">
              <a:defRPr sz="2400">
                <a:latin typeface="Arial Narrow" pitchFamily="34" charset="0"/>
              </a:defRPr>
            </a:lvl1pPr>
          </a:lstStyle>
          <a:p>
            <a:r>
              <a:rPr lang="es-PE" dirty="0">
                <a:solidFill>
                  <a:srgbClr val="002060"/>
                </a:solidFill>
              </a:rPr>
              <a:t>Después de la II guerra mundial las empresas reconocieron las bondades de la investigación de Operaciones.</a:t>
            </a:r>
          </a:p>
        </p:txBody>
      </p:sp>
      <p:sp>
        <p:nvSpPr>
          <p:cNvPr id="7" name="Text Box 3"/>
          <p:cNvSpPr txBox="1">
            <a:spLocks noChangeArrowheads="1"/>
          </p:cNvSpPr>
          <p:nvPr/>
        </p:nvSpPr>
        <p:spPr bwMode="auto">
          <a:xfrm>
            <a:off x="1373505" y="2463025"/>
            <a:ext cx="7425442" cy="830997"/>
          </a:xfrm>
          <a:prstGeom prst="rect">
            <a:avLst/>
          </a:prstGeom>
          <a:solidFill>
            <a:schemeClr val="bg2"/>
          </a:solidFill>
        </p:spPr>
        <p:txBody>
          <a:bodyPr wrap="square" rtlCol="0">
            <a:spAutoFit/>
          </a:bodyPr>
          <a:lstStyle>
            <a:defPPr>
              <a:defRPr lang="es-ES"/>
            </a:defPPr>
            <a:lvl1pPr algn="just">
              <a:defRPr sz="2200">
                <a:latin typeface="Arial Narrow" pitchFamily="34" charset="0"/>
              </a:defRPr>
            </a:lvl1pPr>
          </a:lstStyle>
          <a:p>
            <a:r>
              <a:rPr lang="es-ES_tradnl" sz="2400" dirty="0"/>
              <a:t>Con el apoyo de la Informática, logró mayor importancia dado el crecimiento y complejidad de las nuevas organizaciones.</a:t>
            </a:r>
            <a:endParaRPr lang="es-ES" sz="2400" dirty="0"/>
          </a:p>
        </p:txBody>
      </p:sp>
      <p:sp>
        <p:nvSpPr>
          <p:cNvPr id="8" name="Rectangle 4">
            <a:extLst>
              <a:ext uri="{FF2B5EF4-FFF2-40B4-BE49-F238E27FC236}">
                <a16:creationId xmlns:a16="http://schemas.microsoft.com/office/drawing/2014/main" id="{9A87B0DA-C22A-4B41-AD67-E2702258E85D}"/>
              </a:ext>
            </a:extLst>
          </p:cNvPr>
          <p:cNvSpPr>
            <a:spLocks noGrp="1" noChangeArrowheads="1"/>
          </p:cNvSpPr>
          <p:nvPr>
            <p:ph type="title"/>
          </p:nvPr>
        </p:nvSpPr>
        <p:spPr>
          <a:xfrm>
            <a:off x="6095999" y="362020"/>
            <a:ext cx="6081819" cy="410388"/>
          </a:xfrm>
          <a:noFill/>
          <a:ln w="9525">
            <a:noFill/>
            <a:miter lim="800000"/>
            <a:headEnd/>
            <a:tailEnd/>
          </a:ln>
          <a:effectLst/>
        </p:spPr>
        <p:txBody>
          <a:bodyPr vert="horz" wrap="square" lIns="91440" tIns="45720" rIns="91440" bIns="45720" numCol="1" anchor="ctr" anchorCtr="0" compatLnSpc="1">
            <a:prstTxWarp prst="textNoShape">
              <a:avLst/>
            </a:prstTxWarp>
          </a:bodyPr>
          <a:lstStyle/>
          <a:p>
            <a:pPr algn="ctr"/>
            <a:r>
              <a:rPr lang="es-ES_tradnl" sz="3200" dirty="0">
                <a:solidFill>
                  <a:schemeClr val="bg1"/>
                </a:solidFill>
                <a:latin typeface="Bauhaus 93" pitchFamily="82" charset="0"/>
                <a:ea typeface="+mn-ea"/>
                <a:cs typeface="+mn-cs"/>
              </a:rPr>
              <a:t>Una breve historia</a:t>
            </a:r>
          </a:p>
        </p:txBody>
      </p:sp>
    </p:spTree>
    <p:extLst>
      <p:ext uri="{BB962C8B-B14F-4D97-AF65-F5344CB8AC3E}">
        <p14:creationId xmlns:p14="http://schemas.microsoft.com/office/powerpoint/2010/main" val="290295460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P spid="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1 Diagrama"/>
          <p:cNvGraphicFramePr/>
          <p:nvPr>
            <p:extLst>
              <p:ext uri="{D42A27DB-BD31-4B8C-83A1-F6EECF244321}">
                <p14:modId xmlns:p14="http://schemas.microsoft.com/office/powerpoint/2010/main" val="4054437511"/>
              </p:ext>
            </p:extLst>
          </p:nvPr>
        </p:nvGraphicFramePr>
        <p:xfrm>
          <a:off x="69668" y="1341119"/>
          <a:ext cx="8891451" cy="53731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Rectangle 4"/>
          <p:cNvSpPr txBox="1">
            <a:spLocks noChangeArrowheads="1"/>
          </p:cNvSpPr>
          <p:nvPr/>
        </p:nvSpPr>
        <p:spPr bwMode="auto">
          <a:xfrm>
            <a:off x="9318710" y="5018250"/>
            <a:ext cx="2533655" cy="785813"/>
          </a:xfrm>
          <a:prstGeom prst="rect">
            <a:avLst/>
          </a:prstGeom>
          <a:noFill/>
          <a:ln w="9525">
            <a:noFill/>
            <a:miter lim="800000"/>
            <a:headEnd/>
            <a:tailEnd/>
          </a:ln>
        </p:spPr>
        <p:txBody>
          <a:bodyPr lIns="92075" tIns="46038" rIns="92075" bIns="46038" anchor="ctr"/>
          <a:lstStyle/>
          <a:p>
            <a:pPr algn="ctr">
              <a:lnSpc>
                <a:spcPct val="80000"/>
              </a:lnSpc>
            </a:pPr>
            <a:r>
              <a:rPr lang="es-ES_tradnl" sz="2400" b="1" dirty="0">
                <a:solidFill>
                  <a:schemeClr val="bg2">
                    <a:lumMod val="50000"/>
                  </a:schemeClr>
                </a:solidFill>
                <a:cs typeface="Arial" charset="0"/>
              </a:rPr>
              <a:t>George B. Dantzig</a:t>
            </a:r>
          </a:p>
          <a:p>
            <a:pPr algn="ctr">
              <a:lnSpc>
                <a:spcPct val="80000"/>
              </a:lnSpc>
            </a:pPr>
            <a:r>
              <a:rPr lang="es-ES_tradnl" sz="2400" b="1" dirty="0">
                <a:solidFill>
                  <a:schemeClr val="bg2">
                    <a:lumMod val="50000"/>
                  </a:schemeClr>
                </a:solidFill>
                <a:cs typeface="Arial" charset="0"/>
              </a:rPr>
              <a:t>1914-2005</a:t>
            </a:r>
          </a:p>
        </p:txBody>
      </p:sp>
      <p:pic>
        <p:nvPicPr>
          <p:cNvPr id="1027" name="Picture 3" descr="C:\Users\PC\Desktop\dantzig_profesor_2.jp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318712" y="1378890"/>
            <a:ext cx="2533654" cy="3454983"/>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4">
            <a:extLst>
              <a:ext uri="{FF2B5EF4-FFF2-40B4-BE49-F238E27FC236}">
                <a16:creationId xmlns:a16="http://schemas.microsoft.com/office/drawing/2014/main" id="{CDCFECBA-858E-4439-9960-F34E165C32E2}"/>
              </a:ext>
            </a:extLst>
          </p:cNvPr>
          <p:cNvSpPr>
            <a:spLocks noGrp="1" noChangeArrowheads="1"/>
          </p:cNvSpPr>
          <p:nvPr>
            <p:ph type="title"/>
          </p:nvPr>
        </p:nvSpPr>
        <p:spPr>
          <a:xfrm>
            <a:off x="6095999" y="362020"/>
            <a:ext cx="6081819" cy="410388"/>
          </a:xfrm>
          <a:noFill/>
          <a:ln w="9525">
            <a:noFill/>
            <a:miter lim="800000"/>
            <a:headEnd/>
            <a:tailEnd/>
          </a:ln>
          <a:effectLst/>
        </p:spPr>
        <p:txBody>
          <a:bodyPr vert="horz" wrap="square" lIns="91440" tIns="45720" rIns="91440" bIns="45720" numCol="1" anchor="ctr" anchorCtr="0" compatLnSpc="1">
            <a:prstTxWarp prst="textNoShape">
              <a:avLst/>
            </a:prstTxWarp>
          </a:bodyPr>
          <a:lstStyle/>
          <a:p>
            <a:pPr algn="ctr"/>
            <a:r>
              <a:rPr lang="es-ES_tradnl" sz="3200" dirty="0">
                <a:solidFill>
                  <a:schemeClr val="bg1"/>
                </a:solidFill>
                <a:latin typeface="Bauhaus 93" pitchFamily="82" charset="0"/>
                <a:ea typeface="+mn-ea"/>
                <a:cs typeface="+mn-cs"/>
              </a:rPr>
              <a:t>Una breve historia</a:t>
            </a:r>
          </a:p>
        </p:txBody>
      </p:sp>
    </p:spTree>
    <p:extLst>
      <p:ext uri="{BB962C8B-B14F-4D97-AF65-F5344CB8AC3E}">
        <p14:creationId xmlns:p14="http://schemas.microsoft.com/office/powerpoint/2010/main" val="292964931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768" decel="100000"/>
                                        <p:tgtEl>
                                          <p:spTgt spid="9"/>
                                        </p:tgtEl>
                                      </p:cBhvr>
                                    </p:animEffect>
                                    <p:animScale>
                                      <p:cBhvr>
                                        <p:cTn id="8" dur="768" decel="100000"/>
                                        <p:tgtEl>
                                          <p:spTgt spid="9"/>
                                        </p:tgtEl>
                                      </p:cBhvr>
                                      <p:from x="10000" y="10000"/>
                                      <p:to x="200000" y="450000"/>
                                    </p:animScale>
                                    <p:animScale>
                                      <p:cBhvr>
                                        <p:cTn id="9" dur="1230" accel="100000" fill="hold">
                                          <p:stCondLst>
                                            <p:cond delay="768"/>
                                          </p:stCondLst>
                                        </p:cTn>
                                        <p:tgtEl>
                                          <p:spTgt spid="9"/>
                                        </p:tgtEl>
                                      </p:cBhvr>
                                      <p:from x="200000" y="450000"/>
                                      <p:to x="100000" y="100000"/>
                                    </p:animScale>
                                    <p:set>
                                      <p:cBhvr>
                                        <p:cTn id="10" dur="768" fill="hold"/>
                                        <p:tgtEl>
                                          <p:spTgt spid="9"/>
                                        </p:tgtEl>
                                        <p:attrNameLst>
                                          <p:attrName>ppt_x</p:attrName>
                                        </p:attrNameLst>
                                      </p:cBhvr>
                                      <p:to>
                                        <p:strVal val="(0.5)"/>
                                      </p:to>
                                    </p:set>
                                    <p:anim from="(0.5)" to="(#ppt_x)" calcmode="lin" valueType="num">
                                      <p:cBhvr>
                                        <p:cTn id="11" dur="1230" accel="100000" fill="hold">
                                          <p:stCondLst>
                                            <p:cond delay="768"/>
                                          </p:stCondLst>
                                        </p:cTn>
                                        <p:tgtEl>
                                          <p:spTgt spid="9"/>
                                        </p:tgtEl>
                                        <p:attrNameLst>
                                          <p:attrName>ppt_x</p:attrName>
                                        </p:attrNameLst>
                                      </p:cBhvr>
                                    </p:anim>
                                    <p:set>
                                      <p:cBhvr>
                                        <p:cTn id="12" dur="768" fill="hold"/>
                                        <p:tgtEl>
                                          <p:spTgt spid="9"/>
                                        </p:tgtEl>
                                        <p:attrNameLst>
                                          <p:attrName>ppt_y</p:attrName>
                                        </p:attrNameLst>
                                      </p:cBhvr>
                                      <p:to>
                                        <p:strVal val="(#ppt_y+0.4)"/>
                                      </p:to>
                                    </p:set>
                                    <p:anim from="(#ppt_y+0.4)" to="(#ppt_y)" calcmode="lin" valueType="num">
                                      <p:cBhvr>
                                        <p:cTn id="13" dur="1230" accel="100000" fill="hold">
                                          <p:stCondLst>
                                            <p:cond delay="768"/>
                                          </p:stCondLst>
                                        </p:cTn>
                                        <p:tgtEl>
                                          <p:spTgt spid="9"/>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4"/>
          <p:cNvSpPr>
            <a:spLocks noChangeArrowheads="1"/>
          </p:cNvSpPr>
          <p:nvPr/>
        </p:nvSpPr>
        <p:spPr bwMode="auto">
          <a:xfrm>
            <a:off x="1992316" y="3637242"/>
            <a:ext cx="184731" cy="369332"/>
          </a:xfrm>
          <a:prstGeom prst="rect">
            <a:avLst/>
          </a:prstGeom>
          <a:noFill/>
          <a:ln w="9525">
            <a:noFill/>
            <a:miter lim="800000"/>
            <a:headEnd/>
            <a:tailEnd/>
          </a:ln>
        </p:spPr>
        <p:txBody>
          <a:bodyPr wrap="none" anchor="ctr">
            <a:spAutoFit/>
          </a:bodyPr>
          <a:lstStyle/>
          <a:p>
            <a:endParaRPr lang="es-PE" b="1" dirty="0">
              <a:solidFill>
                <a:schemeClr val="bg2">
                  <a:lumMod val="50000"/>
                </a:schemeClr>
              </a:solidFill>
            </a:endParaRPr>
          </a:p>
        </p:txBody>
      </p:sp>
      <p:sp>
        <p:nvSpPr>
          <p:cNvPr id="14339" name="Text Box 5"/>
          <p:cNvSpPr txBox="1">
            <a:spLocks noChangeArrowheads="1"/>
          </p:cNvSpPr>
          <p:nvPr/>
        </p:nvSpPr>
        <p:spPr bwMode="auto">
          <a:xfrm>
            <a:off x="2095503" y="1357315"/>
            <a:ext cx="3856483" cy="461665"/>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square">
            <a:spAutoFit/>
          </a:bodyPr>
          <a:lstStyle/>
          <a:p>
            <a:pPr algn="ctr"/>
            <a:r>
              <a:rPr lang="es-ES_tradnl" sz="2400" b="1" dirty="0">
                <a:solidFill>
                  <a:schemeClr val="tx1"/>
                </a:solidFill>
                <a:latin typeface="Arial Narrow" pitchFamily="34" charset="0"/>
                <a:cs typeface="Arial" charset="0"/>
              </a:rPr>
              <a:t>DEFINICIÓN DEL PROBLEMA</a:t>
            </a:r>
          </a:p>
        </p:txBody>
      </p:sp>
      <p:sp>
        <p:nvSpPr>
          <p:cNvPr id="14340" name="Text Box 6"/>
          <p:cNvSpPr txBox="1">
            <a:spLocks noChangeArrowheads="1"/>
          </p:cNvSpPr>
          <p:nvPr/>
        </p:nvSpPr>
        <p:spPr bwMode="auto">
          <a:xfrm>
            <a:off x="2104646" y="2468895"/>
            <a:ext cx="3856482" cy="461665"/>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square">
            <a:spAutoFit/>
          </a:bodyPr>
          <a:lstStyle>
            <a:defPPr>
              <a:defRPr lang="es-ES"/>
            </a:defPPr>
            <a:lvl1pPr algn="ctr">
              <a:defRPr sz="2400" b="1">
                <a:solidFill>
                  <a:schemeClr val="bg2">
                    <a:lumMod val="50000"/>
                  </a:schemeClr>
                </a:solidFill>
                <a:latin typeface="Arial Narrow" pitchFamily="34" charset="0"/>
                <a:cs typeface="Arial"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s-ES_tradnl" dirty="0">
                <a:solidFill>
                  <a:schemeClr val="tx1"/>
                </a:solidFill>
              </a:rPr>
              <a:t>DESARROLLO DEL MODELO</a:t>
            </a:r>
          </a:p>
        </p:txBody>
      </p:sp>
      <p:sp>
        <p:nvSpPr>
          <p:cNvPr id="14341" name="Text Box 7"/>
          <p:cNvSpPr txBox="1">
            <a:spLocks noChangeArrowheads="1"/>
          </p:cNvSpPr>
          <p:nvPr/>
        </p:nvSpPr>
        <p:spPr bwMode="auto">
          <a:xfrm>
            <a:off x="2103392" y="3755822"/>
            <a:ext cx="3856483" cy="461665"/>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square">
            <a:spAutoFit/>
          </a:bodyPr>
          <a:lstStyle>
            <a:defPPr>
              <a:defRPr lang="es-ES"/>
            </a:defPPr>
            <a:lvl1pPr algn="ctr">
              <a:defRPr sz="2400" b="1">
                <a:solidFill>
                  <a:schemeClr val="bg2">
                    <a:lumMod val="50000"/>
                  </a:schemeClr>
                </a:solidFill>
                <a:latin typeface="Arial Narrow" pitchFamily="34" charset="0"/>
                <a:cs typeface="Arial"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s-ES_tradnl" dirty="0">
                <a:solidFill>
                  <a:schemeClr val="tx1"/>
                </a:solidFill>
              </a:rPr>
              <a:t>MODELO MODIFICADO</a:t>
            </a:r>
          </a:p>
        </p:txBody>
      </p:sp>
      <p:sp>
        <p:nvSpPr>
          <p:cNvPr id="14342" name="AutoShape 8"/>
          <p:cNvSpPr>
            <a:spLocks noChangeArrowheads="1"/>
          </p:cNvSpPr>
          <p:nvPr/>
        </p:nvSpPr>
        <p:spPr bwMode="auto">
          <a:xfrm>
            <a:off x="6039273" y="2449659"/>
            <a:ext cx="665483" cy="452426"/>
          </a:xfrm>
          <a:prstGeom prst="rightArrow">
            <a:avLst>
              <a:gd name="adj1" fmla="val 50000"/>
              <a:gd name="adj2" fmla="val 31046"/>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0" scaled="1"/>
            <a:tileRect/>
          </a:gradFill>
          <a:ln w="28575">
            <a:solidFill>
              <a:schemeClr val="accent1"/>
            </a:solidFill>
            <a:miter lim="800000"/>
            <a:headEnd/>
            <a:tailEnd/>
          </a:ln>
        </p:spPr>
        <p:txBody>
          <a:bodyPr wrap="square">
            <a:spAutoFit/>
          </a:bodyPr>
          <a:lstStyle/>
          <a:p>
            <a:pPr algn="ctr">
              <a:lnSpc>
                <a:spcPct val="80000"/>
              </a:lnSpc>
            </a:pPr>
            <a:endParaRPr lang="es-PE" sz="1100" b="1" dirty="0">
              <a:solidFill>
                <a:schemeClr val="bg2">
                  <a:lumMod val="50000"/>
                </a:schemeClr>
              </a:solidFill>
              <a:latin typeface="Arial Narrow" pitchFamily="34" charset="0"/>
              <a:cs typeface="Arial" charset="0"/>
            </a:endParaRPr>
          </a:p>
        </p:txBody>
      </p:sp>
      <p:sp>
        <p:nvSpPr>
          <p:cNvPr id="14345" name="Text Box 11"/>
          <p:cNvSpPr txBox="1">
            <a:spLocks noChangeArrowheads="1"/>
          </p:cNvSpPr>
          <p:nvPr/>
        </p:nvSpPr>
        <p:spPr bwMode="auto">
          <a:xfrm>
            <a:off x="8048689" y="4895851"/>
            <a:ext cx="184730" cy="523220"/>
          </a:xfrm>
          <a:prstGeom prst="rect">
            <a:avLst/>
          </a:prstGeom>
          <a:noFill/>
          <a:ln w="9525">
            <a:noFill/>
            <a:miter lim="800000"/>
            <a:headEnd/>
            <a:tailEnd/>
          </a:ln>
        </p:spPr>
        <p:txBody>
          <a:bodyPr wrap="none">
            <a:spAutoFit/>
          </a:bodyPr>
          <a:lstStyle/>
          <a:p>
            <a:pPr algn="ctr">
              <a:spcBef>
                <a:spcPct val="20000"/>
              </a:spcBef>
            </a:pPr>
            <a:endParaRPr lang="es-ES_tradnl" sz="2800" b="1" dirty="0">
              <a:solidFill>
                <a:schemeClr val="bg2">
                  <a:lumMod val="50000"/>
                </a:schemeClr>
              </a:solidFill>
              <a:latin typeface="Comic Sans MS" pitchFamily="66" charset="0"/>
            </a:endParaRPr>
          </a:p>
        </p:txBody>
      </p:sp>
      <p:sp>
        <p:nvSpPr>
          <p:cNvPr id="14346" name="Text Box 13"/>
          <p:cNvSpPr txBox="1">
            <a:spLocks noChangeArrowheads="1"/>
          </p:cNvSpPr>
          <p:nvPr/>
        </p:nvSpPr>
        <p:spPr bwMode="auto">
          <a:xfrm>
            <a:off x="6766974" y="2466913"/>
            <a:ext cx="3726061" cy="461665"/>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square">
            <a:spAutoFit/>
          </a:bodyPr>
          <a:lstStyle>
            <a:defPPr>
              <a:defRPr lang="es-ES"/>
            </a:defPPr>
            <a:lvl1pPr algn="ctr">
              <a:defRPr sz="2400" b="1">
                <a:solidFill>
                  <a:schemeClr val="bg2">
                    <a:lumMod val="50000"/>
                  </a:schemeClr>
                </a:solidFill>
                <a:latin typeface="Arial Narrow" pitchFamily="34" charset="0"/>
                <a:cs typeface="Arial"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s-ES_tradnl" dirty="0">
                <a:solidFill>
                  <a:schemeClr val="tx1"/>
                </a:solidFill>
              </a:rPr>
              <a:t>RESOLUCIÓN DEL MODELO</a:t>
            </a:r>
          </a:p>
        </p:txBody>
      </p:sp>
      <p:sp>
        <p:nvSpPr>
          <p:cNvPr id="13" name="Rectangle 2"/>
          <p:cNvSpPr txBox="1">
            <a:spLocks noChangeArrowheads="1"/>
          </p:cNvSpPr>
          <p:nvPr/>
        </p:nvSpPr>
        <p:spPr bwMode="auto">
          <a:xfrm>
            <a:off x="6096000" y="159391"/>
            <a:ext cx="6096000" cy="72984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defPPr>
              <a:defRPr lang="en-US"/>
            </a:defPPr>
            <a:lvl1pPr algn="ctr">
              <a:defRPr sz="3200" i="1">
                <a:solidFill>
                  <a:schemeClr val="accent5">
                    <a:lumMod val="20000"/>
                    <a:lumOff val="80000"/>
                  </a:schemeClr>
                </a:solidFill>
                <a:latin typeface="Bauhaus 93" pitchFamily="82" charset="0"/>
              </a:defRPr>
            </a:lvl1pPr>
          </a:lstStyle>
          <a:p>
            <a:r>
              <a:rPr lang="es-ES_tradnl" sz="2800" i="0" dirty="0">
                <a:solidFill>
                  <a:schemeClr val="bg1"/>
                </a:solidFill>
              </a:rPr>
              <a:t>Metodología de la Investigación de Operaciones</a:t>
            </a:r>
            <a:endParaRPr lang="es-PE" sz="2800" i="0" dirty="0">
              <a:solidFill>
                <a:schemeClr val="bg1"/>
              </a:solidFill>
            </a:endParaRPr>
          </a:p>
        </p:txBody>
      </p:sp>
      <p:sp>
        <p:nvSpPr>
          <p:cNvPr id="14" name="AutoShape 8"/>
          <p:cNvSpPr>
            <a:spLocks noChangeArrowheads="1"/>
          </p:cNvSpPr>
          <p:nvPr/>
        </p:nvSpPr>
        <p:spPr bwMode="auto">
          <a:xfrm rot="5400000">
            <a:off x="3735397" y="1917335"/>
            <a:ext cx="594982" cy="452426"/>
          </a:xfrm>
          <a:prstGeom prst="rightArrow">
            <a:avLst>
              <a:gd name="adj1" fmla="val 50000"/>
              <a:gd name="adj2" fmla="val 31046"/>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0" scaled="1"/>
            <a:tileRect/>
          </a:gradFill>
          <a:ln w="28575">
            <a:solidFill>
              <a:schemeClr val="accent1"/>
            </a:solidFill>
            <a:miter lim="800000"/>
            <a:headEnd/>
            <a:tailEnd/>
          </a:ln>
        </p:spPr>
        <p:txBody>
          <a:bodyPr wrap="square">
            <a:spAutoFit/>
          </a:bodyPr>
          <a:lstStyle/>
          <a:p>
            <a:pPr algn="ctr">
              <a:lnSpc>
                <a:spcPct val="80000"/>
              </a:lnSpc>
            </a:pPr>
            <a:endParaRPr lang="es-PE" sz="1100" b="1" dirty="0">
              <a:solidFill>
                <a:schemeClr val="bg2">
                  <a:lumMod val="50000"/>
                </a:schemeClr>
              </a:solidFill>
              <a:latin typeface="Arial Narrow" pitchFamily="34" charset="0"/>
              <a:cs typeface="Arial" charset="0"/>
            </a:endParaRPr>
          </a:p>
        </p:txBody>
      </p:sp>
      <p:sp>
        <p:nvSpPr>
          <p:cNvPr id="16" name="AutoShape 8"/>
          <p:cNvSpPr>
            <a:spLocks noChangeArrowheads="1"/>
          </p:cNvSpPr>
          <p:nvPr/>
        </p:nvSpPr>
        <p:spPr bwMode="auto">
          <a:xfrm rot="16200000">
            <a:off x="3634027" y="3110981"/>
            <a:ext cx="761664" cy="452426"/>
          </a:xfrm>
          <a:prstGeom prst="rightArrow">
            <a:avLst>
              <a:gd name="adj1" fmla="val 50000"/>
              <a:gd name="adj2" fmla="val 31046"/>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0" scaled="1"/>
            <a:tileRect/>
          </a:gradFill>
          <a:ln w="28575">
            <a:solidFill>
              <a:schemeClr val="accent1"/>
            </a:solidFill>
            <a:miter lim="800000"/>
            <a:headEnd/>
            <a:tailEnd/>
          </a:ln>
        </p:spPr>
        <p:txBody>
          <a:bodyPr wrap="square">
            <a:spAutoFit/>
          </a:bodyPr>
          <a:lstStyle/>
          <a:p>
            <a:pPr algn="ctr">
              <a:lnSpc>
                <a:spcPct val="80000"/>
              </a:lnSpc>
            </a:pPr>
            <a:endParaRPr lang="es-PE" sz="1100" b="1" dirty="0">
              <a:solidFill>
                <a:schemeClr val="bg2">
                  <a:lumMod val="50000"/>
                </a:schemeClr>
              </a:solidFill>
              <a:latin typeface="Arial Narrow" pitchFamily="34" charset="0"/>
              <a:cs typeface="Arial" charset="0"/>
            </a:endParaRPr>
          </a:p>
        </p:txBody>
      </p:sp>
      <p:sp>
        <p:nvSpPr>
          <p:cNvPr id="2" name="1 Decisión"/>
          <p:cNvSpPr/>
          <p:nvPr/>
        </p:nvSpPr>
        <p:spPr>
          <a:xfrm>
            <a:off x="6766974" y="3527864"/>
            <a:ext cx="3726060" cy="917079"/>
          </a:xfrm>
          <a:prstGeom prst="flowChartDecision">
            <a:avLst/>
          </a:prstGeom>
          <a:ln>
            <a:headEnd/>
            <a:tailEnd/>
          </a:ln>
        </p:spPr>
        <p:style>
          <a:lnRef idx="1">
            <a:schemeClr val="accent1"/>
          </a:lnRef>
          <a:fillRef idx="2">
            <a:schemeClr val="accent1"/>
          </a:fillRef>
          <a:effectRef idx="1">
            <a:schemeClr val="accent1"/>
          </a:effectRef>
          <a:fontRef idx="minor">
            <a:schemeClr val="dk1"/>
          </a:fontRef>
        </p:style>
        <p:txBody>
          <a:bodyPr wrap="square">
            <a:spAutoFit/>
          </a:bodyPr>
          <a:lstStyle/>
          <a:p>
            <a:pPr algn="ctr"/>
            <a:r>
              <a:rPr lang="es-ES" sz="2400" b="1" dirty="0">
                <a:solidFill>
                  <a:schemeClr val="tx1"/>
                </a:solidFill>
                <a:latin typeface="Arial Narrow" pitchFamily="34" charset="0"/>
                <a:cs typeface="Arial" charset="0"/>
              </a:rPr>
              <a:t>¿ES VALIDA?</a:t>
            </a:r>
          </a:p>
        </p:txBody>
      </p:sp>
      <p:sp>
        <p:nvSpPr>
          <p:cNvPr id="19" name="AutoShape 8"/>
          <p:cNvSpPr>
            <a:spLocks noChangeArrowheads="1"/>
          </p:cNvSpPr>
          <p:nvPr/>
        </p:nvSpPr>
        <p:spPr bwMode="auto">
          <a:xfrm rot="5400000">
            <a:off x="8346296" y="3004894"/>
            <a:ext cx="549487" cy="452426"/>
          </a:xfrm>
          <a:prstGeom prst="rightArrow">
            <a:avLst>
              <a:gd name="adj1" fmla="val 50000"/>
              <a:gd name="adj2" fmla="val 31046"/>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0" scaled="1"/>
            <a:tileRect/>
          </a:gradFill>
          <a:ln w="28575">
            <a:solidFill>
              <a:schemeClr val="accent1"/>
            </a:solidFill>
            <a:miter lim="800000"/>
            <a:headEnd/>
            <a:tailEnd/>
          </a:ln>
        </p:spPr>
        <p:txBody>
          <a:bodyPr wrap="square">
            <a:spAutoFit/>
          </a:bodyPr>
          <a:lstStyle/>
          <a:p>
            <a:pPr algn="ctr">
              <a:lnSpc>
                <a:spcPct val="80000"/>
              </a:lnSpc>
            </a:pPr>
            <a:endParaRPr lang="es-PE" sz="1100" b="1" dirty="0">
              <a:solidFill>
                <a:schemeClr val="bg2">
                  <a:lumMod val="50000"/>
                </a:schemeClr>
              </a:solidFill>
              <a:latin typeface="Arial Narrow" pitchFamily="34" charset="0"/>
              <a:cs typeface="Arial" charset="0"/>
            </a:endParaRPr>
          </a:p>
        </p:txBody>
      </p:sp>
      <p:sp>
        <p:nvSpPr>
          <p:cNvPr id="20" name="AutoShape 8"/>
          <p:cNvSpPr>
            <a:spLocks noChangeArrowheads="1"/>
          </p:cNvSpPr>
          <p:nvPr/>
        </p:nvSpPr>
        <p:spPr bwMode="auto">
          <a:xfrm rot="10800000">
            <a:off x="6016661" y="3760189"/>
            <a:ext cx="661199" cy="452426"/>
          </a:xfrm>
          <a:prstGeom prst="rightArrow">
            <a:avLst>
              <a:gd name="adj1" fmla="val 50000"/>
              <a:gd name="adj2" fmla="val 31046"/>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0" scaled="1"/>
            <a:tileRect/>
          </a:gradFill>
          <a:ln w="28575">
            <a:solidFill>
              <a:schemeClr val="accent1"/>
            </a:solidFill>
            <a:miter lim="800000"/>
            <a:headEnd/>
            <a:tailEnd/>
          </a:ln>
        </p:spPr>
        <p:txBody>
          <a:bodyPr wrap="square">
            <a:spAutoFit/>
          </a:bodyPr>
          <a:lstStyle/>
          <a:p>
            <a:pPr algn="ctr">
              <a:lnSpc>
                <a:spcPct val="80000"/>
              </a:lnSpc>
            </a:pPr>
            <a:endParaRPr lang="es-PE" sz="1100" b="1" dirty="0">
              <a:solidFill>
                <a:schemeClr val="bg2">
                  <a:lumMod val="50000"/>
                </a:schemeClr>
              </a:solidFill>
              <a:latin typeface="Arial Narrow" pitchFamily="34" charset="0"/>
              <a:cs typeface="Arial" charset="0"/>
            </a:endParaRPr>
          </a:p>
        </p:txBody>
      </p:sp>
      <p:sp>
        <p:nvSpPr>
          <p:cNvPr id="21" name="AutoShape 8"/>
          <p:cNvSpPr>
            <a:spLocks noChangeArrowheads="1"/>
          </p:cNvSpPr>
          <p:nvPr/>
        </p:nvSpPr>
        <p:spPr bwMode="auto">
          <a:xfrm rot="5400000">
            <a:off x="8385378" y="4486895"/>
            <a:ext cx="489251" cy="452426"/>
          </a:xfrm>
          <a:prstGeom prst="rightArrow">
            <a:avLst>
              <a:gd name="adj1" fmla="val 50000"/>
              <a:gd name="adj2" fmla="val 31046"/>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0" scaled="1"/>
            <a:tileRect/>
          </a:gradFill>
          <a:ln w="28575">
            <a:solidFill>
              <a:schemeClr val="accent1"/>
            </a:solidFill>
            <a:miter lim="800000"/>
            <a:headEnd/>
            <a:tailEnd/>
          </a:ln>
        </p:spPr>
        <p:txBody>
          <a:bodyPr wrap="square">
            <a:spAutoFit/>
          </a:bodyPr>
          <a:lstStyle/>
          <a:p>
            <a:pPr algn="ctr">
              <a:lnSpc>
                <a:spcPct val="80000"/>
              </a:lnSpc>
            </a:pPr>
            <a:endParaRPr lang="es-PE" sz="1100" b="1" dirty="0">
              <a:solidFill>
                <a:schemeClr val="bg2">
                  <a:lumMod val="50000"/>
                </a:schemeClr>
              </a:solidFill>
              <a:latin typeface="Arial Narrow" pitchFamily="34" charset="0"/>
              <a:cs typeface="Arial" charset="0"/>
            </a:endParaRPr>
          </a:p>
        </p:txBody>
      </p:sp>
      <p:sp>
        <p:nvSpPr>
          <p:cNvPr id="22" name="Text Box 13"/>
          <p:cNvSpPr txBox="1">
            <a:spLocks noChangeArrowheads="1"/>
          </p:cNvSpPr>
          <p:nvPr/>
        </p:nvSpPr>
        <p:spPr bwMode="auto">
          <a:xfrm>
            <a:off x="6766974" y="4993366"/>
            <a:ext cx="3726061" cy="461665"/>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square">
            <a:spAutoFit/>
          </a:bodyPr>
          <a:lstStyle>
            <a:defPPr>
              <a:defRPr lang="es-ES"/>
            </a:defPPr>
            <a:lvl1pPr algn="ctr">
              <a:defRPr sz="2400" b="1">
                <a:solidFill>
                  <a:schemeClr val="bg2">
                    <a:lumMod val="50000"/>
                  </a:schemeClr>
                </a:solidFill>
                <a:latin typeface="Arial Narrow" pitchFamily="34" charset="0"/>
                <a:cs typeface="Arial"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s-ES_tradnl" dirty="0">
                <a:solidFill>
                  <a:schemeClr val="tx1"/>
                </a:solidFill>
              </a:rPr>
              <a:t>IMPLEMENTACIÓN</a:t>
            </a:r>
          </a:p>
        </p:txBody>
      </p:sp>
      <p:sp>
        <p:nvSpPr>
          <p:cNvPr id="26" name="Google Shape;519;p39"/>
          <p:cNvSpPr/>
          <p:nvPr/>
        </p:nvSpPr>
        <p:spPr>
          <a:xfrm>
            <a:off x="6151290" y="4325290"/>
            <a:ext cx="319561" cy="426081"/>
          </a:xfrm>
          <a:custGeom>
            <a:avLst/>
            <a:gdLst/>
            <a:ahLst/>
            <a:cxnLst/>
            <a:rect l="l" t="t" r="r" b="b"/>
            <a:pathLst>
              <a:path w="15290" h="15290" extrusionOk="0">
                <a:moveTo>
                  <a:pt x="4519" y="6815"/>
                </a:moveTo>
                <a:lnTo>
                  <a:pt x="4690" y="6839"/>
                </a:lnTo>
                <a:lnTo>
                  <a:pt x="4861" y="6888"/>
                </a:lnTo>
                <a:lnTo>
                  <a:pt x="5007" y="6986"/>
                </a:lnTo>
                <a:lnTo>
                  <a:pt x="5154" y="7084"/>
                </a:lnTo>
                <a:lnTo>
                  <a:pt x="5251" y="7230"/>
                </a:lnTo>
                <a:lnTo>
                  <a:pt x="5325" y="7401"/>
                </a:lnTo>
                <a:lnTo>
                  <a:pt x="5374" y="7572"/>
                </a:lnTo>
                <a:lnTo>
                  <a:pt x="5398" y="7767"/>
                </a:lnTo>
                <a:lnTo>
                  <a:pt x="5374" y="7963"/>
                </a:lnTo>
                <a:lnTo>
                  <a:pt x="5325" y="8134"/>
                </a:lnTo>
                <a:lnTo>
                  <a:pt x="5251" y="8305"/>
                </a:lnTo>
                <a:lnTo>
                  <a:pt x="5154" y="8451"/>
                </a:lnTo>
                <a:lnTo>
                  <a:pt x="5007" y="8549"/>
                </a:lnTo>
                <a:lnTo>
                  <a:pt x="4861" y="8647"/>
                </a:lnTo>
                <a:lnTo>
                  <a:pt x="4690" y="8696"/>
                </a:lnTo>
                <a:lnTo>
                  <a:pt x="4519" y="8720"/>
                </a:lnTo>
                <a:lnTo>
                  <a:pt x="4348" y="8696"/>
                </a:lnTo>
                <a:lnTo>
                  <a:pt x="4177" y="8647"/>
                </a:lnTo>
                <a:lnTo>
                  <a:pt x="4030" y="8549"/>
                </a:lnTo>
                <a:lnTo>
                  <a:pt x="3884" y="8451"/>
                </a:lnTo>
                <a:lnTo>
                  <a:pt x="3786" y="8305"/>
                </a:lnTo>
                <a:lnTo>
                  <a:pt x="3713" y="8134"/>
                </a:lnTo>
                <a:lnTo>
                  <a:pt x="3664" y="7963"/>
                </a:lnTo>
                <a:lnTo>
                  <a:pt x="3640" y="7767"/>
                </a:lnTo>
                <a:lnTo>
                  <a:pt x="3664" y="7572"/>
                </a:lnTo>
                <a:lnTo>
                  <a:pt x="3713" y="7401"/>
                </a:lnTo>
                <a:lnTo>
                  <a:pt x="3786" y="7230"/>
                </a:lnTo>
                <a:lnTo>
                  <a:pt x="3884" y="7084"/>
                </a:lnTo>
                <a:lnTo>
                  <a:pt x="4030" y="6986"/>
                </a:lnTo>
                <a:lnTo>
                  <a:pt x="4177" y="6888"/>
                </a:lnTo>
                <a:lnTo>
                  <a:pt x="4348" y="6839"/>
                </a:lnTo>
                <a:lnTo>
                  <a:pt x="4519" y="6815"/>
                </a:lnTo>
                <a:close/>
                <a:moveTo>
                  <a:pt x="10771" y="6815"/>
                </a:moveTo>
                <a:lnTo>
                  <a:pt x="10942" y="6839"/>
                </a:lnTo>
                <a:lnTo>
                  <a:pt x="11113" y="6888"/>
                </a:lnTo>
                <a:lnTo>
                  <a:pt x="11260" y="6986"/>
                </a:lnTo>
                <a:lnTo>
                  <a:pt x="11406" y="7084"/>
                </a:lnTo>
                <a:lnTo>
                  <a:pt x="11504" y="7230"/>
                </a:lnTo>
                <a:lnTo>
                  <a:pt x="11577" y="7401"/>
                </a:lnTo>
                <a:lnTo>
                  <a:pt x="11626" y="7572"/>
                </a:lnTo>
                <a:lnTo>
                  <a:pt x="11650" y="7767"/>
                </a:lnTo>
                <a:lnTo>
                  <a:pt x="11626" y="7963"/>
                </a:lnTo>
                <a:lnTo>
                  <a:pt x="11577" y="8134"/>
                </a:lnTo>
                <a:lnTo>
                  <a:pt x="11504" y="8305"/>
                </a:lnTo>
                <a:lnTo>
                  <a:pt x="11406" y="8451"/>
                </a:lnTo>
                <a:lnTo>
                  <a:pt x="11260" y="8549"/>
                </a:lnTo>
                <a:lnTo>
                  <a:pt x="11113" y="8647"/>
                </a:lnTo>
                <a:lnTo>
                  <a:pt x="10942" y="8696"/>
                </a:lnTo>
                <a:lnTo>
                  <a:pt x="10771" y="8720"/>
                </a:lnTo>
                <a:lnTo>
                  <a:pt x="10600" y="8696"/>
                </a:lnTo>
                <a:lnTo>
                  <a:pt x="10429" y="8647"/>
                </a:lnTo>
                <a:lnTo>
                  <a:pt x="10283" y="8549"/>
                </a:lnTo>
                <a:lnTo>
                  <a:pt x="10136" y="8451"/>
                </a:lnTo>
                <a:lnTo>
                  <a:pt x="10038" y="8305"/>
                </a:lnTo>
                <a:lnTo>
                  <a:pt x="9965" y="8134"/>
                </a:lnTo>
                <a:lnTo>
                  <a:pt x="9916" y="7963"/>
                </a:lnTo>
                <a:lnTo>
                  <a:pt x="9892" y="7767"/>
                </a:lnTo>
                <a:lnTo>
                  <a:pt x="9916" y="7572"/>
                </a:lnTo>
                <a:lnTo>
                  <a:pt x="9965" y="7401"/>
                </a:lnTo>
                <a:lnTo>
                  <a:pt x="10038" y="7230"/>
                </a:lnTo>
                <a:lnTo>
                  <a:pt x="10136" y="7084"/>
                </a:lnTo>
                <a:lnTo>
                  <a:pt x="10283" y="6986"/>
                </a:lnTo>
                <a:lnTo>
                  <a:pt x="10429" y="6888"/>
                </a:lnTo>
                <a:lnTo>
                  <a:pt x="10600" y="6839"/>
                </a:lnTo>
                <a:lnTo>
                  <a:pt x="10771" y="6815"/>
                </a:lnTo>
                <a:close/>
                <a:moveTo>
                  <a:pt x="7645" y="10063"/>
                </a:moveTo>
                <a:lnTo>
                  <a:pt x="8207" y="10112"/>
                </a:lnTo>
                <a:lnTo>
                  <a:pt x="8768" y="10185"/>
                </a:lnTo>
                <a:lnTo>
                  <a:pt x="9281" y="10307"/>
                </a:lnTo>
                <a:lnTo>
                  <a:pt x="9819" y="10503"/>
                </a:lnTo>
                <a:lnTo>
                  <a:pt x="10307" y="10747"/>
                </a:lnTo>
                <a:lnTo>
                  <a:pt x="10796" y="11016"/>
                </a:lnTo>
                <a:lnTo>
                  <a:pt x="11235" y="11358"/>
                </a:lnTo>
                <a:lnTo>
                  <a:pt x="11650" y="11724"/>
                </a:lnTo>
                <a:lnTo>
                  <a:pt x="11699" y="11797"/>
                </a:lnTo>
                <a:lnTo>
                  <a:pt x="11748" y="11895"/>
                </a:lnTo>
                <a:lnTo>
                  <a:pt x="11772" y="11993"/>
                </a:lnTo>
                <a:lnTo>
                  <a:pt x="11797" y="12066"/>
                </a:lnTo>
                <a:lnTo>
                  <a:pt x="11772" y="12164"/>
                </a:lnTo>
                <a:lnTo>
                  <a:pt x="11748" y="12261"/>
                </a:lnTo>
                <a:lnTo>
                  <a:pt x="11699" y="12335"/>
                </a:lnTo>
                <a:lnTo>
                  <a:pt x="11650" y="12432"/>
                </a:lnTo>
                <a:lnTo>
                  <a:pt x="11577" y="12481"/>
                </a:lnTo>
                <a:lnTo>
                  <a:pt x="11479" y="12530"/>
                </a:lnTo>
                <a:lnTo>
                  <a:pt x="11406" y="12554"/>
                </a:lnTo>
                <a:lnTo>
                  <a:pt x="11211" y="12554"/>
                </a:lnTo>
                <a:lnTo>
                  <a:pt x="11113" y="12530"/>
                </a:lnTo>
                <a:lnTo>
                  <a:pt x="11040" y="12481"/>
                </a:lnTo>
                <a:lnTo>
                  <a:pt x="10966" y="12432"/>
                </a:lnTo>
                <a:lnTo>
                  <a:pt x="10600" y="12115"/>
                </a:lnTo>
                <a:lnTo>
                  <a:pt x="10234" y="11846"/>
                </a:lnTo>
                <a:lnTo>
                  <a:pt x="9843" y="11602"/>
                </a:lnTo>
                <a:lnTo>
                  <a:pt x="9428" y="11406"/>
                </a:lnTo>
                <a:lnTo>
                  <a:pt x="9013" y="11260"/>
                </a:lnTo>
                <a:lnTo>
                  <a:pt x="8573" y="11138"/>
                </a:lnTo>
                <a:lnTo>
                  <a:pt x="8109" y="11065"/>
                </a:lnTo>
                <a:lnTo>
                  <a:pt x="7645" y="11040"/>
                </a:lnTo>
                <a:lnTo>
                  <a:pt x="7181" y="11065"/>
                </a:lnTo>
                <a:lnTo>
                  <a:pt x="6717" y="11138"/>
                </a:lnTo>
                <a:lnTo>
                  <a:pt x="6277" y="11260"/>
                </a:lnTo>
                <a:lnTo>
                  <a:pt x="5862" y="11406"/>
                </a:lnTo>
                <a:lnTo>
                  <a:pt x="5447" y="11602"/>
                </a:lnTo>
                <a:lnTo>
                  <a:pt x="5056" y="11846"/>
                </a:lnTo>
                <a:lnTo>
                  <a:pt x="4690" y="12115"/>
                </a:lnTo>
                <a:lnTo>
                  <a:pt x="4323" y="12432"/>
                </a:lnTo>
                <a:lnTo>
                  <a:pt x="4250" y="12481"/>
                </a:lnTo>
                <a:lnTo>
                  <a:pt x="4177" y="12530"/>
                </a:lnTo>
                <a:lnTo>
                  <a:pt x="4079" y="12554"/>
                </a:lnTo>
                <a:lnTo>
                  <a:pt x="3884" y="12554"/>
                </a:lnTo>
                <a:lnTo>
                  <a:pt x="3811" y="12530"/>
                </a:lnTo>
                <a:lnTo>
                  <a:pt x="3713" y="12481"/>
                </a:lnTo>
                <a:lnTo>
                  <a:pt x="3640" y="12432"/>
                </a:lnTo>
                <a:lnTo>
                  <a:pt x="3591" y="12335"/>
                </a:lnTo>
                <a:lnTo>
                  <a:pt x="3542" y="12261"/>
                </a:lnTo>
                <a:lnTo>
                  <a:pt x="3517" y="12164"/>
                </a:lnTo>
                <a:lnTo>
                  <a:pt x="3493" y="12066"/>
                </a:lnTo>
                <a:lnTo>
                  <a:pt x="3517" y="11993"/>
                </a:lnTo>
                <a:lnTo>
                  <a:pt x="3542" y="11895"/>
                </a:lnTo>
                <a:lnTo>
                  <a:pt x="3591" y="11797"/>
                </a:lnTo>
                <a:lnTo>
                  <a:pt x="3640" y="11724"/>
                </a:lnTo>
                <a:lnTo>
                  <a:pt x="4055" y="11358"/>
                </a:lnTo>
                <a:lnTo>
                  <a:pt x="4494" y="11016"/>
                </a:lnTo>
                <a:lnTo>
                  <a:pt x="4983" y="10747"/>
                </a:lnTo>
                <a:lnTo>
                  <a:pt x="5471" y="10503"/>
                </a:lnTo>
                <a:lnTo>
                  <a:pt x="6009" y="10307"/>
                </a:lnTo>
                <a:lnTo>
                  <a:pt x="6521" y="10185"/>
                </a:lnTo>
                <a:lnTo>
                  <a:pt x="7083" y="10112"/>
                </a:lnTo>
                <a:lnTo>
                  <a:pt x="7645" y="10063"/>
                </a:lnTo>
                <a:close/>
                <a:moveTo>
                  <a:pt x="7254" y="1"/>
                </a:moveTo>
                <a:lnTo>
                  <a:pt x="6863" y="50"/>
                </a:lnTo>
                <a:lnTo>
                  <a:pt x="6473" y="99"/>
                </a:lnTo>
                <a:lnTo>
                  <a:pt x="6106" y="147"/>
                </a:lnTo>
                <a:lnTo>
                  <a:pt x="5740" y="245"/>
                </a:lnTo>
                <a:lnTo>
                  <a:pt x="5374" y="343"/>
                </a:lnTo>
                <a:lnTo>
                  <a:pt x="5007" y="465"/>
                </a:lnTo>
                <a:lnTo>
                  <a:pt x="4665" y="611"/>
                </a:lnTo>
                <a:lnTo>
                  <a:pt x="4323" y="758"/>
                </a:lnTo>
                <a:lnTo>
                  <a:pt x="4006" y="929"/>
                </a:lnTo>
                <a:lnTo>
                  <a:pt x="3688" y="1100"/>
                </a:lnTo>
                <a:lnTo>
                  <a:pt x="3371" y="1295"/>
                </a:lnTo>
                <a:lnTo>
                  <a:pt x="3078" y="1515"/>
                </a:lnTo>
                <a:lnTo>
                  <a:pt x="2785" y="1735"/>
                </a:lnTo>
                <a:lnTo>
                  <a:pt x="2516" y="1979"/>
                </a:lnTo>
                <a:lnTo>
                  <a:pt x="2247" y="2248"/>
                </a:lnTo>
                <a:lnTo>
                  <a:pt x="1979" y="2516"/>
                </a:lnTo>
                <a:lnTo>
                  <a:pt x="1735" y="2785"/>
                </a:lnTo>
                <a:lnTo>
                  <a:pt x="1515" y="3078"/>
                </a:lnTo>
                <a:lnTo>
                  <a:pt x="1295" y="3371"/>
                </a:lnTo>
                <a:lnTo>
                  <a:pt x="1100" y="3689"/>
                </a:lnTo>
                <a:lnTo>
                  <a:pt x="929" y="4006"/>
                </a:lnTo>
                <a:lnTo>
                  <a:pt x="758" y="4324"/>
                </a:lnTo>
                <a:lnTo>
                  <a:pt x="611" y="4666"/>
                </a:lnTo>
                <a:lnTo>
                  <a:pt x="465" y="5008"/>
                </a:lnTo>
                <a:lnTo>
                  <a:pt x="342" y="5374"/>
                </a:lnTo>
                <a:lnTo>
                  <a:pt x="245" y="5740"/>
                </a:lnTo>
                <a:lnTo>
                  <a:pt x="147" y="6107"/>
                </a:lnTo>
                <a:lnTo>
                  <a:pt x="98" y="6473"/>
                </a:lnTo>
                <a:lnTo>
                  <a:pt x="49" y="6864"/>
                </a:lnTo>
                <a:lnTo>
                  <a:pt x="1" y="7255"/>
                </a:lnTo>
                <a:lnTo>
                  <a:pt x="1" y="7645"/>
                </a:lnTo>
                <a:lnTo>
                  <a:pt x="1" y="8036"/>
                </a:lnTo>
                <a:lnTo>
                  <a:pt x="49" y="8427"/>
                </a:lnTo>
                <a:lnTo>
                  <a:pt x="98" y="8818"/>
                </a:lnTo>
                <a:lnTo>
                  <a:pt x="147" y="9184"/>
                </a:lnTo>
                <a:lnTo>
                  <a:pt x="245" y="9550"/>
                </a:lnTo>
                <a:lnTo>
                  <a:pt x="342" y="9917"/>
                </a:lnTo>
                <a:lnTo>
                  <a:pt x="465" y="10283"/>
                </a:lnTo>
                <a:lnTo>
                  <a:pt x="611" y="10625"/>
                </a:lnTo>
                <a:lnTo>
                  <a:pt x="758" y="10967"/>
                </a:lnTo>
                <a:lnTo>
                  <a:pt x="929" y="11284"/>
                </a:lnTo>
                <a:lnTo>
                  <a:pt x="1100" y="11602"/>
                </a:lnTo>
                <a:lnTo>
                  <a:pt x="1295" y="11919"/>
                </a:lnTo>
                <a:lnTo>
                  <a:pt x="1515" y="12212"/>
                </a:lnTo>
                <a:lnTo>
                  <a:pt x="1735" y="12506"/>
                </a:lnTo>
                <a:lnTo>
                  <a:pt x="1979" y="12774"/>
                </a:lnTo>
                <a:lnTo>
                  <a:pt x="2247" y="13043"/>
                </a:lnTo>
                <a:lnTo>
                  <a:pt x="2516" y="13311"/>
                </a:lnTo>
                <a:lnTo>
                  <a:pt x="2785" y="13556"/>
                </a:lnTo>
                <a:lnTo>
                  <a:pt x="3078" y="13776"/>
                </a:lnTo>
                <a:lnTo>
                  <a:pt x="3371" y="13995"/>
                </a:lnTo>
                <a:lnTo>
                  <a:pt x="3688" y="14191"/>
                </a:lnTo>
                <a:lnTo>
                  <a:pt x="4006" y="14362"/>
                </a:lnTo>
                <a:lnTo>
                  <a:pt x="4323" y="14533"/>
                </a:lnTo>
                <a:lnTo>
                  <a:pt x="4665" y="14679"/>
                </a:lnTo>
                <a:lnTo>
                  <a:pt x="5007" y="14826"/>
                </a:lnTo>
                <a:lnTo>
                  <a:pt x="5374" y="14948"/>
                </a:lnTo>
                <a:lnTo>
                  <a:pt x="5740" y="15046"/>
                </a:lnTo>
                <a:lnTo>
                  <a:pt x="6106" y="15143"/>
                </a:lnTo>
                <a:lnTo>
                  <a:pt x="6473" y="15192"/>
                </a:lnTo>
                <a:lnTo>
                  <a:pt x="6863" y="15241"/>
                </a:lnTo>
                <a:lnTo>
                  <a:pt x="7254" y="15290"/>
                </a:lnTo>
                <a:lnTo>
                  <a:pt x="8036" y="15290"/>
                </a:lnTo>
                <a:lnTo>
                  <a:pt x="8426" y="15241"/>
                </a:lnTo>
                <a:lnTo>
                  <a:pt x="8817" y="15192"/>
                </a:lnTo>
                <a:lnTo>
                  <a:pt x="9184" y="15143"/>
                </a:lnTo>
                <a:lnTo>
                  <a:pt x="9550" y="15046"/>
                </a:lnTo>
                <a:lnTo>
                  <a:pt x="9916" y="14948"/>
                </a:lnTo>
                <a:lnTo>
                  <a:pt x="10283" y="14826"/>
                </a:lnTo>
                <a:lnTo>
                  <a:pt x="10625" y="14679"/>
                </a:lnTo>
                <a:lnTo>
                  <a:pt x="10966" y="14533"/>
                </a:lnTo>
                <a:lnTo>
                  <a:pt x="11284" y="14362"/>
                </a:lnTo>
                <a:lnTo>
                  <a:pt x="11601" y="14191"/>
                </a:lnTo>
                <a:lnTo>
                  <a:pt x="11919" y="13995"/>
                </a:lnTo>
                <a:lnTo>
                  <a:pt x="12212" y="13776"/>
                </a:lnTo>
                <a:lnTo>
                  <a:pt x="12505" y="13556"/>
                </a:lnTo>
                <a:lnTo>
                  <a:pt x="12774" y="13311"/>
                </a:lnTo>
                <a:lnTo>
                  <a:pt x="13042" y="13043"/>
                </a:lnTo>
                <a:lnTo>
                  <a:pt x="13311" y="12774"/>
                </a:lnTo>
                <a:lnTo>
                  <a:pt x="13555" y="12506"/>
                </a:lnTo>
                <a:lnTo>
                  <a:pt x="13775" y="12212"/>
                </a:lnTo>
                <a:lnTo>
                  <a:pt x="13995" y="11919"/>
                </a:lnTo>
                <a:lnTo>
                  <a:pt x="14190" y="11602"/>
                </a:lnTo>
                <a:lnTo>
                  <a:pt x="14361" y="11284"/>
                </a:lnTo>
                <a:lnTo>
                  <a:pt x="14532" y="10967"/>
                </a:lnTo>
                <a:lnTo>
                  <a:pt x="14679" y="10625"/>
                </a:lnTo>
                <a:lnTo>
                  <a:pt x="14825" y="10283"/>
                </a:lnTo>
                <a:lnTo>
                  <a:pt x="14947" y="9917"/>
                </a:lnTo>
                <a:lnTo>
                  <a:pt x="15045" y="9550"/>
                </a:lnTo>
                <a:lnTo>
                  <a:pt x="15143" y="9184"/>
                </a:lnTo>
                <a:lnTo>
                  <a:pt x="15192" y="8818"/>
                </a:lnTo>
                <a:lnTo>
                  <a:pt x="15241" y="8427"/>
                </a:lnTo>
                <a:lnTo>
                  <a:pt x="15289" y="8036"/>
                </a:lnTo>
                <a:lnTo>
                  <a:pt x="15289" y="7645"/>
                </a:lnTo>
                <a:lnTo>
                  <a:pt x="15289" y="7255"/>
                </a:lnTo>
                <a:lnTo>
                  <a:pt x="15241" y="6864"/>
                </a:lnTo>
                <a:lnTo>
                  <a:pt x="15192" y="6473"/>
                </a:lnTo>
                <a:lnTo>
                  <a:pt x="15143" y="6107"/>
                </a:lnTo>
                <a:lnTo>
                  <a:pt x="15045" y="5740"/>
                </a:lnTo>
                <a:lnTo>
                  <a:pt x="14947" y="5374"/>
                </a:lnTo>
                <a:lnTo>
                  <a:pt x="14825" y="5008"/>
                </a:lnTo>
                <a:lnTo>
                  <a:pt x="14679" y="4666"/>
                </a:lnTo>
                <a:lnTo>
                  <a:pt x="14532" y="4324"/>
                </a:lnTo>
                <a:lnTo>
                  <a:pt x="14361" y="4006"/>
                </a:lnTo>
                <a:lnTo>
                  <a:pt x="14190" y="3689"/>
                </a:lnTo>
                <a:lnTo>
                  <a:pt x="13995" y="3371"/>
                </a:lnTo>
                <a:lnTo>
                  <a:pt x="13775" y="3078"/>
                </a:lnTo>
                <a:lnTo>
                  <a:pt x="13555" y="2785"/>
                </a:lnTo>
                <a:lnTo>
                  <a:pt x="13311" y="2516"/>
                </a:lnTo>
                <a:lnTo>
                  <a:pt x="13042" y="2248"/>
                </a:lnTo>
                <a:lnTo>
                  <a:pt x="12774" y="1979"/>
                </a:lnTo>
                <a:lnTo>
                  <a:pt x="12505" y="1735"/>
                </a:lnTo>
                <a:lnTo>
                  <a:pt x="12212" y="1515"/>
                </a:lnTo>
                <a:lnTo>
                  <a:pt x="11919" y="1295"/>
                </a:lnTo>
                <a:lnTo>
                  <a:pt x="11601" y="1100"/>
                </a:lnTo>
                <a:lnTo>
                  <a:pt x="11284" y="929"/>
                </a:lnTo>
                <a:lnTo>
                  <a:pt x="10966" y="758"/>
                </a:lnTo>
                <a:lnTo>
                  <a:pt x="10625" y="611"/>
                </a:lnTo>
                <a:lnTo>
                  <a:pt x="10283" y="465"/>
                </a:lnTo>
                <a:lnTo>
                  <a:pt x="9916" y="343"/>
                </a:lnTo>
                <a:lnTo>
                  <a:pt x="9550" y="245"/>
                </a:lnTo>
                <a:lnTo>
                  <a:pt x="9184" y="147"/>
                </a:lnTo>
                <a:lnTo>
                  <a:pt x="8817" y="99"/>
                </a:lnTo>
                <a:lnTo>
                  <a:pt x="8426" y="50"/>
                </a:lnTo>
                <a:lnTo>
                  <a:pt x="8036" y="1"/>
                </a:lnTo>
                <a:close/>
              </a:path>
            </a:pathLst>
          </a:custGeom>
          <a:solidFill>
            <a:schemeClr val="lt1"/>
          </a:solidFill>
          <a:ln>
            <a:noFill/>
          </a:ln>
        </p:spPr>
        <p:txBody>
          <a:bodyPr spcFirstLastPara="1" wrap="square" lIns="91425" tIns="91425" rIns="91425" bIns="91425" anchor="ctr" anchorCtr="0">
            <a:noAutofit/>
          </a:bodyPr>
          <a:lstStyle/>
          <a:p>
            <a:endParaRPr b="1" dirty="0">
              <a:solidFill>
                <a:schemeClr val="bg2">
                  <a:lumMod val="50000"/>
                </a:schemeClr>
              </a:solidFill>
            </a:endParaRPr>
          </a:p>
        </p:txBody>
      </p:sp>
      <p:sp>
        <p:nvSpPr>
          <p:cNvPr id="23" name="Rectangle 3"/>
          <p:cNvSpPr txBox="1">
            <a:spLocks noChangeArrowheads="1"/>
          </p:cNvSpPr>
          <p:nvPr/>
        </p:nvSpPr>
        <p:spPr>
          <a:xfrm>
            <a:off x="451711" y="4713108"/>
            <a:ext cx="5587562" cy="2056039"/>
          </a:xfrm>
          <a:prstGeom prst="rect">
            <a:avLst/>
          </a:prstGeom>
          <a:noFill/>
          <a:ln>
            <a:noFill/>
          </a:ln>
        </p:spPr>
        <p:txBody>
          <a:bodyPr spcFirstLastPara="1" wrap="square" lIns="92075" tIns="46038" rIns="92075" bIns="46038"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600"/>
              </a:spcBef>
              <a:spcAft>
                <a:spcPts val="0"/>
              </a:spcAft>
              <a:buClr>
                <a:schemeClr val="accent5"/>
              </a:buClr>
              <a:buSzPts val="1800"/>
              <a:buFont typeface="Muli Regular"/>
              <a:buChar char="⬡"/>
              <a:defRPr sz="2400" b="0" i="0" u="none" strike="noStrike" cap="none">
                <a:solidFill>
                  <a:schemeClr val="lt1"/>
                </a:solidFill>
                <a:latin typeface="Muli Regular"/>
                <a:ea typeface="Muli Regular"/>
                <a:cs typeface="Muli Regular"/>
                <a:sym typeface="Muli Regular"/>
              </a:defRPr>
            </a:lvl1pPr>
            <a:lvl2pPr marL="914400" marR="0" lvl="1" indent="-381000" algn="l" rtl="0">
              <a:lnSpc>
                <a:spcPct val="115000"/>
              </a:lnSpc>
              <a:spcBef>
                <a:spcPts val="0"/>
              </a:spcBef>
              <a:spcAft>
                <a:spcPts val="0"/>
              </a:spcAft>
              <a:buClr>
                <a:schemeClr val="accent5"/>
              </a:buClr>
              <a:buSzPts val="2400"/>
              <a:buFont typeface="Muli Regular"/>
              <a:buChar char="∙"/>
              <a:defRPr sz="2400" b="0" i="0" u="none" strike="noStrike" cap="none">
                <a:solidFill>
                  <a:schemeClr val="lt1"/>
                </a:solidFill>
                <a:latin typeface="Muli Regular"/>
                <a:ea typeface="Muli Regular"/>
                <a:cs typeface="Muli Regular"/>
                <a:sym typeface="Muli Regular"/>
              </a:defRPr>
            </a:lvl2pPr>
            <a:lvl3pPr marL="1371600" marR="0" lvl="2" indent="-381000" algn="l" rtl="0">
              <a:lnSpc>
                <a:spcPct val="115000"/>
              </a:lnSpc>
              <a:spcBef>
                <a:spcPts val="0"/>
              </a:spcBef>
              <a:spcAft>
                <a:spcPts val="0"/>
              </a:spcAft>
              <a:buClr>
                <a:schemeClr val="accent5"/>
              </a:buClr>
              <a:buSzPts val="2400"/>
              <a:buFont typeface="Muli Regular"/>
              <a:buChar char="∙"/>
              <a:defRPr sz="2400" b="0" i="0" u="none" strike="noStrike" cap="none">
                <a:solidFill>
                  <a:schemeClr val="lt1"/>
                </a:solidFill>
                <a:latin typeface="Muli Regular"/>
                <a:ea typeface="Muli Regular"/>
                <a:cs typeface="Muli Regular"/>
                <a:sym typeface="Muli Regular"/>
              </a:defRPr>
            </a:lvl3pPr>
            <a:lvl4pPr marL="1828800" marR="0" lvl="3" indent="-381000" algn="l" rtl="0">
              <a:lnSpc>
                <a:spcPct val="115000"/>
              </a:lnSpc>
              <a:spcBef>
                <a:spcPts val="0"/>
              </a:spcBef>
              <a:spcAft>
                <a:spcPts val="0"/>
              </a:spcAft>
              <a:buClr>
                <a:schemeClr val="lt1"/>
              </a:buClr>
              <a:buSzPts val="2400"/>
              <a:buFont typeface="Muli Regular"/>
              <a:buChar char="●"/>
              <a:defRPr sz="2400" b="0" i="0" u="none" strike="noStrike" cap="none">
                <a:solidFill>
                  <a:schemeClr val="lt1"/>
                </a:solidFill>
                <a:latin typeface="Muli Regular"/>
                <a:ea typeface="Muli Regular"/>
                <a:cs typeface="Muli Regular"/>
                <a:sym typeface="Muli Regular"/>
              </a:defRPr>
            </a:lvl4pPr>
            <a:lvl5pPr marL="2286000" marR="0" lvl="4" indent="-381000" algn="l" rtl="0">
              <a:lnSpc>
                <a:spcPct val="115000"/>
              </a:lnSpc>
              <a:spcBef>
                <a:spcPts val="0"/>
              </a:spcBef>
              <a:spcAft>
                <a:spcPts val="0"/>
              </a:spcAft>
              <a:buClr>
                <a:schemeClr val="lt1"/>
              </a:buClr>
              <a:buSzPts val="2400"/>
              <a:buFont typeface="Muli Regular"/>
              <a:buChar char="○"/>
              <a:defRPr sz="2400" b="0" i="0" u="none" strike="noStrike" cap="none">
                <a:solidFill>
                  <a:schemeClr val="lt1"/>
                </a:solidFill>
                <a:latin typeface="Muli Regular"/>
                <a:ea typeface="Muli Regular"/>
                <a:cs typeface="Muli Regular"/>
                <a:sym typeface="Muli Regular"/>
              </a:defRPr>
            </a:lvl5pPr>
            <a:lvl6pPr marL="2743200" marR="0" lvl="5" indent="-381000" algn="l" rtl="0">
              <a:lnSpc>
                <a:spcPct val="115000"/>
              </a:lnSpc>
              <a:spcBef>
                <a:spcPts val="0"/>
              </a:spcBef>
              <a:spcAft>
                <a:spcPts val="0"/>
              </a:spcAft>
              <a:buClr>
                <a:schemeClr val="lt1"/>
              </a:buClr>
              <a:buSzPts val="2400"/>
              <a:buFont typeface="Muli Regular"/>
              <a:buChar char="■"/>
              <a:defRPr sz="2400" b="0" i="0" u="none" strike="noStrike" cap="none">
                <a:solidFill>
                  <a:schemeClr val="lt1"/>
                </a:solidFill>
                <a:latin typeface="Muli Regular"/>
                <a:ea typeface="Muli Regular"/>
                <a:cs typeface="Muli Regular"/>
                <a:sym typeface="Muli Regular"/>
              </a:defRPr>
            </a:lvl6pPr>
            <a:lvl7pPr marL="3200400" marR="0" lvl="6" indent="-381000" algn="l" rtl="0">
              <a:lnSpc>
                <a:spcPct val="115000"/>
              </a:lnSpc>
              <a:spcBef>
                <a:spcPts val="0"/>
              </a:spcBef>
              <a:spcAft>
                <a:spcPts val="0"/>
              </a:spcAft>
              <a:buClr>
                <a:schemeClr val="lt1"/>
              </a:buClr>
              <a:buSzPts val="2400"/>
              <a:buFont typeface="Muli Regular"/>
              <a:buChar char="●"/>
              <a:defRPr sz="2400" b="0" i="0" u="none" strike="noStrike" cap="none">
                <a:solidFill>
                  <a:schemeClr val="lt1"/>
                </a:solidFill>
                <a:latin typeface="Muli Regular"/>
                <a:ea typeface="Muli Regular"/>
                <a:cs typeface="Muli Regular"/>
                <a:sym typeface="Muli Regular"/>
              </a:defRPr>
            </a:lvl7pPr>
            <a:lvl8pPr marL="3657600" marR="0" lvl="7" indent="-381000" algn="l" rtl="0">
              <a:lnSpc>
                <a:spcPct val="115000"/>
              </a:lnSpc>
              <a:spcBef>
                <a:spcPts val="0"/>
              </a:spcBef>
              <a:spcAft>
                <a:spcPts val="0"/>
              </a:spcAft>
              <a:buClr>
                <a:schemeClr val="lt1"/>
              </a:buClr>
              <a:buSzPts val="2400"/>
              <a:buFont typeface="Muli Regular"/>
              <a:buChar char="○"/>
              <a:defRPr sz="2400" b="0" i="0" u="none" strike="noStrike" cap="none">
                <a:solidFill>
                  <a:schemeClr val="lt1"/>
                </a:solidFill>
                <a:latin typeface="Muli Regular"/>
                <a:ea typeface="Muli Regular"/>
                <a:cs typeface="Muli Regular"/>
                <a:sym typeface="Muli Regular"/>
              </a:defRPr>
            </a:lvl8pPr>
            <a:lvl9pPr marL="4114800" marR="0" lvl="8" indent="-381000" algn="l" rtl="0">
              <a:lnSpc>
                <a:spcPct val="115000"/>
              </a:lnSpc>
              <a:spcBef>
                <a:spcPts val="0"/>
              </a:spcBef>
              <a:spcAft>
                <a:spcPts val="0"/>
              </a:spcAft>
              <a:buClr>
                <a:schemeClr val="lt1"/>
              </a:buClr>
              <a:buSzPts val="2400"/>
              <a:buFont typeface="Muli Regular"/>
              <a:buChar char="■"/>
              <a:defRPr sz="2400" b="0" i="0" u="none" strike="noStrike" cap="none">
                <a:solidFill>
                  <a:schemeClr val="lt1"/>
                </a:solidFill>
                <a:latin typeface="Muli Regular"/>
                <a:ea typeface="Muli Regular"/>
                <a:cs typeface="Muli Regular"/>
                <a:sym typeface="Muli Regular"/>
              </a:defRPr>
            </a:lvl9pPr>
          </a:lstStyle>
          <a:p>
            <a:pPr marL="0" indent="0" algn="just">
              <a:lnSpc>
                <a:spcPct val="90000"/>
              </a:lnSpc>
              <a:spcBef>
                <a:spcPct val="0"/>
              </a:spcBef>
              <a:buClr>
                <a:srgbClr val="FFFF00"/>
              </a:buClr>
              <a:buSzPct val="50000"/>
              <a:buNone/>
            </a:pPr>
            <a:r>
              <a:rPr lang="es-ES" b="1" dirty="0">
                <a:solidFill>
                  <a:srgbClr val="FF0000"/>
                </a:solidFill>
                <a:latin typeface="Arial Narrow" pitchFamily="34" charset="0"/>
              </a:rPr>
              <a:t>Lawrence y Pasternak: </a:t>
            </a:r>
            <a:r>
              <a:rPr lang="es-ES" b="1" dirty="0">
                <a:solidFill>
                  <a:schemeClr val="tx1"/>
                </a:solidFill>
                <a:latin typeface="Arial Narrow" pitchFamily="34" charset="0"/>
              </a:rPr>
              <a:t>La Investigación de operaciones “consiste en el arte de </a:t>
            </a:r>
            <a:r>
              <a:rPr lang="es-ES" b="1" i="1" dirty="0">
                <a:solidFill>
                  <a:schemeClr val="tx1"/>
                </a:solidFill>
                <a:latin typeface="Arial Narrow" pitchFamily="34" charset="0"/>
              </a:rPr>
              <a:t>modelar</a:t>
            </a:r>
            <a:r>
              <a:rPr lang="es-ES" b="1" dirty="0">
                <a:solidFill>
                  <a:schemeClr val="tx1"/>
                </a:solidFill>
                <a:latin typeface="Arial Narrow" pitchFamily="34" charset="0"/>
              </a:rPr>
              <a:t> situaciones complejas, la ciencia de desarrollar técnicas de </a:t>
            </a:r>
            <a:r>
              <a:rPr lang="es-ES" b="1" i="1" dirty="0">
                <a:solidFill>
                  <a:schemeClr val="tx1"/>
                </a:solidFill>
                <a:latin typeface="Arial Narrow" pitchFamily="34" charset="0"/>
              </a:rPr>
              <a:t>solución</a:t>
            </a:r>
            <a:r>
              <a:rPr lang="es-ES" b="1" dirty="0">
                <a:solidFill>
                  <a:schemeClr val="tx1"/>
                </a:solidFill>
                <a:latin typeface="Arial Narrow" pitchFamily="34" charset="0"/>
              </a:rPr>
              <a:t> para resolver dichos modelos y la capacidad de comunicar efectivamente los </a:t>
            </a:r>
            <a:r>
              <a:rPr lang="es-ES" b="1" i="1" dirty="0">
                <a:solidFill>
                  <a:schemeClr val="tx1"/>
                </a:solidFill>
                <a:latin typeface="Arial Narrow" pitchFamily="34" charset="0"/>
              </a:rPr>
              <a:t>resultados</a:t>
            </a:r>
            <a:r>
              <a:rPr lang="es-ES" b="1" dirty="0">
                <a:solidFill>
                  <a:schemeClr val="tx1"/>
                </a:solidFill>
                <a:latin typeface="Arial Narrow" pitchFamily="34" charset="0"/>
              </a:rPr>
              <a:t>”.</a:t>
            </a:r>
          </a:p>
          <a:p>
            <a:pPr marL="0" indent="0" algn="just">
              <a:lnSpc>
                <a:spcPct val="90000"/>
              </a:lnSpc>
              <a:spcBef>
                <a:spcPct val="0"/>
              </a:spcBef>
              <a:buClr>
                <a:srgbClr val="FFFF00"/>
              </a:buClr>
              <a:buSzPct val="50000"/>
              <a:buNone/>
            </a:pPr>
            <a:endParaRPr lang="es-ES" b="1" dirty="0">
              <a:solidFill>
                <a:schemeClr val="tx1"/>
              </a:solidFill>
              <a:latin typeface="Arial Narrow" pitchFamily="34" charset="0"/>
            </a:endParaRPr>
          </a:p>
          <a:p>
            <a:pPr marL="0" indent="0" algn="just">
              <a:lnSpc>
                <a:spcPct val="90000"/>
              </a:lnSpc>
              <a:spcBef>
                <a:spcPct val="0"/>
              </a:spcBef>
              <a:buClr>
                <a:srgbClr val="FFFF00"/>
              </a:buClr>
              <a:buSzPct val="50000"/>
              <a:buNone/>
            </a:pPr>
            <a:endParaRPr lang="es-ES_tradnl" b="1" dirty="0">
              <a:solidFill>
                <a:schemeClr val="tx1"/>
              </a:solidFill>
              <a:latin typeface="Arial Narrow" pitchFamily="34" charset="0"/>
            </a:endParaRPr>
          </a:p>
          <a:p>
            <a:pPr marL="0" indent="0" algn="just">
              <a:lnSpc>
                <a:spcPct val="90000"/>
              </a:lnSpc>
              <a:spcBef>
                <a:spcPct val="0"/>
              </a:spcBef>
              <a:buClr>
                <a:srgbClr val="FFFF00"/>
              </a:buClr>
              <a:buSzPct val="50000"/>
              <a:buNone/>
            </a:pPr>
            <a:endParaRPr lang="es-ES_tradnl" b="1" dirty="0">
              <a:solidFill>
                <a:schemeClr val="tx1"/>
              </a:solidFill>
              <a:latin typeface="Arial Narrow" pitchFamily="34" charset="0"/>
            </a:endParaRPr>
          </a:p>
        </p:txBody>
      </p:sp>
    </p:spTree>
    <p:extLst>
      <p:ext uri="{BB962C8B-B14F-4D97-AF65-F5344CB8AC3E}">
        <p14:creationId xmlns:p14="http://schemas.microsoft.com/office/powerpoint/2010/main" val="410672194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34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34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34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34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23"/>
                                        </p:tgtEl>
                                        <p:attrNameLst>
                                          <p:attrName>style.visibility</p:attrName>
                                        </p:attrNameLst>
                                      </p:cBhvr>
                                      <p:to>
                                        <p:strVal val="visible"/>
                                      </p:to>
                                    </p:set>
                                    <p:anim calcmode="lin" valueType="num">
                                      <p:cBhvr additive="base">
                                        <p:cTn id="41" dur="500" fill="hold"/>
                                        <p:tgtEl>
                                          <p:spTgt spid="23"/>
                                        </p:tgtEl>
                                        <p:attrNameLst>
                                          <p:attrName>ppt_x</p:attrName>
                                        </p:attrNameLst>
                                      </p:cBhvr>
                                      <p:tavLst>
                                        <p:tav tm="0">
                                          <p:val>
                                            <p:strVal val="#ppt_x"/>
                                          </p:val>
                                        </p:tav>
                                        <p:tav tm="100000">
                                          <p:val>
                                            <p:strVal val="#ppt_x"/>
                                          </p:val>
                                        </p:tav>
                                      </p:tavLst>
                                    </p:anim>
                                    <p:anim calcmode="lin" valueType="num">
                                      <p:cBhvr additive="base">
                                        <p:cTn id="42"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0" grpId="0" animBg="1"/>
      <p:bldP spid="14341" grpId="0" animBg="1"/>
      <p:bldP spid="14342" grpId="0" animBg="1"/>
      <p:bldP spid="14346" grpId="0" animBg="1"/>
      <p:bldP spid="14" grpId="0" animBg="1"/>
      <p:bldP spid="16" grpId="0" animBg="1"/>
      <p:bldP spid="2" grpId="0" animBg="1"/>
      <p:bldP spid="19" grpId="0" animBg="1"/>
      <p:bldP spid="20" grpId="0" animBg="1"/>
      <p:bldP spid="21" grpId="0" animBg="1"/>
      <p:bldP spid="22" grpId="0" animBg="1"/>
      <p:bldP spid="2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9E25EAFB-51C6-4778-B136-383A726B6D42}"/>
              </a:ext>
            </a:extLst>
          </p:cNvPr>
          <p:cNvSpPr/>
          <p:nvPr/>
        </p:nvSpPr>
        <p:spPr>
          <a:xfrm>
            <a:off x="1847529" y="1340770"/>
            <a:ext cx="9707977" cy="2808311"/>
          </a:xfrm>
          <a:prstGeom prst="rect">
            <a:avLst/>
          </a:prstGeom>
          <a:noFill/>
        </p:spPr>
        <p:txBody>
          <a:bodyPr/>
          <a:lstStyle/>
          <a:p>
            <a:endParaRPr lang="es-PE" b="1"/>
          </a:p>
        </p:txBody>
      </p:sp>
      <p:sp>
        <p:nvSpPr>
          <p:cNvPr id="6" name="Text Box 6"/>
          <p:cNvSpPr txBox="1">
            <a:spLocks noChangeArrowheads="1"/>
          </p:cNvSpPr>
          <p:nvPr/>
        </p:nvSpPr>
        <p:spPr bwMode="auto">
          <a:xfrm>
            <a:off x="6200775" y="5655712"/>
            <a:ext cx="3684809" cy="797624"/>
          </a:xfrm>
          <a:prstGeom prst="rect">
            <a:avLst/>
          </a:prstGeom>
          <a:solidFill>
            <a:srgbClr val="002060"/>
          </a:solidFill>
          <a:ln w="9525">
            <a:solidFill>
              <a:srgbClr val="000000"/>
            </a:solidFill>
            <a:miter lim="800000"/>
            <a:headEnd/>
            <a:tailEnd/>
          </a:ln>
        </p:spPr>
        <p:txBody>
          <a:bodyPr bIns="0" anchor="ctr"/>
          <a:lstStyle>
            <a:defPPr>
              <a:defRPr lang="en-US"/>
            </a:defPPr>
            <a:lvl1pPr algn="ctr" defTabSz="762000">
              <a:lnSpc>
                <a:spcPct val="85000"/>
              </a:lnSpc>
              <a:defRPr sz="2000">
                <a:solidFill>
                  <a:schemeClr val="bg1"/>
                </a:solidFill>
                <a:latin typeface="Arial Narrow" pitchFamily="34" charset="0"/>
                <a:ea typeface="MS Mincho" pitchFamily="49" charset="-128"/>
                <a:cs typeface="Arial" charset="0"/>
              </a:defRPr>
            </a:lvl1pPr>
          </a:lstStyle>
          <a:p>
            <a:r>
              <a:rPr lang="es-ES_tradnl" sz="2800" dirty="0"/>
              <a:t>Es difícil asignar los recursos de forma efectiva</a:t>
            </a:r>
          </a:p>
        </p:txBody>
      </p:sp>
      <p:sp>
        <p:nvSpPr>
          <p:cNvPr id="7" name="Text Box 4"/>
          <p:cNvSpPr txBox="1">
            <a:spLocks noChangeArrowheads="1"/>
          </p:cNvSpPr>
          <p:nvPr/>
        </p:nvSpPr>
        <p:spPr bwMode="auto">
          <a:xfrm>
            <a:off x="5419724" y="4428848"/>
            <a:ext cx="2413687" cy="759278"/>
          </a:xfrm>
          <a:prstGeom prst="rect">
            <a:avLst/>
          </a:prstGeom>
          <a:solidFill>
            <a:srgbClr val="002060"/>
          </a:solidFill>
          <a:ln w="9525">
            <a:solidFill>
              <a:srgbClr val="000000"/>
            </a:solidFill>
            <a:miter lim="800000"/>
            <a:headEnd/>
            <a:tailEnd/>
          </a:ln>
        </p:spPr>
        <p:txBody>
          <a:bodyPr bIns="0" anchor="ctr"/>
          <a:lstStyle>
            <a:defPPr>
              <a:defRPr lang="en-US"/>
            </a:defPPr>
            <a:lvl1pPr algn="ctr" defTabSz="762000">
              <a:lnSpc>
                <a:spcPct val="85000"/>
              </a:lnSpc>
              <a:defRPr sz="2000">
                <a:solidFill>
                  <a:schemeClr val="bg1"/>
                </a:solidFill>
                <a:latin typeface="Arial Narrow" pitchFamily="34" charset="0"/>
                <a:ea typeface="MS Mincho" pitchFamily="49" charset="-128"/>
                <a:cs typeface="Arial" charset="0"/>
              </a:defRPr>
            </a:lvl1pPr>
          </a:lstStyle>
          <a:p>
            <a:r>
              <a:rPr lang="es-ES_tradnl" sz="2800" dirty="0"/>
              <a:t>Los recursos son escasos</a:t>
            </a:r>
          </a:p>
        </p:txBody>
      </p:sp>
      <p:sp>
        <p:nvSpPr>
          <p:cNvPr id="8" name="Text Box 5"/>
          <p:cNvSpPr txBox="1">
            <a:spLocks noChangeArrowheads="1"/>
          </p:cNvSpPr>
          <p:nvPr/>
        </p:nvSpPr>
        <p:spPr bwMode="auto">
          <a:xfrm>
            <a:off x="8002792" y="4428848"/>
            <a:ext cx="2413687" cy="759278"/>
          </a:xfrm>
          <a:prstGeom prst="rect">
            <a:avLst/>
          </a:prstGeom>
          <a:solidFill>
            <a:srgbClr val="002060"/>
          </a:solidFill>
          <a:ln w="9525">
            <a:solidFill>
              <a:srgbClr val="000000"/>
            </a:solidFill>
            <a:miter lim="800000"/>
            <a:headEnd/>
            <a:tailEnd/>
          </a:ln>
        </p:spPr>
        <p:txBody>
          <a:bodyPr bIns="0" anchor="ctr"/>
          <a:lstStyle/>
          <a:p>
            <a:pPr algn="ctr" defTabSz="762000">
              <a:lnSpc>
                <a:spcPct val="85000"/>
              </a:lnSpc>
            </a:pPr>
            <a:r>
              <a:rPr lang="es-ES_tradnl" sz="2800" dirty="0">
                <a:solidFill>
                  <a:schemeClr val="bg1"/>
                </a:solidFill>
                <a:latin typeface="Arial Narrow" pitchFamily="34" charset="0"/>
                <a:ea typeface="MS Mincho" pitchFamily="49" charset="-128"/>
                <a:cs typeface="Arial" charset="0"/>
              </a:rPr>
              <a:t>Los sistemas son  complejos</a:t>
            </a:r>
          </a:p>
        </p:txBody>
      </p:sp>
      <p:sp>
        <p:nvSpPr>
          <p:cNvPr id="12" name="Rectangle 2"/>
          <p:cNvSpPr>
            <a:spLocks noGrp="1" noChangeArrowheads="1"/>
          </p:cNvSpPr>
          <p:nvPr>
            <p:ph type="title"/>
          </p:nvPr>
        </p:nvSpPr>
        <p:spPr>
          <a:xfrm>
            <a:off x="6096000" y="261633"/>
            <a:ext cx="6096000" cy="563563"/>
          </a:xfrm>
          <a:noFill/>
          <a:ln w="9525">
            <a:noFill/>
            <a:miter lim="800000"/>
            <a:headEnd/>
            <a:tailEnd/>
          </a:ln>
          <a:effectLst/>
        </p:spPr>
        <p:txBody>
          <a:bodyPr vert="horz" wrap="square" lIns="91440" tIns="45720" rIns="91440" bIns="45720" numCol="1" anchor="ctr" anchorCtr="0" compatLnSpc="1">
            <a:prstTxWarp prst="textNoShape">
              <a:avLst/>
            </a:prstTxWarp>
          </a:bodyPr>
          <a:lstStyle/>
          <a:p>
            <a:pPr marL="533400" lvl="1" indent="9525" algn="ctr">
              <a:lnSpc>
                <a:spcPct val="90000"/>
              </a:lnSpc>
              <a:spcBef>
                <a:spcPct val="0"/>
              </a:spcBef>
            </a:pPr>
            <a:r>
              <a:rPr lang="es-ES" sz="2800" dirty="0">
                <a:solidFill>
                  <a:schemeClr val="bg1"/>
                </a:solidFill>
                <a:latin typeface="Bauhaus 93" pitchFamily="82" charset="0"/>
                <a:ea typeface="Arial"/>
                <a:cs typeface="Arial"/>
                <a:sym typeface="Arial"/>
              </a:rPr>
              <a:t>Definición del problema</a:t>
            </a:r>
          </a:p>
        </p:txBody>
      </p:sp>
      <p:sp>
        <p:nvSpPr>
          <p:cNvPr id="9" name="Elipse 8">
            <a:extLst>
              <a:ext uri="{FF2B5EF4-FFF2-40B4-BE49-F238E27FC236}">
                <a16:creationId xmlns:a16="http://schemas.microsoft.com/office/drawing/2014/main" id="{B473A4AC-4F25-43C1-83E2-6067146DDDE5}"/>
              </a:ext>
            </a:extLst>
          </p:cNvPr>
          <p:cNvSpPr/>
          <p:nvPr/>
        </p:nvSpPr>
        <p:spPr>
          <a:xfrm>
            <a:off x="2462124" y="4333513"/>
            <a:ext cx="2224176" cy="225778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800" b="1" dirty="0"/>
              <a:t>Siempre:</a:t>
            </a:r>
            <a:endParaRPr lang="es-PE" sz="2800" b="1" dirty="0"/>
          </a:p>
        </p:txBody>
      </p:sp>
      <p:sp>
        <p:nvSpPr>
          <p:cNvPr id="14" name="Forma libre: forma 13">
            <a:extLst>
              <a:ext uri="{FF2B5EF4-FFF2-40B4-BE49-F238E27FC236}">
                <a16:creationId xmlns:a16="http://schemas.microsoft.com/office/drawing/2014/main" id="{F064DEB6-905E-4464-9983-0C6C8FA80764}"/>
              </a:ext>
            </a:extLst>
          </p:cNvPr>
          <p:cNvSpPr/>
          <p:nvPr/>
        </p:nvSpPr>
        <p:spPr>
          <a:xfrm>
            <a:off x="1847529" y="1348131"/>
            <a:ext cx="9707977" cy="774873"/>
          </a:xfrm>
          <a:custGeom>
            <a:avLst/>
            <a:gdLst>
              <a:gd name="connsiteX0" fmla="*/ 0 w 8640959"/>
              <a:gd name="connsiteY0" fmla="*/ 129148 h 774873"/>
              <a:gd name="connsiteX1" fmla="*/ 129148 w 8640959"/>
              <a:gd name="connsiteY1" fmla="*/ 0 h 774873"/>
              <a:gd name="connsiteX2" fmla="*/ 8511811 w 8640959"/>
              <a:gd name="connsiteY2" fmla="*/ 0 h 774873"/>
              <a:gd name="connsiteX3" fmla="*/ 8640959 w 8640959"/>
              <a:gd name="connsiteY3" fmla="*/ 129148 h 774873"/>
              <a:gd name="connsiteX4" fmla="*/ 8640959 w 8640959"/>
              <a:gd name="connsiteY4" fmla="*/ 645725 h 774873"/>
              <a:gd name="connsiteX5" fmla="*/ 8511811 w 8640959"/>
              <a:gd name="connsiteY5" fmla="*/ 774873 h 774873"/>
              <a:gd name="connsiteX6" fmla="*/ 129148 w 8640959"/>
              <a:gd name="connsiteY6" fmla="*/ 774873 h 774873"/>
              <a:gd name="connsiteX7" fmla="*/ 0 w 8640959"/>
              <a:gd name="connsiteY7" fmla="*/ 645725 h 774873"/>
              <a:gd name="connsiteX8" fmla="*/ 0 w 8640959"/>
              <a:gd name="connsiteY8" fmla="*/ 129148 h 774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40959" h="774873">
                <a:moveTo>
                  <a:pt x="0" y="129148"/>
                </a:moveTo>
                <a:cubicBezTo>
                  <a:pt x="0" y="57822"/>
                  <a:pt x="57822" y="0"/>
                  <a:pt x="129148" y="0"/>
                </a:cubicBezTo>
                <a:lnTo>
                  <a:pt x="8511811" y="0"/>
                </a:lnTo>
                <a:cubicBezTo>
                  <a:pt x="8583137" y="0"/>
                  <a:pt x="8640959" y="57822"/>
                  <a:pt x="8640959" y="129148"/>
                </a:cubicBezTo>
                <a:lnTo>
                  <a:pt x="8640959" y="645725"/>
                </a:lnTo>
                <a:cubicBezTo>
                  <a:pt x="8640959" y="717051"/>
                  <a:pt x="8583137" y="774873"/>
                  <a:pt x="8511811" y="774873"/>
                </a:cubicBezTo>
                <a:lnTo>
                  <a:pt x="129148" y="774873"/>
                </a:lnTo>
                <a:cubicBezTo>
                  <a:pt x="57822" y="774873"/>
                  <a:pt x="0" y="717051"/>
                  <a:pt x="0" y="645725"/>
                </a:cubicBezTo>
                <a:lnTo>
                  <a:pt x="0" y="129148"/>
                </a:lnTo>
                <a:close/>
              </a:path>
            </a:pathLst>
          </a:custGeom>
          <a:solidFill>
            <a:schemeClr val="bg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29266" tIns="129266" rIns="129266" bIns="129266" numCol="1" spcCol="1270" anchor="ctr" anchorCtr="0">
            <a:noAutofit/>
          </a:bodyPr>
          <a:lstStyle/>
          <a:p>
            <a:pPr marL="0" lvl="0" indent="0" algn="l" defTabSz="1066800" rtl="0">
              <a:lnSpc>
                <a:spcPct val="90000"/>
              </a:lnSpc>
              <a:spcBef>
                <a:spcPct val="0"/>
              </a:spcBef>
              <a:spcAft>
                <a:spcPct val="35000"/>
              </a:spcAft>
              <a:buNone/>
            </a:pPr>
            <a:r>
              <a:rPr lang="es-ES" sz="2400" b="1" i="0" kern="1200" dirty="0">
                <a:solidFill>
                  <a:schemeClr val="tx1"/>
                </a:solidFill>
                <a:latin typeface="Arial Narrow" pitchFamily="34" charset="0"/>
              </a:rPr>
              <a:t>Es comprender y describir en términos precisos el problema.</a:t>
            </a:r>
            <a:endParaRPr lang="es-ES" sz="2400" b="1" kern="1200" dirty="0">
              <a:solidFill>
                <a:schemeClr val="tx1"/>
              </a:solidFill>
              <a:latin typeface="Arial Narrow" pitchFamily="34" charset="0"/>
            </a:endParaRPr>
          </a:p>
        </p:txBody>
      </p:sp>
      <p:sp>
        <p:nvSpPr>
          <p:cNvPr id="15" name="Forma libre: forma 14">
            <a:extLst>
              <a:ext uri="{FF2B5EF4-FFF2-40B4-BE49-F238E27FC236}">
                <a16:creationId xmlns:a16="http://schemas.microsoft.com/office/drawing/2014/main" id="{B89B020D-B70F-4317-95FA-686BE2DB4920}"/>
              </a:ext>
            </a:extLst>
          </p:cNvPr>
          <p:cNvSpPr/>
          <p:nvPr/>
        </p:nvSpPr>
        <p:spPr>
          <a:xfrm>
            <a:off x="1847529" y="2223804"/>
            <a:ext cx="9707977" cy="829395"/>
          </a:xfrm>
          <a:custGeom>
            <a:avLst/>
            <a:gdLst>
              <a:gd name="connsiteX0" fmla="*/ 0 w 8640959"/>
              <a:gd name="connsiteY0" fmla="*/ 138235 h 829395"/>
              <a:gd name="connsiteX1" fmla="*/ 138235 w 8640959"/>
              <a:gd name="connsiteY1" fmla="*/ 0 h 829395"/>
              <a:gd name="connsiteX2" fmla="*/ 8502724 w 8640959"/>
              <a:gd name="connsiteY2" fmla="*/ 0 h 829395"/>
              <a:gd name="connsiteX3" fmla="*/ 8640959 w 8640959"/>
              <a:gd name="connsiteY3" fmla="*/ 138235 h 829395"/>
              <a:gd name="connsiteX4" fmla="*/ 8640959 w 8640959"/>
              <a:gd name="connsiteY4" fmla="*/ 691160 h 829395"/>
              <a:gd name="connsiteX5" fmla="*/ 8502724 w 8640959"/>
              <a:gd name="connsiteY5" fmla="*/ 829395 h 829395"/>
              <a:gd name="connsiteX6" fmla="*/ 138235 w 8640959"/>
              <a:gd name="connsiteY6" fmla="*/ 829395 h 829395"/>
              <a:gd name="connsiteX7" fmla="*/ 0 w 8640959"/>
              <a:gd name="connsiteY7" fmla="*/ 691160 h 829395"/>
              <a:gd name="connsiteX8" fmla="*/ 0 w 8640959"/>
              <a:gd name="connsiteY8" fmla="*/ 138235 h 829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40959" h="829395">
                <a:moveTo>
                  <a:pt x="0" y="138235"/>
                </a:moveTo>
                <a:cubicBezTo>
                  <a:pt x="0" y="61890"/>
                  <a:pt x="61890" y="0"/>
                  <a:pt x="138235" y="0"/>
                </a:cubicBezTo>
                <a:lnTo>
                  <a:pt x="8502724" y="0"/>
                </a:lnTo>
                <a:cubicBezTo>
                  <a:pt x="8579069" y="0"/>
                  <a:pt x="8640959" y="61890"/>
                  <a:pt x="8640959" y="138235"/>
                </a:cubicBezTo>
                <a:lnTo>
                  <a:pt x="8640959" y="691160"/>
                </a:lnTo>
                <a:cubicBezTo>
                  <a:pt x="8640959" y="767505"/>
                  <a:pt x="8579069" y="829395"/>
                  <a:pt x="8502724" y="829395"/>
                </a:cubicBezTo>
                <a:lnTo>
                  <a:pt x="138235" y="829395"/>
                </a:lnTo>
                <a:cubicBezTo>
                  <a:pt x="61890" y="829395"/>
                  <a:pt x="0" y="767505"/>
                  <a:pt x="0" y="691160"/>
                </a:cubicBezTo>
                <a:lnTo>
                  <a:pt x="0" y="138235"/>
                </a:lnTo>
                <a:close/>
              </a:path>
            </a:pathLst>
          </a:custGeom>
          <a:solidFill>
            <a:schemeClr val="bg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31928" tIns="131928" rIns="131928" bIns="131928" numCol="1" spcCol="1270" anchor="ctr" anchorCtr="0">
            <a:noAutofit/>
          </a:bodyPr>
          <a:lstStyle/>
          <a:p>
            <a:pPr marL="0" lvl="0" indent="0" algn="l" defTabSz="1066800" rtl="0">
              <a:lnSpc>
                <a:spcPct val="90000"/>
              </a:lnSpc>
              <a:spcBef>
                <a:spcPct val="0"/>
              </a:spcBef>
              <a:spcAft>
                <a:spcPct val="35000"/>
              </a:spcAft>
              <a:buNone/>
            </a:pPr>
            <a:r>
              <a:rPr lang="es-ES" sz="2400" b="1" i="0" kern="1200" dirty="0">
                <a:solidFill>
                  <a:schemeClr val="tx1"/>
                </a:solidFill>
                <a:latin typeface="Arial Narrow" pitchFamily="34" charset="0"/>
              </a:rPr>
              <a:t>Es conocer presupuestos, tiempos, cuestiones, datos incompletos</a:t>
            </a:r>
            <a:r>
              <a:rPr lang="es-ES" sz="2400" b="1" dirty="0">
                <a:solidFill>
                  <a:schemeClr val="tx1"/>
                </a:solidFill>
                <a:latin typeface="Arial Narrow" pitchFamily="34" charset="0"/>
              </a:rPr>
              <a:t>.</a:t>
            </a:r>
            <a:endParaRPr lang="es-ES" sz="2400" b="1" kern="1200" dirty="0">
              <a:solidFill>
                <a:schemeClr val="tx1"/>
              </a:solidFill>
              <a:latin typeface="Arial Narrow" pitchFamily="34" charset="0"/>
            </a:endParaRPr>
          </a:p>
        </p:txBody>
      </p:sp>
      <p:sp>
        <p:nvSpPr>
          <p:cNvPr id="16" name="Forma libre: forma 15">
            <a:extLst>
              <a:ext uri="{FF2B5EF4-FFF2-40B4-BE49-F238E27FC236}">
                <a16:creationId xmlns:a16="http://schemas.microsoft.com/office/drawing/2014/main" id="{1DFF2CDC-7E18-4CC9-82AE-D7F3464E35AF}"/>
              </a:ext>
            </a:extLst>
          </p:cNvPr>
          <p:cNvSpPr/>
          <p:nvPr/>
        </p:nvSpPr>
        <p:spPr>
          <a:xfrm>
            <a:off x="1847529" y="3161361"/>
            <a:ext cx="9707977" cy="987719"/>
          </a:xfrm>
          <a:custGeom>
            <a:avLst/>
            <a:gdLst>
              <a:gd name="connsiteX0" fmla="*/ 0 w 8640959"/>
              <a:gd name="connsiteY0" fmla="*/ 164623 h 987719"/>
              <a:gd name="connsiteX1" fmla="*/ 164623 w 8640959"/>
              <a:gd name="connsiteY1" fmla="*/ 0 h 987719"/>
              <a:gd name="connsiteX2" fmla="*/ 8476336 w 8640959"/>
              <a:gd name="connsiteY2" fmla="*/ 0 h 987719"/>
              <a:gd name="connsiteX3" fmla="*/ 8640959 w 8640959"/>
              <a:gd name="connsiteY3" fmla="*/ 164623 h 987719"/>
              <a:gd name="connsiteX4" fmla="*/ 8640959 w 8640959"/>
              <a:gd name="connsiteY4" fmla="*/ 823096 h 987719"/>
              <a:gd name="connsiteX5" fmla="*/ 8476336 w 8640959"/>
              <a:gd name="connsiteY5" fmla="*/ 987719 h 987719"/>
              <a:gd name="connsiteX6" fmla="*/ 164623 w 8640959"/>
              <a:gd name="connsiteY6" fmla="*/ 987719 h 987719"/>
              <a:gd name="connsiteX7" fmla="*/ 0 w 8640959"/>
              <a:gd name="connsiteY7" fmla="*/ 823096 h 987719"/>
              <a:gd name="connsiteX8" fmla="*/ 0 w 8640959"/>
              <a:gd name="connsiteY8" fmla="*/ 164623 h 987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40959" h="987719">
                <a:moveTo>
                  <a:pt x="0" y="164623"/>
                </a:moveTo>
                <a:cubicBezTo>
                  <a:pt x="0" y="73704"/>
                  <a:pt x="73704" y="0"/>
                  <a:pt x="164623" y="0"/>
                </a:cubicBezTo>
                <a:lnTo>
                  <a:pt x="8476336" y="0"/>
                </a:lnTo>
                <a:cubicBezTo>
                  <a:pt x="8567255" y="0"/>
                  <a:pt x="8640959" y="73704"/>
                  <a:pt x="8640959" y="164623"/>
                </a:cubicBezTo>
                <a:lnTo>
                  <a:pt x="8640959" y="823096"/>
                </a:lnTo>
                <a:cubicBezTo>
                  <a:pt x="8640959" y="914015"/>
                  <a:pt x="8567255" y="987719"/>
                  <a:pt x="8476336" y="987719"/>
                </a:cubicBezTo>
                <a:lnTo>
                  <a:pt x="164623" y="987719"/>
                </a:lnTo>
                <a:cubicBezTo>
                  <a:pt x="73704" y="987719"/>
                  <a:pt x="0" y="914015"/>
                  <a:pt x="0" y="823096"/>
                </a:cubicBezTo>
                <a:lnTo>
                  <a:pt x="0" y="164623"/>
                </a:lnTo>
                <a:close/>
              </a:path>
            </a:pathLst>
          </a:custGeom>
          <a:solidFill>
            <a:schemeClr val="bg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39656" tIns="139656" rIns="139656" bIns="139656" numCol="1" spcCol="1270" anchor="ctr" anchorCtr="0">
            <a:noAutofit/>
          </a:bodyPr>
          <a:lstStyle/>
          <a:p>
            <a:pPr marL="0" lvl="0" indent="0" algn="l" defTabSz="1066800" rtl="0">
              <a:lnSpc>
                <a:spcPct val="90000"/>
              </a:lnSpc>
              <a:spcBef>
                <a:spcPct val="0"/>
              </a:spcBef>
              <a:spcAft>
                <a:spcPct val="35000"/>
              </a:spcAft>
              <a:buNone/>
            </a:pPr>
            <a:r>
              <a:rPr lang="es-ES" sz="2400" b="1" i="0" kern="1200" dirty="0">
                <a:solidFill>
                  <a:schemeClr val="tx1"/>
                </a:solidFill>
                <a:latin typeface="Arial Narrow" pitchFamily="34" charset="0"/>
              </a:rPr>
              <a:t>Es observar y ser consciente de las realidades políticas, decidir qué se quiere realmente, identificar las restricciones y buscar información.</a:t>
            </a:r>
            <a:endParaRPr lang="es-ES" sz="2400" b="1" kern="1200" dirty="0">
              <a:solidFill>
                <a:schemeClr val="tx1"/>
              </a:solidFill>
              <a:latin typeface="Arial Narrow" pitchFamily="34" charset="0"/>
            </a:endParaRPr>
          </a:p>
        </p:txBody>
      </p:sp>
    </p:spTree>
    <p:extLst>
      <p:ext uri="{BB962C8B-B14F-4D97-AF65-F5344CB8AC3E}">
        <p14:creationId xmlns:p14="http://schemas.microsoft.com/office/powerpoint/2010/main" val="300652496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500" fill="hold"/>
                                        <p:tgtEl>
                                          <p:spTgt spid="8"/>
                                        </p:tgtEl>
                                        <p:attrNameLst>
                                          <p:attrName>ppt_x</p:attrName>
                                        </p:attrNameLst>
                                      </p:cBhvr>
                                      <p:tavLst>
                                        <p:tav tm="0">
                                          <p:val>
                                            <p:strVal val="#ppt_x"/>
                                          </p:val>
                                        </p:tav>
                                        <p:tav tm="100000">
                                          <p:val>
                                            <p:strVal val="#ppt_x"/>
                                          </p:val>
                                        </p:tav>
                                      </p:tavLst>
                                    </p:anim>
                                    <p:anim calcmode="lin" valueType="num">
                                      <p:cBhvr additive="base">
                                        <p:cTn id="3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additive="base">
                                        <p:cTn id="35" dur="500" fill="hold"/>
                                        <p:tgtEl>
                                          <p:spTgt spid="6"/>
                                        </p:tgtEl>
                                        <p:attrNameLst>
                                          <p:attrName>ppt_x</p:attrName>
                                        </p:attrNameLst>
                                      </p:cBhvr>
                                      <p:tavLst>
                                        <p:tav tm="0">
                                          <p:val>
                                            <p:strVal val="#ppt_x"/>
                                          </p:val>
                                        </p:tav>
                                        <p:tav tm="100000">
                                          <p:val>
                                            <p:strVal val="#ppt_x"/>
                                          </p:val>
                                        </p:tav>
                                      </p:tavLst>
                                    </p:anim>
                                    <p:anim calcmode="lin" valueType="num">
                                      <p:cBhvr additive="base">
                                        <p:cTn id="3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4" grpId="0" animBg="1"/>
      <p:bldP spid="15" grpId="0" animBg="1"/>
      <p:bldP spid="1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3" name="Google Shape;273;p30"/>
          <p:cNvSpPr txBox="1">
            <a:spLocks noGrp="1"/>
          </p:cNvSpPr>
          <p:nvPr>
            <p:ph type="sldNum" sz="quarter" idx="12"/>
          </p:nvPr>
        </p:nvSpPr>
        <p:spPr>
          <a:xfrm>
            <a:off x="10214546" y="6356351"/>
            <a:ext cx="561975" cy="365125"/>
          </a:xfrm>
          <a:prstGeom prst="rect">
            <a:avLst/>
          </a:prstGeom>
        </p:spPr>
        <p:txBody>
          <a:bodyPr spcFirstLastPara="1" vert="horz" wrap="square" lIns="0" tIns="0" rIns="0" bIns="0" rtlCol="0" anchor="ctr" anchorCtr="0">
            <a:noAutofit/>
          </a:bodyPr>
          <a:lstStyle/>
          <a:p>
            <a:fld id="{00000000-1234-1234-1234-123412341234}" type="slidenum">
              <a:rPr lang="en">
                <a:solidFill>
                  <a:schemeClr val="bg2">
                    <a:lumMod val="50000"/>
                  </a:schemeClr>
                </a:solidFill>
              </a:rPr>
              <a:pPr/>
              <a:t>23</a:t>
            </a:fld>
            <a:endParaRPr dirty="0">
              <a:solidFill>
                <a:schemeClr val="bg2">
                  <a:lumMod val="50000"/>
                </a:schemeClr>
              </a:solidFill>
            </a:endParaRPr>
          </a:p>
        </p:txBody>
      </p:sp>
      <p:grpSp>
        <p:nvGrpSpPr>
          <p:cNvPr id="274" name="Google Shape;274;p30"/>
          <p:cNvGrpSpPr/>
          <p:nvPr/>
        </p:nvGrpSpPr>
        <p:grpSpPr>
          <a:xfrm>
            <a:off x="443338" y="3888234"/>
            <a:ext cx="5293040" cy="2560922"/>
            <a:chOff x="-607310" y="2441194"/>
            <a:chExt cx="4296002" cy="1933769"/>
          </a:xfrm>
        </p:grpSpPr>
        <p:cxnSp>
          <p:nvCxnSpPr>
            <p:cNvPr id="275" name="Google Shape;275;p30"/>
            <p:cNvCxnSpPr/>
            <p:nvPr/>
          </p:nvCxnSpPr>
          <p:spPr>
            <a:xfrm>
              <a:off x="3106692" y="2995682"/>
              <a:ext cx="582000" cy="0"/>
            </a:xfrm>
            <a:prstGeom prst="straightConnector1">
              <a:avLst/>
            </a:prstGeom>
            <a:noFill/>
            <a:ln w="9525" cap="flat" cmpd="sng">
              <a:solidFill>
                <a:schemeClr val="accent1"/>
              </a:solidFill>
              <a:prstDash val="solid"/>
              <a:round/>
              <a:headEnd type="none" w="sm" len="sm"/>
              <a:tailEnd type="none" w="sm" len="sm"/>
            </a:ln>
          </p:spPr>
        </p:cxnSp>
        <p:sp>
          <p:nvSpPr>
            <p:cNvPr id="276" name="Google Shape;276;p30"/>
            <p:cNvSpPr txBox="1"/>
            <p:nvPr/>
          </p:nvSpPr>
          <p:spPr>
            <a:xfrm>
              <a:off x="-607310" y="2441194"/>
              <a:ext cx="3575002" cy="1933769"/>
            </a:xfrm>
            <a:prstGeom prst="rect">
              <a:avLst/>
            </a:prstGeom>
            <a:noFill/>
            <a:ln>
              <a:noFill/>
            </a:ln>
          </p:spPr>
          <p:txBody>
            <a:bodyPr spcFirstLastPara="1" wrap="square" lIns="91425" tIns="91425" rIns="91425" bIns="91425" anchor="ctr" anchorCtr="0">
              <a:noAutofit/>
            </a:bodyPr>
            <a:lstStyle/>
            <a:p>
              <a:r>
                <a:rPr lang="es-ES" sz="2400" b="1" dirty="0">
                  <a:solidFill>
                    <a:srgbClr val="FF0000"/>
                  </a:solidFill>
                  <a:latin typeface="Arial Narrow" pitchFamily="34" charset="0"/>
                  <a:ea typeface="Muli Regular"/>
                  <a:cs typeface="Muli Regular"/>
                  <a:sym typeface="Muli Regular"/>
                </a:rPr>
                <a:t>Identificación de las restricciones</a:t>
              </a:r>
              <a:endParaRPr sz="2400" b="1" dirty="0">
                <a:solidFill>
                  <a:srgbClr val="FF0000"/>
                </a:solidFill>
                <a:latin typeface="Arial Narrow" pitchFamily="34" charset="0"/>
                <a:ea typeface="Muli Regular"/>
                <a:cs typeface="Muli Regular"/>
                <a:sym typeface="Muli Regular"/>
              </a:endParaRPr>
            </a:p>
            <a:p>
              <a:r>
                <a:rPr lang="es-ES" sz="2400" b="1" dirty="0">
                  <a:solidFill>
                    <a:srgbClr val="7030A0"/>
                  </a:solidFill>
                  <a:latin typeface="Arial Narrow" pitchFamily="34" charset="0"/>
                </a:rPr>
                <a:t>Factores que limitan la decisión, recursos disponibles(humanos, máquinas, material) fechas límite, naturaleza de las variables (no negatividad, enteras, binarias).</a:t>
              </a:r>
              <a:endParaRPr sz="2400" b="1" dirty="0">
                <a:solidFill>
                  <a:srgbClr val="7030A0"/>
                </a:solidFill>
                <a:latin typeface="Arial Narrow" pitchFamily="34" charset="0"/>
                <a:sym typeface="Muli Regular"/>
              </a:endParaRPr>
            </a:p>
          </p:txBody>
        </p:sp>
        <p:sp>
          <p:nvSpPr>
            <p:cNvPr id="278" name="Google Shape;278;p30"/>
            <p:cNvSpPr txBox="1"/>
            <p:nvPr/>
          </p:nvSpPr>
          <p:spPr>
            <a:xfrm>
              <a:off x="2894376" y="2847448"/>
              <a:ext cx="247500" cy="370617"/>
            </a:xfrm>
            <a:prstGeom prst="rect">
              <a:avLst/>
            </a:prstGeom>
            <a:solidFill>
              <a:srgbClr val="7030A0"/>
            </a:solidFill>
            <a:ln>
              <a:noFill/>
            </a:ln>
          </p:spPr>
          <p:txBody>
            <a:bodyPr spcFirstLastPara="1" wrap="square" lIns="91425" tIns="91425" rIns="91425" bIns="91425" anchor="t" anchorCtr="0">
              <a:noAutofit/>
            </a:bodyPr>
            <a:lstStyle>
              <a:defPPr>
                <a:defRPr lang="es-ES"/>
              </a:defPPr>
              <a:lvl1pPr lvl="0" indent="0" algn="ctr">
                <a:spcBef>
                  <a:spcPts val="0"/>
                </a:spcBef>
                <a:spcAft>
                  <a:spcPts val="1600"/>
                </a:spcAft>
                <a:buNone/>
                <a:defRPr sz="2000">
                  <a:solidFill>
                    <a:schemeClr val="bg1"/>
                  </a:solidFill>
                  <a:latin typeface="Lexend Deca"/>
                  <a:ea typeface="Lexend Deca"/>
                  <a:cs typeface="Lexend Deca"/>
                </a:defRPr>
              </a:lvl1pPr>
            </a:lstStyle>
            <a:p>
              <a:r>
                <a:rPr lang="en" sz="2400" b="1" dirty="0">
                  <a:sym typeface="Lexend Deca"/>
                </a:rPr>
                <a:t>3</a:t>
              </a:r>
              <a:endParaRPr sz="2400" b="1" dirty="0">
                <a:sym typeface="Lexend Deca"/>
              </a:endParaRPr>
            </a:p>
          </p:txBody>
        </p:sp>
      </p:grpSp>
      <p:grpSp>
        <p:nvGrpSpPr>
          <p:cNvPr id="279" name="Google Shape;279;p30"/>
          <p:cNvGrpSpPr/>
          <p:nvPr/>
        </p:nvGrpSpPr>
        <p:grpSpPr>
          <a:xfrm>
            <a:off x="443337" y="2554714"/>
            <a:ext cx="5689371" cy="1524469"/>
            <a:chOff x="-326073" y="2338132"/>
            <a:chExt cx="4072490" cy="1294249"/>
          </a:xfrm>
        </p:grpSpPr>
        <p:sp>
          <p:nvSpPr>
            <p:cNvPr id="280" name="Google Shape;280;p30"/>
            <p:cNvSpPr txBox="1"/>
            <p:nvPr/>
          </p:nvSpPr>
          <p:spPr>
            <a:xfrm>
              <a:off x="-326073" y="2338132"/>
              <a:ext cx="3347401" cy="1095949"/>
            </a:xfrm>
            <a:prstGeom prst="rect">
              <a:avLst/>
            </a:prstGeom>
            <a:noFill/>
            <a:ln>
              <a:noFill/>
            </a:ln>
          </p:spPr>
          <p:txBody>
            <a:bodyPr spcFirstLastPara="1" wrap="square" lIns="91425" tIns="91425" rIns="91425" bIns="91425" anchor="ctr" anchorCtr="0">
              <a:noAutofit/>
            </a:bodyPr>
            <a:lstStyle>
              <a:defPPr>
                <a:defRPr lang="es-ES"/>
              </a:defPPr>
              <a:lvl1pPr lvl="0" indent="0">
                <a:spcBef>
                  <a:spcPts val="0"/>
                </a:spcBef>
                <a:spcAft>
                  <a:spcPts val="0"/>
                </a:spcAft>
                <a:buNone/>
                <a:defRPr sz="2000" b="1">
                  <a:solidFill>
                    <a:schemeClr val="bg2">
                      <a:lumMod val="50000"/>
                    </a:schemeClr>
                  </a:solidFill>
                  <a:latin typeface="Muli Regular"/>
                  <a:ea typeface="Muli Regular"/>
                  <a:cs typeface="Muli Regular"/>
                </a:defRPr>
              </a:lvl1pPr>
            </a:lstStyle>
            <a:p>
              <a:r>
                <a:rPr lang="es-ES" sz="2400" dirty="0">
                  <a:solidFill>
                    <a:srgbClr val="FF0000"/>
                  </a:solidFill>
                  <a:latin typeface="Arial Narrow" pitchFamily="34" charset="0"/>
                  <a:sym typeface="Muli Regular"/>
                </a:rPr>
                <a:t>Identificación de la Función Objetivo</a:t>
              </a:r>
            </a:p>
            <a:p>
              <a:r>
                <a:rPr lang="es-ES" sz="2400" dirty="0">
                  <a:solidFill>
                    <a:schemeClr val="accent1"/>
                  </a:solidFill>
                  <a:latin typeface="Arial Narrow" pitchFamily="34" charset="0"/>
                </a:rPr>
                <a:t>¿Qué pretendemos conseguir?</a:t>
              </a:r>
            </a:p>
            <a:p>
              <a:r>
                <a:rPr lang="es-ES" sz="2400" dirty="0">
                  <a:solidFill>
                    <a:schemeClr val="accent1"/>
                  </a:solidFill>
                  <a:latin typeface="Arial Narrow" pitchFamily="34" charset="0"/>
                </a:rPr>
                <a:t>¿qué me interesaría más?</a:t>
              </a:r>
            </a:p>
          </p:txBody>
        </p:sp>
        <p:cxnSp>
          <p:nvCxnSpPr>
            <p:cNvPr id="281" name="Google Shape;281;p30"/>
            <p:cNvCxnSpPr/>
            <p:nvPr/>
          </p:nvCxnSpPr>
          <p:spPr>
            <a:xfrm flipH="1">
              <a:off x="2947469" y="3019300"/>
              <a:ext cx="798948" cy="1"/>
            </a:xfrm>
            <a:prstGeom prst="straightConnector1">
              <a:avLst/>
            </a:prstGeom>
            <a:noFill/>
            <a:ln w="9525" cap="flat" cmpd="sng">
              <a:solidFill>
                <a:schemeClr val="accent3"/>
              </a:solidFill>
              <a:prstDash val="solid"/>
              <a:round/>
              <a:headEnd type="none" w="sm" len="sm"/>
              <a:tailEnd type="none" w="sm" len="sm"/>
            </a:ln>
          </p:spPr>
        </p:cxnSp>
        <p:sp>
          <p:nvSpPr>
            <p:cNvPr id="282" name="Google Shape;282;p30"/>
            <p:cNvSpPr/>
            <p:nvPr/>
          </p:nvSpPr>
          <p:spPr>
            <a:xfrm>
              <a:off x="2846240" y="3434081"/>
              <a:ext cx="198600" cy="198300"/>
            </a:xfrm>
            <a:prstGeom prst="ellipse">
              <a:avLst/>
            </a:prstGeom>
            <a:solidFill>
              <a:schemeClr val="accent3"/>
            </a:solidFill>
            <a:ln>
              <a:noFill/>
            </a:ln>
          </p:spPr>
          <p:txBody>
            <a:bodyPr spcFirstLastPara="1" wrap="square" lIns="91425" tIns="91425" rIns="91425" bIns="91425" anchor="ctr" anchorCtr="0">
              <a:noAutofit/>
            </a:bodyPr>
            <a:lstStyle/>
            <a:p>
              <a:endParaRPr dirty="0">
                <a:solidFill>
                  <a:schemeClr val="bg2">
                    <a:lumMod val="50000"/>
                  </a:schemeClr>
                </a:solidFill>
              </a:endParaRPr>
            </a:p>
          </p:txBody>
        </p:sp>
        <p:sp>
          <p:nvSpPr>
            <p:cNvPr id="283" name="Google Shape;283;p30"/>
            <p:cNvSpPr txBox="1"/>
            <p:nvPr/>
          </p:nvSpPr>
          <p:spPr>
            <a:xfrm>
              <a:off x="2744325" y="2808933"/>
              <a:ext cx="214071" cy="443560"/>
            </a:xfrm>
            <a:prstGeom prst="rect">
              <a:avLst/>
            </a:prstGeom>
            <a:solidFill>
              <a:srgbClr val="00B0F0"/>
            </a:solidFill>
            <a:ln>
              <a:noFill/>
            </a:ln>
          </p:spPr>
          <p:txBody>
            <a:bodyPr spcFirstLastPara="1" wrap="square" lIns="91425" tIns="91425" rIns="91425" bIns="91425" anchor="t" anchorCtr="0">
              <a:noAutofit/>
            </a:bodyPr>
            <a:lstStyle/>
            <a:p>
              <a:pPr algn="ctr">
                <a:spcAft>
                  <a:spcPts val="1600"/>
                </a:spcAft>
              </a:pPr>
              <a:r>
                <a:rPr lang="en" sz="2400" dirty="0">
                  <a:solidFill>
                    <a:schemeClr val="bg1"/>
                  </a:solidFill>
                  <a:latin typeface="Lexend Deca"/>
                  <a:ea typeface="Lexend Deca"/>
                  <a:cs typeface="Lexend Deca"/>
                  <a:sym typeface="Lexend Deca"/>
                </a:rPr>
                <a:t>2</a:t>
              </a:r>
              <a:endParaRPr sz="2400" dirty="0">
                <a:solidFill>
                  <a:schemeClr val="bg1"/>
                </a:solidFill>
                <a:latin typeface="Lexend Deca"/>
                <a:ea typeface="Lexend Deca"/>
                <a:cs typeface="Lexend Deca"/>
                <a:sym typeface="Lexend Deca"/>
              </a:endParaRPr>
            </a:p>
          </p:txBody>
        </p:sp>
      </p:grpSp>
      <p:grpSp>
        <p:nvGrpSpPr>
          <p:cNvPr id="284" name="Google Shape;284;p30"/>
          <p:cNvGrpSpPr/>
          <p:nvPr/>
        </p:nvGrpSpPr>
        <p:grpSpPr>
          <a:xfrm>
            <a:off x="6902146" y="1367513"/>
            <a:ext cx="5185373" cy="2546727"/>
            <a:chOff x="4645188" y="523865"/>
            <a:chExt cx="4938552" cy="1775429"/>
          </a:xfrm>
        </p:grpSpPr>
        <p:cxnSp>
          <p:nvCxnSpPr>
            <p:cNvPr id="285" name="Google Shape;285;p30"/>
            <p:cNvCxnSpPr/>
            <p:nvPr/>
          </p:nvCxnSpPr>
          <p:spPr>
            <a:xfrm>
              <a:off x="4645188" y="1418857"/>
              <a:ext cx="857549" cy="0"/>
            </a:xfrm>
            <a:prstGeom prst="straightConnector1">
              <a:avLst/>
            </a:prstGeom>
            <a:noFill/>
            <a:ln w="9525" cap="flat" cmpd="sng">
              <a:solidFill>
                <a:schemeClr val="accent1"/>
              </a:solidFill>
              <a:prstDash val="solid"/>
              <a:round/>
              <a:headEnd type="none" w="sm" len="sm"/>
              <a:tailEnd type="none" w="sm" len="sm"/>
            </a:ln>
          </p:spPr>
        </p:cxnSp>
        <p:sp>
          <p:nvSpPr>
            <p:cNvPr id="286" name="Google Shape;286;p30"/>
            <p:cNvSpPr txBox="1"/>
            <p:nvPr/>
          </p:nvSpPr>
          <p:spPr>
            <a:xfrm>
              <a:off x="6157413" y="523865"/>
              <a:ext cx="3426327" cy="1775429"/>
            </a:xfrm>
            <a:prstGeom prst="rect">
              <a:avLst/>
            </a:prstGeom>
            <a:noFill/>
            <a:ln>
              <a:noFill/>
            </a:ln>
          </p:spPr>
          <p:txBody>
            <a:bodyPr spcFirstLastPara="1" wrap="square" lIns="91425" tIns="91425" rIns="91425" bIns="91425" anchor="ctr" anchorCtr="0">
              <a:noAutofit/>
            </a:bodyPr>
            <a:lstStyle/>
            <a:p>
              <a:r>
                <a:rPr lang="es-ES" sz="2400" b="1" dirty="0">
                  <a:solidFill>
                    <a:srgbClr val="FF0000"/>
                  </a:solidFill>
                  <a:latin typeface="Muli Regular"/>
                  <a:ea typeface="Muli Regular"/>
                  <a:cs typeface="Muli Regular"/>
                  <a:sym typeface="Muli Regular"/>
                </a:rPr>
                <a:t>Identificación de las variables</a:t>
              </a:r>
            </a:p>
            <a:p>
              <a:r>
                <a:rPr lang="es-ES" sz="2400" b="1" dirty="0">
                  <a:solidFill>
                    <a:schemeClr val="accent4">
                      <a:lumMod val="50000"/>
                    </a:schemeClr>
                  </a:solidFill>
                  <a:latin typeface="Arial Narrow" pitchFamily="34" charset="0"/>
                </a:rPr>
                <a:t>¿Sobre qué tengo control?</a:t>
              </a:r>
            </a:p>
            <a:p>
              <a:r>
                <a:rPr lang="es-ES" sz="2400" b="1" dirty="0">
                  <a:solidFill>
                    <a:schemeClr val="accent4">
                      <a:lumMod val="50000"/>
                    </a:schemeClr>
                  </a:solidFill>
                  <a:latin typeface="Arial Narrow" pitchFamily="34" charset="0"/>
                </a:rPr>
                <a:t>¿Qué es lo que hay que decidir?</a:t>
              </a:r>
            </a:p>
            <a:p>
              <a:r>
                <a:rPr lang="es-ES" sz="2400" b="1" dirty="0">
                  <a:solidFill>
                    <a:schemeClr val="accent4">
                      <a:lumMod val="50000"/>
                    </a:schemeClr>
                  </a:solidFill>
                  <a:latin typeface="Arial Narrow" pitchFamily="34" charset="0"/>
                </a:rPr>
                <a:t>¿Cuál sería una respuesta válida?</a:t>
              </a:r>
              <a:r>
                <a:rPr lang="en" sz="2400" b="1" dirty="0">
                  <a:solidFill>
                    <a:schemeClr val="accent4">
                      <a:lumMod val="50000"/>
                    </a:schemeClr>
                  </a:solidFill>
                  <a:latin typeface="Muli Regular"/>
                  <a:ea typeface="Muli Regular"/>
                  <a:cs typeface="Muli Regular"/>
                  <a:sym typeface="Muli Regular"/>
                </a:rPr>
                <a:t>.</a:t>
              </a:r>
              <a:endParaRPr sz="2400" b="1" dirty="0">
                <a:solidFill>
                  <a:schemeClr val="accent4">
                    <a:lumMod val="50000"/>
                  </a:schemeClr>
                </a:solidFill>
                <a:latin typeface="Muli Regular"/>
                <a:ea typeface="Muli Regular"/>
                <a:cs typeface="Muli Regular"/>
                <a:sym typeface="Muli Regular"/>
              </a:endParaRPr>
            </a:p>
          </p:txBody>
        </p:sp>
        <p:sp>
          <p:nvSpPr>
            <p:cNvPr id="288" name="Google Shape;288;p30"/>
            <p:cNvSpPr txBox="1"/>
            <p:nvPr/>
          </p:nvSpPr>
          <p:spPr>
            <a:xfrm>
              <a:off x="5499982" y="1225786"/>
              <a:ext cx="243579" cy="351023"/>
            </a:xfrm>
            <a:prstGeom prst="rect">
              <a:avLst/>
            </a:prstGeom>
            <a:solidFill>
              <a:schemeClr val="accent4"/>
            </a:solidFill>
            <a:ln>
              <a:noFill/>
            </a:ln>
          </p:spPr>
          <p:txBody>
            <a:bodyPr spcFirstLastPara="1" wrap="square" lIns="91425" tIns="91425" rIns="91425" bIns="91425" anchor="t" anchorCtr="0">
              <a:noAutofit/>
            </a:bodyPr>
            <a:lstStyle>
              <a:defPPr>
                <a:defRPr lang="es-ES"/>
              </a:defPPr>
              <a:lvl1pPr lvl="0" indent="0" algn="ctr">
                <a:spcBef>
                  <a:spcPts val="0"/>
                </a:spcBef>
                <a:spcAft>
                  <a:spcPts val="1600"/>
                </a:spcAft>
                <a:buNone/>
                <a:defRPr sz="2000">
                  <a:solidFill>
                    <a:schemeClr val="bg2">
                      <a:lumMod val="50000"/>
                    </a:schemeClr>
                  </a:solidFill>
                  <a:latin typeface="Lexend Deca"/>
                  <a:ea typeface="Lexend Deca"/>
                  <a:cs typeface="Lexend Deca"/>
                </a:defRPr>
              </a:lvl1pPr>
            </a:lstStyle>
            <a:p>
              <a:r>
                <a:rPr lang="en" sz="2400" dirty="0">
                  <a:solidFill>
                    <a:schemeClr val="bg1"/>
                  </a:solidFill>
                  <a:sym typeface="Lexend Deca"/>
                </a:rPr>
                <a:t>1</a:t>
              </a:r>
              <a:endParaRPr sz="2400" dirty="0">
                <a:solidFill>
                  <a:schemeClr val="bg1"/>
                </a:solidFill>
                <a:sym typeface="Lexend Deca"/>
              </a:endParaRPr>
            </a:p>
          </p:txBody>
        </p:sp>
      </p:grpSp>
      <p:grpSp>
        <p:nvGrpSpPr>
          <p:cNvPr id="289" name="Google Shape;289;p30"/>
          <p:cNvGrpSpPr/>
          <p:nvPr/>
        </p:nvGrpSpPr>
        <p:grpSpPr>
          <a:xfrm>
            <a:off x="4929934" y="1589342"/>
            <a:ext cx="3514811" cy="4718863"/>
            <a:chOff x="2991269" y="1153325"/>
            <a:chExt cx="3514811" cy="3252003"/>
          </a:xfrm>
        </p:grpSpPr>
        <p:sp>
          <p:nvSpPr>
            <p:cNvPr id="290" name="Google Shape;290;p30"/>
            <p:cNvSpPr/>
            <p:nvPr/>
          </p:nvSpPr>
          <p:spPr>
            <a:xfrm>
              <a:off x="3477586" y="2585458"/>
              <a:ext cx="2541910" cy="950456"/>
            </a:xfrm>
            <a:custGeom>
              <a:avLst/>
              <a:gdLst/>
              <a:ahLst/>
              <a:cxnLst/>
              <a:rect l="l" t="t" r="r" b="b"/>
              <a:pathLst>
                <a:path w="126826" h="43529" extrusionOk="0">
                  <a:moveTo>
                    <a:pt x="0" y="20002"/>
                  </a:moveTo>
                  <a:lnTo>
                    <a:pt x="63389" y="43529"/>
                  </a:lnTo>
                  <a:lnTo>
                    <a:pt x="126826" y="19907"/>
                  </a:lnTo>
                  <a:lnTo>
                    <a:pt x="63580" y="0"/>
                  </a:lnTo>
                  <a:close/>
                </a:path>
              </a:pathLst>
            </a:custGeom>
            <a:solidFill>
              <a:schemeClr val="dk1"/>
            </a:solidFill>
            <a:ln>
              <a:noFill/>
            </a:ln>
          </p:spPr>
          <p:txBody>
            <a:bodyPr/>
            <a:lstStyle/>
            <a:p>
              <a:endParaRPr lang="es-PE"/>
            </a:p>
          </p:txBody>
        </p:sp>
        <p:sp>
          <p:nvSpPr>
            <p:cNvPr id="291" name="Google Shape;291;p30"/>
            <p:cNvSpPr/>
            <p:nvPr/>
          </p:nvSpPr>
          <p:spPr>
            <a:xfrm>
              <a:off x="2991269" y="3020977"/>
              <a:ext cx="1758228" cy="1384350"/>
            </a:xfrm>
            <a:custGeom>
              <a:avLst/>
              <a:gdLst/>
              <a:ahLst/>
              <a:cxnLst/>
              <a:rect l="l" t="t" r="r" b="b"/>
              <a:pathLst>
                <a:path w="87725" h="63817" extrusionOk="0">
                  <a:moveTo>
                    <a:pt x="24288" y="0"/>
                  </a:moveTo>
                  <a:lnTo>
                    <a:pt x="0" y="29908"/>
                  </a:lnTo>
                  <a:lnTo>
                    <a:pt x="87725" y="63817"/>
                  </a:lnTo>
                  <a:lnTo>
                    <a:pt x="87725" y="42291"/>
                  </a:lnTo>
                  <a:lnTo>
                    <a:pt x="87725" y="23526"/>
                  </a:lnTo>
                  <a:close/>
                </a:path>
              </a:pathLst>
            </a:custGeom>
            <a:solidFill>
              <a:srgbClr val="7030A0"/>
            </a:solidFill>
            <a:ln>
              <a:noFill/>
            </a:ln>
          </p:spPr>
          <p:txBody>
            <a:bodyPr/>
            <a:lstStyle/>
            <a:p>
              <a:endParaRPr lang="es-PE"/>
            </a:p>
          </p:txBody>
        </p:sp>
        <p:sp>
          <p:nvSpPr>
            <p:cNvPr id="292" name="Google Shape;292;p30"/>
            <p:cNvSpPr/>
            <p:nvPr/>
          </p:nvSpPr>
          <p:spPr>
            <a:xfrm flipH="1">
              <a:off x="4747852" y="3020977"/>
              <a:ext cx="1758228" cy="1384350"/>
            </a:xfrm>
            <a:custGeom>
              <a:avLst/>
              <a:gdLst/>
              <a:ahLst/>
              <a:cxnLst/>
              <a:rect l="l" t="t" r="r" b="b"/>
              <a:pathLst>
                <a:path w="87725" h="63817" extrusionOk="0">
                  <a:moveTo>
                    <a:pt x="24288" y="0"/>
                  </a:moveTo>
                  <a:lnTo>
                    <a:pt x="0" y="29908"/>
                  </a:lnTo>
                  <a:lnTo>
                    <a:pt x="87725" y="63817"/>
                  </a:lnTo>
                  <a:lnTo>
                    <a:pt x="87725" y="42291"/>
                  </a:lnTo>
                  <a:lnTo>
                    <a:pt x="87725" y="23526"/>
                  </a:lnTo>
                  <a:close/>
                </a:path>
              </a:pathLst>
            </a:custGeom>
            <a:solidFill>
              <a:srgbClr val="8A0000"/>
            </a:solidFill>
            <a:ln>
              <a:noFill/>
            </a:ln>
          </p:spPr>
          <p:txBody>
            <a:bodyPr/>
            <a:lstStyle/>
            <a:p>
              <a:endParaRPr lang="es-PE"/>
            </a:p>
          </p:txBody>
        </p:sp>
        <p:sp>
          <p:nvSpPr>
            <p:cNvPr id="293" name="Google Shape;293;p30"/>
            <p:cNvSpPr/>
            <p:nvPr/>
          </p:nvSpPr>
          <p:spPr>
            <a:xfrm>
              <a:off x="3969199" y="2001324"/>
              <a:ext cx="1565850" cy="585863"/>
            </a:xfrm>
            <a:custGeom>
              <a:avLst/>
              <a:gdLst/>
              <a:ahLst/>
              <a:cxnLst/>
              <a:rect l="l" t="t" r="r" b="b"/>
              <a:pathLst>
                <a:path w="24053" h="8150" extrusionOk="0">
                  <a:moveTo>
                    <a:pt x="0" y="3827"/>
                  </a:moveTo>
                  <a:lnTo>
                    <a:pt x="11976" y="8150"/>
                  </a:lnTo>
                  <a:lnTo>
                    <a:pt x="24053" y="3827"/>
                  </a:lnTo>
                  <a:lnTo>
                    <a:pt x="12126" y="0"/>
                  </a:lnTo>
                  <a:close/>
                </a:path>
              </a:pathLst>
            </a:custGeom>
            <a:solidFill>
              <a:schemeClr val="dk1"/>
            </a:solidFill>
            <a:ln>
              <a:noFill/>
            </a:ln>
          </p:spPr>
          <p:txBody>
            <a:bodyPr/>
            <a:lstStyle/>
            <a:p>
              <a:endParaRPr lang="es-PE"/>
            </a:p>
          </p:txBody>
        </p:sp>
        <p:sp>
          <p:nvSpPr>
            <p:cNvPr id="294" name="Google Shape;294;p30"/>
            <p:cNvSpPr/>
            <p:nvPr/>
          </p:nvSpPr>
          <p:spPr>
            <a:xfrm>
              <a:off x="3563255" y="2275837"/>
              <a:ext cx="1189300" cy="1015326"/>
            </a:xfrm>
            <a:custGeom>
              <a:avLst/>
              <a:gdLst/>
              <a:ahLst/>
              <a:cxnLst/>
              <a:rect l="l" t="t" r="r" b="b"/>
              <a:pathLst>
                <a:path w="18238" h="14114" extrusionOk="0">
                  <a:moveTo>
                    <a:pt x="6262" y="0"/>
                  </a:moveTo>
                  <a:lnTo>
                    <a:pt x="18238" y="4324"/>
                  </a:lnTo>
                  <a:lnTo>
                    <a:pt x="18238" y="14114"/>
                  </a:lnTo>
                  <a:lnTo>
                    <a:pt x="0" y="7554"/>
                  </a:lnTo>
                  <a:close/>
                </a:path>
              </a:pathLst>
            </a:custGeom>
            <a:solidFill>
              <a:srgbClr val="00B0F0"/>
            </a:solidFill>
            <a:ln>
              <a:noFill/>
            </a:ln>
          </p:spPr>
          <p:txBody>
            <a:bodyPr/>
            <a:lstStyle/>
            <a:p>
              <a:endParaRPr lang="es-PE"/>
            </a:p>
          </p:txBody>
        </p:sp>
        <p:sp>
          <p:nvSpPr>
            <p:cNvPr id="295" name="Google Shape;295;p30"/>
            <p:cNvSpPr/>
            <p:nvPr/>
          </p:nvSpPr>
          <p:spPr>
            <a:xfrm flipH="1">
              <a:off x="4749365" y="2275837"/>
              <a:ext cx="1189300" cy="1015326"/>
            </a:xfrm>
            <a:custGeom>
              <a:avLst/>
              <a:gdLst/>
              <a:ahLst/>
              <a:cxnLst/>
              <a:rect l="l" t="t" r="r" b="b"/>
              <a:pathLst>
                <a:path w="18238" h="14114" extrusionOk="0">
                  <a:moveTo>
                    <a:pt x="6262" y="0"/>
                  </a:moveTo>
                  <a:lnTo>
                    <a:pt x="18238" y="4324"/>
                  </a:lnTo>
                  <a:lnTo>
                    <a:pt x="18238" y="14114"/>
                  </a:lnTo>
                  <a:lnTo>
                    <a:pt x="0" y="7554"/>
                  </a:lnTo>
                  <a:close/>
                </a:path>
              </a:pathLst>
            </a:custGeom>
            <a:solidFill>
              <a:schemeClr val="accent1"/>
            </a:solidFill>
            <a:ln>
              <a:noFill/>
            </a:ln>
          </p:spPr>
          <p:txBody>
            <a:bodyPr/>
            <a:lstStyle/>
            <a:p>
              <a:endParaRPr lang="es-PE"/>
            </a:p>
          </p:txBody>
        </p:sp>
        <p:sp>
          <p:nvSpPr>
            <p:cNvPr id="296" name="Google Shape;296;p30"/>
            <p:cNvSpPr/>
            <p:nvPr/>
          </p:nvSpPr>
          <p:spPr>
            <a:xfrm>
              <a:off x="4059061" y="1153325"/>
              <a:ext cx="693508" cy="1201140"/>
            </a:xfrm>
            <a:custGeom>
              <a:avLst/>
              <a:gdLst/>
              <a:ahLst/>
              <a:cxnLst/>
              <a:rect l="l" t="t" r="r" b="b"/>
              <a:pathLst>
                <a:path w="10635" h="16697" extrusionOk="0">
                  <a:moveTo>
                    <a:pt x="10635" y="0"/>
                  </a:moveTo>
                  <a:lnTo>
                    <a:pt x="0" y="12722"/>
                  </a:lnTo>
                  <a:lnTo>
                    <a:pt x="10635" y="16697"/>
                  </a:lnTo>
                  <a:close/>
                </a:path>
              </a:pathLst>
            </a:custGeom>
            <a:solidFill>
              <a:schemeClr val="accent4">
                <a:lumMod val="60000"/>
                <a:lumOff val="40000"/>
              </a:schemeClr>
            </a:solidFill>
            <a:ln>
              <a:noFill/>
            </a:ln>
          </p:spPr>
          <p:txBody>
            <a:bodyPr/>
            <a:lstStyle/>
            <a:p>
              <a:endParaRPr lang="es-PE"/>
            </a:p>
          </p:txBody>
        </p:sp>
        <p:sp>
          <p:nvSpPr>
            <p:cNvPr id="297" name="Google Shape;297;p30"/>
            <p:cNvSpPr/>
            <p:nvPr/>
          </p:nvSpPr>
          <p:spPr>
            <a:xfrm flipH="1">
              <a:off x="4749350" y="1153325"/>
              <a:ext cx="693508" cy="1201140"/>
            </a:xfrm>
            <a:custGeom>
              <a:avLst/>
              <a:gdLst/>
              <a:ahLst/>
              <a:cxnLst/>
              <a:rect l="l" t="t" r="r" b="b"/>
              <a:pathLst>
                <a:path w="10635" h="16697" extrusionOk="0">
                  <a:moveTo>
                    <a:pt x="10635" y="0"/>
                  </a:moveTo>
                  <a:lnTo>
                    <a:pt x="0" y="12722"/>
                  </a:lnTo>
                  <a:lnTo>
                    <a:pt x="10635" y="16697"/>
                  </a:lnTo>
                  <a:close/>
                </a:path>
              </a:pathLst>
            </a:custGeom>
            <a:solidFill>
              <a:schemeClr val="accent2"/>
            </a:solidFill>
            <a:ln>
              <a:noFill/>
            </a:ln>
          </p:spPr>
          <p:txBody>
            <a:bodyPr/>
            <a:lstStyle/>
            <a:p>
              <a:endParaRPr lang="es-PE"/>
            </a:p>
          </p:txBody>
        </p:sp>
      </p:grpSp>
      <p:sp>
        <p:nvSpPr>
          <p:cNvPr id="30" name="Rectangle 2"/>
          <p:cNvSpPr txBox="1">
            <a:spLocks noChangeArrowheads="1"/>
          </p:cNvSpPr>
          <p:nvPr/>
        </p:nvSpPr>
        <p:spPr>
          <a:xfrm>
            <a:off x="6096000" y="136524"/>
            <a:ext cx="6096000" cy="832653"/>
          </a:xfrm>
          <a:prstGeom prst="rect">
            <a:avLst/>
          </a:prstGeom>
          <a:noFill/>
          <a:ln w="9525">
            <a:noFill/>
            <a:miter lim="800000"/>
            <a:headEnd/>
            <a:tailEnd/>
          </a:ln>
          <a:effectLst/>
        </p:spPr>
        <p:txBody>
          <a:bodyPr spcFirstLastPara="1" vert="horz" wrap="square" lIns="91440" tIns="45720" rIns="91440" bIns="45720" numCol="1" anchor="ctr" anchorCtr="0" compatLnSpc="1">
            <a:prstTxWarp prst="textNoShape">
              <a:avLst/>
            </a:prstTxWarp>
            <a:noAutofit/>
          </a:bodyPr>
          <a:lstStyle>
            <a:defPPr marR="0" lvl="0" algn="l" rtl="0">
              <a:lnSpc>
                <a:spcPct val="100000"/>
              </a:lnSpc>
              <a:spcBef>
                <a:spcPts val="0"/>
              </a:spcBef>
              <a:spcAft>
                <a:spcPts val="0"/>
              </a:spcAft>
            </a:defPPr>
            <a:lvl1pPr>
              <a:buClr>
                <a:schemeClr val="lt1"/>
              </a:buClr>
              <a:buSzPts val="3200"/>
              <a:buFont typeface="Lexend Deca"/>
              <a:buNone/>
              <a:defRPr sz="3200" b="1">
                <a:solidFill>
                  <a:schemeClr val="lt1"/>
                </a:solidFill>
                <a:latin typeface="Lexend Deca"/>
                <a:ea typeface="Lexend Deca"/>
                <a:cs typeface="Lexend Deca"/>
                <a:sym typeface="Lexend Deca"/>
              </a:defRPr>
            </a:lvl1pPr>
            <a:lvl2pPr marL="533400" indent="9525">
              <a:lnSpc>
                <a:spcPct val="90000"/>
              </a:lnSpc>
              <a:spcBef>
                <a:spcPct val="0"/>
              </a:spcBef>
              <a:buClr>
                <a:schemeClr val="lt1"/>
              </a:buClr>
              <a:buSzPts val="3200"/>
              <a:buFont typeface="Lexend Deca"/>
              <a:buNone/>
              <a:defRPr sz="2800" b="1">
                <a:solidFill>
                  <a:srgbClr val="FFFF00"/>
                </a:solidFill>
                <a:latin typeface="Arial Narrow" pitchFamily="34" charset="0"/>
                <a:ea typeface="Lexend Deca"/>
                <a:cs typeface="Lexend Deca"/>
                <a:sym typeface="Lexend Deca"/>
              </a:defRPr>
            </a:lvl2pPr>
            <a:lvl3pPr>
              <a:buClr>
                <a:schemeClr val="lt1"/>
              </a:buClr>
              <a:buSzPts val="3200"/>
              <a:buFont typeface="Lexend Deca"/>
              <a:buNone/>
              <a:defRPr sz="3200" b="1">
                <a:solidFill>
                  <a:schemeClr val="lt1"/>
                </a:solidFill>
                <a:latin typeface="Lexend Deca"/>
                <a:ea typeface="Lexend Deca"/>
                <a:cs typeface="Lexend Deca"/>
                <a:sym typeface="Lexend Deca"/>
              </a:defRPr>
            </a:lvl3pPr>
            <a:lvl4pPr>
              <a:buClr>
                <a:schemeClr val="lt1"/>
              </a:buClr>
              <a:buSzPts val="3200"/>
              <a:buFont typeface="Lexend Deca"/>
              <a:buNone/>
              <a:defRPr sz="3200" b="1">
                <a:solidFill>
                  <a:schemeClr val="lt1"/>
                </a:solidFill>
                <a:latin typeface="Lexend Deca"/>
                <a:ea typeface="Lexend Deca"/>
                <a:cs typeface="Lexend Deca"/>
                <a:sym typeface="Lexend Deca"/>
              </a:defRPr>
            </a:lvl4pPr>
            <a:lvl5pPr>
              <a:buClr>
                <a:schemeClr val="lt1"/>
              </a:buClr>
              <a:buSzPts val="3200"/>
              <a:buFont typeface="Lexend Deca"/>
              <a:buNone/>
              <a:defRPr sz="3200" b="1">
                <a:solidFill>
                  <a:schemeClr val="lt1"/>
                </a:solidFill>
                <a:latin typeface="Lexend Deca"/>
                <a:ea typeface="Lexend Deca"/>
                <a:cs typeface="Lexend Deca"/>
                <a:sym typeface="Lexend Deca"/>
              </a:defRPr>
            </a:lvl5pPr>
            <a:lvl6pPr>
              <a:buClr>
                <a:schemeClr val="lt1"/>
              </a:buClr>
              <a:buSzPts val="3200"/>
              <a:buFont typeface="Lexend Deca"/>
              <a:buNone/>
              <a:defRPr sz="3200" b="1">
                <a:solidFill>
                  <a:schemeClr val="lt1"/>
                </a:solidFill>
                <a:latin typeface="Lexend Deca"/>
                <a:ea typeface="Lexend Deca"/>
                <a:cs typeface="Lexend Deca"/>
                <a:sym typeface="Lexend Deca"/>
              </a:defRPr>
            </a:lvl6pPr>
            <a:lvl7pPr>
              <a:buClr>
                <a:schemeClr val="lt1"/>
              </a:buClr>
              <a:buSzPts val="3200"/>
              <a:buFont typeface="Lexend Deca"/>
              <a:buNone/>
              <a:defRPr sz="3200" b="1">
                <a:solidFill>
                  <a:schemeClr val="lt1"/>
                </a:solidFill>
                <a:latin typeface="Lexend Deca"/>
                <a:ea typeface="Lexend Deca"/>
                <a:cs typeface="Lexend Deca"/>
                <a:sym typeface="Lexend Deca"/>
              </a:defRPr>
            </a:lvl7pPr>
            <a:lvl8pPr>
              <a:buClr>
                <a:schemeClr val="lt1"/>
              </a:buClr>
              <a:buSzPts val="3200"/>
              <a:buFont typeface="Lexend Deca"/>
              <a:buNone/>
              <a:defRPr sz="3200" b="1">
                <a:solidFill>
                  <a:schemeClr val="lt1"/>
                </a:solidFill>
                <a:latin typeface="Lexend Deca"/>
                <a:ea typeface="Lexend Deca"/>
                <a:cs typeface="Lexend Deca"/>
                <a:sym typeface="Lexend Deca"/>
              </a:defRPr>
            </a:lvl8pPr>
            <a:lvl9pPr>
              <a:buClr>
                <a:schemeClr val="lt1"/>
              </a:buClr>
              <a:buSzPts val="3200"/>
              <a:buFont typeface="Lexend Deca"/>
              <a:buNone/>
              <a:defRPr sz="3200" b="1">
                <a:solidFill>
                  <a:schemeClr val="lt1"/>
                </a:solidFill>
                <a:latin typeface="Lexend Deca"/>
                <a:ea typeface="Lexend Deca"/>
                <a:cs typeface="Lexend Deca"/>
                <a:sym typeface="Lexend Deca"/>
              </a:defRPr>
            </a:lvl9pPr>
          </a:lstStyle>
          <a:p>
            <a:pPr lvl="1" algn="ctr"/>
            <a:r>
              <a:rPr lang="es-PE" sz="3200" b="0" dirty="0">
                <a:solidFill>
                  <a:schemeClr val="bg1"/>
                </a:solidFill>
                <a:latin typeface="Bauhaus 93" pitchFamily="82" charset="0"/>
                <a:ea typeface="Arial"/>
                <a:cs typeface="Arial"/>
              </a:rPr>
              <a:t>M</a:t>
            </a:r>
            <a:r>
              <a:rPr lang="en" sz="3200" b="0" dirty="0">
                <a:solidFill>
                  <a:schemeClr val="bg1"/>
                </a:solidFill>
                <a:latin typeface="Bauhaus 93" pitchFamily="82" charset="0"/>
                <a:ea typeface="Arial"/>
                <a:cs typeface="Arial"/>
              </a:rPr>
              <a:t>odelo matem</a:t>
            </a:r>
            <a:r>
              <a:rPr lang="es-PE" sz="3200" b="0" dirty="0">
                <a:solidFill>
                  <a:schemeClr val="bg1"/>
                </a:solidFill>
                <a:latin typeface="Bauhaus 93" pitchFamily="82" charset="0"/>
                <a:ea typeface="Arial"/>
                <a:cs typeface="Arial"/>
              </a:rPr>
              <a:t>á</a:t>
            </a:r>
            <a:r>
              <a:rPr lang="en" sz="3200" b="0" dirty="0">
                <a:solidFill>
                  <a:schemeClr val="bg1"/>
                </a:solidFill>
                <a:latin typeface="Bauhaus 93" pitchFamily="82" charset="0"/>
                <a:ea typeface="Arial"/>
                <a:cs typeface="Arial"/>
              </a:rPr>
              <a:t>tico</a:t>
            </a:r>
            <a:endParaRPr lang="es-ES" sz="3200" b="0" dirty="0">
              <a:solidFill>
                <a:schemeClr val="bg1"/>
              </a:solidFill>
              <a:latin typeface="Bauhaus 93" pitchFamily="82" charset="0"/>
              <a:ea typeface="Arial"/>
              <a:cs typeface="Arial"/>
            </a:endParaRPr>
          </a:p>
        </p:txBody>
      </p:sp>
      <p:sp>
        <p:nvSpPr>
          <p:cNvPr id="2" name="3 Rectángulo">
            <a:extLst>
              <a:ext uri="{FF2B5EF4-FFF2-40B4-BE49-F238E27FC236}">
                <a16:creationId xmlns:a16="http://schemas.microsoft.com/office/drawing/2014/main" id="{E0860952-DA95-9427-87C5-D96349E3DF74}"/>
              </a:ext>
            </a:extLst>
          </p:cNvPr>
          <p:cNvSpPr/>
          <p:nvPr/>
        </p:nvSpPr>
        <p:spPr>
          <a:xfrm>
            <a:off x="8181975" y="5512385"/>
            <a:ext cx="3717271" cy="830997"/>
          </a:xfrm>
          <a:prstGeom prst="rect">
            <a:avLst/>
          </a:prstGeom>
        </p:spPr>
        <p:txBody>
          <a:bodyPr wrap="square">
            <a:spAutoFit/>
          </a:bodyPr>
          <a:lstStyle/>
          <a:p>
            <a:pPr lvl="0" algn="ctr"/>
            <a:r>
              <a:rPr lang="es-ES_tradnl" sz="2400" dirty="0"/>
              <a:t>El primer modelo se planteó en el año 1958 (</a:t>
            </a:r>
            <a:r>
              <a:rPr lang="es-ES_tradnl" sz="2400" dirty="0" err="1"/>
              <a:t>Gomory</a:t>
            </a:r>
            <a:r>
              <a:rPr lang="es-ES_tradnl" sz="2400" dirty="0"/>
              <a:t>)</a:t>
            </a:r>
            <a:endParaRPr lang="es-ES" sz="2400" dirty="0"/>
          </a:p>
        </p:txBody>
      </p:sp>
    </p:spTree>
    <p:extLst>
      <p:ext uri="{BB962C8B-B14F-4D97-AF65-F5344CB8AC3E}">
        <p14:creationId xmlns:p14="http://schemas.microsoft.com/office/powerpoint/2010/main" val="1586401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2 Diagrama"/>
          <p:cNvGraphicFramePr/>
          <p:nvPr/>
        </p:nvGraphicFramePr>
        <p:xfrm>
          <a:off x="635203" y="1300294"/>
          <a:ext cx="11280423" cy="55577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5 Rectángulo redondeado"/>
          <p:cNvSpPr/>
          <p:nvPr/>
        </p:nvSpPr>
        <p:spPr>
          <a:xfrm>
            <a:off x="6096000" y="80491"/>
            <a:ext cx="6096000" cy="830724"/>
          </a:xfrm>
          <a:prstGeom prst="roundRect">
            <a:avLst/>
          </a:prstGeom>
          <a:noFill/>
          <a:ln w="9525">
            <a:noFill/>
            <a:miter lim="800000"/>
            <a:headEnd/>
            <a:tailEnd/>
          </a:ln>
          <a:effectLst/>
        </p:spPr>
        <p:txBody>
          <a:bodyPr vert="horz" wrap="square" lIns="68580" tIns="34290" rIns="68580" bIns="34290" numCol="1" rtlCol="0" anchor="ctr" anchorCtr="0" compatLnSpc="1">
            <a:prstTxWarp prst="textNoShape">
              <a:avLst/>
            </a:prstTxWarp>
            <a:noAutofit/>
          </a:bodyPr>
          <a:lstStyle/>
          <a:p>
            <a:pPr algn="ctr" fontAlgn="base">
              <a:spcBef>
                <a:spcPct val="0"/>
              </a:spcBef>
              <a:spcAft>
                <a:spcPct val="0"/>
              </a:spcAft>
            </a:pPr>
            <a:r>
              <a:rPr lang="es-MX" sz="3600" dirty="0">
                <a:solidFill>
                  <a:schemeClr val="bg1"/>
                </a:solidFill>
                <a:effectLst>
                  <a:outerShdw blurRad="63500" dist="38100" dir="5400000" algn="t" rotWithShape="0">
                    <a:prstClr val="black">
                      <a:alpha val="25000"/>
                    </a:prstClr>
                  </a:outerShdw>
                </a:effectLst>
                <a:latin typeface="Bauhaus 93" pitchFamily="82" charset="0"/>
              </a:rPr>
              <a:t>Modelo general de </a:t>
            </a:r>
            <a:r>
              <a:rPr lang="es-MX" sz="3600" dirty="0" err="1">
                <a:solidFill>
                  <a:schemeClr val="bg1"/>
                </a:solidFill>
                <a:effectLst>
                  <a:outerShdw blurRad="63500" dist="38100" dir="5400000" algn="t" rotWithShape="0">
                    <a:prstClr val="black">
                      <a:alpha val="25000"/>
                    </a:prstClr>
                  </a:outerShdw>
                </a:effectLst>
                <a:latin typeface="Bauhaus 93" pitchFamily="82" charset="0"/>
              </a:rPr>
              <a:t>P.L</a:t>
            </a:r>
            <a:r>
              <a:rPr lang="es-MX" sz="3600" dirty="0">
                <a:solidFill>
                  <a:schemeClr val="bg1"/>
                </a:solidFill>
                <a:effectLst>
                  <a:outerShdw blurRad="63500" dist="38100" dir="5400000" algn="t" rotWithShape="0">
                    <a:prstClr val="black">
                      <a:alpha val="25000"/>
                    </a:prstClr>
                  </a:outerShdw>
                </a:effectLst>
                <a:latin typeface="Bauhaus 93" pitchFamily="82" charset="0"/>
              </a:rPr>
              <a:t>.</a:t>
            </a:r>
            <a:endParaRPr lang="es-PE" sz="3600" dirty="0">
              <a:solidFill>
                <a:schemeClr val="bg1"/>
              </a:solidFill>
              <a:effectLst>
                <a:outerShdw blurRad="63500" dist="38100" dir="5400000" algn="t" rotWithShape="0">
                  <a:prstClr val="black">
                    <a:alpha val="25000"/>
                  </a:prstClr>
                </a:outerShdw>
              </a:effectLst>
              <a:latin typeface="Bauhaus 93" pitchFamily="82" charset="0"/>
            </a:endParaRPr>
          </a:p>
        </p:txBody>
      </p:sp>
      <p:sp>
        <p:nvSpPr>
          <p:cNvPr id="4" name="1 Título">
            <a:extLst>
              <a:ext uri="{FF2B5EF4-FFF2-40B4-BE49-F238E27FC236}">
                <a16:creationId xmlns:a16="http://schemas.microsoft.com/office/drawing/2014/main" id="{EFCF5987-7064-4C91-97BE-55C304B07903}"/>
              </a:ext>
            </a:extLst>
          </p:cNvPr>
          <p:cNvSpPr>
            <a:spLocks/>
          </p:cNvSpPr>
          <p:nvPr/>
        </p:nvSpPr>
        <p:spPr bwMode="auto">
          <a:xfrm>
            <a:off x="7753423" y="1499915"/>
            <a:ext cx="4067101" cy="503510"/>
          </a:xfrm>
          <a:prstGeom prst="rect">
            <a:avLst/>
          </a:prstGeom>
          <a:noFill/>
          <a:ln w="9525">
            <a:solidFill>
              <a:srgbClr val="11AF3A"/>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just"/>
            <a:r>
              <a:rPr lang="es-ES" altLang="es-PE" sz="2400" dirty="0">
                <a:latin typeface="Arial" panose="020B0604020202020204" pitchFamily="34" charset="0"/>
                <a:cs typeface="Arial" panose="020B0604020202020204" pitchFamily="34" charset="0"/>
              </a:rPr>
              <a:t>Representa la necesidad</a:t>
            </a:r>
          </a:p>
        </p:txBody>
      </p:sp>
      <p:sp>
        <p:nvSpPr>
          <p:cNvPr id="5" name="1 Título">
            <a:extLst>
              <a:ext uri="{FF2B5EF4-FFF2-40B4-BE49-F238E27FC236}">
                <a16:creationId xmlns:a16="http://schemas.microsoft.com/office/drawing/2014/main" id="{BA4233E8-C949-40B7-90B6-E8052B02A8FC}"/>
              </a:ext>
            </a:extLst>
          </p:cNvPr>
          <p:cNvSpPr>
            <a:spLocks/>
          </p:cNvSpPr>
          <p:nvPr/>
        </p:nvSpPr>
        <p:spPr bwMode="auto">
          <a:xfrm>
            <a:off x="7753423" y="2003425"/>
            <a:ext cx="4067102" cy="927100"/>
          </a:xfrm>
          <a:prstGeom prst="rect">
            <a:avLst/>
          </a:prstGeom>
          <a:noFill/>
          <a:ln w="9525">
            <a:solidFill>
              <a:srgbClr val="11AF3A"/>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just"/>
            <a:r>
              <a:rPr lang="es-ES" altLang="es-PE" sz="2400" dirty="0">
                <a:latin typeface="Arial" panose="020B0604020202020204" pitchFamily="34" charset="0"/>
                <a:cs typeface="Arial" panose="020B0604020202020204" pitchFamily="34" charset="0"/>
              </a:rPr>
              <a:t>Define las reglas de juego o las reglas del negocio.</a:t>
            </a:r>
          </a:p>
        </p:txBody>
      </p:sp>
      <p:sp>
        <p:nvSpPr>
          <p:cNvPr id="7" name="1 Título">
            <a:extLst>
              <a:ext uri="{FF2B5EF4-FFF2-40B4-BE49-F238E27FC236}">
                <a16:creationId xmlns:a16="http://schemas.microsoft.com/office/drawing/2014/main" id="{051713ED-9894-4553-B30C-6B61F90B4850}"/>
              </a:ext>
            </a:extLst>
          </p:cNvPr>
          <p:cNvSpPr>
            <a:spLocks/>
          </p:cNvSpPr>
          <p:nvPr/>
        </p:nvSpPr>
        <p:spPr bwMode="auto">
          <a:xfrm>
            <a:off x="7753423" y="3059113"/>
            <a:ext cx="4105202" cy="1333500"/>
          </a:xfrm>
          <a:prstGeom prst="rect">
            <a:avLst/>
          </a:prstGeom>
          <a:noFill/>
          <a:ln w="9525">
            <a:solidFill>
              <a:srgbClr val="11AF3A"/>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eaLnBrk="1" hangingPunct="1"/>
            <a:r>
              <a:rPr lang="es-ES" altLang="es-PE" sz="2400" dirty="0">
                <a:latin typeface="Arial" panose="020B0604020202020204" pitchFamily="34" charset="0"/>
                <a:cs typeface="Arial" panose="020B0604020202020204" pitchFamily="34" charset="0"/>
              </a:rPr>
              <a:t>Define las limitaciones o normas que deben respetarse para el análisis.</a:t>
            </a:r>
          </a:p>
        </p:txBody>
      </p:sp>
      <p:sp>
        <p:nvSpPr>
          <p:cNvPr id="8" name="AutoShape 22">
            <a:extLst>
              <a:ext uri="{FF2B5EF4-FFF2-40B4-BE49-F238E27FC236}">
                <a16:creationId xmlns:a16="http://schemas.microsoft.com/office/drawing/2014/main" id="{D8FF4563-C13E-4879-93DB-871D9341FD06}"/>
              </a:ext>
            </a:extLst>
          </p:cNvPr>
          <p:cNvSpPr>
            <a:spLocks noChangeArrowheads="1"/>
          </p:cNvSpPr>
          <p:nvPr/>
        </p:nvSpPr>
        <p:spPr bwMode="auto">
          <a:xfrm>
            <a:off x="7219507" y="1569566"/>
            <a:ext cx="533917" cy="503510"/>
          </a:xfrm>
          <a:prstGeom prst="leftArrow">
            <a:avLst>
              <a:gd name="adj1" fmla="val 50000"/>
              <a:gd name="adj2" fmla="val 45570"/>
            </a:avLst>
          </a:prstGeom>
          <a:solidFill>
            <a:schemeClr val="accent1"/>
          </a:solidFill>
          <a:ln w="9525">
            <a:solidFill>
              <a:schemeClr val="tx1"/>
            </a:solidFill>
            <a:miter lim="800000"/>
            <a:headEnd/>
            <a:tailEnd/>
          </a:ln>
        </p:spPr>
        <p:txBody>
          <a:bodyPr wrap="none" anchor="ctr"/>
          <a:lstStyle/>
          <a:p>
            <a:pPr eaLnBrk="1" hangingPunct="1"/>
            <a:endParaRPr lang="es-PE" altLang="es-PE" sz="2400" dirty="0">
              <a:latin typeface="Arial" panose="020B0604020202020204" pitchFamily="34" charset="0"/>
              <a:cs typeface="Arial" panose="020B0604020202020204" pitchFamily="34" charset="0"/>
            </a:endParaRPr>
          </a:p>
        </p:txBody>
      </p:sp>
      <p:sp>
        <p:nvSpPr>
          <p:cNvPr id="9" name="AutoShape 23">
            <a:extLst>
              <a:ext uri="{FF2B5EF4-FFF2-40B4-BE49-F238E27FC236}">
                <a16:creationId xmlns:a16="http://schemas.microsoft.com/office/drawing/2014/main" id="{B5B6F37C-4B21-4BFB-B39F-26EDCF758B32}"/>
              </a:ext>
            </a:extLst>
          </p:cNvPr>
          <p:cNvSpPr>
            <a:spLocks noChangeArrowheads="1"/>
          </p:cNvSpPr>
          <p:nvPr/>
        </p:nvSpPr>
        <p:spPr bwMode="auto">
          <a:xfrm>
            <a:off x="7198242" y="3349368"/>
            <a:ext cx="555182" cy="531516"/>
          </a:xfrm>
          <a:prstGeom prst="leftArrow">
            <a:avLst>
              <a:gd name="adj1" fmla="val 50000"/>
              <a:gd name="adj2" fmla="val 45570"/>
            </a:avLst>
          </a:prstGeom>
          <a:solidFill>
            <a:srgbClr val="11AF3A"/>
          </a:solidFill>
          <a:ln w="9525">
            <a:solidFill>
              <a:schemeClr val="tx1"/>
            </a:solidFill>
            <a:miter lim="800000"/>
            <a:headEnd/>
            <a:tailEnd/>
          </a:ln>
        </p:spPr>
        <p:txBody>
          <a:bodyPr wrap="none" anchor="ctr"/>
          <a:lstStyle/>
          <a:p>
            <a:pPr eaLnBrk="1" hangingPunct="1"/>
            <a:endParaRPr lang="es-PE" altLang="es-PE"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533725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9"/>
          <p:cNvSpPr txBox="1">
            <a:spLocks noRot="1" noChangeArrowheads="1"/>
          </p:cNvSpPr>
          <p:nvPr/>
        </p:nvSpPr>
        <p:spPr bwMode="auto">
          <a:xfrm>
            <a:off x="2999656" y="1340768"/>
            <a:ext cx="7668344" cy="5389606"/>
          </a:xfrm>
          <a:prstGeom prst="rect">
            <a:avLst/>
          </a:prstGeom>
          <a:noFill/>
          <a:ln w="9525">
            <a:noFill/>
            <a:miter lim="800000"/>
            <a:headEnd/>
            <a:tailEnd/>
          </a:ln>
        </p:spPr>
        <p:txBody>
          <a:bodyPr anchor="ctr"/>
          <a:lstStyle/>
          <a:p>
            <a:r>
              <a:rPr lang="es-ES_tradnl" sz="2400" b="1" dirty="0">
                <a:solidFill>
                  <a:srgbClr val="FF0000"/>
                </a:solidFill>
                <a:latin typeface="Arial Narrow" pitchFamily="34" charset="0"/>
              </a:rPr>
              <a:t>I) Identificación de las variables</a:t>
            </a:r>
            <a:endParaRPr lang="es-ES" sz="2400" dirty="0">
              <a:solidFill>
                <a:srgbClr val="FF0000"/>
              </a:solidFill>
              <a:latin typeface="Arial Narrow" pitchFamily="34" charset="0"/>
            </a:endParaRPr>
          </a:p>
          <a:p>
            <a:r>
              <a:rPr lang="es-ES_tradnl" sz="2400" dirty="0">
                <a:solidFill>
                  <a:schemeClr val="bg2">
                    <a:lumMod val="50000"/>
                  </a:schemeClr>
                </a:solidFill>
                <a:latin typeface="Arial Narrow" pitchFamily="34" charset="0"/>
              </a:rPr>
              <a:t>   </a:t>
            </a:r>
            <a:r>
              <a:rPr lang="es-ES_tradnl" sz="2400" b="1" dirty="0">
                <a:solidFill>
                  <a:schemeClr val="bg2">
                    <a:lumMod val="50000"/>
                  </a:schemeClr>
                </a:solidFill>
                <a:latin typeface="Arial Narrow" pitchFamily="34" charset="0"/>
              </a:rPr>
              <a:t>Xij = # de consultores que viajan del origen i al destino j</a:t>
            </a:r>
            <a:endParaRPr lang="es-ES" sz="2400" b="1" dirty="0">
              <a:solidFill>
                <a:schemeClr val="bg2">
                  <a:lumMod val="50000"/>
                </a:schemeClr>
              </a:solidFill>
              <a:latin typeface="Arial Narrow" pitchFamily="34" charset="0"/>
            </a:endParaRPr>
          </a:p>
          <a:p>
            <a:r>
              <a:rPr lang="es-ES_tradnl" sz="2400" b="1" dirty="0">
                <a:solidFill>
                  <a:srgbClr val="FF0000"/>
                </a:solidFill>
                <a:latin typeface="Arial Narrow" pitchFamily="34" charset="0"/>
              </a:rPr>
              <a:t>II) Identificación de la </a:t>
            </a:r>
            <a:r>
              <a:rPr lang="es-ES" sz="2400" b="1" dirty="0">
                <a:solidFill>
                  <a:srgbClr val="FF0000"/>
                </a:solidFill>
                <a:latin typeface="Arial Narrow" pitchFamily="34" charset="0"/>
              </a:rPr>
              <a:t>función objetivo</a:t>
            </a:r>
            <a:endParaRPr lang="es-ES" sz="2400" dirty="0">
              <a:solidFill>
                <a:srgbClr val="FF0000"/>
              </a:solidFill>
              <a:latin typeface="Arial Narrow" pitchFamily="34" charset="0"/>
            </a:endParaRPr>
          </a:p>
          <a:p>
            <a:r>
              <a:rPr lang="es-ES_tradnl" sz="2400" b="1" dirty="0">
                <a:solidFill>
                  <a:schemeClr val="bg2">
                    <a:lumMod val="50000"/>
                  </a:schemeClr>
                </a:solidFill>
                <a:latin typeface="Arial Narrow" pitchFamily="34" charset="0"/>
              </a:rPr>
              <a:t>   Max 540X11+300X12+420X13+500X21+330X22+330X23+</a:t>
            </a:r>
          </a:p>
          <a:p>
            <a:r>
              <a:rPr lang="es-ES_tradnl" sz="2400" b="1" dirty="0">
                <a:solidFill>
                  <a:schemeClr val="bg2">
                    <a:lumMod val="50000"/>
                  </a:schemeClr>
                </a:solidFill>
                <a:latin typeface="Arial Narrow" pitchFamily="34" charset="0"/>
              </a:rPr>
              <a:t>           520X31+310X32+350X33 </a:t>
            </a:r>
            <a:endParaRPr lang="es-ES" sz="2400" b="1" dirty="0">
              <a:solidFill>
                <a:schemeClr val="bg2">
                  <a:lumMod val="50000"/>
                </a:schemeClr>
              </a:solidFill>
              <a:latin typeface="Arial Narrow" pitchFamily="34" charset="0"/>
            </a:endParaRPr>
          </a:p>
          <a:p>
            <a:r>
              <a:rPr lang="es-ES_tradnl" sz="2400" b="1" dirty="0">
                <a:solidFill>
                  <a:srgbClr val="FF0000"/>
                </a:solidFill>
                <a:latin typeface="Arial Narrow" pitchFamily="34" charset="0"/>
              </a:rPr>
              <a:t>III) Identificación de las restricciones</a:t>
            </a:r>
            <a:endParaRPr lang="es-ES" sz="2400" dirty="0">
              <a:solidFill>
                <a:srgbClr val="FF0000"/>
              </a:solidFill>
              <a:latin typeface="Arial Narrow" pitchFamily="34" charset="0"/>
            </a:endParaRPr>
          </a:p>
          <a:p>
            <a:r>
              <a:rPr lang="es-ES_tradnl" sz="2400" dirty="0">
                <a:solidFill>
                  <a:schemeClr val="bg2">
                    <a:lumMod val="50000"/>
                  </a:schemeClr>
                </a:solidFill>
                <a:latin typeface="Arial Narrow" pitchFamily="34" charset="0"/>
              </a:rPr>
              <a:t> 	</a:t>
            </a:r>
            <a:r>
              <a:rPr lang="es-ES_tradnl" sz="2400" b="1" dirty="0">
                <a:solidFill>
                  <a:schemeClr val="bg2">
                    <a:lumMod val="50000"/>
                  </a:schemeClr>
                </a:solidFill>
                <a:latin typeface="Arial Narrow" pitchFamily="34" charset="0"/>
              </a:rPr>
              <a:t>X11+X12+X13 ≤ 2 </a:t>
            </a:r>
            <a:endParaRPr lang="es-ES" sz="2400" b="1" dirty="0">
              <a:solidFill>
                <a:schemeClr val="bg2">
                  <a:lumMod val="50000"/>
                </a:schemeClr>
              </a:solidFill>
              <a:latin typeface="Arial Narrow" pitchFamily="34" charset="0"/>
            </a:endParaRPr>
          </a:p>
          <a:p>
            <a:r>
              <a:rPr lang="es-ES_tradnl" sz="2400" b="1" dirty="0">
                <a:solidFill>
                  <a:schemeClr val="bg2">
                    <a:lumMod val="50000"/>
                  </a:schemeClr>
                </a:solidFill>
                <a:latin typeface="Arial Narrow" pitchFamily="34" charset="0"/>
              </a:rPr>
              <a:t>	X21+X22+X23 ≤ 1 </a:t>
            </a:r>
            <a:endParaRPr lang="es-ES" sz="2400" b="1" dirty="0">
              <a:solidFill>
                <a:schemeClr val="bg2">
                  <a:lumMod val="50000"/>
                </a:schemeClr>
              </a:solidFill>
              <a:latin typeface="Arial Narrow" pitchFamily="34" charset="0"/>
            </a:endParaRPr>
          </a:p>
          <a:p>
            <a:r>
              <a:rPr lang="es-ES_tradnl" sz="2400" b="1" dirty="0">
                <a:solidFill>
                  <a:schemeClr val="bg2">
                    <a:lumMod val="50000"/>
                  </a:schemeClr>
                </a:solidFill>
                <a:latin typeface="Arial Narrow" pitchFamily="34" charset="0"/>
              </a:rPr>
              <a:t>	X31+X32+X33 ≤ 4 </a:t>
            </a:r>
            <a:endParaRPr lang="es-ES" sz="2400" b="1" dirty="0">
              <a:solidFill>
                <a:schemeClr val="bg2">
                  <a:lumMod val="50000"/>
                </a:schemeClr>
              </a:solidFill>
              <a:latin typeface="Arial Narrow" pitchFamily="34" charset="0"/>
            </a:endParaRPr>
          </a:p>
          <a:p>
            <a:r>
              <a:rPr lang="es-ES_tradnl" sz="2400" b="1" dirty="0">
                <a:solidFill>
                  <a:schemeClr val="bg2">
                    <a:lumMod val="50000"/>
                  </a:schemeClr>
                </a:solidFill>
                <a:latin typeface="Arial Narrow" pitchFamily="34" charset="0"/>
              </a:rPr>
              <a:t>	X11+X21+X31 = 3 </a:t>
            </a:r>
            <a:endParaRPr lang="es-ES" sz="2400" b="1" dirty="0">
              <a:solidFill>
                <a:schemeClr val="bg2">
                  <a:lumMod val="50000"/>
                </a:schemeClr>
              </a:solidFill>
              <a:latin typeface="Arial Narrow" pitchFamily="34" charset="0"/>
            </a:endParaRPr>
          </a:p>
          <a:p>
            <a:r>
              <a:rPr lang="es-ES_tradnl" sz="2400" b="1" dirty="0">
                <a:solidFill>
                  <a:schemeClr val="bg2">
                    <a:lumMod val="50000"/>
                  </a:schemeClr>
                </a:solidFill>
                <a:latin typeface="Arial Narrow" pitchFamily="34" charset="0"/>
              </a:rPr>
              <a:t>	X12+X22+X32 = 2 </a:t>
            </a:r>
            <a:endParaRPr lang="es-ES" sz="2400" b="1" dirty="0">
              <a:solidFill>
                <a:schemeClr val="bg2">
                  <a:lumMod val="50000"/>
                </a:schemeClr>
              </a:solidFill>
              <a:latin typeface="Arial Narrow" pitchFamily="34" charset="0"/>
            </a:endParaRPr>
          </a:p>
          <a:p>
            <a:r>
              <a:rPr lang="es-ES_tradnl" sz="2400" b="1" dirty="0">
                <a:solidFill>
                  <a:schemeClr val="bg2">
                    <a:lumMod val="50000"/>
                  </a:schemeClr>
                </a:solidFill>
                <a:latin typeface="Arial Narrow" pitchFamily="34" charset="0"/>
              </a:rPr>
              <a:t>	X13+X23+X33 = 1 </a:t>
            </a:r>
            <a:endParaRPr lang="es-ES" sz="2400" b="1" dirty="0">
              <a:solidFill>
                <a:schemeClr val="bg2">
                  <a:lumMod val="50000"/>
                </a:schemeClr>
              </a:solidFill>
              <a:latin typeface="Arial Narrow" pitchFamily="34" charset="0"/>
            </a:endParaRPr>
          </a:p>
          <a:p>
            <a:r>
              <a:rPr lang="es-ES_tradnl" sz="2400" b="1" dirty="0">
                <a:solidFill>
                  <a:schemeClr val="bg2">
                    <a:lumMod val="50000"/>
                  </a:schemeClr>
                </a:solidFill>
                <a:latin typeface="Arial Narrow" pitchFamily="34" charset="0"/>
              </a:rPr>
              <a:t>	                   Xij ≥ 0 ; entero</a:t>
            </a:r>
            <a:endParaRPr lang="es-PE" sz="2400" b="1" dirty="0">
              <a:solidFill>
                <a:schemeClr val="bg2">
                  <a:lumMod val="50000"/>
                </a:schemeClr>
              </a:solidFill>
              <a:latin typeface="Arial Narrow" pitchFamily="34" charset="0"/>
              <a:cs typeface="Arial" charset="0"/>
            </a:endParaRPr>
          </a:p>
        </p:txBody>
      </p:sp>
      <p:sp>
        <p:nvSpPr>
          <p:cNvPr id="9" name="Rectangle 2"/>
          <p:cNvSpPr txBox="1">
            <a:spLocks noChangeArrowheads="1"/>
          </p:cNvSpPr>
          <p:nvPr/>
        </p:nvSpPr>
        <p:spPr>
          <a:xfrm>
            <a:off x="6096000" y="137620"/>
            <a:ext cx="6096000" cy="792088"/>
          </a:xfrm>
          <a:prstGeom prst="rect">
            <a:avLst/>
          </a:prstGeom>
          <a:noFill/>
          <a:ln w="9525">
            <a:noFill/>
            <a:miter lim="800000"/>
            <a:headEnd/>
            <a:tailEnd/>
          </a:ln>
          <a:effectLst/>
        </p:spPr>
        <p:txBody>
          <a:bodyPr spcFirstLastPara="1" vert="horz" wrap="square" lIns="91440" tIns="45720" rIns="91440" bIns="45720" numCol="1" anchor="ctr" anchorCtr="0" compatLnSpc="1">
            <a:prstTxWarp prst="textNoShape">
              <a:avLst/>
            </a:prstTxWarp>
            <a:noAutofit/>
          </a:bodyPr>
          <a:lstStyle>
            <a:defPPr marR="0" lvl="0" algn="l" rtl="0">
              <a:lnSpc>
                <a:spcPct val="100000"/>
              </a:lnSpc>
              <a:spcBef>
                <a:spcPts val="0"/>
              </a:spcBef>
              <a:spcAft>
                <a:spcPts val="0"/>
              </a:spcAft>
            </a:defPPr>
            <a:lvl1pPr>
              <a:buClr>
                <a:schemeClr val="lt1"/>
              </a:buClr>
              <a:buSzPts val="3200"/>
              <a:buFont typeface="Lexend Deca"/>
              <a:buNone/>
              <a:defRPr sz="3200" b="1">
                <a:solidFill>
                  <a:schemeClr val="lt1"/>
                </a:solidFill>
                <a:latin typeface="Lexend Deca"/>
                <a:ea typeface="Lexend Deca"/>
                <a:cs typeface="Lexend Deca"/>
                <a:sym typeface="Lexend Deca"/>
              </a:defRPr>
            </a:lvl1pPr>
            <a:lvl2pPr marL="533400" indent="9525">
              <a:lnSpc>
                <a:spcPct val="90000"/>
              </a:lnSpc>
              <a:spcBef>
                <a:spcPct val="0"/>
              </a:spcBef>
              <a:buClr>
                <a:schemeClr val="lt1"/>
              </a:buClr>
              <a:buSzPts val="3200"/>
              <a:buFont typeface="Lexend Deca"/>
              <a:buNone/>
              <a:defRPr sz="2800" b="1">
                <a:solidFill>
                  <a:srgbClr val="FFFF00"/>
                </a:solidFill>
                <a:latin typeface="Arial Narrow" pitchFamily="34" charset="0"/>
                <a:ea typeface="Lexend Deca"/>
                <a:cs typeface="Lexend Deca"/>
                <a:sym typeface="Lexend Deca"/>
              </a:defRPr>
            </a:lvl2pPr>
            <a:lvl3pPr>
              <a:buClr>
                <a:schemeClr val="lt1"/>
              </a:buClr>
              <a:buSzPts val="3200"/>
              <a:buFont typeface="Lexend Deca"/>
              <a:buNone/>
              <a:defRPr sz="3200" b="1">
                <a:solidFill>
                  <a:schemeClr val="lt1"/>
                </a:solidFill>
                <a:latin typeface="Lexend Deca"/>
                <a:ea typeface="Lexend Deca"/>
                <a:cs typeface="Lexend Deca"/>
                <a:sym typeface="Lexend Deca"/>
              </a:defRPr>
            </a:lvl3pPr>
            <a:lvl4pPr>
              <a:buClr>
                <a:schemeClr val="lt1"/>
              </a:buClr>
              <a:buSzPts val="3200"/>
              <a:buFont typeface="Lexend Deca"/>
              <a:buNone/>
              <a:defRPr sz="3200" b="1">
                <a:solidFill>
                  <a:schemeClr val="lt1"/>
                </a:solidFill>
                <a:latin typeface="Lexend Deca"/>
                <a:ea typeface="Lexend Deca"/>
                <a:cs typeface="Lexend Deca"/>
                <a:sym typeface="Lexend Deca"/>
              </a:defRPr>
            </a:lvl4pPr>
            <a:lvl5pPr>
              <a:buClr>
                <a:schemeClr val="lt1"/>
              </a:buClr>
              <a:buSzPts val="3200"/>
              <a:buFont typeface="Lexend Deca"/>
              <a:buNone/>
              <a:defRPr sz="3200" b="1">
                <a:solidFill>
                  <a:schemeClr val="lt1"/>
                </a:solidFill>
                <a:latin typeface="Lexend Deca"/>
                <a:ea typeface="Lexend Deca"/>
                <a:cs typeface="Lexend Deca"/>
                <a:sym typeface="Lexend Deca"/>
              </a:defRPr>
            </a:lvl5pPr>
            <a:lvl6pPr>
              <a:buClr>
                <a:schemeClr val="lt1"/>
              </a:buClr>
              <a:buSzPts val="3200"/>
              <a:buFont typeface="Lexend Deca"/>
              <a:buNone/>
              <a:defRPr sz="3200" b="1">
                <a:solidFill>
                  <a:schemeClr val="lt1"/>
                </a:solidFill>
                <a:latin typeface="Lexend Deca"/>
                <a:ea typeface="Lexend Deca"/>
                <a:cs typeface="Lexend Deca"/>
                <a:sym typeface="Lexend Deca"/>
              </a:defRPr>
            </a:lvl6pPr>
            <a:lvl7pPr>
              <a:buClr>
                <a:schemeClr val="lt1"/>
              </a:buClr>
              <a:buSzPts val="3200"/>
              <a:buFont typeface="Lexend Deca"/>
              <a:buNone/>
              <a:defRPr sz="3200" b="1">
                <a:solidFill>
                  <a:schemeClr val="lt1"/>
                </a:solidFill>
                <a:latin typeface="Lexend Deca"/>
                <a:ea typeface="Lexend Deca"/>
                <a:cs typeface="Lexend Deca"/>
                <a:sym typeface="Lexend Deca"/>
              </a:defRPr>
            </a:lvl7pPr>
            <a:lvl8pPr>
              <a:buClr>
                <a:schemeClr val="lt1"/>
              </a:buClr>
              <a:buSzPts val="3200"/>
              <a:buFont typeface="Lexend Deca"/>
              <a:buNone/>
              <a:defRPr sz="3200" b="1">
                <a:solidFill>
                  <a:schemeClr val="lt1"/>
                </a:solidFill>
                <a:latin typeface="Lexend Deca"/>
                <a:ea typeface="Lexend Deca"/>
                <a:cs typeface="Lexend Deca"/>
                <a:sym typeface="Lexend Deca"/>
              </a:defRPr>
            </a:lvl8pPr>
            <a:lvl9pPr>
              <a:buClr>
                <a:schemeClr val="lt1"/>
              </a:buClr>
              <a:buSzPts val="3200"/>
              <a:buFont typeface="Lexend Deca"/>
              <a:buNone/>
              <a:defRPr sz="3200" b="1">
                <a:solidFill>
                  <a:schemeClr val="lt1"/>
                </a:solidFill>
                <a:latin typeface="Lexend Deca"/>
                <a:ea typeface="Lexend Deca"/>
                <a:cs typeface="Lexend Deca"/>
                <a:sym typeface="Lexend Deca"/>
              </a:defRPr>
            </a:lvl9pPr>
          </a:lstStyle>
          <a:p>
            <a:pPr lvl="1" algn="ctr"/>
            <a:r>
              <a:rPr lang="en" sz="3200" b="0" dirty="0">
                <a:solidFill>
                  <a:schemeClr val="bg1"/>
                </a:solidFill>
                <a:latin typeface="Bauhaus 93" pitchFamily="82" charset="0"/>
                <a:ea typeface="Arial"/>
                <a:cs typeface="Arial"/>
              </a:rPr>
              <a:t>Modelo matemático</a:t>
            </a:r>
            <a:endParaRPr lang="es-ES" sz="3200" b="0" dirty="0">
              <a:solidFill>
                <a:schemeClr val="bg1"/>
              </a:solidFill>
              <a:latin typeface="Bauhaus 93" pitchFamily="82" charset="0"/>
              <a:ea typeface="Arial"/>
              <a:cs typeface="Arial"/>
            </a:endParaRPr>
          </a:p>
        </p:txBody>
      </p:sp>
    </p:spTree>
    <p:extLst>
      <p:ext uri="{BB962C8B-B14F-4D97-AF65-F5344CB8AC3E}">
        <p14:creationId xmlns:p14="http://schemas.microsoft.com/office/powerpoint/2010/main" val="138208628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68" decel="100000"/>
                                        <p:tgtEl>
                                          <p:spTgt spid="4"/>
                                        </p:tgtEl>
                                      </p:cBhvr>
                                    </p:animEffect>
                                    <p:animScale>
                                      <p:cBhvr>
                                        <p:cTn id="8" dur="768" decel="100000"/>
                                        <p:tgtEl>
                                          <p:spTgt spid="4"/>
                                        </p:tgtEl>
                                      </p:cBhvr>
                                      <p:from x="10000" y="10000"/>
                                      <p:to x="200000" y="450000"/>
                                    </p:animScale>
                                    <p:animScale>
                                      <p:cBhvr>
                                        <p:cTn id="9" dur="1230" accel="100000" fill="hold">
                                          <p:stCondLst>
                                            <p:cond delay="768"/>
                                          </p:stCondLst>
                                        </p:cTn>
                                        <p:tgtEl>
                                          <p:spTgt spid="4"/>
                                        </p:tgtEl>
                                      </p:cBhvr>
                                      <p:from x="200000" y="450000"/>
                                      <p:to x="100000" y="100000"/>
                                    </p:animScale>
                                    <p:set>
                                      <p:cBhvr>
                                        <p:cTn id="10" dur="768" fill="hold"/>
                                        <p:tgtEl>
                                          <p:spTgt spid="4"/>
                                        </p:tgtEl>
                                        <p:attrNameLst>
                                          <p:attrName>ppt_x</p:attrName>
                                        </p:attrNameLst>
                                      </p:cBhvr>
                                      <p:to>
                                        <p:strVal val="(0.5)"/>
                                      </p:to>
                                    </p:set>
                                    <p:anim from="(0.5)" to="(#ppt_x)" calcmode="lin" valueType="num">
                                      <p:cBhvr>
                                        <p:cTn id="11" dur="1230" accel="100000" fill="hold">
                                          <p:stCondLst>
                                            <p:cond delay="768"/>
                                          </p:stCondLst>
                                        </p:cTn>
                                        <p:tgtEl>
                                          <p:spTgt spid="4"/>
                                        </p:tgtEl>
                                        <p:attrNameLst>
                                          <p:attrName>ppt_x</p:attrName>
                                        </p:attrNameLst>
                                      </p:cBhvr>
                                    </p:anim>
                                    <p:set>
                                      <p:cBhvr>
                                        <p:cTn id="12" dur="768" fill="hold"/>
                                        <p:tgtEl>
                                          <p:spTgt spid="4"/>
                                        </p:tgtEl>
                                        <p:attrNameLst>
                                          <p:attrName>ppt_y</p:attrName>
                                        </p:attrNameLst>
                                      </p:cBhvr>
                                      <p:to>
                                        <p:strVal val="(#ppt_y+0.4)"/>
                                      </p:to>
                                    </p:set>
                                    <p:anim from="(#ppt_y+0.4)" to="(#ppt_y)" calcmode="lin" valueType="num">
                                      <p:cBhvr>
                                        <p:cTn id="13" dur="1230" accel="100000" fill="hold">
                                          <p:stCondLst>
                                            <p:cond delay="768"/>
                                          </p:stCondLst>
                                        </p:cTn>
                                        <p:tgtEl>
                                          <p:spTgt spid="4"/>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9"/>
          <p:cNvSpPr txBox="1">
            <a:spLocks noRot="1" noChangeArrowheads="1"/>
          </p:cNvSpPr>
          <p:nvPr/>
        </p:nvSpPr>
        <p:spPr bwMode="auto">
          <a:xfrm>
            <a:off x="0" y="0"/>
            <a:ext cx="6096000" cy="6858000"/>
          </a:xfrm>
          <a:prstGeom prst="rect">
            <a:avLst/>
          </a:prstGeom>
          <a:solidFill>
            <a:schemeClr val="accent1">
              <a:lumMod val="40000"/>
              <a:lumOff val="60000"/>
            </a:schemeClr>
          </a:solidFill>
          <a:ln w="9525">
            <a:noFill/>
            <a:miter lim="800000"/>
            <a:headEnd/>
            <a:tailEnd/>
          </a:ln>
        </p:spPr>
        <p:txBody>
          <a:bodyPr anchor="ctr"/>
          <a:lstStyle/>
          <a:p>
            <a:r>
              <a:rPr lang="es-ES_tradnl" sz="2400" b="1" dirty="0">
                <a:latin typeface="Arial Narrow" pitchFamily="34" charset="0"/>
              </a:rPr>
              <a:t>Max 540X11+300X12+420X13+500X21+330X22+</a:t>
            </a:r>
          </a:p>
          <a:p>
            <a:r>
              <a:rPr lang="es-ES_tradnl" sz="2400" b="1" dirty="0">
                <a:latin typeface="Arial Narrow" pitchFamily="34" charset="0"/>
              </a:rPr>
              <a:t>330X23+520X31+310X32+350X33 </a:t>
            </a:r>
            <a:endParaRPr lang="es-ES" sz="2400" b="1" dirty="0">
              <a:latin typeface="Arial Narrow" pitchFamily="34" charset="0"/>
            </a:endParaRPr>
          </a:p>
          <a:p>
            <a:r>
              <a:rPr lang="es-ES" sz="2400" b="1" dirty="0">
                <a:solidFill>
                  <a:srgbClr val="FF0000"/>
                </a:solidFill>
                <a:latin typeface="Arial Narrow" pitchFamily="34" charset="0"/>
              </a:rPr>
              <a:t>SUBJECT TO</a:t>
            </a:r>
            <a:endParaRPr lang="es-ES" sz="2400" dirty="0">
              <a:solidFill>
                <a:srgbClr val="FF0000"/>
              </a:solidFill>
              <a:latin typeface="Arial Narrow" pitchFamily="34" charset="0"/>
            </a:endParaRPr>
          </a:p>
          <a:p>
            <a:r>
              <a:rPr lang="es-ES_tradnl" sz="2400" dirty="0">
                <a:latin typeface="Arial Narrow" pitchFamily="34" charset="0"/>
              </a:rPr>
              <a:t> 	</a:t>
            </a:r>
            <a:r>
              <a:rPr lang="es-ES_tradnl" sz="2400" b="1" dirty="0">
                <a:latin typeface="Arial Narrow" pitchFamily="34" charset="0"/>
              </a:rPr>
              <a:t>X11+X12+X13 &lt;= 2 </a:t>
            </a:r>
            <a:endParaRPr lang="es-ES" sz="2400" b="1" dirty="0">
              <a:latin typeface="Arial Narrow" pitchFamily="34" charset="0"/>
            </a:endParaRPr>
          </a:p>
          <a:p>
            <a:r>
              <a:rPr lang="es-ES_tradnl" sz="2400" b="1" dirty="0">
                <a:latin typeface="Arial Narrow" pitchFamily="34" charset="0"/>
              </a:rPr>
              <a:t>	X21+X22+X23 &lt;= 1 </a:t>
            </a:r>
            <a:endParaRPr lang="es-ES" sz="2400" b="1" dirty="0">
              <a:latin typeface="Arial Narrow" pitchFamily="34" charset="0"/>
            </a:endParaRPr>
          </a:p>
          <a:p>
            <a:r>
              <a:rPr lang="es-ES_tradnl" sz="2400" b="1" dirty="0">
                <a:latin typeface="Arial Narrow" pitchFamily="34" charset="0"/>
              </a:rPr>
              <a:t>	X31+X32+X33 &lt;= 4 </a:t>
            </a:r>
            <a:endParaRPr lang="es-ES" sz="2400" b="1" dirty="0">
              <a:latin typeface="Arial Narrow" pitchFamily="34" charset="0"/>
            </a:endParaRPr>
          </a:p>
          <a:p>
            <a:r>
              <a:rPr lang="es-ES_tradnl" sz="2400" b="1" dirty="0">
                <a:latin typeface="Arial Narrow" pitchFamily="34" charset="0"/>
              </a:rPr>
              <a:t>	X11+X21+X31 = 3 </a:t>
            </a:r>
            <a:endParaRPr lang="es-ES" sz="2400" b="1" dirty="0">
              <a:latin typeface="Arial Narrow" pitchFamily="34" charset="0"/>
            </a:endParaRPr>
          </a:p>
          <a:p>
            <a:r>
              <a:rPr lang="es-ES_tradnl" sz="2400" b="1" dirty="0">
                <a:latin typeface="Arial Narrow" pitchFamily="34" charset="0"/>
              </a:rPr>
              <a:t>	X12+X22+X32 = 2 </a:t>
            </a:r>
            <a:endParaRPr lang="es-ES" sz="2400" b="1" dirty="0">
              <a:latin typeface="Arial Narrow" pitchFamily="34" charset="0"/>
            </a:endParaRPr>
          </a:p>
          <a:p>
            <a:r>
              <a:rPr lang="es-ES_tradnl" sz="2400" b="1" dirty="0">
                <a:latin typeface="Arial Narrow" pitchFamily="34" charset="0"/>
              </a:rPr>
              <a:t>	X13+X23+X33 = 1 </a:t>
            </a:r>
            <a:endParaRPr lang="es-ES" sz="2400" b="1" dirty="0">
              <a:latin typeface="Arial Narrow" pitchFamily="34" charset="0"/>
            </a:endParaRPr>
          </a:p>
          <a:p>
            <a:r>
              <a:rPr lang="es-ES_tradnl" sz="2400" b="1" dirty="0">
                <a:solidFill>
                  <a:srgbClr val="FF0000"/>
                </a:solidFill>
                <a:latin typeface="Arial Narrow" pitchFamily="34" charset="0"/>
                <a:cs typeface="Arial" charset="0"/>
              </a:rPr>
              <a:t>END</a:t>
            </a:r>
          </a:p>
          <a:p>
            <a:r>
              <a:rPr lang="es-ES_tradnl" sz="2400" b="1" dirty="0">
                <a:latin typeface="Arial Narrow" pitchFamily="34" charset="0"/>
                <a:cs typeface="Arial" charset="0"/>
              </a:rPr>
              <a:t>GIN X11</a:t>
            </a:r>
          </a:p>
          <a:p>
            <a:r>
              <a:rPr lang="es-ES_tradnl" sz="2400" b="1" dirty="0">
                <a:latin typeface="Arial Narrow" pitchFamily="34" charset="0"/>
                <a:cs typeface="Arial" charset="0"/>
              </a:rPr>
              <a:t>GIN X12</a:t>
            </a:r>
          </a:p>
          <a:p>
            <a:r>
              <a:rPr lang="es-ES_tradnl" sz="2400" b="1" dirty="0">
                <a:latin typeface="Arial Narrow" pitchFamily="34" charset="0"/>
                <a:cs typeface="Arial" charset="0"/>
              </a:rPr>
              <a:t>GIN X13</a:t>
            </a:r>
          </a:p>
          <a:p>
            <a:r>
              <a:rPr lang="es-ES_tradnl" sz="2400" b="1" dirty="0">
                <a:latin typeface="Arial Narrow" pitchFamily="34" charset="0"/>
                <a:cs typeface="Arial" charset="0"/>
              </a:rPr>
              <a:t>GIN X21</a:t>
            </a:r>
          </a:p>
          <a:p>
            <a:r>
              <a:rPr lang="es-ES_tradnl" sz="2400" b="1" dirty="0">
                <a:latin typeface="Arial Narrow" pitchFamily="34" charset="0"/>
                <a:cs typeface="Arial" charset="0"/>
              </a:rPr>
              <a:t>GIN X22</a:t>
            </a:r>
          </a:p>
          <a:p>
            <a:r>
              <a:rPr lang="es-ES_tradnl" sz="2400" b="1" dirty="0">
                <a:latin typeface="Arial Narrow" pitchFamily="34" charset="0"/>
                <a:cs typeface="Arial" charset="0"/>
              </a:rPr>
              <a:t>GIN X23</a:t>
            </a:r>
          </a:p>
          <a:p>
            <a:r>
              <a:rPr lang="es-ES_tradnl" sz="2400" b="1" dirty="0">
                <a:latin typeface="Arial Narrow" pitchFamily="34" charset="0"/>
                <a:cs typeface="Arial" charset="0"/>
              </a:rPr>
              <a:t>GIN X31</a:t>
            </a:r>
          </a:p>
          <a:p>
            <a:r>
              <a:rPr lang="es-ES_tradnl" sz="2400" b="1" dirty="0">
                <a:latin typeface="Arial Narrow" pitchFamily="34" charset="0"/>
                <a:cs typeface="Arial" charset="0"/>
              </a:rPr>
              <a:t>GIN X32</a:t>
            </a:r>
          </a:p>
          <a:p>
            <a:r>
              <a:rPr lang="es-ES_tradnl" sz="2400" b="1" dirty="0">
                <a:latin typeface="Arial Narrow" pitchFamily="34" charset="0"/>
                <a:cs typeface="Arial" charset="0"/>
              </a:rPr>
              <a:t>GIN X33</a:t>
            </a:r>
            <a:endParaRPr lang="es-PE" sz="2400" b="1" dirty="0">
              <a:latin typeface="Arial Narrow" pitchFamily="34" charset="0"/>
              <a:cs typeface="Arial" charset="0"/>
            </a:endParaRPr>
          </a:p>
        </p:txBody>
      </p:sp>
      <p:sp>
        <p:nvSpPr>
          <p:cNvPr id="9" name="Rectangle 2"/>
          <p:cNvSpPr txBox="1">
            <a:spLocks noChangeArrowheads="1"/>
          </p:cNvSpPr>
          <p:nvPr/>
        </p:nvSpPr>
        <p:spPr>
          <a:xfrm>
            <a:off x="6096000" y="137620"/>
            <a:ext cx="6096000" cy="792088"/>
          </a:xfrm>
          <a:prstGeom prst="rect">
            <a:avLst/>
          </a:prstGeom>
          <a:noFill/>
          <a:ln w="9525">
            <a:noFill/>
            <a:miter lim="800000"/>
            <a:headEnd/>
            <a:tailEnd/>
          </a:ln>
          <a:effectLst/>
        </p:spPr>
        <p:txBody>
          <a:bodyPr spcFirstLastPara="1" vert="horz" wrap="square" lIns="91440" tIns="45720" rIns="91440" bIns="45720" numCol="1" anchor="ctr" anchorCtr="0" compatLnSpc="1">
            <a:prstTxWarp prst="textNoShape">
              <a:avLst/>
            </a:prstTxWarp>
            <a:noAutofit/>
          </a:bodyPr>
          <a:lstStyle>
            <a:defPPr marR="0" lvl="0" algn="l" rtl="0">
              <a:lnSpc>
                <a:spcPct val="100000"/>
              </a:lnSpc>
              <a:spcBef>
                <a:spcPts val="0"/>
              </a:spcBef>
              <a:spcAft>
                <a:spcPts val="0"/>
              </a:spcAft>
            </a:defPPr>
            <a:lvl1pPr>
              <a:buClr>
                <a:schemeClr val="lt1"/>
              </a:buClr>
              <a:buSzPts val="3200"/>
              <a:buFont typeface="Lexend Deca"/>
              <a:buNone/>
              <a:defRPr sz="3200" b="1">
                <a:solidFill>
                  <a:schemeClr val="lt1"/>
                </a:solidFill>
                <a:latin typeface="Lexend Deca"/>
                <a:ea typeface="Lexend Deca"/>
                <a:cs typeface="Lexend Deca"/>
                <a:sym typeface="Lexend Deca"/>
              </a:defRPr>
            </a:lvl1pPr>
            <a:lvl2pPr marL="533400" indent="9525">
              <a:lnSpc>
                <a:spcPct val="90000"/>
              </a:lnSpc>
              <a:spcBef>
                <a:spcPct val="0"/>
              </a:spcBef>
              <a:buClr>
                <a:schemeClr val="lt1"/>
              </a:buClr>
              <a:buSzPts val="3200"/>
              <a:buFont typeface="Lexend Deca"/>
              <a:buNone/>
              <a:defRPr sz="2800" b="1">
                <a:solidFill>
                  <a:srgbClr val="FFFF00"/>
                </a:solidFill>
                <a:latin typeface="Arial Narrow" pitchFamily="34" charset="0"/>
                <a:ea typeface="Lexend Deca"/>
                <a:cs typeface="Lexend Deca"/>
                <a:sym typeface="Lexend Deca"/>
              </a:defRPr>
            </a:lvl2pPr>
            <a:lvl3pPr>
              <a:buClr>
                <a:schemeClr val="lt1"/>
              </a:buClr>
              <a:buSzPts val="3200"/>
              <a:buFont typeface="Lexend Deca"/>
              <a:buNone/>
              <a:defRPr sz="3200" b="1">
                <a:solidFill>
                  <a:schemeClr val="lt1"/>
                </a:solidFill>
                <a:latin typeface="Lexend Deca"/>
                <a:ea typeface="Lexend Deca"/>
                <a:cs typeface="Lexend Deca"/>
                <a:sym typeface="Lexend Deca"/>
              </a:defRPr>
            </a:lvl3pPr>
            <a:lvl4pPr>
              <a:buClr>
                <a:schemeClr val="lt1"/>
              </a:buClr>
              <a:buSzPts val="3200"/>
              <a:buFont typeface="Lexend Deca"/>
              <a:buNone/>
              <a:defRPr sz="3200" b="1">
                <a:solidFill>
                  <a:schemeClr val="lt1"/>
                </a:solidFill>
                <a:latin typeface="Lexend Deca"/>
                <a:ea typeface="Lexend Deca"/>
                <a:cs typeface="Lexend Deca"/>
                <a:sym typeface="Lexend Deca"/>
              </a:defRPr>
            </a:lvl4pPr>
            <a:lvl5pPr>
              <a:buClr>
                <a:schemeClr val="lt1"/>
              </a:buClr>
              <a:buSzPts val="3200"/>
              <a:buFont typeface="Lexend Deca"/>
              <a:buNone/>
              <a:defRPr sz="3200" b="1">
                <a:solidFill>
                  <a:schemeClr val="lt1"/>
                </a:solidFill>
                <a:latin typeface="Lexend Deca"/>
                <a:ea typeface="Lexend Deca"/>
                <a:cs typeface="Lexend Deca"/>
                <a:sym typeface="Lexend Deca"/>
              </a:defRPr>
            </a:lvl5pPr>
            <a:lvl6pPr>
              <a:buClr>
                <a:schemeClr val="lt1"/>
              </a:buClr>
              <a:buSzPts val="3200"/>
              <a:buFont typeface="Lexend Deca"/>
              <a:buNone/>
              <a:defRPr sz="3200" b="1">
                <a:solidFill>
                  <a:schemeClr val="lt1"/>
                </a:solidFill>
                <a:latin typeface="Lexend Deca"/>
                <a:ea typeface="Lexend Deca"/>
                <a:cs typeface="Lexend Deca"/>
                <a:sym typeface="Lexend Deca"/>
              </a:defRPr>
            </a:lvl6pPr>
            <a:lvl7pPr>
              <a:buClr>
                <a:schemeClr val="lt1"/>
              </a:buClr>
              <a:buSzPts val="3200"/>
              <a:buFont typeface="Lexend Deca"/>
              <a:buNone/>
              <a:defRPr sz="3200" b="1">
                <a:solidFill>
                  <a:schemeClr val="lt1"/>
                </a:solidFill>
                <a:latin typeface="Lexend Deca"/>
                <a:ea typeface="Lexend Deca"/>
                <a:cs typeface="Lexend Deca"/>
                <a:sym typeface="Lexend Deca"/>
              </a:defRPr>
            </a:lvl7pPr>
            <a:lvl8pPr>
              <a:buClr>
                <a:schemeClr val="lt1"/>
              </a:buClr>
              <a:buSzPts val="3200"/>
              <a:buFont typeface="Lexend Deca"/>
              <a:buNone/>
              <a:defRPr sz="3200" b="1">
                <a:solidFill>
                  <a:schemeClr val="lt1"/>
                </a:solidFill>
                <a:latin typeface="Lexend Deca"/>
                <a:ea typeface="Lexend Deca"/>
                <a:cs typeface="Lexend Deca"/>
                <a:sym typeface="Lexend Deca"/>
              </a:defRPr>
            </a:lvl8pPr>
            <a:lvl9pPr>
              <a:buClr>
                <a:schemeClr val="lt1"/>
              </a:buClr>
              <a:buSzPts val="3200"/>
              <a:buFont typeface="Lexend Deca"/>
              <a:buNone/>
              <a:defRPr sz="3200" b="1">
                <a:solidFill>
                  <a:schemeClr val="lt1"/>
                </a:solidFill>
                <a:latin typeface="Lexend Deca"/>
                <a:ea typeface="Lexend Deca"/>
                <a:cs typeface="Lexend Deca"/>
                <a:sym typeface="Lexend Deca"/>
              </a:defRPr>
            </a:lvl9pPr>
          </a:lstStyle>
          <a:p>
            <a:pPr lvl="1" algn="ctr"/>
            <a:r>
              <a:rPr lang="es-PE" sz="3200" b="0" dirty="0">
                <a:solidFill>
                  <a:schemeClr val="bg1"/>
                </a:solidFill>
                <a:latin typeface="Bauhaus 93" pitchFamily="82" charset="0"/>
                <a:ea typeface="Arial"/>
                <a:cs typeface="Arial"/>
              </a:rPr>
              <a:t>LINDO</a:t>
            </a:r>
            <a:endParaRPr lang="es-ES" sz="3200" b="0" dirty="0">
              <a:solidFill>
                <a:schemeClr val="bg1"/>
              </a:solidFill>
              <a:latin typeface="Bauhaus 93" pitchFamily="82" charset="0"/>
              <a:ea typeface="Arial"/>
              <a:cs typeface="Arial"/>
            </a:endParaRPr>
          </a:p>
        </p:txBody>
      </p:sp>
      <p:sp>
        <p:nvSpPr>
          <p:cNvPr id="2" name="Elipse 1">
            <a:extLst>
              <a:ext uri="{FF2B5EF4-FFF2-40B4-BE49-F238E27FC236}">
                <a16:creationId xmlns:a16="http://schemas.microsoft.com/office/drawing/2014/main" id="{67AF8075-5116-18A3-4173-C54E83E259EE}"/>
              </a:ext>
            </a:extLst>
          </p:cNvPr>
          <p:cNvSpPr/>
          <p:nvPr/>
        </p:nvSpPr>
        <p:spPr>
          <a:xfrm>
            <a:off x="7306491" y="1640787"/>
            <a:ext cx="4581859" cy="49864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5400" b="1" dirty="0"/>
              <a:t>Software:</a:t>
            </a:r>
          </a:p>
          <a:p>
            <a:pPr algn="ctr"/>
            <a:r>
              <a:rPr lang="es-ES" sz="5400" b="1" dirty="0"/>
              <a:t>LINDO 6.1</a:t>
            </a:r>
            <a:endParaRPr lang="es-PE" sz="5400" b="1" dirty="0"/>
          </a:p>
        </p:txBody>
      </p:sp>
    </p:spTree>
    <p:extLst>
      <p:ext uri="{BB962C8B-B14F-4D97-AF65-F5344CB8AC3E}">
        <p14:creationId xmlns:p14="http://schemas.microsoft.com/office/powerpoint/2010/main" val="247759350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68" decel="100000"/>
                                        <p:tgtEl>
                                          <p:spTgt spid="4"/>
                                        </p:tgtEl>
                                      </p:cBhvr>
                                    </p:animEffect>
                                    <p:animScale>
                                      <p:cBhvr>
                                        <p:cTn id="8" dur="768" decel="100000"/>
                                        <p:tgtEl>
                                          <p:spTgt spid="4"/>
                                        </p:tgtEl>
                                      </p:cBhvr>
                                      <p:from x="10000" y="10000"/>
                                      <p:to x="200000" y="450000"/>
                                    </p:animScale>
                                    <p:animScale>
                                      <p:cBhvr>
                                        <p:cTn id="9" dur="1230" accel="100000" fill="hold">
                                          <p:stCondLst>
                                            <p:cond delay="768"/>
                                          </p:stCondLst>
                                        </p:cTn>
                                        <p:tgtEl>
                                          <p:spTgt spid="4"/>
                                        </p:tgtEl>
                                      </p:cBhvr>
                                      <p:from x="200000" y="450000"/>
                                      <p:to x="100000" y="100000"/>
                                    </p:animScale>
                                    <p:set>
                                      <p:cBhvr>
                                        <p:cTn id="10" dur="768" fill="hold"/>
                                        <p:tgtEl>
                                          <p:spTgt spid="4"/>
                                        </p:tgtEl>
                                        <p:attrNameLst>
                                          <p:attrName>ppt_x</p:attrName>
                                        </p:attrNameLst>
                                      </p:cBhvr>
                                      <p:to>
                                        <p:strVal val="(0.5)"/>
                                      </p:to>
                                    </p:set>
                                    <p:anim from="(0.5)" to="(#ppt_x)" calcmode="lin" valueType="num">
                                      <p:cBhvr>
                                        <p:cTn id="11" dur="1230" accel="100000" fill="hold">
                                          <p:stCondLst>
                                            <p:cond delay="768"/>
                                          </p:stCondLst>
                                        </p:cTn>
                                        <p:tgtEl>
                                          <p:spTgt spid="4"/>
                                        </p:tgtEl>
                                        <p:attrNameLst>
                                          <p:attrName>ppt_x</p:attrName>
                                        </p:attrNameLst>
                                      </p:cBhvr>
                                    </p:anim>
                                    <p:set>
                                      <p:cBhvr>
                                        <p:cTn id="12" dur="768" fill="hold"/>
                                        <p:tgtEl>
                                          <p:spTgt spid="4"/>
                                        </p:tgtEl>
                                        <p:attrNameLst>
                                          <p:attrName>ppt_y</p:attrName>
                                        </p:attrNameLst>
                                      </p:cBhvr>
                                      <p:to>
                                        <p:strVal val="(#ppt_y+0.4)"/>
                                      </p:to>
                                    </p:set>
                                    <p:anim from="(#ppt_y+0.4)" to="(#ppt_y)" calcmode="lin" valueType="num">
                                      <p:cBhvr>
                                        <p:cTn id="13" dur="1230" accel="100000" fill="hold">
                                          <p:stCondLst>
                                            <p:cond delay="768"/>
                                          </p:stCondLst>
                                        </p:cTn>
                                        <p:tgtEl>
                                          <p:spTgt spid="4"/>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1 Diagrama"/>
          <p:cNvGraphicFramePr/>
          <p:nvPr/>
        </p:nvGraphicFramePr>
        <p:xfrm>
          <a:off x="1847528" y="1412777"/>
          <a:ext cx="5688632" cy="483839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6627" name="Picture 5"/>
          <p:cNvPicPr>
            <a:picLocks noChangeAspect="1" noChangeArrowheads="1"/>
          </p:cNvPicPr>
          <p:nvPr/>
        </p:nvPicPr>
        <p:blipFill>
          <a:blip r:embed="rId8"/>
          <a:srcRect/>
          <a:stretch>
            <a:fillRect/>
          </a:stretch>
        </p:blipFill>
        <p:spPr bwMode="auto">
          <a:xfrm>
            <a:off x="7608167" y="1412776"/>
            <a:ext cx="3763643" cy="4838394"/>
          </a:xfrm>
          <a:prstGeom prst="rect">
            <a:avLst/>
          </a:prstGeom>
          <a:noFill/>
          <a:ln w="12700">
            <a:noFill/>
            <a:miter lim="800000"/>
            <a:headEnd/>
            <a:tailEnd/>
          </a:ln>
        </p:spPr>
      </p:pic>
      <p:sp>
        <p:nvSpPr>
          <p:cNvPr id="8" name="Rectangle 2"/>
          <p:cNvSpPr txBox="1">
            <a:spLocks noChangeArrowheads="1"/>
          </p:cNvSpPr>
          <p:nvPr/>
        </p:nvSpPr>
        <p:spPr>
          <a:xfrm>
            <a:off x="6096000" y="92279"/>
            <a:ext cx="6096000" cy="889233"/>
          </a:xfrm>
          <a:prstGeom prst="rect">
            <a:avLst/>
          </a:prstGeom>
          <a:noFill/>
          <a:ln w="9525">
            <a:noFill/>
            <a:miter lim="800000"/>
            <a:headEnd/>
            <a:tailEnd/>
          </a:ln>
          <a:effectLst/>
        </p:spPr>
        <p:txBody>
          <a:bodyPr spcFirstLastPara="1" vert="horz" wrap="square" lIns="91440" tIns="45720" rIns="91440" bIns="45720" numCol="1" anchor="ctr" anchorCtr="0" compatLnSpc="1">
            <a:prstTxWarp prst="textNoShape">
              <a:avLst/>
            </a:prstTxWarp>
            <a:noAutofit/>
          </a:bodyPr>
          <a:lstStyle>
            <a:defPPr marR="0" lvl="0" algn="l" rtl="0">
              <a:lnSpc>
                <a:spcPct val="100000"/>
              </a:lnSpc>
              <a:spcBef>
                <a:spcPts val="0"/>
              </a:spcBef>
              <a:spcAft>
                <a:spcPts val="0"/>
              </a:spcAft>
            </a:defPPr>
            <a:lvl1pPr>
              <a:buClr>
                <a:schemeClr val="lt1"/>
              </a:buClr>
              <a:buSzPts val="3200"/>
              <a:buFont typeface="Lexend Deca"/>
              <a:buNone/>
              <a:defRPr sz="3200" b="1">
                <a:solidFill>
                  <a:schemeClr val="lt1"/>
                </a:solidFill>
                <a:latin typeface="Lexend Deca"/>
                <a:ea typeface="Lexend Deca"/>
                <a:cs typeface="Lexend Deca"/>
                <a:sym typeface="Lexend Deca"/>
              </a:defRPr>
            </a:lvl1pPr>
            <a:lvl2pPr marL="533400" indent="9525">
              <a:lnSpc>
                <a:spcPct val="90000"/>
              </a:lnSpc>
              <a:spcBef>
                <a:spcPct val="0"/>
              </a:spcBef>
              <a:buClr>
                <a:schemeClr val="lt1"/>
              </a:buClr>
              <a:buSzPts val="3200"/>
              <a:buFont typeface="Lexend Deca"/>
              <a:buNone/>
              <a:defRPr sz="2800" b="1">
                <a:solidFill>
                  <a:srgbClr val="FFFF00"/>
                </a:solidFill>
                <a:latin typeface="Arial Narrow" pitchFamily="34" charset="0"/>
                <a:ea typeface="Lexend Deca"/>
                <a:cs typeface="Lexend Deca"/>
                <a:sym typeface="Lexend Deca"/>
              </a:defRPr>
            </a:lvl2pPr>
            <a:lvl3pPr>
              <a:buClr>
                <a:schemeClr val="lt1"/>
              </a:buClr>
              <a:buSzPts val="3200"/>
              <a:buFont typeface="Lexend Deca"/>
              <a:buNone/>
              <a:defRPr sz="3200" b="1">
                <a:solidFill>
                  <a:schemeClr val="lt1"/>
                </a:solidFill>
                <a:latin typeface="Lexend Deca"/>
                <a:ea typeface="Lexend Deca"/>
                <a:cs typeface="Lexend Deca"/>
                <a:sym typeface="Lexend Deca"/>
              </a:defRPr>
            </a:lvl3pPr>
            <a:lvl4pPr>
              <a:buClr>
                <a:schemeClr val="lt1"/>
              </a:buClr>
              <a:buSzPts val="3200"/>
              <a:buFont typeface="Lexend Deca"/>
              <a:buNone/>
              <a:defRPr sz="3200" b="1">
                <a:solidFill>
                  <a:schemeClr val="lt1"/>
                </a:solidFill>
                <a:latin typeface="Lexend Deca"/>
                <a:ea typeface="Lexend Deca"/>
                <a:cs typeface="Lexend Deca"/>
                <a:sym typeface="Lexend Deca"/>
              </a:defRPr>
            </a:lvl4pPr>
            <a:lvl5pPr>
              <a:buClr>
                <a:schemeClr val="lt1"/>
              </a:buClr>
              <a:buSzPts val="3200"/>
              <a:buFont typeface="Lexend Deca"/>
              <a:buNone/>
              <a:defRPr sz="3200" b="1">
                <a:solidFill>
                  <a:schemeClr val="lt1"/>
                </a:solidFill>
                <a:latin typeface="Lexend Deca"/>
                <a:ea typeface="Lexend Deca"/>
                <a:cs typeface="Lexend Deca"/>
                <a:sym typeface="Lexend Deca"/>
              </a:defRPr>
            </a:lvl5pPr>
            <a:lvl6pPr>
              <a:buClr>
                <a:schemeClr val="lt1"/>
              </a:buClr>
              <a:buSzPts val="3200"/>
              <a:buFont typeface="Lexend Deca"/>
              <a:buNone/>
              <a:defRPr sz="3200" b="1">
                <a:solidFill>
                  <a:schemeClr val="lt1"/>
                </a:solidFill>
                <a:latin typeface="Lexend Deca"/>
                <a:ea typeface="Lexend Deca"/>
                <a:cs typeface="Lexend Deca"/>
                <a:sym typeface="Lexend Deca"/>
              </a:defRPr>
            </a:lvl6pPr>
            <a:lvl7pPr>
              <a:buClr>
                <a:schemeClr val="lt1"/>
              </a:buClr>
              <a:buSzPts val="3200"/>
              <a:buFont typeface="Lexend Deca"/>
              <a:buNone/>
              <a:defRPr sz="3200" b="1">
                <a:solidFill>
                  <a:schemeClr val="lt1"/>
                </a:solidFill>
                <a:latin typeface="Lexend Deca"/>
                <a:ea typeface="Lexend Deca"/>
                <a:cs typeface="Lexend Deca"/>
                <a:sym typeface="Lexend Deca"/>
              </a:defRPr>
            </a:lvl7pPr>
            <a:lvl8pPr>
              <a:buClr>
                <a:schemeClr val="lt1"/>
              </a:buClr>
              <a:buSzPts val="3200"/>
              <a:buFont typeface="Lexend Deca"/>
              <a:buNone/>
              <a:defRPr sz="3200" b="1">
                <a:solidFill>
                  <a:schemeClr val="lt1"/>
                </a:solidFill>
                <a:latin typeface="Lexend Deca"/>
                <a:ea typeface="Lexend Deca"/>
                <a:cs typeface="Lexend Deca"/>
                <a:sym typeface="Lexend Deca"/>
              </a:defRPr>
            </a:lvl8pPr>
            <a:lvl9pPr>
              <a:buClr>
                <a:schemeClr val="lt1"/>
              </a:buClr>
              <a:buSzPts val="3200"/>
              <a:buFont typeface="Lexend Deca"/>
              <a:buNone/>
              <a:defRPr sz="3200" b="1">
                <a:solidFill>
                  <a:schemeClr val="lt1"/>
                </a:solidFill>
                <a:latin typeface="Lexend Deca"/>
                <a:ea typeface="Lexend Deca"/>
                <a:cs typeface="Lexend Deca"/>
                <a:sym typeface="Lexend Deca"/>
              </a:defRPr>
            </a:lvl9pPr>
          </a:lstStyle>
          <a:p>
            <a:pPr lvl="1" algn="ctr"/>
            <a:r>
              <a:rPr lang="en" sz="3200" b="0" dirty="0">
                <a:solidFill>
                  <a:schemeClr val="bg1"/>
                </a:solidFill>
                <a:latin typeface="Bauhaus 93" pitchFamily="82" charset="0"/>
                <a:ea typeface="Arial"/>
                <a:cs typeface="Arial"/>
              </a:rPr>
              <a:t>Resolución del modelo matemático</a:t>
            </a:r>
            <a:endParaRPr lang="es-ES" sz="3200" b="0" dirty="0">
              <a:solidFill>
                <a:schemeClr val="bg1"/>
              </a:solidFill>
              <a:latin typeface="Bauhaus 93" pitchFamily="82" charset="0"/>
              <a:ea typeface="Arial"/>
              <a:cs typeface="Arial"/>
            </a:endParaRPr>
          </a:p>
        </p:txBody>
      </p:sp>
    </p:spTree>
    <p:extLst>
      <p:ext uri="{BB962C8B-B14F-4D97-AF65-F5344CB8AC3E}">
        <p14:creationId xmlns:p14="http://schemas.microsoft.com/office/powerpoint/2010/main" val="4175817086"/>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1 Diagrama"/>
          <p:cNvGraphicFramePr/>
          <p:nvPr/>
        </p:nvGraphicFramePr>
        <p:xfrm>
          <a:off x="2351584" y="1412777"/>
          <a:ext cx="7776864" cy="53285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Rectangle 2">
            <a:extLst>
              <a:ext uri="{FF2B5EF4-FFF2-40B4-BE49-F238E27FC236}">
                <a16:creationId xmlns:a16="http://schemas.microsoft.com/office/drawing/2014/main" id="{AF804AA2-3665-4F23-A189-854F5BD27C7A}"/>
              </a:ext>
            </a:extLst>
          </p:cNvPr>
          <p:cNvSpPr txBox="1">
            <a:spLocks noChangeArrowheads="1"/>
          </p:cNvSpPr>
          <p:nvPr/>
        </p:nvSpPr>
        <p:spPr>
          <a:xfrm>
            <a:off x="6096000" y="92279"/>
            <a:ext cx="6096000" cy="889233"/>
          </a:xfrm>
          <a:prstGeom prst="rect">
            <a:avLst/>
          </a:prstGeom>
          <a:noFill/>
          <a:ln w="9525">
            <a:noFill/>
            <a:miter lim="800000"/>
            <a:headEnd/>
            <a:tailEnd/>
          </a:ln>
          <a:effectLst/>
        </p:spPr>
        <p:txBody>
          <a:bodyPr spcFirstLastPara="1" vert="horz" wrap="square" lIns="91440" tIns="45720" rIns="91440" bIns="45720" numCol="1" anchor="ctr" anchorCtr="0" compatLnSpc="1">
            <a:prstTxWarp prst="textNoShape">
              <a:avLst/>
            </a:prstTxWarp>
            <a:noAutofit/>
          </a:bodyPr>
          <a:lstStyle>
            <a:defPPr marR="0" lvl="0" algn="l" rtl="0">
              <a:lnSpc>
                <a:spcPct val="100000"/>
              </a:lnSpc>
              <a:spcBef>
                <a:spcPts val="0"/>
              </a:spcBef>
              <a:spcAft>
                <a:spcPts val="0"/>
              </a:spcAft>
            </a:defPPr>
            <a:lvl1pPr>
              <a:buClr>
                <a:schemeClr val="lt1"/>
              </a:buClr>
              <a:buSzPts val="3200"/>
              <a:buFont typeface="Lexend Deca"/>
              <a:buNone/>
              <a:defRPr sz="3200" b="1">
                <a:solidFill>
                  <a:schemeClr val="lt1"/>
                </a:solidFill>
                <a:latin typeface="Lexend Deca"/>
                <a:ea typeface="Lexend Deca"/>
                <a:cs typeface="Lexend Deca"/>
                <a:sym typeface="Lexend Deca"/>
              </a:defRPr>
            </a:lvl1pPr>
            <a:lvl2pPr marL="533400" indent="9525">
              <a:lnSpc>
                <a:spcPct val="90000"/>
              </a:lnSpc>
              <a:spcBef>
                <a:spcPct val="0"/>
              </a:spcBef>
              <a:buClr>
                <a:schemeClr val="lt1"/>
              </a:buClr>
              <a:buSzPts val="3200"/>
              <a:buFont typeface="Lexend Deca"/>
              <a:buNone/>
              <a:defRPr sz="2800" b="1">
                <a:solidFill>
                  <a:srgbClr val="FFFF00"/>
                </a:solidFill>
                <a:latin typeface="Arial Narrow" pitchFamily="34" charset="0"/>
                <a:ea typeface="Lexend Deca"/>
                <a:cs typeface="Lexend Deca"/>
                <a:sym typeface="Lexend Deca"/>
              </a:defRPr>
            </a:lvl2pPr>
            <a:lvl3pPr>
              <a:buClr>
                <a:schemeClr val="lt1"/>
              </a:buClr>
              <a:buSzPts val="3200"/>
              <a:buFont typeface="Lexend Deca"/>
              <a:buNone/>
              <a:defRPr sz="3200" b="1">
                <a:solidFill>
                  <a:schemeClr val="lt1"/>
                </a:solidFill>
                <a:latin typeface="Lexend Deca"/>
                <a:ea typeface="Lexend Deca"/>
                <a:cs typeface="Lexend Deca"/>
                <a:sym typeface="Lexend Deca"/>
              </a:defRPr>
            </a:lvl3pPr>
            <a:lvl4pPr>
              <a:buClr>
                <a:schemeClr val="lt1"/>
              </a:buClr>
              <a:buSzPts val="3200"/>
              <a:buFont typeface="Lexend Deca"/>
              <a:buNone/>
              <a:defRPr sz="3200" b="1">
                <a:solidFill>
                  <a:schemeClr val="lt1"/>
                </a:solidFill>
                <a:latin typeface="Lexend Deca"/>
                <a:ea typeface="Lexend Deca"/>
                <a:cs typeface="Lexend Deca"/>
                <a:sym typeface="Lexend Deca"/>
              </a:defRPr>
            </a:lvl4pPr>
            <a:lvl5pPr>
              <a:buClr>
                <a:schemeClr val="lt1"/>
              </a:buClr>
              <a:buSzPts val="3200"/>
              <a:buFont typeface="Lexend Deca"/>
              <a:buNone/>
              <a:defRPr sz="3200" b="1">
                <a:solidFill>
                  <a:schemeClr val="lt1"/>
                </a:solidFill>
                <a:latin typeface="Lexend Deca"/>
                <a:ea typeface="Lexend Deca"/>
                <a:cs typeface="Lexend Deca"/>
                <a:sym typeface="Lexend Deca"/>
              </a:defRPr>
            </a:lvl5pPr>
            <a:lvl6pPr>
              <a:buClr>
                <a:schemeClr val="lt1"/>
              </a:buClr>
              <a:buSzPts val="3200"/>
              <a:buFont typeface="Lexend Deca"/>
              <a:buNone/>
              <a:defRPr sz="3200" b="1">
                <a:solidFill>
                  <a:schemeClr val="lt1"/>
                </a:solidFill>
                <a:latin typeface="Lexend Deca"/>
                <a:ea typeface="Lexend Deca"/>
                <a:cs typeface="Lexend Deca"/>
                <a:sym typeface="Lexend Deca"/>
              </a:defRPr>
            </a:lvl6pPr>
            <a:lvl7pPr>
              <a:buClr>
                <a:schemeClr val="lt1"/>
              </a:buClr>
              <a:buSzPts val="3200"/>
              <a:buFont typeface="Lexend Deca"/>
              <a:buNone/>
              <a:defRPr sz="3200" b="1">
                <a:solidFill>
                  <a:schemeClr val="lt1"/>
                </a:solidFill>
                <a:latin typeface="Lexend Deca"/>
                <a:ea typeface="Lexend Deca"/>
                <a:cs typeface="Lexend Deca"/>
                <a:sym typeface="Lexend Deca"/>
              </a:defRPr>
            </a:lvl7pPr>
            <a:lvl8pPr>
              <a:buClr>
                <a:schemeClr val="lt1"/>
              </a:buClr>
              <a:buSzPts val="3200"/>
              <a:buFont typeface="Lexend Deca"/>
              <a:buNone/>
              <a:defRPr sz="3200" b="1">
                <a:solidFill>
                  <a:schemeClr val="lt1"/>
                </a:solidFill>
                <a:latin typeface="Lexend Deca"/>
                <a:ea typeface="Lexend Deca"/>
                <a:cs typeface="Lexend Deca"/>
                <a:sym typeface="Lexend Deca"/>
              </a:defRPr>
            </a:lvl8pPr>
            <a:lvl9pPr>
              <a:buClr>
                <a:schemeClr val="lt1"/>
              </a:buClr>
              <a:buSzPts val="3200"/>
              <a:buFont typeface="Lexend Deca"/>
              <a:buNone/>
              <a:defRPr sz="3200" b="1">
                <a:solidFill>
                  <a:schemeClr val="lt1"/>
                </a:solidFill>
                <a:latin typeface="Lexend Deca"/>
                <a:ea typeface="Lexend Deca"/>
                <a:cs typeface="Lexend Deca"/>
                <a:sym typeface="Lexend Deca"/>
              </a:defRPr>
            </a:lvl9pPr>
          </a:lstStyle>
          <a:p>
            <a:pPr lvl="1" algn="ctr"/>
            <a:r>
              <a:rPr lang="en" sz="3200" b="0" dirty="0">
                <a:solidFill>
                  <a:schemeClr val="bg1"/>
                </a:solidFill>
                <a:latin typeface="Bauhaus 93" pitchFamily="82" charset="0"/>
                <a:ea typeface="Arial"/>
                <a:cs typeface="Arial"/>
              </a:rPr>
              <a:t>Resolución del modelo matemático</a:t>
            </a:r>
            <a:endParaRPr lang="es-ES" sz="3200" b="0" dirty="0">
              <a:solidFill>
                <a:schemeClr val="bg1"/>
              </a:solidFill>
              <a:latin typeface="Bauhaus 93" pitchFamily="82" charset="0"/>
              <a:ea typeface="Arial"/>
              <a:cs typeface="Arial"/>
            </a:endParaRPr>
          </a:p>
        </p:txBody>
      </p:sp>
    </p:spTree>
    <p:extLst>
      <p:ext uri="{BB962C8B-B14F-4D97-AF65-F5344CB8AC3E}">
        <p14:creationId xmlns:p14="http://schemas.microsoft.com/office/powerpoint/2010/main" val="1110105098"/>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1 Diagrama"/>
          <p:cNvGraphicFramePr/>
          <p:nvPr/>
        </p:nvGraphicFramePr>
        <p:xfrm>
          <a:off x="2938216" y="1772816"/>
          <a:ext cx="6375623" cy="43204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Rectangle 2"/>
          <p:cNvSpPr txBox="1">
            <a:spLocks noChangeArrowheads="1"/>
          </p:cNvSpPr>
          <p:nvPr/>
        </p:nvSpPr>
        <p:spPr>
          <a:xfrm>
            <a:off x="6096000" y="260265"/>
            <a:ext cx="6096000" cy="563563"/>
          </a:xfrm>
          <a:prstGeom prst="rect">
            <a:avLst/>
          </a:prstGeom>
          <a:noFill/>
          <a:ln w="9525">
            <a:noFill/>
            <a:miter lim="800000"/>
            <a:headEnd/>
            <a:tailEnd/>
          </a:ln>
          <a:effectLst/>
        </p:spPr>
        <p:txBody>
          <a:bodyPr spcFirstLastPara="1" vert="horz" wrap="square" lIns="91440" tIns="45720" rIns="91440" bIns="45720" numCol="1" anchor="ctr" anchorCtr="0" compatLnSpc="1">
            <a:prstTxWarp prst="textNoShape">
              <a:avLst/>
            </a:prstTxWarp>
            <a:noAutofit/>
          </a:bodyPr>
          <a:lstStyle>
            <a:defPPr marR="0" lvl="0" algn="l" rtl="0">
              <a:lnSpc>
                <a:spcPct val="100000"/>
              </a:lnSpc>
              <a:spcBef>
                <a:spcPts val="0"/>
              </a:spcBef>
              <a:spcAft>
                <a:spcPts val="0"/>
              </a:spcAft>
            </a:defPPr>
            <a:lvl1pPr>
              <a:buClr>
                <a:schemeClr val="lt1"/>
              </a:buClr>
              <a:buSzPts val="3200"/>
              <a:buFont typeface="Lexend Deca"/>
              <a:buNone/>
              <a:defRPr sz="3200" b="1">
                <a:solidFill>
                  <a:schemeClr val="lt1"/>
                </a:solidFill>
                <a:latin typeface="Lexend Deca"/>
                <a:ea typeface="Lexend Deca"/>
                <a:cs typeface="Lexend Deca"/>
                <a:sym typeface="Lexend Deca"/>
              </a:defRPr>
            </a:lvl1pPr>
            <a:lvl2pPr marL="533400" indent="9525">
              <a:lnSpc>
                <a:spcPct val="90000"/>
              </a:lnSpc>
              <a:spcBef>
                <a:spcPct val="0"/>
              </a:spcBef>
              <a:buClr>
                <a:schemeClr val="lt1"/>
              </a:buClr>
              <a:buSzPts val="3200"/>
              <a:buFont typeface="Lexend Deca"/>
              <a:buNone/>
              <a:defRPr sz="2800" b="1">
                <a:solidFill>
                  <a:srgbClr val="FFFF00"/>
                </a:solidFill>
                <a:latin typeface="Arial Narrow" pitchFamily="34" charset="0"/>
                <a:ea typeface="Lexend Deca"/>
                <a:cs typeface="Lexend Deca"/>
                <a:sym typeface="Lexend Deca"/>
              </a:defRPr>
            </a:lvl2pPr>
            <a:lvl3pPr>
              <a:buClr>
                <a:schemeClr val="lt1"/>
              </a:buClr>
              <a:buSzPts val="3200"/>
              <a:buFont typeface="Lexend Deca"/>
              <a:buNone/>
              <a:defRPr sz="3200" b="1">
                <a:solidFill>
                  <a:schemeClr val="lt1"/>
                </a:solidFill>
                <a:latin typeface="Lexend Deca"/>
                <a:ea typeface="Lexend Deca"/>
                <a:cs typeface="Lexend Deca"/>
                <a:sym typeface="Lexend Deca"/>
              </a:defRPr>
            </a:lvl3pPr>
            <a:lvl4pPr>
              <a:buClr>
                <a:schemeClr val="lt1"/>
              </a:buClr>
              <a:buSzPts val="3200"/>
              <a:buFont typeface="Lexend Deca"/>
              <a:buNone/>
              <a:defRPr sz="3200" b="1">
                <a:solidFill>
                  <a:schemeClr val="lt1"/>
                </a:solidFill>
                <a:latin typeface="Lexend Deca"/>
                <a:ea typeface="Lexend Deca"/>
                <a:cs typeface="Lexend Deca"/>
                <a:sym typeface="Lexend Deca"/>
              </a:defRPr>
            </a:lvl4pPr>
            <a:lvl5pPr>
              <a:buClr>
                <a:schemeClr val="lt1"/>
              </a:buClr>
              <a:buSzPts val="3200"/>
              <a:buFont typeface="Lexend Deca"/>
              <a:buNone/>
              <a:defRPr sz="3200" b="1">
                <a:solidFill>
                  <a:schemeClr val="lt1"/>
                </a:solidFill>
                <a:latin typeface="Lexend Deca"/>
                <a:ea typeface="Lexend Deca"/>
                <a:cs typeface="Lexend Deca"/>
                <a:sym typeface="Lexend Deca"/>
              </a:defRPr>
            </a:lvl5pPr>
            <a:lvl6pPr>
              <a:buClr>
                <a:schemeClr val="lt1"/>
              </a:buClr>
              <a:buSzPts val="3200"/>
              <a:buFont typeface="Lexend Deca"/>
              <a:buNone/>
              <a:defRPr sz="3200" b="1">
                <a:solidFill>
                  <a:schemeClr val="lt1"/>
                </a:solidFill>
                <a:latin typeface="Lexend Deca"/>
                <a:ea typeface="Lexend Deca"/>
                <a:cs typeface="Lexend Deca"/>
                <a:sym typeface="Lexend Deca"/>
              </a:defRPr>
            </a:lvl6pPr>
            <a:lvl7pPr>
              <a:buClr>
                <a:schemeClr val="lt1"/>
              </a:buClr>
              <a:buSzPts val="3200"/>
              <a:buFont typeface="Lexend Deca"/>
              <a:buNone/>
              <a:defRPr sz="3200" b="1">
                <a:solidFill>
                  <a:schemeClr val="lt1"/>
                </a:solidFill>
                <a:latin typeface="Lexend Deca"/>
                <a:ea typeface="Lexend Deca"/>
                <a:cs typeface="Lexend Deca"/>
                <a:sym typeface="Lexend Deca"/>
              </a:defRPr>
            </a:lvl7pPr>
            <a:lvl8pPr>
              <a:buClr>
                <a:schemeClr val="lt1"/>
              </a:buClr>
              <a:buSzPts val="3200"/>
              <a:buFont typeface="Lexend Deca"/>
              <a:buNone/>
              <a:defRPr sz="3200" b="1">
                <a:solidFill>
                  <a:schemeClr val="lt1"/>
                </a:solidFill>
                <a:latin typeface="Lexend Deca"/>
                <a:ea typeface="Lexend Deca"/>
                <a:cs typeface="Lexend Deca"/>
                <a:sym typeface="Lexend Deca"/>
              </a:defRPr>
            </a:lvl8pPr>
            <a:lvl9pPr>
              <a:buClr>
                <a:schemeClr val="lt1"/>
              </a:buClr>
              <a:buSzPts val="3200"/>
              <a:buFont typeface="Lexend Deca"/>
              <a:buNone/>
              <a:defRPr sz="3200" b="1">
                <a:solidFill>
                  <a:schemeClr val="lt1"/>
                </a:solidFill>
                <a:latin typeface="Lexend Deca"/>
                <a:ea typeface="Lexend Deca"/>
                <a:cs typeface="Lexend Deca"/>
                <a:sym typeface="Lexend Deca"/>
              </a:defRPr>
            </a:lvl9pPr>
          </a:lstStyle>
          <a:p>
            <a:pPr lvl="1" algn="ctr"/>
            <a:r>
              <a:rPr lang="en" sz="3200" b="0" dirty="0">
                <a:solidFill>
                  <a:schemeClr val="bg1"/>
                </a:solidFill>
                <a:latin typeface="Bauhaus 93" pitchFamily="82" charset="0"/>
                <a:ea typeface="Arial"/>
                <a:cs typeface="Arial"/>
              </a:rPr>
              <a:t>Verificación de los reultados</a:t>
            </a:r>
            <a:endParaRPr lang="es-ES" sz="3200" b="0" dirty="0">
              <a:solidFill>
                <a:schemeClr val="bg1"/>
              </a:solidFill>
              <a:latin typeface="Bauhaus 93" pitchFamily="82" charset="0"/>
              <a:ea typeface="Arial"/>
              <a:cs typeface="Arial"/>
            </a:endParaRPr>
          </a:p>
        </p:txBody>
      </p:sp>
    </p:spTree>
    <p:extLst>
      <p:ext uri="{BB962C8B-B14F-4D97-AF65-F5344CB8AC3E}">
        <p14:creationId xmlns:p14="http://schemas.microsoft.com/office/powerpoint/2010/main" val="1435321071"/>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p:cNvSpPr txBox="1">
            <a:spLocks noChangeArrowheads="1"/>
          </p:cNvSpPr>
          <p:nvPr/>
        </p:nvSpPr>
        <p:spPr bwMode="auto">
          <a:xfrm>
            <a:off x="6095999" y="187953"/>
            <a:ext cx="6084817" cy="648072"/>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a:lnSpc>
                <a:spcPts val="5800"/>
              </a:lnSpc>
              <a:spcBef>
                <a:spcPct val="0"/>
              </a:spcBef>
              <a:buNone/>
              <a:defRPr sz="3200" b="0">
                <a:solidFill>
                  <a:schemeClr val="accent5">
                    <a:lumMod val="20000"/>
                    <a:lumOff val="80000"/>
                  </a:schemeClr>
                </a:solidFill>
                <a:effectLst>
                  <a:outerShdw blurRad="63500" dist="38100" dir="5400000" algn="t" rotWithShape="0">
                    <a:prstClr val="black">
                      <a:alpha val="25000"/>
                    </a:prstClr>
                  </a:outerShdw>
                </a:effectLst>
                <a:latin typeface="Bauhaus 93" pitchFamily="82" charset="0"/>
              </a:defRPr>
            </a:lvl1pPr>
          </a:lstStyle>
          <a:p>
            <a:pPr>
              <a:lnSpc>
                <a:spcPct val="100000"/>
              </a:lnSpc>
            </a:pPr>
            <a:r>
              <a:rPr lang="es-ES_tradnl" dirty="0">
                <a:solidFill>
                  <a:schemeClr val="bg1"/>
                </a:solidFill>
              </a:rPr>
              <a:t>Métodos en Investigación de Operaciones</a:t>
            </a:r>
            <a:endParaRPr lang="es-ES" dirty="0">
              <a:solidFill>
                <a:schemeClr val="bg1"/>
              </a:solidFill>
            </a:endParaRPr>
          </a:p>
        </p:txBody>
      </p:sp>
      <p:graphicFrame>
        <p:nvGraphicFramePr>
          <p:cNvPr id="4" name="3 Diagrama"/>
          <p:cNvGraphicFramePr/>
          <p:nvPr/>
        </p:nvGraphicFramePr>
        <p:xfrm>
          <a:off x="1579419" y="1340768"/>
          <a:ext cx="9293628" cy="50434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104021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2290"/>
                                        </p:tgtEl>
                                        <p:attrNameLst>
                                          <p:attrName>style.visibility</p:attrName>
                                        </p:attrNameLst>
                                      </p:cBhvr>
                                      <p:to>
                                        <p:strVal val="visible"/>
                                      </p:to>
                                    </p:set>
                                    <p:anim calcmode="lin" valueType="num">
                                      <p:cBhvr additive="base">
                                        <p:cTn id="7" dur="500" fill="hold"/>
                                        <p:tgtEl>
                                          <p:spTgt spid="12290"/>
                                        </p:tgtEl>
                                        <p:attrNameLst>
                                          <p:attrName>ppt_x</p:attrName>
                                        </p:attrNameLst>
                                      </p:cBhvr>
                                      <p:tavLst>
                                        <p:tav tm="0">
                                          <p:val>
                                            <p:strVal val="0-#ppt_w/2"/>
                                          </p:val>
                                        </p:tav>
                                        <p:tav tm="100000">
                                          <p:val>
                                            <p:strVal val="#ppt_x"/>
                                          </p:val>
                                        </p:tav>
                                      </p:tavLst>
                                    </p:anim>
                                    <p:anim calcmode="lin" valueType="num">
                                      <p:cBhvr additive="base">
                                        <p:cTn id="8" dur="500" fill="hold"/>
                                        <p:tgtEl>
                                          <p:spTgt spid="1229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4 Marcador de número de diapositiva"/>
          <p:cNvSpPr>
            <a:spLocks noGrp="1"/>
          </p:cNvSpPr>
          <p:nvPr>
            <p:ph type="sldNum" sz="quarter" idx="12"/>
          </p:nvPr>
        </p:nvSpPr>
        <p:spPr>
          <a:xfrm>
            <a:off x="9740900" y="6248400"/>
            <a:ext cx="533400" cy="609600"/>
          </a:xfrm>
          <a:noFill/>
        </p:spPr>
        <p:txBody>
          <a:bodyPr/>
          <a:lstStyle/>
          <a:p>
            <a:fld id="{CF3B72AC-2CA5-4CAF-8A27-A21414EBC10E}" type="slidenum">
              <a:rPr lang="es-ES" smtClean="0"/>
              <a:pPr/>
              <a:t>31</a:t>
            </a:fld>
            <a:endParaRPr lang="es-ES" dirty="0"/>
          </a:p>
        </p:txBody>
      </p:sp>
      <p:graphicFrame>
        <p:nvGraphicFramePr>
          <p:cNvPr id="5" name="4 Tabla"/>
          <p:cNvGraphicFramePr>
            <a:graphicFrameLocks noGrp="1"/>
          </p:cNvGraphicFramePr>
          <p:nvPr/>
        </p:nvGraphicFramePr>
        <p:xfrm>
          <a:off x="1881188" y="1481139"/>
          <a:ext cx="8429684" cy="4958755"/>
        </p:xfrm>
        <a:graphic>
          <a:graphicData uri="http://schemas.openxmlformats.org/drawingml/2006/table">
            <a:tbl>
              <a:tblPr firstRow="1" bandRow="1">
                <a:tableStyleId>{5C22544A-7EE6-4342-B048-85BDC9FD1C3A}</a:tableStyleId>
              </a:tblPr>
              <a:tblGrid>
                <a:gridCol w="4214842">
                  <a:extLst>
                    <a:ext uri="{9D8B030D-6E8A-4147-A177-3AD203B41FA5}">
                      <a16:colId xmlns:a16="http://schemas.microsoft.com/office/drawing/2014/main" val="20000"/>
                    </a:ext>
                  </a:extLst>
                </a:gridCol>
                <a:gridCol w="4214842">
                  <a:extLst>
                    <a:ext uri="{9D8B030D-6E8A-4147-A177-3AD203B41FA5}">
                      <a16:colId xmlns:a16="http://schemas.microsoft.com/office/drawing/2014/main" val="20001"/>
                    </a:ext>
                  </a:extLst>
                </a:gridCol>
              </a:tblGrid>
              <a:tr h="925547">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s-ES_tradnl" sz="2800" b="1" kern="1200" dirty="0">
                          <a:solidFill>
                            <a:schemeClr val="bg1"/>
                          </a:solidFill>
                          <a:latin typeface="Arial Narrow" pitchFamily="34" charset="0"/>
                          <a:ea typeface="+mn-ea"/>
                          <a:cs typeface="+mn-cs"/>
                        </a:rPr>
                        <a:t>Ejemplos de técnicas (i)</a:t>
                      </a:r>
                      <a:endParaRPr lang="es-ES" sz="2800" b="1" kern="1200" dirty="0">
                        <a:solidFill>
                          <a:schemeClr val="bg1"/>
                        </a:solidFill>
                        <a:latin typeface="Arial Narrow" pitchFamily="34" charset="0"/>
                        <a:ea typeface="+mn-ea"/>
                        <a:cs typeface="+mn-cs"/>
                      </a:endParaRPr>
                    </a:p>
                  </a:txBody>
                  <a:tcPr>
                    <a:solidFill>
                      <a:schemeClr val="accent1">
                        <a:lumMod val="60000"/>
                        <a:lumOff val="40000"/>
                      </a:schemeClr>
                    </a:solid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s-ES_tradnl" sz="2800" b="1" dirty="0">
                          <a:solidFill>
                            <a:schemeClr val="bg1"/>
                          </a:solidFill>
                          <a:latin typeface="Arial Narrow" pitchFamily="34" charset="0"/>
                        </a:rPr>
                        <a:t>Ejemplos de técnicas (ii)</a:t>
                      </a:r>
                    </a:p>
                    <a:p>
                      <a:endParaRPr lang="es-ES" sz="2800" dirty="0">
                        <a:solidFill>
                          <a:schemeClr val="bg1"/>
                        </a:solidFill>
                      </a:endParaRPr>
                    </a:p>
                  </a:txBody>
                  <a:tcPr>
                    <a:solidFill>
                      <a:schemeClr val="accent1">
                        <a:lumMod val="60000"/>
                        <a:lumOff val="40000"/>
                      </a:schemeClr>
                    </a:solidFill>
                  </a:tcPr>
                </a:tc>
                <a:extLst>
                  <a:ext uri="{0D108BD9-81ED-4DB2-BD59-A6C34878D82A}">
                    <a16:rowId xmlns:a16="http://schemas.microsoft.com/office/drawing/2014/main" val="10000"/>
                  </a:ext>
                </a:extLst>
              </a:tr>
              <a:tr h="4013875">
                <a:tc>
                  <a:txBody>
                    <a:bodyPr/>
                    <a:lstStyle/>
                    <a:p>
                      <a:pPr marL="0" lvl="1" algn="l">
                        <a:spcBef>
                          <a:spcPct val="0"/>
                        </a:spcBef>
                        <a:buFontTx/>
                        <a:buNone/>
                      </a:pPr>
                      <a:r>
                        <a:rPr lang="es-ES_tradnl" sz="2800" dirty="0">
                          <a:latin typeface="Arial Narrow" pitchFamily="34" charset="0"/>
                        </a:rPr>
                        <a:t>Optimización</a:t>
                      </a:r>
                    </a:p>
                    <a:p>
                      <a:pPr marL="0" lvl="1" algn="l">
                        <a:spcBef>
                          <a:spcPct val="0"/>
                        </a:spcBef>
                        <a:buFontTx/>
                        <a:buNone/>
                      </a:pPr>
                      <a:r>
                        <a:rPr lang="es-ES_tradnl" sz="2800" dirty="0">
                          <a:latin typeface="Arial Narrow" pitchFamily="34" charset="0"/>
                        </a:rPr>
                        <a:t>Programación lineal, entera, no lineal</a:t>
                      </a:r>
                    </a:p>
                    <a:p>
                      <a:pPr marL="0" lvl="1" algn="l">
                        <a:spcBef>
                          <a:spcPct val="0"/>
                        </a:spcBef>
                        <a:buFontTx/>
                        <a:buNone/>
                      </a:pPr>
                      <a:r>
                        <a:rPr lang="es-ES_tradnl" sz="2800" dirty="0">
                          <a:latin typeface="Arial Narrow" pitchFamily="34" charset="0"/>
                        </a:rPr>
                        <a:t>Programación multiobjetivo</a:t>
                      </a:r>
                    </a:p>
                    <a:p>
                      <a:pPr marL="0" lvl="1" algn="l">
                        <a:spcBef>
                          <a:spcPct val="0"/>
                        </a:spcBef>
                        <a:buFontTx/>
                        <a:buNone/>
                      </a:pPr>
                      <a:r>
                        <a:rPr lang="es-ES_tradnl" sz="2800" dirty="0">
                          <a:latin typeface="Arial Narrow" pitchFamily="34" charset="0"/>
                        </a:rPr>
                        <a:t>Procesos de decisión </a:t>
                      </a:r>
                    </a:p>
                    <a:p>
                      <a:pPr marL="0" lvl="1" algn="l">
                        <a:spcBef>
                          <a:spcPct val="0"/>
                        </a:spcBef>
                        <a:buFontTx/>
                        <a:buNone/>
                      </a:pPr>
                      <a:r>
                        <a:rPr lang="es-ES_tradnl" sz="2800" dirty="0">
                          <a:latin typeface="Arial Narrow" pitchFamily="34" charset="0"/>
                        </a:rPr>
                        <a:t>(programación dinámica)</a:t>
                      </a:r>
                    </a:p>
                    <a:p>
                      <a:pPr marL="0" lvl="1" algn="l">
                        <a:spcBef>
                          <a:spcPct val="0"/>
                        </a:spcBef>
                        <a:buFontTx/>
                        <a:buNone/>
                      </a:pPr>
                      <a:r>
                        <a:rPr lang="es-ES_tradnl" sz="2800" dirty="0">
                          <a:latin typeface="Arial Narrow" pitchFamily="34" charset="0"/>
                        </a:rPr>
                        <a:t>Simulación determinista y estocástica</a:t>
                      </a:r>
                      <a:endParaRPr lang="es-ES" sz="2800" dirty="0"/>
                    </a:p>
                  </a:txBody>
                  <a:tcPr/>
                </a:tc>
                <a:tc>
                  <a:txBody>
                    <a:bodyPr/>
                    <a:lstStyle/>
                    <a:p>
                      <a:pPr marL="0" lvl="1" algn="l">
                        <a:spcBef>
                          <a:spcPct val="0"/>
                        </a:spcBef>
                        <a:buFontTx/>
                        <a:buNone/>
                      </a:pPr>
                      <a:r>
                        <a:rPr lang="es-ES_tradnl" sz="2800" dirty="0">
                          <a:latin typeface="Arial Narrow" pitchFamily="34" charset="0"/>
                        </a:rPr>
                        <a:t>Teoría de colas</a:t>
                      </a:r>
                    </a:p>
                    <a:p>
                      <a:pPr marL="0" lvl="1" algn="l">
                        <a:spcBef>
                          <a:spcPct val="0"/>
                        </a:spcBef>
                        <a:buFontTx/>
                        <a:buNone/>
                      </a:pPr>
                      <a:r>
                        <a:rPr lang="es-ES_tradnl" sz="2800" dirty="0">
                          <a:latin typeface="Arial Narrow" pitchFamily="34" charset="0"/>
                        </a:rPr>
                        <a:t>Colas simples</a:t>
                      </a:r>
                    </a:p>
                    <a:p>
                      <a:pPr marL="0" lvl="1" algn="l">
                        <a:spcBef>
                          <a:spcPct val="0"/>
                        </a:spcBef>
                        <a:buFontTx/>
                        <a:buNone/>
                      </a:pPr>
                      <a:r>
                        <a:rPr lang="es-ES_tradnl" sz="2800" dirty="0">
                          <a:latin typeface="Arial Narrow" pitchFamily="34" charset="0"/>
                        </a:rPr>
                        <a:t>Redes de colas</a:t>
                      </a:r>
                    </a:p>
                    <a:p>
                      <a:pPr marL="0" lvl="1" algn="l">
                        <a:spcBef>
                          <a:spcPct val="0"/>
                        </a:spcBef>
                        <a:buFontTx/>
                        <a:buNone/>
                      </a:pPr>
                      <a:r>
                        <a:rPr lang="es-ES_tradnl" sz="2800" dirty="0">
                          <a:latin typeface="Arial Narrow" pitchFamily="34" charset="0"/>
                        </a:rPr>
                        <a:t>Teoría de juegos</a:t>
                      </a:r>
                    </a:p>
                    <a:p>
                      <a:pPr marL="0" lvl="1" algn="l">
                        <a:spcBef>
                          <a:spcPct val="0"/>
                        </a:spcBef>
                        <a:buFontTx/>
                        <a:buNone/>
                      </a:pPr>
                      <a:r>
                        <a:rPr lang="es-ES_tradnl" sz="2800" dirty="0">
                          <a:latin typeface="Arial Narrow" pitchFamily="34" charset="0"/>
                        </a:rPr>
                        <a:t>Juegos simples (deterministas/estocásticos)</a:t>
                      </a:r>
                    </a:p>
                    <a:p>
                      <a:pPr marL="0" lvl="1" algn="l">
                        <a:spcBef>
                          <a:spcPct val="0"/>
                        </a:spcBef>
                        <a:buFontTx/>
                        <a:buNone/>
                      </a:pPr>
                      <a:r>
                        <a:rPr lang="es-ES_tradnl" sz="2800" dirty="0">
                          <a:latin typeface="Arial Narrow" pitchFamily="34" charset="0"/>
                        </a:rPr>
                        <a:t>Juegos repetitivos</a:t>
                      </a:r>
                    </a:p>
                    <a:p>
                      <a:pPr marL="0" lvl="1" algn="l">
                        <a:spcBef>
                          <a:spcPct val="0"/>
                        </a:spcBef>
                        <a:buFontTx/>
                        <a:buNone/>
                      </a:pPr>
                      <a:r>
                        <a:rPr lang="es-ES_tradnl" sz="2800" dirty="0">
                          <a:latin typeface="Arial Narrow" pitchFamily="34" charset="0"/>
                        </a:rPr>
                        <a:t>Teoría de decisión</a:t>
                      </a:r>
                      <a:endParaRPr lang="es-ES" sz="2800" dirty="0"/>
                    </a:p>
                  </a:txBody>
                  <a:tcPr/>
                </a:tc>
                <a:extLst>
                  <a:ext uri="{0D108BD9-81ED-4DB2-BD59-A6C34878D82A}">
                    <a16:rowId xmlns:a16="http://schemas.microsoft.com/office/drawing/2014/main" val="10001"/>
                  </a:ext>
                </a:extLst>
              </a:tr>
            </a:tbl>
          </a:graphicData>
        </a:graphic>
      </p:graphicFrame>
      <p:sp>
        <p:nvSpPr>
          <p:cNvPr id="7" name="Rectangle 2"/>
          <p:cNvSpPr>
            <a:spLocks noGrp="1" noChangeArrowheads="1"/>
          </p:cNvSpPr>
          <p:nvPr>
            <p:ph type="title"/>
          </p:nvPr>
        </p:nvSpPr>
        <p:spPr>
          <a:xfrm>
            <a:off x="6096000" y="213122"/>
            <a:ext cx="6096000" cy="642937"/>
          </a:xfr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pPr algn="ctr"/>
            <a:r>
              <a:rPr lang="es-ES_tradnl" sz="3200" dirty="0">
                <a:solidFill>
                  <a:schemeClr val="bg1"/>
                </a:solidFill>
                <a:latin typeface="Bauhaus 93" pitchFamily="82" charset="0"/>
                <a:ea typeface="+mn-ea"/>
                <a:cs typeface="+mn-cs"/>
              </a:rPr>
              <a:t>Técnicas de la Investigación</a:t>
            </a:r>
            <a:br>
              <a:rPr lang="es-ES_tradnl" sz="3200" dirty="0">
                <a:solidFill>
                  <a:schemeClr val="bg1"/>
                </a:solidFill>
                <a:latin typeface="Bauhaus 93" pitchFamily="82" charset="0"/>
                <a:ea typeface="+mn-ea"/>
                <a:cs typeface="+mn-cs"/>
              </a:rPr>
            </a:br>
            <a:r>
              <a:rPr lang="es-ES_tradnl" sz="3200" dirty="0">
                <a:solidFill>
                  <a:schemeClr val="bg1"/>
                </a:solidFill>
                <a:latin typeface="Bauhaus 93" pitchFamily="82" charset="0"/>
                <a:ea typeface="+mn-ea"/>
                <a:cs typeface="+mn-cs"/>
              </a:rPr>
              <a:t>de operaciones</a:t>
            </a:r>
          </a:p>
        </p:txBody>
      </p:sp>
    </p:spTree>
    <p:extLst>
      <p:ext uri="{BB962C8B-B14F-4D97-AF65-F5344CB8AC3E}">
        <p14:creationId xmlns:p14="http://schemas.microsoft.com/office/powerpoint/2010/main" val="3240918774"/>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a 4">
            <a:extLst>
              <a:ext uri="{FF2B5EF4-FFF2-40B4-BE49-F238E27FC236}">
                <a16:creationId xmlns:a16="http://schemas.microsoft.com/office/drawing/2014/main" id="{E37402AE-3AEE-4F9C-8A8D-2C8294A2A855}"/>
              </a:ext>
            </a:extLst>
          </p:cNvPr>
          <p:cNvGraphicFramePr/>
          <p:nvPr>
            <p:extLst>
              <p:ext uri="{D42A27DB-BD31-4B8C-83A1-F6EECF244321}">
                <p14:modId xmlns:p14="http://schemas.microsoft.com/office/powerpoint/2010/main" val="1637371160"/>
              </p:ext>
            </p:extLst>
          </p:nvPr>
        </p:nvGraphicFramePr>
        <p:xfrm>
          <a:off x="1567543" y="113203"/>
          <a:ext cx="8309620" cy="66315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 Box 2">
            <a:extLst>
              <a:ext uri="{FF2B5EF4-FFF2-40B4-BE49-F238E27FC236}">
                <a16:creationId xmlns:a16="http://schemas.microsoft.com/office/drawing/2014/main" id="{E53A72AC-F7E1-4041-8ABD-BDD4435AD446}"/>
              </a:ext>
            </a:extLst>
          </p:cNvPr>
          <p:cNvSpPr txBox="1">
            <a:spLocks noChangeArrowheads="1"/>
          </p:cNvSpPr>
          <p:nvPr/>
        </p:nvSpPr>
        <p:spPr bwMode="auto">
          <a:xfrm>
            <a:off x="6096000" y="226406"/>
            <a:ext cx="6096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spcBef>
                <a:spcPct val="50000"/>
              </a:spcBef>
            </a:pPr>
            <a:r>
              <a:rPr lang="es-ES_tradnl" sz="3200" b="1" dirty="0">
                <a:solidFill>
                  <a:schemeClr val="bg1"/>
                </a:solidFill>
                <a:latin typeface="Tahoma" pitchFamily="34" charset="0"/>
              </a:rPr>
              <a:t>Dificultades</a:t>
            </a:r>
            <a:endParaRPr lang="es-ES" sz="3200" b="1" dirty="0">
              <a:solidFill>
                <a:schemeClr val="bg1"/>
              </a:solidFill>
              <a:latin typeface="Tahoma" pitchFamily="34" charset="0"/>
            </a:endParaRPr>
          </a:p>
        </p:txBody>
      </p:sp>
    </p:spTree>
    <p:extLst>
      <p:ext uri="{BB962C8B-B14F-4D97-AF65-F5344CB8AC3E}">
        <p14:creationId xmlns:p14="http://schemas.microsoft.com/office/powerpoint/2010/main" val="6206569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3 Marcador de pie de página"/>
          <p:cNvSpPr>
            <a:spLocks noGrp="1"/>
          </p:cNvSpPr>
          <p:nvPr>
            <p:ph type="ftr" sz="quarter" idx="11"/>
          </p:nvPr>
        </p:nvSpPr>
        <p:spPr>
          <a:xfrm>
            <a:off x="4029075" y="6356350"/>
            <a:ext cx="4114800" cy="365125"/>
          </a:xfrm>
        </p:spPr>
        <p:txBody>
          <a:bodyPr/>
          <a:lstStyle/>
          <a:p>
            <a:pPr>
              <a:defRPr/>
            </a:pPr>
            <a:r>
              <a:rPr lang="es-ES" dirty="0"/>
              <a:t>ANIVAL TORRE</a:t>
            </a:r>
          </a:p>
        </p:txBody>
      </p:sp>
      <p:sp>
        <p:nvSpPr>
          <p:cNvPr id="7171" name="Oval 2"/>
          <p:cNvSpPr>
            <a:spLocks noChangeArrowheads="1"/>
          </p:cNvSpPr>
          <p:nvPr/>
        </p:nvSpPr>
        <p:spPr bwMode="auto">
          <a:xfrm>
            <a:off x="4417591" y="1380362"/>
            <a:ext cx="3384550" cy="785813"/>
          </a:xfrm>
          <a:prstGeom prst="ellipse">
            <a:avLst/>
          </a:prstGeom>
          <a:solidFill>
            <a:schemeClr val="accent2"/>
          </a:solidFill>
          <a:ln w="38100">
            <a:solidFill>
              <a:schemeClr val="tx1"/>
            </a:solidFill>
            <a:round/>
            <a:headEnd type="none" w="sm" len="sm"/>
            <a:tailEnd type="none" w="sm" len="sm"/>
          </a:ln>
        </p:spPr>
        <p:txBody>
          <a:bodyPr wrap="none" anchor="ctr"/>
          <a:lstStyle/>
          <a:p>
            <a:pPr>
              <a:defRPr/>
            </a:pPr>
            <a:endParaRPr lang="es-ES">
              <a:solidFill>
                <a:srgbClr val="FFFF00"/>
              </a:solidFill>
              <a:latin typeface="Arial" charset="0"/>
            </a:endParaRPr>
          </a:p>
        </p:txBody>
      </p:sp>
      <p:sp>
        <p:nvSpPr>
          <p:cNvPr id="9221" name="Rectangle 15"/>
          <p:cNvSpPr>
            <a:spLocks noChangeArrowheads="1"/>
          </p:cNvSpPr>
          <p:nvPr/>
        </p:nvSpPr>
        <p:spPr bwMode="auto">
          <a:xfrm>
            <a:off x="5168479" y="1459819"/>
            <a:ext cx="1890689" cy="616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nchor="ctr">
            <a:spAutoFit/>
          </a:bodyPr>
          <a:lstStyle>
            <a:lvl1pPr defTabSz="762000" eaLnBrk="0" hangingPunct="0">
              <a:defRPr>
                <a:solidFill>
                  <a:schemeClr val="tx1"/>
                </a:solidFill>
                <a:latin typeface="Arial" panose="020B0604020202020204" pitchFamily="34" charset="0"/>
              </a:defRPr>
            </a:lvl1pPr>
            <a:lvl2pPr marL="742950" indent="-285750" defTabSz="762000" eaLnBrk="0" hangingPunct="0">
              <a:defRPr>
                <a:solidFill>
                  <a:schemeClr val="tx1"/>
                </a:solidFill>
                <a:latin typeface="Arial" panose="020B0604020202020204" pitchFamily="34" charset="0"/>
              </a:defRPr>
            </a:lvl2pPr>
            <a:lvl3pPr marL="1143000" indent="-228600" defTabSz="762000" eaLnBrk="0" hangingPunct="0">
              <a:defRPr>
                <a:solidFill>
                  <a:schemeClr val="tx1"/>
                </a:solidFill>
                <a:latin typeface="Arial" panose="020B0604020202020204" pitchFamily="34" charset="0"/>
              </a:defRPr>
            </a:lvl3pPr>
            <a:lvl4pPr marL="1600200" indent="-228600" defTabSz="762000" eaLnBrk="0" hangingPunct="0">
              <a:defRPr>
                <a:solidFill>
                  <a:schemeClr val="tx1"/>
                </a:solidFill>
                <a:latin typeface="Arial" panose="020B0604020202020204" pitchFamily="34" charset="0"/>
              </a:defRPr>
            </a:lvl4pPr>
            <a:lvl5pPr marL="2057400" indent="-228600" defTabSz="762000" eaLnBrk="0" hangingPunct="0">
              <a:defRPr>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85000"/>
              </a:lnSpc>
              <a:spcBef>
                <a:spcPct val="30000"/>
              </a:spcBef>
            </a:pPr>
            <a:r>
              <a:rPr lang="es-ES_tradnl" altLang="es-ES" sz="4000" b="1" i="1" dirty="0">
                <a:solidFill>
                  <a:srgbClr val="FFFF00"/>
                </a:solidFill>
                <a:latin typeface="Times New Roman" panose="02020603050405020304" pitchFamily="18" charset="0"/>
              </a:rPr>
              <a:t>Sistema</a:t>
            </a:r>
          </a:p>
        </p:txBody>
      </p:sp>
      <p:sp>
        <p:nvSpPr>
          <p:cNvPr id="7186" name="Rectangle 18"/>
          <p:cNvSpPr>
            <a:spLocks noChangeArrowheads="1"/>
          </p:cNvSpPr>
          <p:nvPr/>
        </p:nvSpPr>
        <p:spPr bwMode="auto">
          <a:xfrm>
            <a:off x="4944633" y="3921028"/>
            <a:ext cx="2643206" cy="714380"/>
          </a:xfrm>
          <a:prstGeom prst="rect">
            <a:avLst/>
          </a:prstGeom>
          <a:solidFill>
            <a:schemeClr val="accent2">
              <a:lumMod val="50000"/>
            </a:schemeClr>
          </a:solidFill>
          <a:ln w="38100">
            <a:solidFill>
              <a:schemeClr val="tx1"/>
            </a:solidFill>
            <a:round/>
            <a:headEnd type="none" w="sm" len="sm"/>
            <a:tailEnd type="none" w="sm" len="sm"/>
          </a:ln>
        </p:spPr>
        <p:txBody>
          <a:bodyPr wrap="none" anchor="ctr"/>
          <a:lstStyle/>
          <a:p>
            <a:pPr algn="ctr"/>
            <a:r>
              <a:rPr lang="es-ES_tradnl" sz="2400" dirty="0">
                <a:solidFill>
                  <a:srgbClr val="FFFF00"/>
                </a:solidFill>
                <a:latin typeface="Arial" charset="0"/>
              </a:rPr>
              <a:t>Modelo</a:t>
            </a:r>
            <a:br>
              <a:rPr lang="es-ES_tradnl" sz="2400" dirty="0">
                <a:solidFill>
                  <a:srgbClr val="FFFF00"/>
                </a:solidFill>
                <a:latin typeface="Arial" charset="0"/>
              </a:rPr>
            </a:br>
            <a:r>
              <a:rPr lang="es-ES_tradnl" sz="2400" dirty="0">
                <a:solidFill>
                  <a:srgbClr val="FFFF00"/>
                </a:solidFill>
                <a:latin typeface="Arial" charset="0"/>
              </a:rPr>
              <a:t>matemático</a:t>
            </a:r>
          </a:p>
        </p:txBody>
      </p:sp>
      <p:sp>
        <p:nvSpPr>
          <p:cNvPr id="7187" name="Rectangle 19"/>
          <p:cNvSpPr>
            <a:spLocks noChangeArrowheads="1"/>
          </p:cNvSpPr>
          <p:nvPr/>
        </p:nvSpPr>
        <p:spPr bwMode="auto">
          <a:xfrm>
            <a:off x="8073615" y="3921028"/>
            <a:ext cx="2643206" cy="714380"/>
          </a:xfrm>
          <a:prstGeom prst="rect">
            <a:avLst/>
          </a:prstGeom>
          <a:solidFill>
            <a:schemeClr val="accent2">
              <a:lumMod val="50000"/>
            </a:schemeClr>
          </a:solidFill>
          <a:ln w="38100">
            <a:solidFill>
              <a:schemeClr val="tx1"/>
            </a:solidFill>
            <a:round/>
            <a:headEnd type="none" w="sm" len="sm"/>
            <a:tailEnd type="none" w="sm" len="sm"/>
          </a:ln>
        </p:spPr>
        <p:txBody>
          <a:bodyPr wrap="none" anchor="ctr"/>
          <a:lstStyle/>
          <a:p>
            <a:pPr algn="ctr"/>
            <a:r>
              <a:rPr lang="es-ES_tradnl" sz="2400">
                <a:solidFill>
                  <a:srgbClr val="FFFF00"/>
                </a:solidFill>
                <a:latin typeface="Arial" charset="0"/>
              </a:rPr>
              <a:t>Modelo</a:t>
            </a:r>
            <a:br>
              <a:rPr lang="es-ES_tradnl" sz="2400">
                <a:solidFill>
                  <a:srgbClr val="FFFF00"/>
                </a:solidFill>
                <a:latin typeface="Arial" charset="0"/>
              </a:rPr>
            </a:br>
            <a:r>
              <a:rPr lang="es-ES_tradnl" sz="2400">
                <a:solidFill>
                  <a:srgbClr val="FFFF00"/>
                </a:solidFill>
                <a:latin typeface="Arial" charset="0"/>
              </a:rPr>
              <a:t>físico</a:t>
            </a:r>
            <a:endParaRPr lang="es-ES_tradnl" sz="2400" dirty="0">
              <a:solidFill>
                <a:srgbClr val="FFFF00"/>
              </a:solidFill>
              <a:latin typeface="Arial" charset="0"/>
            </a:endParaRPr>
          </a:p>
        </p:txBody>
      </p:sp>
      <p:sp>
        <p:nvSpPr>
          <p:cNvPr id="7189" name="Oval 2"/>
          <p:cNvSpPr>
            <a:spLocks noChangeArrowheads="1"/>
          </p:cNvSpPr>
          <p:nvPr/>
        </p:nvSpPr>
        <p:spPr bwMode="auto">
          <a:xfrm>
            <a:off x="6022855" y="5185792"/>
            <a:ext cx="3384550" cy="809625"/>
          </a:xfrm>
          <a:prstGeom prst="ellipse">
            <a:avLst/>
          </a:prstGeom>
          <a:solidFill>
            <a:schemeClr val="accent2">
              <a:lumMod val="40000"/>
              <a:lumOff val="60000"/>
            </a:schemeClr>
          </a:solidFill>
          <a:ln w="38100">
            <a:solidFill>
              <a:schemeClr val="tx1"/>
            </a:solidFill>
            <a:round/>
            <a:headEnd type="none" w="sm" len="sm"/>
            <a:tailEnd type="none" w="sm" len="sm"/>
          </a:ln>
        </p:spPr>
        <p:txBody>
          <a:bodyPr wrap="none" anchor="ctr"/>
          <a:lstStyle/>
          <a:p>
            <a:pPr>
              <a:defRPr/>
            </a:pPr>
            <a:endParaRPr lang="es-ES" sz="2000" dirty="0">
              <a:latin typeface="Arial" charset="0"/>
            </a:endParaRPr>
          </a:p>
        </p:txBody>
      </p:sp>
      <p:sp>
        <p:nvSpPr>
          <p:cNvPr id="9236" name="Rectangle 15"/>
          <p:cNvSpPr>
            <a:spLocks noChangeArrowheads="1"/>
          </p:cNvSpPr>
          <p:nvPr/>
        </p:nvSpPr>
        <p:spPr bwMode="auto">
          <a:xfrm>
            <a:off x="6685962" y="5313780"/>
            <a:ext cx="2643188" cy="511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spAutoFit/>
          </a:bodyPr>
          <a:lstStyle/>
          <a:p>
            <a:pPr algn="ctr" defTabSz="762000" eaLnBrk="0" hangingPunct="0">
              <a:lnSpc>
                <a:spcPct val="85000"/>
              </a:lnSpc>
              <a:spcBef>
                <a:spcPct val="30000"/>
              </a:spcBef>
            </a:pPr>
            <a:r>
              <a:rPr lang="es-ES_tradnl" altLang="es-ES" sz="3200" b="1" i="1" dirty="0">
                <a:latin typeface="Times New Roman" panose="02020603050405020304" pitchFamily="18" charset="0"/>
              </a:rPr>
              <a:t>Simulación</a:t>
            </a:r>
          </a:p>
        </p:txBody>
      </p:sp>
      <p:sp>
        <p:nvSpPr>
          <p:cNvPr id="23" name="22 Marcador de número de diapositiva"/>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8F5BF25-5610-4BE6-ADC2-8FE0B0A8CBBC}" type="slidenum">
              <a:rPr lang="es-ES" altLang="es-ES">
                <a:solidFill>
                  <a:srgbClr val="045C75"/>
                </a:solidFill>
              </a:rPr>
              <a:pPr eaLnBrk="1" hangingPunct="1"/>
              <a:t>33</a:t>
            </a:fld>
            <a:endParaRPr lang="es-ES" altLang="es-ES">
              <a:solidFill>
                <a:srgbClr val="045C75"/>
              </a:solidFill>
            </a:endParaRPr>
          </a:p>
        </p:txBody>
      </p:sp>
      <p:sp>
        <p:nvSpPr>
          <p:cNvPr id="9238" name="Line 10"/>
          <p:cNvSpPr>
            <a:spLocks noChangeShapeType="1"/>
          </p:cNvSpPr>
          <p:nvPr/>
        </p:nvSpPr>
        <p:spPr bwMode="auto">
          <a:xfrm>
            <a:off x="7142392" y="2073177"/>
            <a:ext cx="576262" cy="576263"/>
          </a:xfrm>
          <a:prstGeom prst="line">
            <a:avLst/>
          </a:prstGeom>
          <a:noFill/>
          <a:ln w="38100">
            <a:solidFill>
              <a:srgbClr val="00206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s-ES"/>
          </a:p>
        </p:txBody>
      </p:sp>
      <p:sp>
        <p:nvSpPr>
          <p:cNvPr id="9240" name="Line 10"/>
          <p:cNvSpPr>
            <a:spLocks noChangeShapeType="1"/>
          </p:cNvSpPr>
          <p:nvPr/>
        </p:nvSpPr>
        <p:spPr bwMode="auto">
          <a:xfrm flipH="1">
            <a:off x="4724644" y="2100216"/>
            <a:ext cx="500063" cy="571500"/>
          </a:xfrm>
          <a:prstGeom prst="line">
            <a:avLst/>
          </a:prstGeom>
          <a:noFill/>
          <a:ln w="38100">
            <a:solidFill>
              <a:srgbClr val="00206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s-ES"/>
          </a:p>
        </p:txBody>
      </p:sp>
      <p:sp>
        <p:nvSpPr>
          <p:cNvPr id="9241" name="Line 10"/>
          <p:cNvSpPr>
            <a:spLocks noChangeShapeType="1"/>
          </p:cNvSpPr>
          <p:nvPr/>
        </p:nvSpPr>
        <p:spPr bwMode="auto">
          <a:xfrm>
            <a:off x="8368879" y="3349526"/>
            <a:ext cx="576262" cy="576262"/>
          </a:xfrm>
          <a:prstGeom prst="line">
            <a:avLst/>
          </a:prstGeom>
          <a:noFill/>
          <a:ln w="38100">
            <a:solidFill>
              <a:srgbClr val="00206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s-ES"/>
          </a:p>
        </p:txBody>
      </p:sp>
      <p:sp>
        <p:nvSpPr>
          <p:cNvPr id="9242" name="Line 10"/>
          <p:cNvSpPr>
            <a:spLocks noChangeShapeType="1"/>
          </p:cNvSpPr>
          <p:nvPr/>
        </p:nvSpPr>
        <p:spPr bwMode="auto">
          <a:xfrm>
            <a:off x="6800071" y="4635401"/>
            <a:ext cx="553769" cy="574955"/>
          </a:xfrm>
          <a:prstGeom prst="line">
            <a:avLst/>
          </a:prstGeom>
          <a:noFill/>
          <a:ln w="38100">
            <a:solidFill>
              <a:srgbClr val="00206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s-ES"/>
          </a:p>
        </p:txBody>
      </p:sp>
      <p:sp>
        <p:nvSpPr>
          <p:cNvPr id="9243" name="Line 10"/>
          <p:cNvSpPr>
            <a:spLocks noChangeShapeType="1"/>
          </p:cNvSpPr>
          <p:nvPr/>
        </p:nvSpPr>
        <p:spPr bwMode="auto">
          <a:xfrm flipH="1">
            <a:off x="6711529" y="3349526"/>
            <a:ext cx="500062" cy="571500"/>
          </a:xfrm>
          <a:prstGeom prst="line">
            <a:avLst/>
          </a:prstGeom>
          <a:noFill/>
          <a:ln w="38100">
            <a:solidFill>
              <a:srgbClr val="00206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s-ES"/>
          </a:p>
        </p:txBody>
      </p:sp>
      <p:sp>
        <p:nvSpPr>
          <p:cNvPr id="21" name="Text Box 12">
            <a:extLst>
              <a:ext uri="{FF2B5EF4-FFF2-40B4-BE49-F238E27FC236}">
                <a16:creationId xmlns:a16="http://schemas.microsoft.com/office/drawing/2014/main" id="{F42D038F-21D2-4354-98F3-4866A2595766}"/>
              </a:ext>
            </a:extLst>
          </p:cNvPr>
          <p:cNvSpPr txBox="1">
            <a:spLocks noChangeArrowheads="1"/>
          </p:cNvSpPr>
          <p:nvPr/>
        </p:nvSpPr>
        <p:spPr bwMode="auto">
          <a:xfrm>
            <a:off x="6096000" y="153349"/>
            <a:ext cx="6096000" cy="751552"/>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lvl1pPr lvl="0" algn="ctr">
              <a:lnSpc>
                <a:spcPts val="5800"/>
              </a:lnSpc>
              <a:spcBef>
                <a:spcPct val="0"/>
              </a:spcBef>
              <a:buNone/>
              <a:defRPr sz="3200" b="0">
                <a:solidFill>
                  <a:schemeClr val="bg1"/>
                </a:solidFill>
                <a:effectLst>
                  <a:outerShdw blurRad="63500" dist="38100" dir="5400000" algn="t" rotWithShape="0">
                    <a:prstClr val="black">
                      <a:alpha val="25000"/>
                    </a:prstClr>
                  </a:outerShdw>
                </a:effectLst>
                <a:latin typeface="Bauhaus 93" pitchFamily="82" charset="0"/>
              </a:defRPr>
            </a:lvl1pPr>
          </a:lstStyle>
          <a:p>
            <a:r>
              <a:rPr lang="es-ES_tradnl" dirty="0"/>
              <a:t>Modelo, sistema y simulación</a:t>
            </a:r>
          </a:p>
        </p:txBody>
      </p:sp>
      <p:sp>
        <p:nvSpPr>
          <p:cNvPr id="18" name="Line 10">
            <a:extLst>
              <a:ext uri="{FF2B5EF4-FFF2-40B4-BE49-F238E27FC236}">
                <a16:creationId xmlns:a16="http://schemas.microsoft.com/office/drawing/2014/main" id="{E37A48CB-6D45-4681-BB3F-851823A69465}"/>
              </a:ext>
            </a:extLst>
          </p:cNvPr>
          <p:cNvSpPr>
            <a:spLocks noChangeShapeType="1"/>
          </p:cNvSpPr>
          <p:nvPr/>
        </p:nvSpPr>
        <p:spPr bwMode="auto">
          <a:xfrm flipH="1">
            <a:off x="8427109" y="4649781"/>
            <a:ext cx="504401" cy="586453"/>
          </a:xfrm>
          <a:prstGeom prst="line">
            <a:avLst/>
          </a:prstGeom>
          <a:noFill/>
          <a:ln w="38100">
            <a:solidFill>
              <a:srgbClr val="00206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s-ES"/>
          </a:p>
        </p:txBody>
      </p:sp>
      <p:grpSp>
        <p:nvGrpSpPr>
          <p:cNvPr id="28" name="Grupo 27">
            <a:extLst>
              <a:ext uri="{FF2B5EF4-FFF2-40B4-BE49-F238E27FC236}">
                <a16:creationId xmlns:a16="http://schemas.microsoft.com/office/drawing/2014/main" id="{B38264C0-2E9A-4148-A367-BD89E3AE6663}"/>
              </a:ext>
            </a:extLst>
          </p:cNvPr>
          <p:cNvGrpSpPr/>
          <p:nvPr/>
        </p:nvGrpSpPr>
        <p:grpSpPr>
          <a:xfrm>
            <a:off x="3305176" y="2667000"/>
            <a:ext cx="2486024" cy="704849"/>
            <a:chOff x="964418" y="0"/>
            <a:chExt cx="714373" cy="714373"/>
          </a:xfrm>
        </p:grpSpPr>
        <p:sp>
          <p:nvSpPr>
            <p:cNvPr id="29" name="Elipse 28">
              <a:extLst>
                <a:ext uri="{FF2B5EF4-FFF2-40B4-BE49-F238E27FC236}">
                  <a16:creationId xmlns:a16="http://schemas.microsoft.com/office/drawing/2014/main" id="{C6CDB9B9-3990-48F8-AE51-E7A94EDC11C6}"/>
                </a:ext>
              </a:extLst>
            </p:cNvPr>
            <p:cNvSpPr/>
            <p:nvPr/>
          </p:nvSpPr>
          <p:spPr>
            <a:xfrm>
              <a:off x="964418" y="0"/>
              <a:ext cx="714373" cy="714373"/>
            </a:xfrm>
            <a:prstGeom prst="ellipse">
              <a:avLst/>
            </a:prstGeom>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a:lstStyle/>
            <a:p>
              <a:endParaRPr lang="es-PE"/>
            </a:p>
          </p:txBody>
        </p:sp>
        <p:sp>
          <p:nvSpPr>
            <p:cNvPr id="30" name="Elipse 4">
              <a:extLst>
                <a:ext uri="{FF2B5EF4-FFF2-40B4-BE49-F238E27FC236}">
                  <a16:creationId xmlns:a16="http://schemas.microsoft.com/office/drawing/2014/main" id="{19596A17-5EE2-4D34-8696-58467BF60DCE}"/>
                </a:ext>
              </a:extLst>
            </p:cNvPr>
            <p:cNvSpPr txBox="1"/>
            <p:nvPr/>
          </p:nvSpPr>
          <p:spPr>
            <a:xfrm>
              <a:off x="1069036" y="104618"/>
              <a:ext cx="505137" cy="505137"/>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r>
                <a:rPr lang="es-ES_tradnl" sz="2000" b="1" kern="1200" dirty="0"/>
                <a:t>Experimentar</a:t>
              </a:r>
              <a:br>
                <a:rPr lang="es-ES_tradnl" sz="2000" b="1" kern="1200" dirty="0"/>
              </a:br>
              <a:r>
                <a:rPr lang="es-ES_tradnl" sz="2000" b="1" kern="1200" dirty="0"/>
                <a:t>con el sistema</a:t>
              </a:r>
              <a:endParaRPr lang="es-PE" sz="2000" b="1" kern="1200" dirty="0"/>
            </a:p>
          </p:txBody>
        </p:sp>
      </p:grpSp>
      <p:grpSp>
        <p:nvGrpSpPr>
          <p:cNvPr id="31" name="Grupo 30">
            <a:extLst>
              <a:ext uri="{FF2B5EF4-FFF2-40B4-BE49-F238E27FC236}">
                <a16:creationId xmlns:a16="http://schemas.microsoft.com/office/drawing/2014/main" id="{528429C1-EC46-4293-A9A9-577504E60C02}"/>
              </a:ext>
            </a:extLst>
          </p:cNvPr>
          <p:cNvGrpSpPr/>
          <p:nvPr/>
        </p:nvGrpSpPr>
        <p:grpSpPr>
          <a:xfrm>
            <a:off x="6572251" y="2667000"/>
            <a:ext cx="2486024" cy="704849"/>
            <a:chOff x="964418" y="0"/>
            <a:chExt cx="714373" cy="714373"/>
          </a:xfrm>
        </p:grpSpPr>
        <p:sp>
          <p:nvSpPr>
            <p:cNvPr id="32" name="Elipse 31">
              <a:extLst>
                <a:ext uri="{FF2B5EF4-FFF2-40B4-BE49-F238E27FC236}">
                  <a16:creationId xmlns:a16="http://schemas.microsoft.com/office/drawing/2014/main" id="{91477C45-5CA8-48A3-8577-5C2C514E817C}"/>
                </a:ext>
              </a:extLst>
            </p:cNvPr>
            <p:cNvSpPr/>
            <p:nvPr/>
          </p:nvSpPr>
          <p:spPr>
            <a:xfrm>
              <a:off x="964418" y="0"/>
              <a:ext cx="714373" cy="714373"/>
            </a:xfrm>
            <a:prstGeom prst="ellipse">
              <a:avLst/>
            </a:prstGeom>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a:lstStyle/>
            <a:p>
              <a:endParaRPr lang="es-PE"/>
            </a:p>
          </p:txBody>
        </p:sp>
        <p:sp>
          <p:nvSpPr>
            <p:cNvPr id="33" name="Elipse 4">
              <a:extLst>
                <a:ext uri="{FF2B5EF4-FFF2-40B4-BE49-F238E27FC236}">
                  <a16:creationId xmlns:a16="http://schemas.microsoft.com/office/drawing/2014/main" id="{4B1CC19C-4C17-4556-8334-F871BE63DB2D}"/>
                </a:ext>
              </a:extLst>
            </p:cNvPr>
            <p:cNvSpPr txBox="1"/>
            <p:nvPr/>
          </p:nvSpPr>
          <p:spPr>
            <a:xfrm>
              <a:off x="1069036" y="104618"/>
              <a:ext cx="505137" cy="505137"/>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r>
                <a:rPr lang="es-ES_tradnl" sz="2000" b="1" kern="1200"/>
                <a:t>Experimentar</a:t>
              </a:r>
              <a:br>
                <a:rPr lang="es-ES_tradnl" sz="2000" b="1" kern="1200"/>
              </a:br>
              <a:r>
                <a:rPr lang="es-ES_tradnl" sz="2000" b="1" kern="1200"/>
                <a:t>con un modelo</a:t>
              </a:r>
              <a:endParaRPr lang="es-PE" sz="2000" b="1" kern="1200"/>
            </a:p>
          </p:txBody>
        </p:sp>
      </p:grpSp>
      <p:sp>
        <p:nvSpPr>
          <p:cNvPr id="24" name="Rectangle 16">
            <a:extLst>
              <a:ext uri="{FF2B5EF4-FFF2-40B4-BE49-F238E27FC236}">
                <a16:creationId xmlns:a16="http://schemas.microsoft.com/office/drawing/2014/main" id="{8180A146-7A41-4C3E-B14E-A055C9F9B8EC}"/>
              </a:ext>
            </a:extLst>
          </p:cNvPr>
          <p:cNvSpPr>
            <a:spLocks noChangeArrowheads="1"/>
          </p:cNvSpPr>
          <p:nvPr/>
        </p:nvSpPr>
        <p:spPr bwMode="auto">
          <a:xfrm>
            <a:off x="1758719" y="1637349"/>
            <a:ext cx="2344321"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nchor="ctr">
            <a:spAutoFit/>
          </a:bodyPr>
          <a:lstStyle>
            <a:lvl1pPr defTabSz="762000" eaLnBrk="0" hangingPunct="0">
              <a:defRPr>
                <a:solidFill>
                  <a:schemeClr val="tx1"/>
                </a:solidFill>
                <a:latin typeface="Arial" panose="020B0604020202020204" pitchFamily="34" charset="0"/>
              </a:defRPr>
            </a:lvl1pPr>
            <a:lvl2pPr marL="742950" indent="-285750" defTabSz="762000" eaLnBrk="0" hangingPunct="0">
              <a:defRPr>
                <a:solidFill>
                  <a:schemeClr val="tx1"/>
                </a:solidFill>
                <a:latin typeface="Arial" panose="020B0604020202020204" pitchFamily="34" charset="0"/>
              </a:defRPr>
            </a:lvl2pPr>
            <a:lvl3pPr marL="1143000" indent="-228600" defTabSz="762000" eaLnBrk="0" hangingPunct="0">
              <a:defRPr>
                <a:solidFill>
                  <a:schemeClr val="tx1"/>
                </a:solidFill>
                <a:latin typeface="Arial" panose="020B0604020202020204" pitchFamily="34" charset="0"/>
              </a:defRPr>
            </a:lvl3pPr>
            <a:lvl4pPr marL="1600200" indent="-228600" defTabSz="762000" eaLnBrk="0" hangingPunct="0">
              <a:defRPr>
                <a:solidFill>
                  <a:schemeClr val="tx1"/>
                </a:solidFill>
                <a:latin typeface="Arial" panose="020B0604020202020204" pitchFamily="34" charset="0"/>
              </a:defRPr>
            </a:lvl4pPr>
            <a:lvl5pPr marL="2057400" indent="-228600" defTabSz="762000" eaLnBrk="0" hangingPunct="0">
              <a:defRPr>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85000"/>
              </a:lnSpc>
              <a:spcBef>
                <a:spcPct val="30000"/>
              </a:spcBef>
            </a:pPr>
            <a:r>
              <a:rPr lang="es-ES_tradnl" altLang="es-ES" sz="2400" dirty="0">
                <a:solidFill>
                  <a:srgbClr val="002060"/>
                </a:solidFill>
              </a:rPr>
              <a:t>Propósito</a:t>
            </a:r>
          </a:p>
        </p:txBody>
      </p:sp>
      <p:sp>
        <p:nvSpPr>
          <p:cNvPr id="25" name="Rectangle 15">
            <a:extLst>
              <a:ext uri="{FF2B5EF4-FFF2-40B4-BE49-F238E27FC236}">
                <a16:creationId xmlns:a16="http://schemas.microsoft.com/office/drawing/2014/main" id="{FCB6DD32-A1DE-41B5-9A17-D404B32494B3}"/>
              </a:ext>
            </a:extLst>
          </p:cNvPr>
          <p:cNvSpPr>
            <a:spLocks noChangeArrowheads="1"/>
          </p:cNvSpPr>
          <p:nvPr/>
        </p:nvSpPr>
        <p:spPr bwMode="auto">
          <a:xfrm>
            <a:off x="1621259" y="4088061"/>
            <a:ext cx="2374670"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nchor="ctr">
            <a:spAutoFit/>
          </a:bodyPr>
          <a:lstStyle>
            <a:lvl1pPr defTabSz="762000" eaLnBrk="0" hangingPunct="0">
              <a:defRPr>
                <a:solidFill>
                  <a:schemeClr val="tx1"/>
                </a:solidFill>
                <a:latin typeface="Arial" panose="020B0604020202020204" pitchFamily="34" charset="0"/>
              </a:defRPr>
            </a:lvl1pPr>
            <a:lvl2pPr marL="742950" indent="-285750" defTabSz="762000" eaLnBrk="0" hangingPunct="0">
              <a:defRPr>
                <a:solidFill>
                  <a:schemeClr val="tx1"/>
                </a:solidFill>
                <a:latin typeface="Arial" panose="020B0604020202020204" pitchFamily="34" charset="0"/>
              </a:defRPr>
            </a:lvl2pPr>
            <a:lvl3pPr marL="1143000" indent="-228600" defTabSz="762000" eaLnBrk="0" hangingPunct="0">
              <a:defRPr>
                <a:solidFill>
                  <a:schemeClr val="tx1"/>
                </a:solidFill>
                <a:latin typeface="Arial" panose="020B0604020202020204" pitchFamily="34" charset="0"/>
              </a:defRPr>
            </a:lvl3pPr>
            <a:lvl4pPr marL="1600200" indent="-228600" defTabSz="762000" eaLnBrk="0" hangingPunct="0">
              <a:defRPr>
                <a:solidFill>
                  <a:schemeClr val="tx1"/>
                </a:solidFill>
                <a:latin typeface="Arial" panose="020B0604020202020204" pitchFamily="34" charset="0"/>
              </a:defRPr>
            </a:lvl4pPr>
            <a:lvl5pPr marL="2057400" indent="-228600" defTabSz="762000" eaLnBrk="0" hangingPunct="0">
              <a:defRPr>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85000"/>
              </a:lnSpc>
              <a:spcBef>
                <a:spcPct val="30000"/>
              </a:spcBef>
            </a:pPr>
            <a:r>
              <a:rPr lang="es-ES_tradnl" altLang="es-ES" sz="2400" dirty="0">
                <a:solidFill>
                  <a:srgbClr val="002060"/>
                </a:solidFill>
              </a:rPr>
              <a:t>Nivel de detalle</a:t>
            </a:r>
          </a:p>
        </p:txBody>
      </p:sp>
    </p:spTree>
    <p:extLst>
      <p:ext uri="{BB962C8B-B14F-4D97-AF65-F5344CB8AC3E}">
        <p14:creationId xmlns:p14="http://schemas.microsoft.com/office/powerpoint/2010/main" val="880640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186"/>
                                        </p:tgtEl>
                                        <p:attrNameLst>
                                          <p:attrName>style.visibility</p:attrName>
                                        </p:attrNameLst>
                                      </p:cBhvr>
                                      <p:to>
                                        <p:strVal val="visible"/>
                                      </p:to>
                                    </p:set>
                                    <p:anim calcmode="lin" valueType="num">
                                      <p:cBhvr additive="base">
                                        <p:cTn id="7" dur="500" fill="hold"/>
                                        <p:tgtEl>
                                          <p:spTgt spid="7186"/>
                                        </p:tgtEl>
                                        <p:attrNameLst>
                                          <p:attrName>ppt_x</p:attrName>
                                        </p:attrNameLst>
                                      </p:cBhvr>
                                      <p:tavLst>
                                        <p:tav tm="0">
                                          <p:val>
                                            <p:strVal val="#ppt_x"/>
                                          </p:val>
                                        </p:tav>
                                        <p:tav tm="100000">
                                          <p:val>
                                            <p:strVal val="#ppt_x"/>
                                          </p:val>
                                        </p:tav>
                                      </p:tavLst>
                                    </p:anim>
                                    <p:anim calcmode="lin" valueType="num">
                                      <p:cBhvr additive="base">
                                        <p:cTn id="8" dur="500" fill="hold"/>
                                        <p:tgtEl>
                                          <p:spTgt spid="718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243"/>
                                        </p:tgtEl>
                                        <p:attrNameLst>
                                          <p:attrName>style.visibility</p:attrName>
                                        </p:attrNameLst>
                                      </p:cBhvr>
                                      <p:to>
                                        <p:strVal val="visible"/>
                                      </p:to>
                                    </p:set>
                                    <p:anim calcmode="lin" valueType="num">
                                      <p:cBhvr additive="base">
                                        <p:cTn id="11" dur="500" fill="hold"/>
                                        <p:tgtEl>
                                          <p:spTgt spid="9243"/>
                                        </p:tgtEl>
                                        <p:attrNameLst>
                                          <p:attrName>ppt_x</p:attrName>
                                        </p:attrNameLst>
                                      </p:cBhvr>
                                      <p:tavLst>
                                        <p:tav tm="0">
                                          <p:val>
                                            <p:strVal val="#ppt_x"/>
                                          </p:val>
                                        </p:tav>
                                        <p:tav tm="100000">
                                          <p:val>
                                            <p:strVal val="#ppt_x"/>
                                          </p:val>
                                        </p:tav>
                                      </p:tavLst>
                                    </p:anim>
                                    <p:anim calcmode="lin" valueType="num">
                                      <p:cBhvr additive="base">
                                        <p:cTn id="12" dur="500" fill="hold"/>
                                        <p:tgtEl>
                                          <p:spTgt spid="9243"/>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187"/>
                                        </p:tgtEl>
                                        <p:attrNameLst>
                                          <p:attrName>style.visibility</p:attrName>
                                        </p:attrNameLst>
                                      </p:cBhvr>
                                      <p:to>
                                        <p:strVal val="visible"/>
                                      </p:to>
                                    </p:set>
                                    <p:anim calcmode="lin" valueType="num">
                                      <p:cBhvr additive="base">
                                        <p:cTn id="15" dur="500" fill="hold"/>
                                        <p:tgtEl>
                                          <p:spTgt spid="7187"/>
                                        </p:tgtEl>
                                        <p:attrNameLst>
                                          <p:attrName>ppt_x</p:attrName>
                                        </p:attrNameLst>
                                      </p:cBhvr>
                                      <p:tavLst>
                                        <p:tav tm="0">
                                          <p:val>
                                            <p:strVal val="#ppt_x"/>
                                          </p:val>
                                        </p:tav>
                                        <p:tav tm="100000">
                                          <p:val>
                                            <p:strVal val="#ppt_x"/>
                                          </p:val>
                                        </p:tav>
                                      </p:tavLst>
                                    </p:anim>
                                    <p:anim calcmode="lin" valueType="num">
                                      <p:cBhvr additive="base">
                                        <p:cTn id="16" dur="500" fill="hold"/>
                                        <p:tgtEl>
                                          <p:spTgt spid="7187"/>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9241"/>
                                        </p:tgtEl>
                                        <p:attrNameLst>
                                          <p:attrName>style.visibility</p:attrName>
                                        </p:attrNameLst>
                                      </p:cBhvr>
                                      <p:to>
                                        <p:strVal val="visible"/>
                                      </p:to>
                                    </p:set>
                                    <p:anim calcmode="lin" valueType="num">
                                      <p:cBhvr additive="base">
                                        <p:cTn id="19" dur="500" fill="hold"/>
                                        <p:tgtEl>
                                          <p:spTgt spid="9241"/>
                                        </p:tgtEl>
                                        <p:attrNameLst>
                                          <p:attrName>ppt_x</p:attrName>
                                        </p:attrNameLst>
                                      </p:cBhvr>
                                      <p:tavLst>
                                        <p:tav tm="0">
                                          <p:val>
                                            <p:strVal val="#ppt_x"/>
                                          </p:val>
                                        </p:tav>
                                        <p:tav tm="100000">
                                          <p:val>
                                            <p:strVal val="#ppt_x"/>
                                          </p:val>
                                        </p:tav>
                                      </p:tavLst>
                                    </p:anim>
                                    <p:anim calcmode="lin" valueType="num">
                                      <p:cBhvr additive="base">
                                        <p:cTn id="20" dur="500" fill="hold"/>
                                        <p:tgtEl>
                                          <p:spTgt spid="924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242"/>
                                        </p:tgtEl>
                                        <p:attrNameLst>
                                          <p:attrName>style.visibility</p:attrName>
                                        </p:attrNameLst>
                                      </p:cBhvr>
                                      <p:to>
                                        <p:strVal val="visible"/>
                                      </p:to>
                                    </p:set>
                                    <p:anim calcmode="lin" valueType="num">
                                      <p:cBhvr additive="base">
                                        <p:cTn id="25" dur="500" fill="hold"/>
                                        <p:tgtEl>
                                          <p:spTgt spid="9242"/>
                                        </p:tgtEl>
                                        <p:attrNameLst>
                                          <p:attrName>ppt_x</p:attrName>
                                        </p:attrNameLst>
                                      </p:cBhvr>
                                      <p:tavLst>
                                        <p:tav tm="0">
                                          <p:val>
                                            <p:strVal val="#ppt_x"/>
                                          </p:val>
                                        </p:tav>
                                        <p:tav tm="100000">
                                          <p:val>
                                            <p:strVal val="#ppt_x"/>
                                          </p:val>
                                        </p:tav>
                                      </p:tavLst>
                                    </p:anim>
                                    <p:anim calcmode="lin" valueType="num">
                                      <p:cBhvr additive="base">
                                        <p:cTn id="26" dur="500" fill="hold"/>
                                        <p:tgtEl>
                                          <p:spTgt spid="924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7189"/>
                                        </p:tgtEl>
                                        <p:attrNameLst>
                                          <p:attrName>style.visibility</p:attrName>
                                        </p:attrNameLst>
                                      </p:cBhvr>
                                      <p:to>
                                        <p:strVal val="visible"/>
                                      </p:to>
                                    </p:set>
                                    <p:anim calcmode="lin" valueType="num">
                                      <p:cBhvr additive="base">
                                        <p:cTn id="31" dur="500" fill="hold"/>
                                        <p:tgtEl>
                                          <p:spTgt spid="7189"/>
                                        </p:tgtEl>
                                        <p:attrNameLst>
                                          <p:attrName>ppt_x</p:attrName>
                                        </p:attrNameLst>
                                      </p:cBhvr>
                                      <p:tavLst>
                                        <p:tav tm="0">
                                          <p:val>
                                            <p:strVal val="#ppt_x"/>
                                          </p:val>
                                        </p:tav>
                                        <p:tav tm="100000">
                                          <p:val>
                                            <p:strVal val="#ppt_x"/>
                                          </p:val>
                                        </p:tav>
                                      </p:tavLst>
                                    </p:anim>
                                    <p:anim calcmode="lin" valueType="num">
                                      <p:cBhvr additive="base">
                                        <p:cTn id="32" dur="500" fill="hold"/>
                                        <p:tgtEl>
                                          <p:spTgt spid="7189"/>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9236"/>
                                        </p:tgtEl>
                                        <p:attrNameLst>
                                          <p:attrName>style.visibility</p:attrName>
                                        </p:attrNameLst>
                                      </p:cBhvr>
                                      <p:to>
                                        <p:strVal val="visible"/>
                                      </p:to>
                                    </p:set>
                                    <p:anim calcmode="lin" valueType="num">
                                      <p:cBhvr additive="base">
                                        <p:cTn id="35" dur="500" fill="hold"/>
                                        <p:tgtEl>
                                          <p:spTgt spid="9236"/>
                                        </p:tgtEl>
                                        <p:attrNameLst>
                                          <p:attrName>ppt_x</p:attrName>
                                        </p:attrNameLst>
                                      </p:cBhvr>
                                      <p:tavLst>
                                        <p:tav tm="0">
                                          <p:val>
                                            <p:strVal val="#ppt_x"/>
                                          </p:val>
                                        </p:tav>
                                        <p:tav tm="100000">
                                          <p:val>
                                            <p:strVal val="#ppt_x"/>
                                          </p:val>
                                        </p:tav>
                                      </p:tavLst>
                                    </p:anim>
                                    <p:anim calcmode="lin" valueType="num">
                                      <p:cBhvr additive="base">
                                        <p:cTn id="36" dur="500" fill="hold"/>
                                        <p:tgtEl>
                                          <p:spTgt spid="9236"/>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ppt_x"/>
                                          </p:val>
                                        </p:tav>
                                        <p:tav tm="100000">
                                          <p:val>
                                            <p:strVal val="#ppt_x"/>
                                          </p:val>
                                        </p:tav>
                                      </p:tavLst>
                                    </p:anim>
                                    <p:anim calcmode="lin" valueType="num">
                                      <p:cBhvr additive="base">
                                        <p:cTn id="42"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86" grpId="0" animBg="1"/>
      <p:bldP spid="7187" grpId="0" animBg="1"/>
      <p:bldP spid="7189" grpId="0" animBg="1"/>
      <p:bldP spid="9236" grpId="0"/>
      <p:bldP spid="9241" grpId="0" animBg="1"/>
      <p:bldP spid="9242" grpId="0" animBg="1"/>
      <p:bldP spid="9243" grpId="0" animBg="1"/>
      <p:bldP spid="18" grpId="0" animBg="1"/>
      <p:bldP spid="2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9">
            <a:extLst>
              <a:ext uri="{FF2B5EF4-FFF2-40B4-BE49-F238E27FC236}">
                <a16:creationId xmlns:a16="http://schemas.microsoft.com/office/drawing/2014/main" id="{EFDBB157-3CD4-46B3-8F46-F0D99F2F2016}"/>
              </a:ext>
            </a:extLst>
          </p:cNvPr>
          <p:cNvSpPr>
            <a:spLocks noGrp="1" noChangeArrowheads="1"/>
          </p:cNvSpPr>
          <p:nvPr>
            <p:ph idx="1"/>
          </p:nvPr>
        </p:nvSpPr>
        <p:spPr>
          <a:xfrm>
            <a:off x="6090473" y="136525"/>
            <a:ext cx="6101527" cy="785813"/>
          </a:xfr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pPr marL="0" algn="ctr">
              <a:lnSpc>
                <a:spcPts val="5800"/>
              </a:lnSpc>
              <a:spcBef>
                <a:spcPct val="0"/>
              </a:spcBef>
              <a:buNone/>
            </a:pPr>
            <a:r>
              <a:rPr lang="es-ES_tradnl" altLang="es-ES" sz="3200" dirty="0">
                <a:solidFill>
                  <a:schemeClr val="bg1"/>
                </a:solidFill>
                <a:effectLst>
                  <a:outerShdw blurRad="63500" dist="38100" dir="5400000" algn="t" rotWithShape="0">
                    <a:prstClr val="black">
                      <a:alpha val="25000"/>
                    </a:prstClr>
                  </a:outerShdw>
                </a:effectLst>
                <a:latin typeface="Bauhaus 93" pitchFamily="82" charset="0"/>
              </a:rPr>
              <a:t>¿ Que es un sistema ?</a:t>
            </a:r>
          </a:p>
        </p:txBody>
      </p:sp>
      <p:sp>
        <p:nvSpPr>
          <p:cNvPr id="10" name="Oval 3" descr="Rombos transparentes">
            <a:extLst>
              <a:ext uri="{FF2B5EF4-FFF2-40B4-BE49-F238E27FC236}">
                <a16:creationId xmlns:a16="http://schemas.microsoft.com/office/drawing/2014/main" id="{F9FD36D4-1272-421C-B0E5-80AAB361124D}"/>
              </a:ext>
            </a:extLst>
          </p:cNvPr>
          <p:cNvSpPr>
            <a:spLocks noChangeArrowheads="1"/>
          </p:cNvSpPr>
          <p:nvPr/>
        </p:nvSpPr>
        <p:spPr bwMode="auto">
          <a:xfrm>
            <a:off x="2937410" y="4471044"/>
            <a:ext cx="312484" cy="145197"/>
          </a:xfrm>
          <a:prstGeom prst="ellipse">
            <a:avLst/>
          </a:prstGeom>
          <a:pattFill prst="openDmnd">
            <a:fgClr>
              <a:srgbClr val="000000"/>
            </a:fgClr>
            <a:bgClr>
              <a:srgbClr val="000000"/>
            </a:bgClr>
          </a:pattFill>
          <a:ln w="12700">
            <a:solidFill>
              <a:srgbClr val="00FF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s-ES">
              <a:solidFill>
                <a:srgbClr val="002060"/>
              </a:solidFill>
            </a:endParaRPr>
          </a:p>
        </p:txBody>
      </p:sp>
      <p:sp>
        <p:nvSpPr>
          <p:cNvPr id="11" name="Oval 4" descr="Rombos transparentes">
            <a:extLst>
              <a:ext uri="{FF2B5EF4-FFF2-40B4-BE49-F238E27FC236}">
                <a16:creationId xmlns:a16="http://schemas.microsoft.com/office/drawing/2014/main" id="{91A6FA28-997B-4F1F-898E-F769CAF2860B}"/>
              </a:ext>
            </a:extLst>
          </p:cNvPr>
          <p:cNvSpPr>
            <a:spLocks noChangeArrowheads="1"/>
          </p:cNvSpPr>
          <p:nvPr/>
        </p:nvSpPr>
        <p:spPr bwMode="auto">
          <a:xfrm>
            <a:off x="1611323" y="4638237"/>
            <a:ext cx="326421" cy="181638"/>
          </a:xfrm>
          <a:prstGeom prst="ellipse">
            <a:avLst/>
          </a:prstGeom>
          <a:pattFill prst="openDmnd">
            <a:fgClr>
              <a:srgbClr val="000000"/>
            </a:fgClr>
            <a:bgClr>
              <a:srgbClr val="000000"/>
            </a:bgClr>
          </a:pattFill>
          <a:ln w="12700">
            <a:solidFill>
              <a:srgbClr val="00FF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s-ES">
              <a:solidFill>
                <a:srgbClr val="002060"/>
              </a:solidFill>
            </a:endParaRPr>
          </a:p>
        </p:txBody>
      </p:sp>
      <p:sp>
        <p:nvSpPr>
          <p:cNvPr id="12" name="Oval 5" descr="Rombos transparentes">
            <a:extLst>
              <a:ext uri="{FF2B5EF4-FFF2-40B4-BE49-F238E27FC236}">
                <a16:creationId xmlns:a16="http://schemas.microsoft.com/office/drawing/2014/main" id="{FE3928EF-68B4-4533-97E1-9EBB3800AD63}"/>
              </a:ext>
            </a:extLst>
          </p:cNvPr>
          <p:cNvSpPr>
            <a:spLocks noChangeArrowheads="1"/>
          </p:cNvSpPr>
          <p:nvPr/>
        </p:nvSpPr>
        <p:spPr bwMode="auto">
          <a:xfrm>
            <a:off x="4219316" y="5201728"/>
            <a:ext cx="313950" cy="162944"/>
          </a:xfrm>
          <a:prstGeom prst="ellipse">
            <a:avLst/>
          </a:prstGeom>
          <a:pattFill prst="openDmnd">
            <a:fgClr>
              <a:srgbClr val="000000"/>
            </a:fgClr>
            <a:bgClr>
              <a:srgbClr val="000000"/>
            </a:bgClr>
          </a:pattFill>
          <a:ln w="12700">
            <a:solidFill>
              <a:srgbClr val="00FF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s-ES">
              <a:solidFill>
                <a:srgbClr val="002060"/>
              </a:solidFill>
            </a:endParaRPr>
          </a:p>
        </p:txBody>
      </p:sp>
      <p:sp>
        <p:nvSpPr>
          <p:cNvPr id="13" name="Oval 6" descr="Rombos transparentes">
            <a:extLst>
              <a:ext uri="{FF2B5EF4-FFF2-40B4-BE49-F238E27FC236}">
                <a16:creationId xmlns:a16="http://schemas.microsoft.com/office/drawing/2014/main" id="{B26703E8-31B4-475E-8A64-3B3C67217614}"/>
              </a:ext>
            </a:extLst>
          </p:cNvPr>
          <p:cNvSpPr>
            <a:spLocks noChangeArrowheads="1"/>
          </p:cNvSpPr>
          <p:nvPr/>
        </p:nvSpPr>
        <p:spPr bwMode="auto">
          <a:xfrm>
            <a:off x="3555421" y="4009471"/>
            <a:ext cx="313950" cy="193596"/>
          </a:xfrm>
          <a:prstGeom prst="ellipse">
            <a:avLst/>
          </a:prstGeom>
          <a:pattFill prst="openDmnd">
            <a:fgClr>
              <a:srgbClr val="000000"/>
            </a:fgClr>
            <a:bgClr>
              <a:srgbClr val="000000"/>
            </a:bgClr>
          </a:pattFill>
          <a:ln w="12700">
            <a:solidFill>
              <a:srgbClr val="00FF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s-ES">
              <a:solidFill>
                <a:srgbClr val="002060"/>
              </a:solidFill>
            </a:endParaRPr>
          </a:p>
        </p:txBody>
      </p:sp>
      <p:sp>
        <p:nvSpPr>
          <p:cNvPr id="14" name="Oval 7" descr="Rombos transparentes">
            <a:extLst>
              <a:ext uri="{FF2B5EF4-FFF2-40B4-BE49-F238E27FC236}">
                <a16:creationId xmlns:a16="http://schemas.microsoft.com/office/drawing/2014/main" id="{35F57FA9-305D-4D1C-BD33-F4B648460E2A}"/>
              </a:ext>
            </a:extLst>
          </p:cNvPr>
          <p:cNvSpPr>
            <a:spLocks noChangeArrowheads="1"/>
          </p:cNvSpPr>
          <p:nvPr/>
        </p:nvSpPr>
        <p:spPr bwMode="auto">
          <a:xfrm>
            <a:off x="4807953" y="3176306"/>
            <a:ext cx="312483" cy="191983"/>
          </a:xfrm>
          <a:prstGeom prst="ellipse">
            <a:avLst/>
          </a:prstGeom>
          <a:pattFill prst="openDmnd">
            <a:fgClr>
              <a:srgbClr val="000000"/>
            </a:fgClr>
            <a:bgClr>
              <a:srgbClr val="000000"/>
            </a:bgClr>
          </a:pattFill>
          <a:ln w="12700">
            <a:solidFill>
              <a:srgbClr val="00FF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s-ES">
              <a:solidFill>
                <a:srgbClr val="002060"/>
              </a:solidFill>
            </a:endParaRPr>
          </a:p>
        </p:txBody>
      </p:sp>
      <p:sp>
        <p:nvSpPr>
          <p:cNvPr id="16" name="Oval 9" descr="Rombos transparentes">
            <a:extLst>
              <a:ext uri="{FF2B5EF4-FFF2-40B4-BE49-F238E27FC236}">
                <a16:creationId xmlns:a16="http://schemas.microsoft.com/office/drawing/2014/main" id="{14801E3E-6891-4461-A33B-A1A26D99132B}"/>
              </a:ext>
            </a:extLst>
          </p:cNvPr>
          <p:cNvSpPr>
            <a:spLocks noChangeArrowheads="1"/>
          </p:cNvSpPr>
          <p:nvPr/>
        </p:nvSpPr>
        <p:spPr bwMode="auto">
          <a:xfrm>
            <a:off x="4375685" y="4232919"/>
            <a:ext cx="312484" cy="191983"/>
          </a:xfrm>
          <a:prstGeom prst="ellipse">
            <a:avLst/>
          </a:prstGeom>
          <a:pattFill prst="openDmnd">
            <a:fgClr>
              <a:srgbClr val="000000"/>
            </a:fgClr>
            <a:bgClr>
              <a:srgbClr val="000000"/>
            </a:bgClr>
          </a:pattFill>
          <a:ln w="12700">
            <a:solidFill>
              <a:srgbClr val="00FF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s-ES">
              <a:solidFill>
                <a:srgbClr val="002060"/>
              </a:solidFill>
            </a:endParaRPr>
          </a:p>
        </p:txBody>
      </p:sp>
      <p:sp>
        <p:nvSpPr>
          <p:cNvPr id="17" name="Freeform 10">
            <a:extLst>
              <a:ext uri="{FF2B5EF4-FFF2-40B4-BE49-F238E27FC236}">
                <a16:creationId xmlns:a16="http://schemas.microsoft.com/office/drawing/2014/main" id="{E0B92490-B7E1-435F-8526-919095CB98F6}"/>
              </a:ext>
            </a:extLst>
          </p:cNvPr>
          <p:cNvSpPr>
            <a:spLocks/>
          </p:cNvSpPr>
          <p:nvPr/>
        </p:nvSpPr>
        <p:spPr bwMode="auto">
          <a:xfrm>
            <a:off x="4166239" y="4559606"/>
            <a:ext cx="344759" cy="301687"/>
          </a:xfrm>
          <a:custGeom>
            <a:avLst/>
            <a:gdLst>
              <a:gd name="T0" fmla="*/ 2147483647 w 235"/>
              <a:gd name="T1" fmla="*/ 2147483647 h 187"/>
              <a:gd name="T2" fmla="*/ 2147483647 w 235"/>
              <a:gd name="T3" fmla="*/ 2147483647 h 187"/>
              <a:gd name="T4" fmla="*/ 2147483647 w 235"/>
              <a:gd name="T5" fmla="*/ 2147483647 h 187"/>
              <a:gd name="T6" fmla="*/ 2147483647 w 235"/>
              <a:gd name="T7" fmla="*/ 2147483647 h 187"/>
              <a:gd name="T8" fmla="*/ 2147483647 w 235"/>
              <a:gd name="T9" fmla="*/ 2147483647 h 187"/>
              <a:gd name="T10" fmla="*/ 0 w 235"/>
              <a:gd name="T11" fmla="*/ 2147483647 h 187"/>
              <a:gd name="T12" fmla="*/ 0 w 235"/>
              <a:gd name="T13" fmla="*/ 2147483647 h 187"/>
              <a:gd name="T14" fmla="*/ 2147483647 w 235"/>
              <a:gd name="T15" fmla="*/ 2147483647 h 187"/>
              <a:gd name="T16" fmla="*/ 2147483647 w 235"/>
              <a:gd name="T17" fmla="*/ 2147483647 h 187"/>
              <a:gd name="T18" fmla="*/ 2147483647 w 235"/>
              <a:gd name="T19" fmla="*/ 2147483647 h 187"/>
              <a:gd name="T20" fmla="*/ 2147483647 w 235"/>
              <a:gd name="T21" fmla="*/ 2147483647 h 187"/>
              <a:gd name="T22" fmla="*/ 2147483647 w 235"/>
              <a:gd name="T23" fmla="*/ 2147483647 h 187"/>
              <a:gd name="T24" fmla="*/ 2147483647 w 235"/>
              <a:gd name="T25" fmla="*/ 2147483647 h 187"/>
              <a:gd name="T26" fmla="*/ 2147483647 w 235"/>
              <a:gd name="T27" fmla="*/ 2147483647 h 187"/>
              <a:gd name="T28" fmla="*/ 2147483647 w 235"/>
              <a:gd name="T29" fmla="*/ 2147483647 h 187"/>
              <a:gd name="T30" fmla="*/ 2147483647 w 235"/>
              <a:gd name="T31" fmla="*/ 2147483647 h 187"/>
              <a:gd name="T32" fmla="*/ 2147483647 w 235"/>
              <a:gd name="T33" fmla="*/ 2147483647 h 187"/>
              <a:gd name="T34" fmla="*/ 2147483647 w 235"/>
              <a:gd name="T35" fmla="*/ 2147483647 h 187"/>
              <a:gd name="T36" fmla="*/ 2147483647 w 235"/>
              <a:gd name="T37" fmla="*/ 0 h 187"/>
              <a:gd name="T38" fmla="*/ 2147483647 w 235"/>
              <a:gd name="T39" fmla="*/ 0 h 187"/>
              <a:gd name="T40" fmla="*/ 2147483647 w 235"/>
              <a:gd name="T41" fmla="*/ 2147483647 h 187"/>
              <a:gd name="T42" fmla="*/ 2147483647 w 235"/>
              <a:gd name="T43" fmla="*/ 2147483647 h 187"/>
              <a:gd name="T44" fmla="*/ 2147483647 w 235"/>
              <a:gd name="T45" fmla="*/ 2147483647 h 187"/>
              <a:gd name="T46" fmla="*/ 2147483647 w 235"/>
              <a:gd name="T47" fmla="*/ 2147483647 h 187"/>
              <a:gd name="T48" fmla="*/ 2147483647 w 235"/>
              <a:gd name="T49" fmla="*/ 2147483647 h 187"/>
              <a:gd name="T50" fmla="*/ 2147483647 w 235"/>
              <a:gd name="T51" fmla="*/ 2147483647 h 187"/>
              <a:gd name="T52" fmla="*/ 2147483647 w 235"/>
              <a:gd name="T53" fmla="*/ 2147483647 h 187"/>
              <a:gd name="T54" fmla="*/ 2147483647 w 235"/>
              <a:gd name="T55" fmla="*/ 2147483647 h 187"/>
              <a:gd name="T56" fmla="*/ 2147483647 w 235"/>
              <a:gd name="T57" fmla="*/ 2147483647 h 187"/>
              <a:gd name="T58" fmla="*/ 2147483647 w 235"/>
              <a:gd name="T59" fmla="*/ 2147483647 h 187"/>
              <a:gd name="T60" fmla="*/ 2147483647 w 235"/>
              <a:gd name="T61" fmla="*/ 2147483647 h 187"/>
              <a:gd name="T62" fmla="*/ 2147483647 w 235"/>
              <a:gd name="T63" fmla="*/ 2147483647 h 187"/>
              <a:gd name="T64" fmla="*/ 2147483647 w 235"/>
              <a:gd name="T65" fmla="*/ 2147483647 h 187"/>
              <a:gd name="T66" fmla="*/ 2147483647 w 235"/>
              <a:gd name="T67" fmla="*/ 2147483647 h 187"/>
              <a:gd name="T68" fmla="*/ 2147483647 w 235"/>
              <a:gd name="T69" fmla="*/ 2147483647 h 187"/>
              <a:gd name="T70" fmla="*/ 2147483647 w 235"/>
              <a:gd name="T71" fmla="*/ 2147483647 h 187"/>
              <a:gd name="T72" fmla="*/ 2147483647 w 235"/>
              <a:gd name="T73" fmla="*/ 2147483647 h 187"/>
              <a:gd name="T74" fmla="*/ 2147483647 w 235"/>
              <a:gd name="T75" fmla="*/ 2147483647 h 187"/>
              <a:gd name="T76" fmla="*/ 2147483647 w 235"/>
              <a:gd name="T77" fmla="*/ 2147483647 h 187"/>
              <a:gd name="T78" fmla="*/ 2147483647 w 235"/>
              <a:gd name="T79" fmla="*/ 2147483647 h 187"/>
              <a:gd name="T80" fmla="*/ 2147483647 w 235"/>
              <a:gd name="T81" fmla="*/ 2147483647 h 187"/>
              <a:gd name="T82" fmla="*/ 2147483647 w 235"/>
              <a:gd name="T83" fmla="*/ 2147483647 h 187"/>
              <a:gd name="T84" fmla="*/ 2147483647 w 235"/>
              <a:gd name="T85" fmla="*/ 2147483647 h 187"/>
              <a:gd name="T86" fmla="*/ 2147483647 w 235"/>
              <a:gd name="T87" fmla="*/ 2147483647 h 187"/>
              <a:gd name="T88" fmla="*/ 2147483647 w 235"/>
              <a:gd name="T89" fmla="*/ 2147483647 h 187"/>
              <a:gd name="T90" fmla="*/ 2147483647 w 235"/>
              <a:gd name="T91" fmla="*/ 2147483647 h 187"/>
              <a:gd name="T92" fmla="*/ 2147483647 w 235"/>
              <a:gd name="T93" fmla="*/ 2147483647 h 187"/>
              <a:gd name="T94" fmla="*/ 2147483647 w 235"/>
              <a:gd name="T95" fmla="*/ 2147483647 h 187"/>
              <a:gd name="T96" fmla="*/ 2147483647 w 235"/>
              <a:gd name="T97" fmla="*/ 2147483647 h 187"/>
              <a:gd name="T98" fmla="*/ 2147483647 w 235"/>
              <a:gd name="T99" fmla="*/ 2147483647 h 187"/>
              <a:gd name="T100" fmla="*/ 2147483647 w 235"/>
              <a:gd name="T101" fmla="*/ 2147483647 h 187"/>
              <a:gd name="T102" fmla="*/ 2147483647 w 235"/>
              <a:gd name="T103" fmla="*/ 2147483647 h 187"/>
              <a:gd name="T104" fmla="*/ 2147483647 w 235"/>
              <a:gd name="T105" fmla="*/ 2147483647 h 187"/>
              <a:gd name="T106" fmla="*/ 2147483647 w 235"/>
              <a:gd name="T107" fmla="*/ 2147483647 h 187"/>
              <a:gd name="T108" fmla="*/ 2147483647 w 235"/>
              <a:gd name="T109" fmla="*/ 2147483647 h 187"/>
              <a:gd name="T110" fmla="*/ 2147483647 w 235"/>
              <a:gd name="T111" fmla="*/ 2147483647 h 187"/>
              <a:gd name="T112" fmla="*/ 2147483647 w 235"/>
              <a:gd name="T113" fmla="*/ 2147483647 h 187"/>
              <a:gd name="T114" fmla="*/ 2147483647 w 235"/>
              <a:gd name="T115" fmla="*/ 2147483647 h 187"/>
              <a:gd name="T116" fmla="*/ 2147483647 w 235"/>
              <a:gd name="T117" fmla="*/ 2147483647 h 187"/>
              <a:gd name="T118" fmla="*/ 2147483647 w 235"/>
              <a:gd name="T119" fmla="*/ 2147483647 h 187"/>
              <a:gd name="T120" fmla="*/ 2147483647 w 235"/>
              <a:gd name="T121" fmla="*/ 2147483647 h 187"/>
              <a:gd name="T122" fmla="*/ 2147483647 w 235"/>
              <a:gd name="T123" fmla="*/ 2147483647 h 187"/>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35"/>
              <a:gd name="T187" fmla="*/ 0 h 187"/>
              <a:gd name="T188" fmla="*/ 235 w 235"/>
              <a:gd name="T189" fmla="*/ 187 h 187"/>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35" h="187">
                <a:moveTo>
                  <a:pt x="25" y="161"/>
                </a:moveTo>
                <a:lnTo>
                  <a:pt x="20" y="155"/>
                </a:lnTo>
                <a:lnTo>
                  <a:pt x="18" y="152"/>
                </a:lnTo>
                <a:lnTo>
                  <a:pt x="15" y="150"/>
                </a:lnTo>
                <a:lnTo>
                  <a:pt x="13" y="146"/>
                </a:lnTo>
                <a:lnTo>
                  <a:pt x="12" y="144"/>
                </a:lnTo>
                <a:lnTo>
                  <a:pt x="10" y="141"/>
                </a:lnTo>
                <a:lnTo>
                  <a:pt x="8" y="138"/>
                </a:lnTo>
                <a:lnTo>
                  <a:pt x="7" y="135"/>
                </a:lnTo>
                <a:lnTo>
                  <a:pt x="6" y="132"/>
                </a:lnTo>
                <a:lnTo>
                  <a:pt x="4" y="129"/>
                </a:lnTo>
                <a:lnTo>
                  <a:pt x="3" y="126"/>
                </a:lnTo>
                <a:lnTo>
                  <a:pt x="2" y="123"/>
                </a:lnTo>
                <a:lnTo>
                  <a:pt x="2" y="120"/>
                </a:lnTo>
                <a:lnTo>
                  <a:pt x="1" y="117"/>
                </a:lnTo>
                <a:lnTo>
                  <a:pt x="1" y="114"/>
                </a:lnTo>
                <a:lnTo>
                  <a:pt x="0" y="110"/>
                </a:lnTo>
                <a:lnTo>
                  <a:pt x="0" y="107"/>
                </a:lnTo>
                <a:lnTo>
                  <a:pt x="0" y="104"/>
                </a:lnTo>
                <a:lnTo>
                  <a:pt x="0" y="101"/>
                </a:lnTo>
                <a:lnTo>
                  <a:pt x="0" y="98"/>
                </a:lnTo>
                <a:lnTo>
                  <a:pt x="1" y="95"/>
                </a:lnTo>
                <a:lnTo>
                  <a:pt x="1" y="92"/>
                </a:lnTo>
                <a:lnTo>
                  <a:pt x="2" y="88"/>
                </a:lnTo>
                <a:lnTo>
                  <a:pt x="3" y="85"/>
                </a:lnTo>
                <a:lnTo>
                  <a:pt x="4" y="82"/>
                </a:lnTo>
                <a:lnTo>
                  <a:pt x="5" y="78"/>
                </a:lnTo>
                <a:lnTo>
                  <a:pt x="6" y="75"/>
                </a:lnTo>
                <a:lnTo>
                  <a:pt x="7" y="72"/>
                </a:lnTo>
                <a:lnTo>
                  <a:pt x="9" y="69"/>
                </a:lnTo>
                <a:lnTo>
                  <a:pt x="10" y="66"/>
                </a:lnTo>
                <a:lnTo>
                  <a:pt x="12" y="62"/>
                </a:lnTo>
                <a:lnTo>
                  <a:pt x="18" y="53"/>
                </a:lnTo>
                <a:lnTo>
                  <a:pt x="21" y="48"/>
                </a:lnTo>
                <a:lnTo>
                  <a:pt x="24" y="44"/>
                </a:lnTo>
                <a:lnTo>
                  <a:pt x="27" y="40"/>
                </a:lnTo>
                <a:lnTo>
                  <a:pt x="30" y="37"/>
                </a:lnTo>
                <a:lnTo>
                  <a:pt x="33" y="33"/>
                </a:lnTo>
                <a:lnTo>
                  <a:pt x="37" y="30"/>
                </a:lnTo>
                <a:lnTo>
                  <a:pt x="40" y="27"/>
                </a:lnTo>
                <a:lnTo>
                  <a:pt x="44" y="24"/>
                </a:lnTo>
                <a:lnTo>
                  <a:pt x="47" y="21"/>
                </a:lnTo>
                <a:lnTo>
                  <a:pt x="51" y="18"/>
                </a:lnTo>
                <a:lnTo>
                  <a:pt x="55" y="16"/>
                </a:lnTo>
                <a:lnTo>
                  <a:pt x="59" y="14"/>
                </a:lnTo>
                <a:lnTo>
                  <a:pt x="63" y="12"/>
                </a:lnTo>
                <a:lnTo>
                  <a:pt x="67" y="10"/>
                </a:lnTo>
                <a:lnTo>
                  <a:pt x="71" y="8"/>
                </a:lnTo>
                <a:lnTo>
                  <a:pt x="75" y="6"/>
                </a:lnTo>
                <a:lnTo>
                  <a:pt x="80" y="5"/>
                </a:lnTo>
                <a:lnTo>
                  <a:pt x="84" y="4"/>
                </a:lnTo>
                <a:lnTo>
                  <a:pt x="89" y="3"/>
                </a:lnTo>
                <a:lnTo>
                  <a:pt x="94" y="2"/>
                </a:lnTo>
                <a:lnTo>
                  <a:pt x="98" y="1"/>
                </a:lnTo>
                <a:lnTo>
                  <a:pt x="103" y="0"/>
                </a:lnTo>
                <a:lnTo>
                  <a:pt x="108" y="0"/>
                </a:lnTo>
                <a:lnTo>
                  <a:pt x="114" y="0"/>
                </a:lnTo>
                <a:lnTo>
                  <a:pt x="119" y="0"/>
                </a:lnTo>
                <a:lnTo>
                  <a:pt x="124" y="0"/>
                </a:lnTo>
                <a:lnTo>
                  <a:pt x="130" y="0"/>
                </a:lnTo>
                <a:lnTo>
                  <a:pt x="136" y="0"/>
                </a:lnTo>
                <a:lnTo>
                  <a:pt x="142" y="0"/>
                </a:lnTo>
                <a:lnTo>
                  <a:pt x="148" y="1"/>
                </a:lnTo>
                <a:lnTo>
                  <a:pt x="156" y="2"/>
                </a:lnTo>
                <a:lnTo>
                  <a:pt x="160" y="3"/>
                </a:lnTo>
                <a:lnTo>
                  <a:pt x="164" y="4"/>
                </a:lnTo>
                <a:lnTo>
                  <a:pt x="168" y="4"/>
                </a:lnTo>
                <a:lnTo>
                  <a:pt x="172" y="5"/>
                </a:lnTo>
                <a:lnTo>
                  <a:pt x="176" y="6"/>
                </a:lnTo>
                <a:lnTo>
                  <a:pt x="180" y="8"/>
                </a:lnTo>
                <a:lnTo>
                  <a:pt x="183" y="9"/>
                </a:lnTo>
                <a:lnTo>
                  <a:pt x="187" y="10"/>
                </a:lnTo>
                <a:lnTo>
                  <a:pt x="190" y="12"/>
                </a:lnTo>
                <a:lnTo>
                  <a:pt x="194" y="13"/>
                </a:lnTo>
                <a:lnTo>
                  <a:pt x="197" y="15"/>
                </a:lnTo>
                <a:lnTo>
                  <a:pt x="200" y="17"/>
                </a:lnTo>
                <a:lnTo>
                  <a:pt x="204" y="18"/>
                </a:lnTo>
                <a:lnTo>
                  <a:pt x="206" y="20"/>
                </a:lnTo>
                <a:lnTo>
                  <a:pt x="209" y="22"/>
                </a:lnTo>
                <a:lnTo>
                  <a:pt x="212" y="25"/>
                </a:lnTo>
                <a:lnTo>
                  <a:pt x="214" y="27"/>
                </a:lnTo>
                <a:lnTo>
                  <a:pt x="217" y="29"/>
                </a:lnTo>
                <a:lnTo>
                  <a:pt x="219" y="31"/>
                </a:lnTo>
                <a:lnTo>
                  <a:pt x="221" y="34"/>
                </a:lnTo>
                <a:lnTo>
                  <a:pt x="223" y="36"/>
                </a:lnTo>
                <a:lnTo>
                  <a:pt x="225" y="39"/>
                </a:lnTo>
                <a:lnTo>
                  <a:pt x="227" y="42"/>
                </a:lnTo>
                <a:lnTo>
                  <a:pt x="228" y="44"/>
                </a:lnTo>
                <a:lnTo>
                  <a:pt x="230" y="47"/>
                </a:lnTo>
                <a:lnTo>
                  <a:pt x="231" y="50"/>
                </a:lnTo>
                <a:lnTo>
                  <a:pt x="232" y="53"/>
                </a:lnTo>
                <a:lnTo>
                  <a:pt x="232" y="56"/>
                </a:lnTo>
                <a:lnTo>
                  <a:pt x="233" y="59"/>
                </a:lnTo>
                <a:lnTo>
                  <a:pt x="234" y="62"/>
                </a:lnTo>
                <a:lnTo>
                  <a:pt x="233" y="68"/>
                </a:lnTo>
                <a:lnTo>
                  <a:pt x="233" y="71"/>
                </a:lnTo>
                <a:lnTo>
                  <a:pt x="232" y="73"/>
                </a:lnTo>
                <a:lnTo>
                  <a:pt x="231" y="76"/>
                </a:lnTo>
                <a:lnTo>
                  <a:pt x="230" y="78"/>
                </a:lnTo>
                <a:lnTo>
                  <a:pt x="228" y="80"/>
                </a:lnTo>
                <a:lnTo>
                  <a:pt x="226" y="82"/>
                </a:lnTo>
                <a:lnTo>
                  <a:pt x="224" y="84"/>
                </a:lnTo>
                <a:lnTo>
                  <a:pt x="222" y="86"/>
                </a:lnTo>
                <a:lnTo>
                  <a:pt x="220" y="87"/>
                </a:lnTo>
                <a:lnTo>
                  <a:pt x="218" y="89"/>
                </a:lnTo>
                <a:lnTo>
                  <a:pt x="215" y="91"/>
                </a:lnTo>
                <a:lnTo>
                  <a:pt x="212" y="92"/>
                </a:lnTo>
                <a:lnTo>
                  <a:pt x="210" y="94"/>
                </a:lnTo>
                <a:lnTo>
                  <a:pt x="207" y="96"/>
                </a:lnTo>
                <a:lnTo>
                  <a:pt x="204" y="97"/>
                </a:lnTo>
                <a:lnTo>
                  <a:pt x="201" y="99"/>
                </a:lnTo>
                <a:lnTo>
                  <a:pt x="198" y="101"/>
                </a:lnTo>
                <a:lnTo>
                  <a:pt x="194" y="102"/>
                </a:lnTo>
                <a:lnTo>
                  <a:pt x="191" y="104"/>
                </a:lnTo>
                <a:lnTo>
                  <a:pt x="188" y="106"/>
                </a:lnTo>
                <a:lnTo>
                  <a:pt x="185" y="109"/>
                </a:lnTo>
                <a:lnTo>
                  <a:pt x="182" y="111"/>
                </a:lnTo>
                <a:lnTo>
                  <a:pt x="179" y="114"/>
                </a:lnTo>
                <a:lnTo>
                  <a:pt x="176" y="116"/>
                </a:lnTo>
                <a:lnTo>
                  <a:pt x="173" y="119"/>
                </a:lnTo>
                <a:lnTo>
                  <a:pt x="170" y="122"/>
                </a:lnTo>
                <a:lnTo>
                  <a:pt x="167" y="125"/>
                </a:lnTo>
                <a:lnTo>
                  <a:pt x="164" y="128"/>
                </a:lnTo>
                <a:lnTo>
                  <a:pt x="162" y="132"/>
                </a:lnTo>
                <a:lnTo>
                  <a:pt x="160" y="136"/>
                </a:lnTo>
                <a:lnTo>
                  <a:pt x="157" y="140"/>
                </a:lnTo>
                <a:lnTo>
                  <a:pt x="156" y="142"/>
                </a:lnTo>
                <a:lnTo>
                  <a:pt x="156" y="144"/>
                </a:lnTo>
                <a:lnTo>
                  <a:pt x="155" y="146"/>
                </a:lnTo>
                <a:lnTo>
                  <a:pt x="154" y="148"/>
                </a:lnTo>
                <a:lnTo>
                  <a:pt x="154" y="149"/>
                </a:lnTo>
                <a:lnTo>
                  <a:pt x="153" y="151"/>
                </a:lnTo>
                <a:lnTo>
                  <a:pt x="152" y="153"/>
                </a:lnTo>
                <a:lnTo>
                  <a:pt x="152" y="154"/>
                </a:lnTo>
                <a:lnTo>
                  <a:pt x="152" y="156"/>
                </a:lnTo>
                <a:lnTo>
                  <a:pt x="151" y="158"/>
                </a:lnTo>
                <a:lnTo>
                  <a:pt x="151" y="159"/>
                </a:lnTo>
                <a:lnTo>
                  <a:pt x="150" y="161"/>
                </a:lnTo>
                <a:lnTo>
                  <a:pt x="150" y="162"/>
                </a:lnTo>
                <a:lnTo>
                  <a:pt x="150" y="164"/>
                </a:lnTo>
                <a:lnTo>
                  <a:pt x="150" y="166"/>
                </a:lnTo>
                <a:lnTo>
                  <a:pt x="150" y="167"/>
                </a:lnTo>
                <a:lnTo>
                  <a:pt x="150" y="168"/>
                </a:lnTo>
                <a:lnTo>
                  <a:pt x="149" y="170"/>
                </a:lnTo>
                <a:lnTo>
                  <a:pt x="149" y="171"/>
                </a:lnTo>
                <a:lnTo>
                  <a:pt x="149" y="173"/>
                </a:lnTo>
                <a:lnTo>
                  <a:pt x="149" y="174"/>
                </a:lnTo>
                <a:lnTo>
                  <a:pt x="149" y="176"/>
                </a:lnTo>
                <a:lnTo>
                  <a:pt x="149" y="177"/>
                </a:lnTo>
                <a:lnTo>
                  <a:pt x="148" y="178"/>
                </a:lnTo>
                <a:lnTo>
                  <a:pt x="148" y="179"/>
                </a:lnTo>
                <a:lnTo>
                  <a:pt x="148" y="180"/>
                </a:lnTo>
                <a:lnTo>
                  <a:pt x="148" y="182"/>
                </a:lnTo>
                <a:lnTo>
                  <a:pt x="148" y="183"/>
                </a:lnTo>
                <a:lnTo>
                  <a:pt x="148" y="184"/>
                </a:lnTo>
                <a:lnTo>
                  <a:pt x="148" y="186"/>
                </a:lnTo>
                <a:lnTo>
                  <a:pt x="141" y="184"/>
                </a:lnTo>
                <a:lnTo>
                  <a:pt x="138" y="184"/>
                </a:lnTo>
                <a:lnTo>
                  <a:pt x="135" y="184"/>
                </a:lnTo>
                <a:lnTo>
                  <a:pt x="131" y="184"/>
                </a:lnTo>
                <a:lnTo>
                  <a:pt x="128" y="184"/>
                </a:lnTo>
                <a:lnTo>
                  <a:pt x="124" y="184"/>
                </a:lnTo>
                <a:lnTo>
                  <a:pt x="120" y="184"/>
                </a:lnTo>
                <a:lnTo>
                  <a:pt x="116" y="184"/>
                </a:lnTo>
                <a:lnTo>
                  <a:pt x="112" y="184"/>
                </a:lnTo>
                <a:lnTo>
                  <a:pt x="108" y="185"/>
                </a:lnTo>
                <a:lnTo>
                  <a:pt x="104" y="185"/>
                </a:lnTo>
                <a:lnTo>
                  <a:pt x="100" y="185"/>
                </a:lnTo>
                <a:lnTo>
                  <a:pt x="96" y="185"/>
                </a:lnTo>
                <a:lnTo>
                  <a:pt x="92" y="185"/>
                </a:lnTo>
                <a:lnTo>
                  <a:pt x="87" y="185"/>
                </a:lnTo>
                <a:lnTo>
                  <a:pt x="83" y="185"/>
                </a:lnTo>
                <a:lnTo>
                  <a:pt x="79" y="184"/>
                </a:lnTo>
                <a:lnTo>
                  <a:pt x="75" y="184"/>
                </a:lnTo>
                <a:lnTo>
                  <a:pt x="70" y="183"/>
                </a:lnTo>
                <a:lnTo>
                  <a:pt x="66" y="183"/>
                </a:lnTo>
                <a:lnTo>
                  <a:pt x="62" y="182"/>
                </a:lnTo>
                <a:lnTo>
                  <a:pt x="58" y="181"/>
                </a:lnTo>
                <a:lnTo>
                  <a:pt x="54" y="180"/>
                </a:lnTo>
                <a:lnTo>
                  <a:pt x="50" y="178"/>
                </a:lnTo>
                <a:lnTo>
                  <a:pt x="46" y="176"/>
                </a:lnTo>
                <a:lnTo>
                  <a:pt x="42" y="174"/>
                </a:lnTo>
                <a:lnTo>
                  <a:pt x="38" y="172"/>
                </a:lnTo>
                <a:lnTo>
                  <a:pt x="35" y="170"/>
                </a:lnTo>
                <a:lnTo>
                  <a:pt x="31" y="167"/>
                </a:lnTo>
                <a:lnTo>
                  <a:pt x="28" y="164"/>
                </a:lnTo>
                <a:lnTo>
                  <a:pt x="25" y="161"/>
                </a:lnTo>
              </a:path>
            </a:pathLst>
          </a:custGeom>
          <a:noFill/>
          <a:ln w="12700" cap="rnd">
            <a:solidFill>
              <a:srgbClr val="00FF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8" name="Freeform 11">
            <a:extLst>
              <a:ext uri="{FF2B5EF4-FFF2-40B4-BE49-F238E27FC236}">
                <a16:creationId xmlns:a16="http://schemas.microsoft.com/office/drawing/2014/main" id="{E226FA77-3C3D-4801-A19E-14A16FE3B433}"/>
              </a:ext>
            </a:extLst>
          </p:cNvPr>
          <p:cNvSpPr>
            <a:spLocks/>
          </p:cNvSpPr>
          <p:nvPr/>
        </p:nvSpPr>
        <p:spPr bwMode="auto">
          <a:xfrm>
            <a:off x="3892290" y="3250825"/>
            <a:ext cx="459189" cy="243609"/>
          </a:xfrm>
          <a:custGeom>
            <a:avLst/>
            <a:gdLst>
              <a:gd name="T0" fmla="*/ 0 w 313"/>
              <a:gd name="T1" fmla="*/ 2147483647 h 151"/>
              <a:gd name="T2" fmla="*/ 2147483647 w 313"/>
              <a:gd name="T3" fmla="*/ 2147483647 h 151"/>
              <a:gd name="T4" fmla="*/ 2147483647 w 313"/>
              <a:gd name="T5" fmla="*/ 2147483647 h 151"/>
              <a:gd name="T6" fmla="*/ 2147483647 w 313"/>
              <a:gd name="T7" fmla="*/ 2147483647 h 151"/>
              <a:gd name="T8" fmla="*/ 2147483647 w 313"/>
              <a:gd name="T9" fmla="*/ 2147483647 h 151"/>
              <a:gd name="T10" fmla="*/ 2147483647 w 313"/>
              <a:gd name="T11" fmla="*/ 2147483647 h 151"/>
              <a:gd name="T12" fmla="*/ 2147483647 w 313"/>
              <a:gd name="T13" fmla="*/ 2147483647 h 151"/>
              <a:gd name="T14" fmla="*/ 2147483647 w 313"/>
              <a:gd name="T15" fmla="*/ 2147483647 h 151"/>
              <a:gd name="T16" fmla="*/ 2147483647 w 313"/>
              <a:gd name="T17" fmla="*/ 2147483647 h 151"/>
              <a:gd name="T18" fmla="*/ 2147483647 w 313"/>
              <a:gd name="T19" fmla="*/ 2147483647 h 151"/>
              <a:gd name="T20" fmla="*/ 2147483647 w 313"/>
              <a:gd name="T21" fmla="*/ 2147483647 h 151"/>
              <a:gd name="T22" fmla="*/ 2147483647 w 313"/>
              <a:gd name="T23" fmla="*/ 2147483647 h 151"/>
              <a:gd name="T24" fmla="*/ 2147483647 w 313"/>
              <a:gd name="T25" fmla="*/ 2147483647 h 151"/>
              <a:gd name="T26" fmla="*/ 2147483647 w 313"/>
              <a:gd name="T27" fmla="*/ 2147483647 h 151"/>
              <a:gd name="T28" fmla="*/ 2147483647 w 313"/>
              <a:gd name="T29" fmla="*/ 2147483647 h 151"/>
              <a:gd name="T30" fmla="*/ 2147483647 w 313"/>
              <a:gd name="T31" fmla="*/ 2147483647 h 151"/>
              <a:gd name="T32" fmla="*/ 2147483647 w 313"/>
              <a:gd name="T33" fmla="*/ 2147483647 h 151"/>
              <a:gd name="T34" fmla="*/ 2147483647 w 313"/>
              <a:gd name="T35" fmla="*/ 2147483647 h 151"/>
              <a:gd name="T36" fmla="*/ 2147483647 w 313"/>
              <a:gd name="T37" fmla="*/ 2147483647 h 151"/>
              <a:gd name="T38" fmla="*/ 2147483647 w 313"/>
              <a:gd name="T39" fmla="*/ 2147483647 h 151"/>
              <a:gd name="T40" fmla="*/ 2147483647 w 313"/>
              <a:gd name="T41" fmla="*/ 2147483647 h 151"/>
              <a:gd name="T42" fmla="*/ 2147483647 w 313"/>
              <a:gd name="T43" fmla="*/ 2147483647 h 151"/>
              <a:gd name="T44" fmla="*/ 2147483647 w 313"/>
              <a:gd name="T45" fmla="*/ 2147483647 h 151"/>
              <a:gd name="T46" fmla="*/ 2147483647 w 313"/>
              <a:gd name="T47" fmla="*/ 2147483647 h 151"/>
              <a:gd name="T48" fmla="*/ 2147483647 w 313"/>
              <a:gd name="T49" fmla="*/ 2147483647 h 151"/>
              <a:gd name="T50" fmla="*/ 2147483647 w 313"/>
              <a:gd name="T51" fmla="*/ 2147483647 h 151"/>
              <a:gd name="T52" fmla="*/ 2147483647 w 313"/>
              <a:gd name="T53" fmla="*/ 0 h 151"/>
              <a:gd name="T54" fmla="*/ 2147483647 w 313"/>
              <a:gd name="T55" fmla="*/ 0 h 151"/>
              <a:gd name="T56" fmla="*/ 2147483647 w 313"/>
              <a:gd name="T57" fmla="*/ 2147483647 h 151"/>
              <a:gd name="T58" fmla="*/ 2147483647 w 313"/>
              <a:gd name="T59" fmla="*/ 2147483647 h 151"/>
              <a:gd name="T60" fmla="*/ 2147483647 w 313"/>
              <a:gd name="T61" fmla="*/ 2147483647 h 151"/>
              <a:gd name="T62" fmla="*/ 2147483647 w 313"/>
              <a:gd name="T63" fmla="*/ 2147483647 h 151"/>
              <a:gd name="T64" fmla="*/ 2147483647 w 313"/>
              <a:gd name="T65" fmla="*/ 2147483647 h 151"/>
              <a:gd name="T66" fmla="*/ 2147483647 w 313"/>
              <a:gd name="T67" fmla="*/ 2147483647 h 151"/>
              <a:gd name="T68" fmla="*/ 2147483647 w 313"/>
              <a:gd name="T69" fmla="*/ 2147483647 h 151"/>
              <a:gd name="T70" fmla="*/ 2147483647 w 313"/>
              <a:gd name="T71" fmla="*/ 2147483647 h 151"/>
              <a:gd name="T72" fmla="*/ 2147483647 w 313"/>
              <a:gd name="T73" fmla="*/ 2147483647 h 151"/>
              <a:gd name="T74" fmla="*/ 2147483647 w 313"/>
              <a:gd name="T75" fmla="*/ 2147483647 h 151"/>
              <a:gd name="T76" fmla="*/ 2147483647 w 313"/>
              <a:gd name="T77" fmla="*/ 2147483647 h 151"/>
              <a:gd name="T78" fmla="*/ 2147483647 w 313"/>
              <a:gd name="T79" fmla="*/ 2147483647 h 151"/>
              <a:gd name="T80" fmla="*/ 2147483647 w 313"/>
              <a:gd name="T81" fmla="*/ 2147483647 h 151"/>
              <a:gd name="T82" fmla="*/ 2147483647 w 313"/>
              <a:gd name="T83" fmla="*/ 2147483647 h 151"/>
              <a:gd name="T84" fmla="*/ 2147483647 w 313"/>
              <a:gd name="T85" fmla="*/ 2147483647 h 151"/>
              <a:gd name="T86" fmla="*/ 2147483647 w 313"/>
              <a:gd name="T87" fmla="*/ 2147483647 h 151"/>
              <a:gd name="T88" fmla="*/ 2147483647 w 313"/>
              <a:gd name="T89" fmla="*/ 2147483647 h 151"/>
              <a:gd name="T90" fmla="*/ 2147483647 w 313"/>
              <a:gd name="T91" fmla="*/ 2147483647 h 151"/>
              <a:gd name="T92" fmla="*/ 2147483647 w 313"/>
              <a:gd name="T93" fmla="*/ 2147483647 h 151"/>
              <a:gd name="T94" fmla="*/ 2147483647 w 313"/>
              <a:gd name="T95" fmla="*/ 2147483647 h 151"/>
              <a:gd name="T96" fmla="*/ 2147483647 w 313"/>
              <a:gd name="T97" fmla="*/ 2147483647 h 151"/>
              <a:gd name="T98" fmla="*/ 2147483647 w 313"/>
              <a:gd name="T99" fmla="*/ 2147483647 h 151"/>
              <a:gd name="T100" fmla="*/ 2147483647 w 313"/>
              <a:gd name="T101" fmla="*/ 2147483647 h 151"/>
              <a:gd name="T102" fmla="*/ 2147483647 w 313"/>
              <a:gd name="T103" fmla="*/ 2147483647 h 151"/>
              <a:gd name="T104" fmla="*/ 2147483647 w 313"/>
              <a:gd name="T105" fmla="*/ 2147483647 h 151"/>
              <a:gd name="T106" fmla="*/ 2147483647 w 313"/>
              <a:gd name="T107" fmla="*/ 2147483647 h 151"/>
              <a:gd name="T108" fmla="*/ 2147483647 w 313"/>
              <a:gd name="T109" fmla="*/ 2147483647 h 151"/>
              <a:gd name="T110" fmla="*/ 2147483647 w 313"/>
              <a:gd name="T111" fmla="*/ 2147483647 h 151"/>
              <a:gd name="T112" fmla="*/ 2147483647 w 313"/>
              <a:gd name="T113" fmla="*/ 2147483647 h 151"/>
              <a:gd name="T114" fmla="*/ 2147483647 w 313"/>
              <a:gd name="T115" fmla="*/ 2147483647 h 151"/>
              <a:gd name="T116" fmla="*/ 2147483647 w 313"/>
              <a:gd name="T117" fmla="*/ 2147483647 h 151"/>
              <a:gd name="T118" fmla="*/ 2147483647 w 313"/>
              <a:gd name="T119" fmla="*/ 2147483647 h 151"/>
              <a:gd name="T120" fmla="*/ 2147483647 w 313"/>
              <a:gd name="T121" fmla="*/ 2147483647 h 151"/>
              <a:gd name="T122" fmla="*/ 2147483647 w 313"/>
              <a:gd name="T123" fmla="*/ 2147483647 h 151"/>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313"/>
              <a:gd name="T187" fmla="*/ 0 h 151"/>
              <a:gd name="T188" fmla="*/ 313 w 313"/>
              <a:gd name="T189" fmla="*/ 151 h 151"/>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313" h="151">
                <a:moveTo>
                  <a:pt x="1" y="130"/>
                </a:moveTo>
                <a:lnTo>
                  <a:pt x="0" y="122"/>
                </a:lnTo>
                <a:lnTo>
                  <a:pt x="0" y="118"/>
                </a:lnTo>
                <a:lnTo>
                  <a:pt x="0" y="114"/>
                </a:lnTo>
                <a:lnTo>
                  <a:pt x="1" y="110"/>
                </a:lnTo>
                <a:lnTo>
                  <a:pt x="2" y="107"/>
                </a:lnTo>
                <a:lnTo>
                  <a:pt x="3" y="104"/>
                </a:lnTo>
                <a:lnTo>
                  <a:pt x="5" y="100"/>
                </a:lnTo>
                <a:lnTo>
                  <a:pt x="7" y="98"/>
                </a:lnTo>
                <a:lnTo>
                  <a:pt x="9" y="95"/>
                </a:lnTo>
                <a:lnTo>
                  <a:pt x="12" y="92"/>
                </a:lnTo>
                <a:lnTo>
                  <a:pt x="15" y="89"/>
                </a:lnTo>
                <a:lnTo>
                  <a:pt x="18" y="87"/>
                </a:lnTo>
                <a:lnTo>
                  <a:pt x="22" y="84"/>
                </a:lnTo>
                <a:lnTo>
                  <a:pt x="25" y="82"/>
                </a:lnTo>
                <a:lnTo>
                  <a:pt x="29" y="80"/>
                </a:lnTo>
                <a:lnTo>
                  <a:pt x="34" y="78"/>
                </a:lnTo>
                <a:lnTo>
                  <a:pt x="38" y="76"/>
                </a:lnTo>
                <a:lnTo>
                  <a:pt x="42" y="74"/>
                </a:lnTo>
                <a:lnTo>
                  <a:pt x="47" y="72"/>
                </a:lnTo>
                <a:lnTo>
                  <a:pt x="52" y="71"/>
                </a:lnTo>
                <a:lnTo>
                  <a:pt x="57" y="69"/>
                </a:lnTo>
                <a:lnTo>
                  <a:pt x="62" y="68"/>
                </a:lnTo>
                <a:lnTo>
                  <a:pt x="67" y="66"/>
                </a:lnTo>
                <a:lnTo>
                  <a:pt x="72" y="65"/>
                </a:lnTo>
                <a:lnTo>
                  <a:pt x="78" y="64"/>
                </a:lnTo>
                <a:lnTo>
                  <a:pt x="83" y="62"/>
                </a:lnTo>
                <a:lnTo>
                  <a:pt x="89" y="61"/>
                </a:lnTo>
                <a:lnTo>
                  <a:pt x="94" y="60"/>
                </a:lnTo>
                <a:lnTo>
                  <a:pt x="100" y="58"/>
                </a:lnTo>
                <a:lnTo>
                  <a:pt x="106" y="57"/>
                </a:lnTo>
                <a:lnTo>
                  <a:pt x="112" y="56"/>
                </a:lnTo>
                <a:lnTo>
                  <a:pt x="116" y="56"/>
                </a:lnTo>
                <a:lnTo>
                  <a:pt x="119" y="55"/>
                </a:lnTo>
                <a:lnTo>
                  <a:pt x="121" y="55"/>
                </a:lnTo>
                <a:lnTo>
                  <a:pt x="123" y="56"/>
                </a:lnTo>
                <a:lnTo>
                  <a:pt x="125" y="56"/>
                </a:lnTo>
                <a:lnTo>
                  <a:pt x="127" y="56"/>
                </a:lnTo>
                <a:lnTo>
                  <a:pt x="129" y="57"/>
                </a:lnTo>
                <a:lnTo>
                  <a:pt x="131" y="57"/>
                </a:lnTo>
                <a:lnTo>
                  <a:pt x="132" y="58"/>
                </a:lnTo>
                <a:lnTo>
                  <a:pt x="134" y="58"/>
                </a:lnTo>
                <a:lnTo>
                  <a:pt x="136" y="59"/>
                </a:lnTo>
                <a:lnTo>
                  <a:pt x="138" y="60"/>
                </a:lnTo>
                <a:lnTo>
                  <a:pt x="139" y="61"/>
                </a:lnTo>
                <a:lnTo>
                  <a:pt x="141" y="62"/>
                </a:lnTo>
                <a:lnTo>
                  <a:pt x="142" y="62"/>
                </a:lnTo>
                <a:lnTo>
                  <a:pt x="144" y="63"/>
                </a:lnTo>
                <a:lnTo>
                  <a:pt x="145" y="64"/>
                </a:lnTo>
                <a:lnTo>
                  <a:pt x="147" y="65"/>
                </a:lnTo>
                <a:lnTo>
                  <a:pt x="148" y="66"/>
                </a:lnTo>
                <a:lnTo>
                  <a:pt x="150" y="66"/>
                </a:lnTo>
                <a:lnTo>
                  <a:pt x="152" y="67"/>
                </a:lnTo>
                <a:lnTo>
                  <a:pt x="154" y="68"/>
                </a:lnTo>
                <a:lnTo>
                  <a:pt x="155" y="68"/>
                </a:lnTo>
                <a:lnTo>
                  <a:pt x="157" y="69"/>
                </a:lnTo>
                <a:lnTo>
                  <a:pt x="159" y="69"/>
                </a:lnTo>
                <a:lnTo>
                  <a:pt x="161" y="70"/>
                </a:lnTo>
                <a:lnTo>
                  <a:pt x="163" y="70"/>
                </a:lnTo>
                <a:lnTo>
                  <a:pt x="166" y="70"/>
                </a:lnTo>
                <a:lnTo>
                  <a:pt x="168" y="69"/>
                </a:lnTo>
                <a:lnTo>
                  <a:pt x="170" y="69"/>
                </a:lnTo>
                <a:lnTo>
                  <a:pt x="173" y="69"/>
                </a:lnTo>
                <a:lnTo>
                  <a:pt x="181" y="66"/>
                </a:lnTo>
                <a:lnTo>
                  <a:pt x="185" y="65"/>
                </a:lnTo>
                <a:lnTo>
                  <a:pt x="188" y="64"/>
                </a:lnTo>
                <a:lnTo>
                  <a:pt x="191" y="62"/>
                </a:lnTo>
                <a:lnTo>
                  <a:pt x="194" y="60"/>
                </a:lnTo>
                <a:lnTo>
                  <a:pt x="197" y="59"/>
                </a:lnTo>
                <a:lnTo>
                  <a:pt x="200" y="57"/>
                </a:lnTo>
                <a:lnTo>
                  <a:pt x="202" y="55"/>
                </a:lnTo>
                <a:lnTo>
                  <a:pt x="204" y="53"/>
                </a:lnTo>
                <a:lnTo>
                  <a:pt x="206" y="51"/>
                </a:lnTo>
                <a:lnTo>
                  <a:pt x="208" y="49"/>
                </a:lnTo>
                <a:lnTo>
                  <a:pt x="210" y="47"/>
                </a:lnTo>
                <a:lnTo>
                  <a:pt x="212" y="44"/>
                </a:lnTo>
                <a:lnTo>
                  <a:pt x="214" y="42"/>
                </a:lnTo>
                <a:lnTo>
                  <a:pt x="216" y="40"/>
                </a:lnTo>
                <a:lnTo>
                  <a:pt x="218" y="38"/>
                </a:lnTo>
                <a:lnTo>
                  <a:pt x="219" y="35"/>
                </a:lnTo>
                <a:lnTo>
                  <a:pt x="221" y="33"/>
                </a:lnTo>
                <a:lnTo>
                  <a:pt x="223" y="31"/>
                </a:lnTo>
                <a:lnTo>
                  <a:pt x="225" y="28"/>
                </a:lnTo>
                <a:lnTo>
                  <a:pt x="227" y="26"/>
                </a:lnTo>
                <a:lnTo>
                  <a:pt x="230" y="24"/>
                </a:lnTo>
                <a:lnTo>
                  <a:pt x="232" y="22"/>
                </a:lnTo>
                <a:lnTo>
                  <a:pt x="234" y="20"/>
                </a:lnTo>
                <a:lnTo>
                  <a:pt x="237" y="18"/>
                </a:lnTo>
                <a:lnTo>
                  <a:pt x="240" y="16"/>
                </a:lnTo>
                <a:lnTo>
                  <a:pt x="244" y="14"/>
                </a:lnTo>
                <a:lnTo>
                  <a:pt x="247" y="12"/>
                </a:lnTo>
                <a:lnTo>
                  <a:pt x="251" y="10"/>
                </a:lnTo>
                <a:lnTo>
                  <a:pt x="255" y="8"/>
                </a:lnTo>
                <a:lnTo>
                  <a:pt x="259" y="7"/>
                </a:lnTo>
                <a:lnTo>
                  <a:pt x="263" y="6"/>
                </a:lnTo>
                <a:lnTo>
                  <a:pt x="265" y="5"/>
                </a:lnTo>
                <a:lnTo>
                  <a:pt x="267" y="4"/>
                </a:lnTo>
                <a:lnTo>
                  <a:pt x="269" y="4"/>
                </a:lnTo>
                <a:lnTo>
                  <a:pt x="271" y="3"/>
                </a:lnTo>
                <a:lnTo>
                  <a:pt x="273" y="3"/>
                </a:lnTo>
                <a:lnTo>
                  <a:pt x="275" y="2"/>
                </a:lnTo>
                <a:lnTo>
                  <a:pt x="277" y="2"/>
                </a:lnTo>
                <a:lnTo>
                  <a:pt x="279" y="2"/>
                </a:lnTo>
                <a:lnTo>
                  <a:pt x="280" y="1"/>
                </a:lnTo>
                <a:lnTo>
                  <a:pt x="282" y="1"/>
                </a:lnTo>
                <a:lnTo>
                  <a:pt x="284" y="0"/>
                </a:lnTo>
                <a:lnTo>
                  <a:pt x="286" y="0"/>
                </a:lnTo>
                <a:lnTo>
                  <a:pt x="287" y="0"/>
                </a:lnTo>
                <a:lnTo>
                  <a:pt x="289" y="0"/>
                </a:lnTo>
                <a:lnTo>
                  <a:pt x="290" y="0"/>
                </a:lnTo>
                <a:lnTo>
                  <a:pt x="292" y="0"/>
                </a:lnTo>
                <a:lnTo>
                  <a:pt x="294" y="0"/>
                </a:lnTo>
                <a:lnTo>
                  <a:pt x="295" y="0"/>
                </a:lnTo>
                <a:lnTo>
                  <a:pt x="296" y="0"/>
                </a:lnTo>
                <a:lnTo>
                  <a:pt x="298" y="0"/>
                </a:lnTo>
                <a:lnTo>
                  <a:pt x="299" y="1"/>
                </a:lnTo>
                <a:lnTo>
                  <a:pt x="300" y="1"/>
                </a:lnTo>
                <a:lnTo>
                  <a:pt x="302" y="2"/>
                </a:lnTo>
                <a:lnTo>
                  <a:pt x="303" y="2"/>
                </a:lnTo>
                <a:lnTo>
                  <a:pt x="304" y="3"/>
                </a:lnTo>
                <a:lnTo>
                  <a:pt x="305" y="4"/>
                </a:lnTo>
                <a:lnTo>
                  <a:pt x="306" y="4"/>
                </a:lnTo>
                <a:lnTo>
                  <a:pt x="307" y="5"/>
                </a:lnTo>
                <a:lnTo>
                  <a:pt x="308" y="6"/>
                </a:lnTo>
                <a:lnTo>
                  <a:pt x="308" y="7"/>
                </a:lnTo>
                <a:lnTo>
                  <a:pt x="310" y="11"/>
                </a:lnTo>
                <a:lnTo>
                  <a:pt x="311" y="13"/>
                </a:lnTo>
                <a:lnTo>
                  <a:pt x="312" y="16"/>
                </a:lnTo>
                <a:lnTo>
                  <a:pt x="312" y="18"/>
                </a:lnTo>
                <a:lnTo>
                  <a:pt x="312" y="20"/>
                </a:lnTo>
                <a:lnTo>
                  <a:pt x="312" y="22"/>
                </a:lnTo>
                <a:lnTo>
                  <a:pt x="312" y="25"/>
                </a:lnTo>
                <a:lnTo>
                  <a:pt x="312" y="27"/>
                </a:lnTo>
                <a:lnTo>
                  <a:pt x="312" y="30"/>
                </a:lnTo>
                <a:lnTo>
                  <a:pt x="311" y="32"/>
                </a:lnTo>
                <a:lnTo>
                  <a:pt x="310" y="35"/>
                </a:lnTo>
                <a:lnTo>
                  <a:pt x="310" y="38"/>
                </a:lnTo>
                <a:lnTo>
                  <a:pt x="308" y="40"/>
                </a:lnTo>
                <a:lnTo>
                  <a:pt x="307" y="43"/>
                </a:lnTo>
                <a:lnTo>
                  <a:pt x="306" y="46"/>
                </a:lnTo>
                <a:lnTo>
                  <a:pt x="304" y="48"/>
                </a:lnTo>
                <a:lnTo>
                  <a:pt x="303" y="51"/>
                </a:lnTo>
                <a:lnTo>
                  <a:pt x="301" y="54"/>
                </a:lnTo>
                <a:lnTo>
                  <a:pt x="300" y="57"/>
                </a:lnTo>
                <a:lnTo>
                  <a:pt x="298" y="60"/>
                </a:lnTo>
                <a:lnTo>
                  <a:pt x="296" y="63"/>
                </a:lnTo>
                <a:lnTo>
                  <a:pt x="294" y="66"/>
                </a:lnTo>
                <a:lnTo>
                  <a:pt x="291" y="69"/>
                </a:lnTo>
                <a:lnTo>
                  <a:pt x="289" y="72"/>
                </a:lnTo>
                <a:lnTo>
                  <a:pt x="287" y="75"/>
                </a:lnTo>
                <a:lnTo>
                  <a:pt x="284" y="78"/>
                </a:lnTo>
                <a:lnTo>
                  <a:pt x="282" y="81"/>
                </a:lnTo>
                <a:lnTo>
                  <a:pt x="279" y="84"/>
                </a:lnTo>
                <a:lnTo>
                  <a:pt x="276" y="87"/>
                </a:lnTo>
                <a:lnTo>
                  <a:pt x="274" y="90"/>
                </a:lnTo>
                <a:lnTo>
                  <a:pt x="271" y="94"/>
                </a:lnTo>
                <a:lnTo>
                  <a:pt x="265" y="100"/>
                </a:lnTo>
                <a:lnTo>
                  <a:pt x="263" y="102"/>
                </a:lnTo>
                <a:lnTo>
                  <a:pt x="260" y="105"/>
                </a:lnTo>
                <a:lnTo>
                  <a:pt x="258" y="108"/>
                </a:lnTo>
                <a:lnTo>
                  <a:pt x="256" y="110"/>
                </a:lnTo>
                <a:lnTo>
                  <a:pt x="253" y="112"/>
                </a:lnTo>
                <a:lnTo>
                  <a:pt x="251" y="114"/>
                </a:lnTo>
                <a:lnTo>
                  <a:pt x="249" y="116"/>
                </a:lnTo>
                <a:lnTo>
                  <a:pt x="246" y="118"/>
                </a:lnTo>
                <a:lnTo>
                  <a:pt x="244" y="119"/>
                </a:lnTo>
                <a:lnTo>
                  <a:pt x="242" y="121"/>
                </a:lnTo>
                <a:lnTo>
                  <a:pt x="240" y="122"/>
                </a:lnTo>
                <a:lnTo>
                  <a:pt x="238" y="124"/>
                </a:lnTo>
                <a:lnTo>
                  <a:pt x="236" y="125"/>
                </a:lnTo>
                <a:lnTo>
                  <a:pt x="234" y="126"/>
                </a:lnTo>
                <a:lnTo>
                  <a:pt x="232" y="128"/>
                </a:lnTo>
                <a:lnTo>
                  <a:pt x="229" y="129"/>
                </a:lnTo>
                <a:lnTo>
                  <a:pt x="227" y="130"/>
                </a:lnTo>
                <a:lnTo>
                  <a:pt x="224" y="131"/>
                </a:lnTo>
                <a:lnTo>
                  <a:pt x="222" y="132"/>
                </a:lnTo>
                <a:lnTo>
                  <a:pt x="219" y="133"/>
                </a:lnTo>
                <a:lnTo>
                  <a:pt x="216" y="134"/>
                </a:lnTo>
                <a:lnTo>
                  <a:pt x="214" y="134"/>
                </a:lnTo>
                <a:lnTo>
                  <a:pt x="211" y="136"/>
                </a:lnTo>
                <a:lnTo>
                  <a:pt x="208" y="136"/>
                </a:lnTo>
                <a:lnTo>
                  <a:pt x="204" y="137"/>
                </a:lnTo>
                <a:lnTo>
                  <a:pt x="201" y="138"/>
                </a:lnTo>
                <a:lnTo>
                  <a:pt x="197" y="139"/>
                </a:lnTo>
                <a:lnTo>
                  <a:pt x="193" y="140"/>
                </a:lnTo>
                <a:lnTo>
                  <a:pt x="189" y="142"/>
                </a:lnTo>
                <a:lnTo>
                  <a:pt x="185" y="143"/>
                </a:lnTo>
                <a:lnTo>
                  <a:pt x="179" y="144"/>
                </a:lnTo>
                <a:lnTo>
                  <a:pt x="176" y="145"/>
                </a:lnTo>
                <a:lnTo>
                  <a:pt x="173" y="145"/>
                </a:lnTo>
                <a:lnTo>
                  <a:pt x="170" y="146"/>
                </a:lnTo>
                <a:lnTo>
                  <a:pt x="167" y="146"/>
                </a:lnTo>
                <a:lnTo>
                  <a:pt x="164" y="146"/>
                </a:lnTo>
                <a:lnTo>
                  <a:pt x="162" y="146"/>
                </a:lnTo>
                <a:lnTo>
                  <a:pt x="159" y="146"/>
                </a:lnTo>
                <a:lnTo>
                  <a:pt x="156" y="146"/>
                </a:lnTo>
                <a:lnTo>
                  <a:pt x="154" y="146"/>
                </a:lnTo>
                <a:lnTo>
                  <a:pt x="152" y="146"/>
                </a:lnTo>
                <a:lnTo>
                  <a:pt x="149" y="146"/>
                </a:lnTo>
                <a:lnTo>
                  <a:pt x="147" y="146"/>
                </a:lnTo>
                <a:lnTo>
                  <a:pt x="144" y="146"/>
                </a:lnTo>
                <a:lnTo>
                  <a:pt x="142" y="146"/>
                </a:lnTo>
                <a:lnTo>
                  <a:pt x="140" y="146"/>
                </a:lnTo>
                <a:lnTo>
                  <a:pt x="138" y="146"/>
                </a:lnTo>
                <a:lnTo>
                  <a:pt x="136" y="145"/>
                </a:lnTo>
                <a:lnTo>
                  <a:pt x="134" y="145"/>
                </a:lnTo>
                <a:lnTo>
                  <a:pt x="132" y="145"/>
                </a:lnTo>
                <a:lnTo>
                  <a:pt x="130" y="144"/>
                </a:lnTo>
                <a:lnTo>
                  <a:pt x="128" y="144"/>
                </a:lnTo>
                <a:lnTo>
                  <a:pt x="126" y="144"/>
                </a:lnTo>
                <a:lnTo>
                  <a:pt x="124" y="144"/>
                </a:lnTo>
                <a:lnTo>
                  <a:pt x="122" y="143"/>
                </a:lnTo>
                <a:lnTo>
                  <a:pt x="120" y="143"/>
                </a:lnTo>
                <a:lnTo>
                  <a:pt x="118" y="143"/>
                </a:lnTo>
                <a:lnTo>
                  <a:pt x="117" y="143"/>
                </a:lnTo>
                <a:lnTo>
                  <a:pt x="115" y="143"/>
                </a:lnTo>
                <a:lnTo>
                  <a:pt x="113" y="143"/>
                </a:lnTo>
                <a:lnTo>
                  <a:pt x="112" y="143"/>
                </a:lnTo>
                <a:lnTo>
                  <a:pt x="106" y="142"/>
                </a:lnTo>
                <a:lnTo>
                  <a:pt x="102" y="142"/>
                </a:lnTo>
                <a:lnTo>
                  <a:pt x="99" y="143"/>
                </a:lnTo>
                <a:lnTo>
                  <a:pt x="96" y="143"/>
                </a:lnTo>
                <a:lnTo>
                  <a:pt x="92" y="144"/>
                </a:lnTo>
                <a:lnTo>
                  <a:pt x="88" y="144"/>
                </a:lnTo>
                <a:lnTo>
                  <a:pt x="84" y="145"/>
                </a:lnTo>
                <a:lnTo>
                  <a:pt x="80" y="146"/>
                </a:lnTo>
                <a:lnTo>
                  <a:pt x="76" y="146"/>
                </a:lnTo>
                <a:lnTo>
                  <a:pt x="71" y="147"/>
                </a:lnTo>
                <a:lnTo>
                  <a:pt x="67" y="148"/>
                </a:lnTo>
                <a:lnTo>
                  <a:pt x="62" y="148"/>
                </a:lnTo>
                <a:lnTo>
                  <a:pt x="58" y="149"/>
                </a:lnTo>
                <a:lnTo>
                  <a:pt x="54" y="149"/>
                </a:lnTo>
                <a:lnTo>
                  <a:pt x="49" y="150"/>
                </a:lnTo>
                <a:lnTo>
                  <a:pt x="45" y="150"/>
                </a:lnTo>
                <a:lnTo>
                  <a:pt x="41" y="150"/>
                </a:lnTo>
                <a:lnTo>
                  <a:pt x="37" y="150"/>
                </a:lnTo>
                <a:lnTo>
                  <a:pt x="33" y="150"/>
                </a:lnTo>
                <a:lnTo>
                  <a:pt x="29" y="150"/>
                </a:lnTo>
                <a:lnTo>
                  <a:pt x="25" y="150"/>
                </a:lnTo>
                <a:lnTo>
                  <a:pt x="22" y="149"/>
                </a:lnTo>
                <a:lnTo>
                  <a:pt x="18" y="148"/>
                </a:lnTo>
                <a:lnTo>
                  <a:pt x="15" y="147"/>
                </a:lnTo>
                <a:lnTo>
                  <a:pt x="12" y="146"/>
                </a:lnTo>
                <a:lnTo>
                  <a:pt x="10" y="144"/>
                </a:lnTo>
                <a:lnTo>
                  <a:pt x="7" y="142"/>
                </a:lnTo>
                <a:lnTo>
                  <a:pt x="5" y="139"/>
                </a:lnTo>
                <a:lnTo>
                  <a:pt x="4" y="137"/>
                </a:lnTo>
                <a:lnTo>
                  <a:pt x="2" y="134"/>
                </a:lnTo>
                <a:lnTo>
                  <a:pt x="1" y="130"/>
                </a:lnTo>
              </a:path>
            </a:pathLst>
          </a:custGeom>
          <a:noFill/>
          <a:ln w="12700" cap="rnd">
            <a:solidFill>
              <a:srgbClr val="00FF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9" name="Freeform 12">
            <a:extLst>
              <a:ext uri="{FF2B5EF4-FFF2-40B4-BE49-F238E27FC236}">
                <a16:creationId xmlns:a16="http://schemas.microsoft.com/office/drawing/2014/main" id="{8177F67A-CE20-440E-88F4-4C9ED2E5A98E}"/>
              </a:ext>
            </a:extLst>
          </p:cNvPr>
          <p:cNvSpPr>
            <a:spLocks/>
          </p:cNvSpPr>
          <p:nvPr/>
        </p:nvSpPr>
        <p:spPr bwMode="auto">
          <a:xfrm>
            <a:off x="4428072" y="3489838"/>
            <a:ext cx="523739" cy="198436"/>
          </a:xfrm>
          <a:custGeom>
            <a:avLst/>
            <a:gdLst>
              <a:gd name="T0" fmla="*/ 0 w 357"/>
              <a:gd name="T1" fmla="*/ 2147483647 h 123"/>
              <a:gd name="T2" fmla="*/ 2147483647 w 357"/>
              <a:gd name="T3" fmla="*/ 2147483647 h 123"/>
              <a:gd name="T4" fmla="*/ 2147483647 w 357"/>
              <a:gd name="T5" fmla="*/ 2147483647 h 123"/>
              <a:gd name="T6" fmla="*/ 2147483647 w 357"/>
              <a:gd name="T7" fmla="*/ 2147483647 h 123"/>
              <a:gd name="T8" fmla="*/ 2147483647 w 357"/>
              <a:gd name="T9" fmla="*/ 2147483647 h 123"/>
              <a:gd name="T10" fmla="*/ 2147483647 w 357"/>
              <a:gd name="T11" fmla="*/ 2147483647 h 123"/>
              <a:gd name="T12" fmla="*/ 2147483647 w 357"/>
              <a:gd name="T13" fmla="*/ 2147483647 h 123"/>
              <a:gd name="T14" fmla="*/ 2147483647 w 357"/>
              <a:gd name="T15" fmla="*/ 2147483647 h 123"/>
              <a:gd name="T16" fmla="*/ 2147483647 w 357"/>
              <a:gd name="T17" fmla="*/ 2147483647 h 123"/>
              <a:gd name="T18" fmla="*/ 2147483647 w 357"/>
              <a:gd name="T19" fmla="*/ 2147483647 h 123"/>
              <a:gd name="T20" fmla="*/ 2147483647 w 357"/>
              <a:gd name="T21" fmla="*/ 2147483647 h 123"/>
              <a:gd name="T22" fmla="*/ 2147483647 w 357"/>
              <a:gd name="T23" fmla="*/ 2147483647 h 123"/>
              <a:gd name="T24" fmla="*/ 2147483647 w 357"/>
              <a:gd name="T25" fmla="*/ 2147483647 h 123"/>
              <a:gd name="T26" fmla="*/ 2147483647 w 357"/>
              <a:gd name="T27" fmla="*/ 2147483647 h 123"/>
              <a:gd name="T28" fmla="*/ 2147483647 w 357"/>
              <a:gd name="T29" fmla="*/ 2147483647 h 123"/>
              <a:gd name="T30" fmla="*/ 2147483647 w 357"/>
              <a:gd name="T31" fmla="*/ 2147483647 h 123"/>
              <a:gd name="T32" fmla="*/ 2147483647 w 357"/>
              <a:gd name="T33" fmla="*/ 0 h 123"/>
              <a:gd name="T34" fmla="*/ 2147483647 w 357"/>
              <a:gd name="T35" fmla="*/ 2147483647 h 123"/>
              <a:gd name="T36" fmla="*/ 2147483647 w 357"/>
              <a:gd name="T37" fmla="*/ 2147483647 h 123"/>
              <a:gd name="T38" fmla="*/ 2147483647 w 357"/>
              <a:gd name="T39" fmla="*/ 2147483647 h 123"/>
              <a:gd name="T40" fmla="*/ 2147483647 w 357"/>
              <a:gd name="T41" fmla="*/ 2147483647 h 123"/>
              <a:gd name="T42" fmla="*/ 2147483647 w 357"/>
              <a:gd name="T43" fmla="*/ 2147483647 h 123"/>
              <a:gd name="T44" fmla="*/ 2147483647 w 357"/>
              <a:gd name="T45" fmla="*/ 2147483647 h 123"/>
              <a:gd name="T46" fmla="*/ 2147483647 w 357"/>
              <a:gd name="T47" fmla="*/ 2147483647 h 123"/>
              <a:gd name="T48" fmla="*/ 2147483647 w 357"/>
              <a:gd name="T49" fmla="*/ 2147483647 h 123"/>
              <a:gd name="T50" fmla="*/ 2147483647 w 357"/>
              <a:gd name="T51" fmla="*/ 2147483647 h 123"/>
              <a:gd name="T52" fmla="*/ 2147483647 w 357"/>
              <a:gd name="T53" fmla="*/ 2147483647 h 123"/>
              <a:gd name="T54" fmla="*/ 2147483647 w 357"/>
              <a:gd name="T55" fmla="*/ 2147483647 h 123"/>
              <a:gd name="T56" fmla="*/ 2147483647 w 357"/>
              <a:gd name="T57" fmla="*/ 2147483647 h 123"/>
              <a:gd name="T58" fmla="*/ 2147483647 w 357"/>
              <a:gd name="T59" fmla="*/ 2147483647 h 123"/>
              <a:gd name="T60" fmla="*/ 2147483647 w 357"/>
              <a:gd name="T61" fmla="*/ 2147483647 h 123"/>
              <a:gd name="T62" fmla="*/ 2147483647 w 357"/>
              <a:gd name="T63" fmla="*/ 2147483647 h 123"/>
              <a:gd name="T64" fmla="*/ 2147483647 w 357"/>
              <a:gd name="T65" fmla="*/ 2147483647 h 123"/>
              <a:gd name="T66" fmla="*/ 2147483647 w 357"/>
              <a:gd name="T67" fmla="*/ 2147483647 h 123"/>
              <a:gd name="T68" fmla="*/ 2147483647 w 357"/>
              <a:gd name="T69" fmla="*/ 2147483647 h 123"/>
              <a:gd name="T70" fmla="*/ 2147483647 w 357"/>
              <a:gd name="T71" fmla="*/ 2147483647 h 123"/>
              <a:gd name="T72" fmla="*/ 2147483647 w 357"/>
              <a:gd name="T73" fmla="*/ 2147483647 h 123"/>
              <a:gd name="T74" fmla="*/ 2147483647 w 357"/>
              <a:gd name="T75" fmla="*/ 2147483647 h 123"/>
              <a:gd name="T76" fmla="*/ 2147483647 w 357"/>
              <a:gd name="T77" fmla="*/ 2147483647 h 123"/>
              <a:gd name="T78" fmla="*/ 2147483647 w 357"/>
              <a:gd name="T79" fmla="*/ 2147483647 h 123"/>
              <a:gd name="T80" fmla="*/ 2147483647 w 357"/>
              <a:gd name="T81" fmla="*/ 2147483647 h 123"/>
              <a:gd name="T82" fmla="*/ 2147483647 w 357"/>
              <a:gd name="T83" fmla="*/ 2147483647 h 123"/>
              <a:gd name="T84" fmla="*/ 2147483647 w 357"/>
              <a:gd name="T85" fmla="*/ 2147483647 h 123"/>
              <a:gd name="T86" fmla="*/ 2147483647 w 357"/>
              <a:gd name="T87" fmla="*/ 2147483647 h 123"/>
              <a:gd name="T88" fmla="*/ 2147483647 w 357"/>
              <a:gd name="T89" fmla="*/ 2147483647 h 123"/>
              <a:gd name="T90" fmla="*/ 2147483647 w 357"/>
              <a:gd name="T91" fmla="*/ 2147483647 h 123"/>
              <a:gd name="T92" fmla="*/ 2147483647 w 357"/>
              <a:gd name="T93" fmla="*/ 2147483647 h 123"/>
              <a:gd name="T94" fmla="*/ 2147483647 w 357"/>
              <a:gd name="T95" fmla="*/ 2147483647 h 123"/>
              <a:gd name="T96" fmla="*/ 2147483647 w 357"/>
              <a:gd name="T97" fmla="*/ 2147483647 h 123"/>
              <a:gd name="T98" fmla="*/ 2147483647 w 357"/>
              <a:gd name="T99" fmla="*/ 2147483647 h 123"/>
              <a:gd name="T100" fmla="*/ 2147483647 w 357"/>
              <a:gd name="T101" fmla="*/ 2147483647 h 123"/>
              <a:gd name="T102" fmla="*/ 2147483647 w 357"/>
              <a:gd name="T103" fmla="*/ 2147483647 h 123"/>
              <a:gd name="T104" fmla="*/ 2147483647 w 357"/>
              <a:gd name="T105" fmla="*/ 2147483647 h 123"/>
              <a:gd name="T106" fmla="*/ 2147483647 w 357"/>
              <a:gd name="T107" fmla="*/ 2147483647 h 123"/>
              <a:gd name="T108" fmla="*/ 2147483647 w 357"/>
              <a:gd name="T109" fmla="*/ 2147483647 h 123"/>
              <a:gd name="T110" fmla="*/ 2147483647 w 357"/>
              <a:gd name="T111" fmla="*/ 2147483647 h 123"/>
              <a:gd name="T112" fmla="*/ 2147483647 w 357"/>
              <a:gd name="T113" fmla="*/ 2147483647 h 123"/>
              <a:gd name="T114" fmla="*/ 2147483647 w 357"/>
              <a:gd name="T115" fmla="*/ 2147483647 h 123"/>
              <a:gd name="T116" fmla="*/ 2147483647 w 357"/>
              <a:gd name="T117" fmla="*/ 2147483647 h 123"/>
              <a:gd name="T118" fmla="*/ 2147483647 w 357"/>
              <a:gd name="T119" fmla="*/ 2147483647 h 123"/>
              <a:gd name="T120" fmla="*/ 2147483647 w 357"/>
              <a:gd name="T121" fmla="*/ 2147483647 h 123"/>
              <a:gd name="T122" fmla="*/ 0 w 357"/>
              <a:gd name="T123" fmla="*/ 2147483647 h 123"/>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357"/>
              <a:gd name="T187" fmla="*/ 0 h 123"/>
              <a:gd name="T188" fmla="*/ 357 w 357"/>
              <a:gd name="T189" fmla="*/ 123 h 123"/>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357" h="123">
                <a:moveTo>
                  <a:pt x="0" y="85"/>
                </a:moveTo>
                <a:lnTo>
                  <a:pt x="0" y="79"/>
                </a:lnTo>
                <a:lnTo>
                  <a:pt x="0" y="77"/>
                </a:lnTo>
                <a:lnTo>
                  <a:pt x="1" y="74"/>
                </a:lnTo>
                <a:lnTo>
                  <a:pt x="2" y="72"/>
                </a:lnTo>
                <a:lnTo>
                  <a:pt x="4" y="70"/>
                </a:lnTo>
                <a:lnTo>
                  <a:pt x="6" y="68"/>
                </a:lnTo>
                <a:lnTo>
                  <a:pt x="8" y="66"/>
                </a:lnTo>
                <a:lnTo>
                  <a:pt x="11" y="63"/>
                </a:lnTo>
                <a:lnTo>
                  <a:pt x="14" y="61"/>
                </a:lnTo>
                <a:lnTo>
                  <a:pt x="18" y="59"/>
                </a:lnTo>
                <a:lnTo>
                  <a:pt x="21" y="57"/>
                </a:lnTo>
                <a:lnTo>
                  <a:pt x="25" y="55"/>
                </a:lnTo>
                <a:lnTo>
                  <a:pt x="30" y="54"/>
                </a:lnTo>
                <a:lnTo>
                  <a:pt x="34" y="52"/>
                </a:lnTo>
                <a:lnTo>
                  <a:pt x="39" y="50"/>
                </a:lnTo>
                <a:lnTo>
                  <a:pt x="44" y="48"/>
                </a:lnTo>
                <a:lnTo>
                  <a:pt x="49" y="46"/>
                </a:lnTo>
                <a:lnTo>
                  <a:pt x="54" y="45"/>
                </a:lnTo>
                <a:lnTo>
                  <a:pt x="60" y="43"/>
                </a:lnTo>
                <a:lnTo>
                  <a:pt x="65" y="41"/>
                </a:lnTo>
                <a:lnTo>
                  <a:pt x="71" y="40"/>
                </a:lnTo>
                <a:lnTo>
                  <a:pt x="77" y="38"/>
                </a:lnTo>
                <a:lnTo>
                  <a:pt x="83" y="36"/>
                </a:lnTo>
                <a:lnTo>
                  <a:pt x="89" y="35"/>
                </a:lnTo>
                <a:lnTo>
                  <a:pt x="96" y="33"/>
                </a:lnTo>
                <a:lnTo>
                  <a:pt x="102" y="31"/>
                </a:lnTo>
                <a:lnTo>
                  <a:pt x="109" y="30"/>
                </a:lnTo>
                <a:lnTo>
                  <a:pt x="115" y="28"/>
                </a:lnTo>
                <a:lnTo>
                  <a:pt x="122" y="26"/>
                </a:lnTo>
                <a:lnTo>
                  <a:pt x="128" y="25"/>
                </a:lnTo>
                <a:lnTo>
                  <a:pt x="135" y="23"/>
                </a:lnTo>
                <a:lnTo>
                  <a:pt x="148" y="20"/>
                </a:lnTo>
                <a:lnTo>
                  <a:pt x="153" y="18"/>
                </a:lnTo>
                <a:lnTo>
                  <a:pt x="159" y="16"/>
                </a:lnTo>
                <a:lnTo>
                  <a:pt x="164" y="15"/>
                </a:lnTo>
                <a:lnTo>
                  <a:pt x="169" y="13"/>
                </a:lnTo>
                <a:lnTo>
                  <a:pt x="174" y="12"/>
                </a:lnTo>
                <a:lnTo>
                  <a:pt x="178" y="10"/>
                </a:lnTo>
                <a:lnTo>
                  <a:pt x="183" y="9"/>
                </a:lnTo>
                <a:lnTo>
                  <a:pt x="187" y="8"/>
                </a:lnTo>
                <a:lnTo>
                  <a:pt x="192" y="6"/>
                </a:lnTo>
                <a:lnTo>
                  <a:pt x="196" y="6"/>
                </a:lnTo>
                <a:lnTo>
                  <a:pt x="199" y="4"/>
                </a:lnTo>
                <a:lnTo>
                  <a:pt x="203" y="4"/>
                </a:lnTo>
                <a:lnTo>
                  <a:pt x="207" y="3"/>
                </a:lnTo>
                <a:lnTo>
                  <a:pt x="211" y="2"/>
                </a:lnTo>
                <a:lnTo>
                  <a:pt x="214" y="2"/>
                </a:lnTo>
                <a:lnTo>
                  <a:pt x="218" y="1"/>
                </a:lnTo>
                <a:lnTo>
                  <a:pt x="222" y="1"/>
                </a:lnTo>
                <a:lnTo>
                  <a:pt x="226" y="0"/>
                </a:lnTo>
                <a:lnTo>
                  <a:pt x="230" y="0"/>
                </a:lnTo>
                <a:lnTo>
                  <a:pt x="234" y="0"/>
                </a:lnTo>
                <a:lnTo>
                  <a:pt x="238" y="1"/>
                </a:lnTo>
                <a:lnTo>
                  <a:pt x="242" y="1"/>
                </a:lnTo>
                <a:lnTo>
                  <a:pt x="246" y="2"/>
                </a:lnTo>
                <a:lnTo>
                  <a:pt x="251" y="2"/>
                </a:lnTo>
                <a:lnTo>
                  <a:pt x="256" y="3"/>
                </a:lnTo>
                <a:lnTo>
                  <a:pt x="260" y="4"/>
                </a:lnTo>
                <a:lnTo>
                  <a:pt x="266" y="6"/>
                </a:lnTo>
                <a:lnTo>
                  <a:pt x="271" y="7"/>
                </a:lnTo>
                <a:lnTo>
                  <a:pt x="277" y="9"/>
                </a:lnTo>
                <a:lnTo>
                  <a:pt x="283" y="11"/>
                </a:lnTo>
                <a:lnTo>
                  <a:pt x="290" y="13"/>
                </a:lnTo>
                <a:lnTo>
                  <a:pt x="294" y="15"/>
                </a:lnTo>
                <a:lnTo>
                  <a:pt x="298" y="16"/>
                </a:lnTo>
                <a:lnTo>
                  <a:pt x="302" y="18"/>
                </a:lnTo>
                <a:lnTo>
                  <a:pt x="306" y="19"/>
                </a:lnTo>
                <a:lnTo>
                  <a:pt x="309" y="21"/>
                </a:lnTo>
                <a:lnTo>
                  <a:pt x="312" y="22"/>
                </a:lnTo>
                <a:lnTo>
                  <a:pt x="316" y="24"/>
                </a:lnTo>
                <a:lnTo>
                  <a:pt x="319" y="26"/>
                </a:lnTo>
                <a:lnTo>
                  <a:pt x="322" y="28"/>
                </a:lnTo>
                <a:lnTo>
                  <a:pt x="326" y="30"/>
                </a:lnTo>
                <a:lnTo>
                  <a:pt x="328" y="32"/>
                </a:lnTo>
                <a:lnTo>
                  <a:pt x="332" y="33"/>
                </a:lnTo>
                <a:lnTo>
                  <a:pt x="334" y="35"/>
                </a:lnTo>
                <a:lnTo>
                  <a:pt x="337" y="37"/>
                </a:lnTo>
                <a:lnTo>
                  <a:pt x="339" y="39"/>
                </a:lnTo>
                <a:lnTo>
                  <a:pt x="342" y="41"/>
                </a:lnTo>
                <a:lnTo>
                  <a:pt x="344" y="44"/>
                </a:lnTo>
                <a:lnTo>
                  <a:pt x="346" y="46"/>
                </a:lnTo>
                <a:lnTo>
                  <a:pt x="348" y="48"/>
                </a:lnTo>
                <a:lnTo>
                  <a:pt x="350" y="50"/>
                </a:lnTo>
                <a:lnTo>
                  <a:pt x="351" y="52"/>
                </a:lnTo>
                <a:lnTo>
                  <a:pt x="352" y="54"/>
                </a:lnTo>
                <a:lnTo>
                  <a:pt x="354" y="56"/>
                </a:lnTo>
                <a:lnTo>
                  <a:pt x="354" y="58"/>
                </a:lnTo>
                <a:lnTo>
                  <a:pt x="355" y="61"/>
                </a:lnTo>
                <a:lnTo>
                  <a:pt x="356" y="63"/>
                </a:lnTo>
                <a:lnTo>
                  <a:pt x="356" y="65"/>
                </a:lnTo>
                <a:lnTo>
                  <a:pt x="356" y="68"/>
                </a:lnTo>
                <a:lnTo>
                  <a:pt x="356" y="70"/>
                </a:lnTo>
                <a:lnTo>
                  <a:pt x="356" y="72"/>
                </a:lnTo>
                <a:lnTo>
                  <a:pt x="355" y="78"/>
                </a:lnTo>
                <a:lnTo>
                  <a:pt x="354" y="81"/>
                </a:lnTo>
                <a:lnTo>
                  <a:pt x="352" y="84"/>
                </a:lnTo>
                <a:lnTo>
                  <a:pt x="350" y="86"/>
                </a:lnTo>
                <a:lnTo>
                  <a:pt x="348" y="89"/>
                </a:lnTo>
                <a:lnTo>
                  <a:pt x="346" y="91"/>
                </a:lnTo>
                <a:lnTo>
                  <a:pt x="344" y="94"/>
                </a:lnTo>
                <a:lnTo>
                  <a:pt x="341" y="96"/>
                </a:lnTo>
                <a:lnTo>
                  <a:pt x="338" y="98"/>
                </a:lnTo>
                <a:lnTo>
                  <a:pt x="335" y="100"/>
                </a:lnTo>
                <a:lnTo>
                  <a:pt x="332" y="102"/>
                </a:lnTo>
                <a:lnTo>
                  <a:pt x="328" y="104"/>
                </a:lnTo>
                <a:lnTo>
                  <a:pt x="324" y="105"/>
                </a:lnTo>
                <a:lnTo>
                  <a:pt x="320" y="107"/>
                </a:lnTo>
                <a:lnTo>
                  <a:pt x="316" y="108"/>
                </a:lnTo>
                <a:lnTo>
                  <a:pt x="312" y="110"/>
                </a:lnTo>
                <a:lnTo>
                  <a:pt x="308" y="111"/>
                </a:lnTo>
                <a:lnTo>
                  <a:pt x="303" y="112"/>
                </a:lnTo>
                <a:lnTo>
                  <a:pt x="298" y="114"/>
                </a:lnTo>
                <a:lnTo>
                  <a:pt x="294" y="114"/>
                </a:lnTo>
                <a:lnTo>
                  <a:pt x="288" y="116"/>
                </a:lnTo>
                <a:lnTo>
                  <a:pt x="283" y="116"/>
                </a:lnTo>
                <a:lnTo>
                  <a:pt x="278" y="117"/>
                </a:lnTo>
                <a:lnTo>
                  <a:pt x="273" y="118"/>
                </a:lnTo>
                <a:lnTo>
                  <a:pt x="268" y="119"/>
                </a:lnTo>
                <a:lnTo>
                  <a:pt x="262" y="119"/>
                </a:lnTo>
                <a:lnTo>
                  <a:pt x="256" y="120"/>
                </a:lnTo>
                <a:lnTo>
                  <a:pt x="251" y="120"/>
                </a:lnTo>
                <a:lnTo>
                  <a:pt x="245" y="121"/>
                </a:lnTo>
                <a:lnTo>
                  <a:pt x="239" y="121"/>
                </a:lnTo>
                <a:lnTo>
                  <a:pt x="234" y="122"/>
                </a:lnTo>
                <a:lnTo>
                  <a:pt x="222" y="122"/>
                </a:lnTo>
                <a:lnTo>
                  <a:pt x="217" y="121"/>
                </a:lnTo>
                <a:lnTo>
                  <a:pt x="212" y="121"/>
                </a:lnTo>
                <a:lnTo>
                  <a:pt x="207" y="120"/>
                </a:lnTo>
                <a:lnTo>
                  <a:pt x="202" y="120"/>
                </a:lnTo>
                <a:lnTo>
                  <a:pt x="198" y="119"/>
                </a:lnTo>
                <a:lnTo>
                  <a:pt x="193" y="118"/>
                </a:lnTo>
                <a:lnTo>
                  <a:pt x="189" y="117"/>
                </a:lnTo>
                <a:lnTo>
                  <a:pt x="184" y="116"/>
                </a:lnTo>
                <a:lnTo>
                  <a:pt x="180" y="115"/>
                </a:lnTo>
                <a:lnTo>
                  <a:pt x="176" y="114"/>
                </a:lnTo>
                <a:lnTo>
                  <a:pt x="172" y="112"/>
                </a:lnTo>
                <a:lnTo>
                  <a:pt x="168" y="110"/>
                </a:lnTo>
                <a:lnTo>
                  <a:pt x="164" y="109"/>
                </a:lnTo>
                <a:lnTo>
                  <a:pt x="161" y="108"/>
                </a:lnTo>
                <a:lnTo>
                  <a:pt x="157" y="106"/>
                </a:lnTo>
                <a:lnTo>
                  <a:pt x="154" y="104"/>
                </a:lnTo>
                <a:lnTo>
                  <a:pt x="150" y="103"/>
                </a:lnTo>
                <a:lnTo>
                  <a:pt x="147" y="101"/>
                </a:lnTo>
                <a:lnTo>
                  <a:pt x="144" y="99"/>
                </a:lnTo>
                <a:lnTo>
                  <a:pt x="140" y="98"/>
                </a:lnTo>
                <a:lnTo>
                  <a:pt x="137" y="96"/>
                </a:lnTo>
                <a:lnTo>
                  <a:pt x="134" y="95"/>
                </a:lnTo>
                <a:lnTo>
                  <a:pt x="131" y="93"/>
                </a:lnTo>
                <a:lnTo>
                  <a:pt x="128" y="92"/>
                </a:lnTo>
                <a:lnTo>
                  <a:pt x="125" y="90"/>
                </a:lnTo>
                <a:lnTo>
                  <a:pt x="122" y="89"/>
                </a:lnTo>
                <a:lnTo>
                  <a:pt x="119" y="88"/>
                </a:lnTo>
                <a:lnTo>
                  <a:pt x="116" y="86"/>
                </a:lnTo>
                <a:lnTo>
                  <a:pt x="114" y="86"/>
                </a:lnTo>
                <a:lnTo>
                  <a:pt x="111" y="85"/>
                </a:lnTo>
                <a:lnTo>
                  <a:pt x="105" y="85"/>
                </a:lnTo>
                <a:lnTo>
                  <a:pt x="102" y="85"/>
                </a:lnTo>
                <a:lnTo>
                  <a:pt x="98" y="86"/>
                </a:lnTo>
                <a:lnTo>
                  <a:pt x="94" y="86"/>
                </a:lnTo>
                <a:lnTo>
                  <a:pt x="90" y="86"/>
                </a:lnTo>
                <a:lnTo>
                  <a:pt x="86" y="87"/>
                </a:lnTo>
                <a:lnTo>
                  <a:pt x="82" y="88"/>
                </a:lnTo>
                <a:lnTo>
                  <a:pt x="78" y="88"/>
                </a:lnTo>
                <a:lnTo>
                  <a:pt x="74" y="89"/>
                </a:lnTo>
                <a:lnTo>
                  <a:pt x="69" y="90"/>
                </a:lnTo>
                <a:lnTo>
                  <a:pt x="64" y="90"/>
                </a:lnTo>
                <a:lnTo>
                  <a:pt x="60" y="91"/>
                </a:lnTo>
                <a:lnTo>
                  <a:pt x="56" y="92"/>
                </a:lnTo>
                <a:lnTo>
                  <a:pt x="51" y="92"/>
                </a:lnTo>
                <a:lnTo>
                  <a:pt x="46" y="92"/>
                </a:lnTo>
                <a:lnTo>
                  <a:pt x="42" y="93"/>
                </a:lnTo>
                <a:lnTo>
                  <a:pt x="38" y="93"/>
                </a:lnTo>
                <a:lnTo>
                  <a:pt x="34" y="94"/>
                </a:lnTo>
                <a:lnTo>
                  <a:pt x="30" y="94"/>
                </a:lnTo>
                <a:lnTo>
                  <a:pt x="26" y="94"/>
                </a:lnTo>
                <a:lnTo>
                  <a:pt x="22" y="94"/>
                </a:lnTo>
                <a:lnTo>
                  <a:pt x="18" y="94"/>
                </a:lnTo>
                <a:lnTo>
                  <a:pt x="15" y="94"/>
                </a:lnTo>
                <a:lnTo>
                  <a:pt x="12" y="93"/>
                </a:lnTo>
                <a:lnTo>
                  <a:pt x="9" y="92"/>
                </a:lnTo>
                <a:lnTo>
                  <a:pt x="7" y="92"/>
                </a:lnTo>
                <a:lnTo>
                  <a:pt x="5" y="91"/>
                </a:lnTo>
                <a:lnTo>
                  <a:pt x="3" y="90"/>
                </a:lnTo>
                <a:lnTo>
                  <a:pt x="2" y="88"/>
                </a:lnTo>
                <a:lnTo>
                  <a:pt x="0" y="86"/>
                </a:lnTo>
                <a:lnTo>
                  <a:pt x="0" y="85"/>
                </a:lnTo>
              </a:path>
            </a:pathLst>
          </a:custGeom>
          <a:noFill/>
          <a:ln w="12700" cap="rnd">
            <a:solidFill>
              <a:srgbClr val="00FF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20" name="Freeform 13">
            <a:extLst>
              <a:ext uri="{FF2B5EF4-FFF2-40B4-BE49-F238E27FC236}">
                <a16:creationId xmlns:a16="http://schemas.microsoft.com/office/drawing/2014/main" id="{07683C86-3FBF-450F-9AB8-8F6A0E4CFA15}"/>
              </a:ext>
            </a:extLst>
          </p:cNvPr>
          <p:cNvSpPr>
            <a:spLocks/>
          </p:cNvSpPr>
          <p:nvPr/>
        </p:nvSpPr>
        <p:spPr bwMode="auto">
          <a:xfrm>
            <a:off x="4213760" y="3943863"/>
            <a:ext cx="525205" cy="196822"/>
          </a:xfrm>
          <a:custGeom>
            <a:avLst/>
            <a:gdLst>
              <a:gd name="T0" fmla="*/ 0 w 358"/>
              <a:gd name="T1" fmla="*/ 2147483647 h 122"/>
              <a:gd name="T2" fmla="*/ 2147483647 w 358"/>
              <a:gd name="T3" fmla="*/ 2147483647 h 122"/>
              <a:gd name="T4" fmla="*/ 2147483647 w 358"/>
              <a:gd name="T5" fmla="*/ 2147483647 h 122"/>
              <a:gd name="T6" fmla="*/ 2147483647 w 358"/>
              <a:gd name="T7" fmla="*/ 2147483647 h 122"/>
              <a:gd name="T8" fmla="*/ 2147483647 w 358"/>
              <a:gd name="T9" fmla="*/ 2147483647 h 122"/>
              <a:gd name="T10" fmla="*/ 2147483647 w 358"/>
              <a:gd name="T11" fmla="*/ 2147483647 h 122"/>
              <a:gd name="T12" fmla="*/ 2147483647 w 358"/>
              <a:gd name="T13" fmla="*/ 2147483647 h 122"/>
              <a:gd name="T14" fmla="*/ 2147483647 w 358"/>
              <a:gd name="T15" fmla="*/ 2147483647 h 122"/>
              <a:gd name="T16" fmla="*/ 2147483647 w 358"/>
              <a:gd name="T17" fmla="*/ 2147483647 h 122"/>
              <a:gd name="T18" fmla="*/ 2147483647 w 358"/>
              <a:gd name="T19" fmla="*/ 2147483647 h 122"/>
              <a:gd name="T20" fmla="*/ 2147483647 w 358"/>
              <a:gd name="T21" fmla="*/ 2147483647 h 122"/>
              <a:gd name="T22" fmla="*/ 2147483647 w 358"/>
              <a:gd name="T23" fmla="*/ 2147483647 h 122"/>
              <a:gd name="T24" fmla="*/ 2147483647 w 358"/>
              <a:gd name="T25" fmla="*/ 2147483647 h 122"/>
              <a:gd name="T26" fmla="*/ 2147483647 w 358"/>
              <a:gd name="T27" fmla="*/ 2147483647 h 122"/>
              <a:gd name="T28" fmla="*/ 2147483647 w 358"/>
              <a:gd name="T29" fmla="*/ 2147483647 h 122"/>
              <a:gd name="T30" fmla="*/ 2147483647 w 358"/>
              <a:gd name="T31" fmla="*/ 2147483647 h 122"/>
              <a:gd name="T32" fmla="*/ 2147483647 w 358"/>
              <a:gd name="T33" fmla="*/ 0 h 122"/>
              <a:gd name="T34" fmla="*/ 2147483647 w 358"/>
              <a:gd name="T35" fmla="*/ 0 h 122"/>
              <a:gd name="T36" fmla="*/ 2147483647 w 358"/>
              <a:gd name="T37" fmla="*/ 2147483647 h 122"/>
              <a:gd name="T38" fmla="*/ 2147483647 w 358"/>
              <a:gd name="T39" fmla="*/ 2147483647 h 122"/>
              <a:gd name="T40" fmla="*/ 2147483647 w 358"/>
              <a:gd name="T41" fmla="*/ 2147483647 h 122"/>
              <a:gd name="T42" fmla="*/ 2147483647 w 358"/>
              <a:gd name="T43" fmla="*/ 2147483647 h 122"/>
              <a:gd name="T44" fmla="*/ 2147483647 w 358"/>
              <a:gd name="T45" fmla="*/ 2147483647 h 122"/>
              <a:gd name="T46" fmla="*/ 2147483647 w 358"/>
              <a:gd name="T47" fmla="*/ 2147483647 h 122"/>
              <a:gd name="T48" fmla="*/ 2147483647 w 358"/>
              <a:gd name="T49" fmla="*/ 2147483647 h 122"/>
              <a:gd name="T50" fmla="*/ 2147483647 w 358"/>
              <a:gd name="T51" fmla="*/ 2147483647 h 122"/>
              <a:gd name="T52" fmla="*/ 2147483647 w 358"/>
              <a:gd name="T53" fmla="*/ 2147483647 h 122"/>
              <a:gd name="T54" fmla="*/ 2147483647 w 358"/>
              <a:gd name="T55" fmla="*/ 2147483647 h 122"/>
              <a:gd name="T56" fmla="*/ 2147483647 w 358"/>
              <a:gd name="T57" fmla="*/ 2147483647 h 122"/>
              <a:gd name="T58" fmla="*/ 2147483647 w 358"/>
              <a:gd name="T59" fmla="*/ 2147483647 h 122"/>
              <a:gd name="T60" fmla="*/ 2147483647 w 358"/>
              <a:gd name="T61" fmla="*/ 2147483647 h 122"/>
              <a:gd name="T62" fmla="*/ 2147483647 w 358"/>
              <a:gd name="T63" fmla="*/ 2147483647 h 122"/>
              <a:gd name="T64" fmla="*/ 2147483647 w 358"/>
              <a:gd name="T65" fmla="*/ 2147483647 h 122"/>
              <a:gd name="T66" fmla="*/ 2147483647 w 358"/>
              <a:gd name="T67" fmla="*/ 2147483647 h 122"/>
              <a:gd name="T68" fmla="*/ 2147483647 w 358"/>
              <a:gd name="T69" fmla="*/ 2147483647 h 122"/>
              <a:gd name="T70" fmla="*/ 2147483647 w 358"/>
              <a:gd name="T71" fmla="*/ 2147483647 h 122"/>
              <a:gd name="T72" fmla="*/ 2147483647 w 358"/>
              <a:gd name="T73" fmla="*/ 2147483647 h 122"/>
              <a:gd name="T74" fmla="*/ 2147483647 w 358"/>
              <a:gd name="T75" fmla="*/ 2147483647 h 122"/>
              <a:gd name="T76" fmla="*/ 2147483647 w 358"/>
              <a:gd name="T77" fmla="*/ 2147483647 h 122"/>
              <a:gd name="T78" fmla="*/ 2147483647 w 358"/>
              <a:gd name="T79" fmla="*/ 2147483647 h 122"/>
              <a:gd name="T80" fmla="*/ 2147483647 w 358"/>
              <a:gd name="T81" fmla="*/ 2147483647 h 122"/>
              <a:gd name="T82" fmla="*/ 2147483647 w 358"/>
              <a:gd name="T83" fmla="*/ 2147483647 h 122"/>
              <a:gd name="T84" fmla="*/ 2147483647 w 358"/>
              <a:gd name="T85" fmla="*/ 2147483647 h 122"/>
              <a:gd name="T86" fmla="*/ 2147483647 w 358"/>
              <a:gd name="T87" fmla="*/ 2147483647 h 122"/>
              <a:gd name="T88" fmla="*/ 2147483647 w 358"/>
              <a:gd name="T89" fmla="*/ 2147483647 h 122"/>
              <a:gd name="T90" fmla="*/ 2147483647 w 358"/>
              <a:gd name="T91" fmla="*/ 2147483647 h 122"/>
              <a:gd name="T92" fmla="*/ 2147483647 w 358"/>
              <a:gd name="T93" fmla="*/ 2147483647 h 122"/>
              <a:gd name="T94" fmla="*/ 2147483647 w 358"/>
              <a:gd name="T95" fmla="*/ 2147483647 h 122"/>
              <a:gd name="T96" fmla="*/ 2147483647 w 358"/>
              <a:gd name="T97" fmla="*/ 2147483647 h 122"/>
              <a:gd name="T98" fmla="*/ 2147483647 w 358"/>
              <a:gd name="T99" fmla="*/ 2147483647 h 122"/>
              <a:gd name="T100" fmla="*/ 2147483647 w 358"/>
              <a:gd name="T101" fmla="*/ 2147483647 h 122"/>
              <a:gd name="T102" fmla="*/ 2147483647 w 358"/>
              <a:gd name="T103" fmla="*/ 2147483647 h 122"/>
              <a:gd name="T104" fmla="*/ 2147483647 w 358"/>
              <a:gd name="T105" fmla="*/ 2147483647 h 122"/>
              <a:gd name="T106" fmla="*/ 2147483647 w 358"/>
              <a:gd name="T107" fmla="*/ 2147483647 h 122"/>
              <a:gd name="T108" fmla="*/ 2147483647 w 358"/>
              <a:gd name="T109" fmla="*/ 2147483647 h 122"/>
              <a:gd name="T110" fmla="*/ 2147483647 w 358"/>
              <a:gd name="T111" fmla="*/ 2147483647 h 122"/>
              <a:gd name="T112" fmla="*/ 2147483647 w 358"/>
              <a:gd name="T113" fmla="*/ 2147483647 h 122"/>
              <a:gd name="T114" fmla="*/ 2147483647 w 358"/>
              <a:gd name="T115" fmla="*/ 2147483647 h 122"/>
              <a:gd name="T116" fmla="*/ 2147483647 w 358"/>
              <a:gd name="T117" fmla="*/ 2147483647 h 122"/>
              <a:gd name="T118" fmla="*/ 2147483647 w 358"/>
              <a:gd name="T119" fmla="*/ 2147483647 h 122"/>
              <a:gd name="T120" fmla="*/ 2147483647 w 358"/>
              <a:gd name="T121" fmla="*/ 2147483647 h 122"/>
              <a:gd name="T122" fmla="*/ 2147483647 w 358"/>
              <a:gd name="T123" fmla="*/ 2147483647 h 12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358"/>
              <a:gd name="T187" fmla="*/ 0 h 122"/>
              <a:gd name="T188" fmla="*/ 358 w 358"/>
              <a:gd name="T189" fmla="*/ 122 h 122"/>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358" h="122">
                <a:moveTo>
                  <a:pt x="0" y="84"/>
                </a:moveTo>
                <a:lnTo>
                  <a:pt x="0" y="79"/>
                </a:lnTo>
                <a:lnTo>
                  <a:pt x="0" y="76"/>
                </a:lnTo>
                <a:lnTo>
                  <a:pt x="1" y="74"/>
                </a:lnTo>
                <a:lnTo>
                  <a:pt x="2" y="72"/>
                </a:lnTo>
                <a:lnTo>
                  <a:pt x="4" y="69"/>
                </a:lnTo>
                <a:lnTo>
                  <a:pt x="6" y="67"/>
                </a:lnTo>
                <a:lnTo>
                  <a:pt x="9" y="65"/>
                </a:lnTo>
                <a:lnTo>
                  <a:pt x="11" y="63"/>
                </a:lnTo>
                <a:lnTo>
                  <a:pt x="14" y="61"/>
                </a:lnTo>
                <a:lnTo>
                  <a:pt x="18" y="59"/>
                </a:lnTo>
                <a:lnTo>
                  <a:pt x="22" y="57"/>
                </a:lnTo>
                <a:lnTo>
                  <a:pt x="25" y="55"/>
                </a:lnTo>
                <a:lnTo>
                  <a:pt x="30" y="53"/>
                </a:lnTo>
                <a:lnTo>
                  <a:pt x="34" y="51"/>
                </a:lnTo>
                <a:lnTo>
                  <a:pt x="39" y="50"/>
                </a:lnTo>
                <a:lnTo>
                  <a:pt x="44" y="48"/>
                </a:lnTo>
                <a:lnTo>
                  <a:pt x="49" y="46"/>
                </a:lnTo>
                <a:lnTo>
                  <a:pt x="54" y="44"/>
                </a:lnTo>
                <a:lnTo>
                  <a:pt x="60" y="42"/>
                </a:lnTo>
                <a:lnTo>
                  <a:pt x="65" y="41"/>
                </a:lnTo>
                <a:lnTo>
                  <a:pt x="71" y="39"/>
                </a:lnTo>
                <a:lnTo>
                  <a:pt x="77" y="38"/>
                </a:lnTo>
                <a:lnTo>
                  <a:pt x="83" y="36"/>
                </a:lnTo>
                <a:lnTo>
                  <a:pt x="90" y="34"/>
                </a:lnTo>
                <a:lnTo>
                  <a:pt x="96" y="32"/>
                </a:lnTo>
                <a:lnTo>
                  <a:pt x="102" y="31"/>
                </a:lnTo>
                <a:lnTo>
                  <a:pt x="109" y="29"/>
                </a:lnTo>
                <a:lnTo>
                  <a:pt x="115" y="27"/>
                </a:lnTo>
                <a:lnTo>
                  <a:pt x="122" y="26"/>
                </a:lnTo>
                <a:lnTo>
                  <a:pt x="128" y="24"/>
                </a:lnTo>
                <a:lnTo>
                  <a:pt x="135" y="22"/>
                </a:lnTo>
                <a:lnTo>
                  <a:pt x="148" y="19"/>
                </a:lnTo>
                <a:lnTo>
                  <a:pt x="154" y="17"/>
                </a:lnTo>
                <a:lnTo>
                  <a:pt x="159" y="16"/>
                </a:lnTo>
                <a:lnTo>
                  <a:pt x="164" y="14"/>
                </a:lnTo>
                <a:lnTo>
                  <a:pt x="169" y="12"/>
                </a:lnTo>
                <a:lnTo>
                  <a:pt x="174" y="11"/>
                </a:lnTo>
                <a:lnTo>
                  <a:pt x="179" y="10"/>
                </a:lnTo>
                <a:lnTo>
                  <a:pt x="183" y="8"/>
                </a:lnTo>
                <a:lnTo>
                  <a:pt x="188" y="7"/>
                </a:lnTo>
                <a:lnTo>
                  <a:pt x="192" y="6"/>
                </a:lnTo>
                <a:lnTo>
                  <a:pt x="196" y="5"/>
                </a:lnTo>
                <a:lnTo>
                  <a:pt x="200" y="4"/>
                </a:lnTo>
                <a:lnTo>
                  <a:pt x="203" y="3"/>
                </a:lnTo>
                <a:lnTo>
                  <a:pt x="207" y="2"/>
                </a:lnTo>
                <a:lnTo>
                  <a:pt x="211" y="2"/>
                </a:lnTo>
                <a:lnTo>
                  <a:pt x="214" y="1"/>
                </a:lnTo>
                <a:lnTo>
                  <a:pt x="218" y="0"/>
                </a:lnTo>
                <a:lnTo>
                  <a:pt x="222" y="0"/>
                </a:lnTo>
                <a:lnTo>
                  <a:pt x="226" y="0"/>
                </a:lnTo>
                <a:lnTo>
                  <a:pt x="230" y="0"/>
                </a:lnTo>
                <a:lnTo>
                  <a:pt x="234" y="0"/>
                </a:lnTo>
                <a:lnTo>
                  <a:pt x="238" y="0"/>
                </a:lnTo>
                <a:lnTo>
                  <a:pt x="242" y="1"/>
                </a:lnTo>
                <a:lnTo>
                  <a:pt x="246" y="1"/>
                </a:lnTo>
                <a:lnTo>
                  <a:pt x="251" y="2"/>
                </a:lnTo>
                <a:lnTo>
                  <a:pt x="256" y="3"/>
                </a:lnTo>
                <a:lnTo>
                  <a:pt x="260" y="4"/>
                </a:lnTo>
                <a:lnTo>
                  <a:pt x="266" y="5"/>
                </a:lnTo>
                <a:lnTo>
                  <a:pt x="271" y="7"/>
                </a:lnTo>
                <a:lnTo>
                  <a:pt x="277" y="8"/>
                </a:lnTo>
                <a:lnTo>
                  <a:pt x="283" y="10"/>
                </a:lnTo>
                <a:lnTo>
                  <a:pt x="290" y="13"/>
                </a:lnTo>
                <a:lnTo>
                  <a:pt x="294" y="14"/>
                </a:lnTo>
                <a:lnTo>
                  <a:pt x="298" y="16"/>
                </a:lnTo>
                <a:lnTo>
                  <a:pt x="302" y="17"/>
                </a:lnTo>
                <a:lnTo>
                  <a:pt x="306" y="19"/>
                </a:lnTo>
                <a:lnTo>
                  <a:pt x="309" y="20"/>
                </a:lnTo>
                <a:lnTo>
                  <a:pt x="312" y="22"/>
                </a:lnTo>
                <a:lnTo>
                  <a:pt x="316" y="24"/>
                </a:lnTo>
                <a:lnTo>
                  <a:pt x="319" y="26"/>
                </a:lnTo>
                <a:lnTo>
                  <a:pt x="322" y="27"/>
                </a:lnTo>
                <a:lnTo>
                  <a:pt x="326" y="29"/>
                </a:lnTo>
                <a:lnTo>
                  <a:pt x="328" y="31"/>
                </a:lnTo>
                <a:lnTo>
                  <a:pt x="332" y="33"/>
                </a:lnTo>
                <a:lnTo>
                  <a:pt x="334" y="35"/>
                </a:lnTo>
                <a:lnTo>
                  <a:pt x="337" y="37"/>
                </a:lnTo>
                <a:lnTo>
                  <a:pt x="339" y="39"/>
                </a:lnTo>
                <a:lnTo>
                  <a:pt x="342" y="41"/>
                </a:lnTo>
                <a:lnTo>
                  <a:pt x="344" y="43"/>
                </a:lnTo>
                <a:lnTo>
                  <a:pt x="346" y="45"/>
                </a:lnTo>
                <a:lnTo>
                  <a:pt x="348" y="47"/>
                </a:lnTo>
                <a:lnTo>
                  <a:pt x="350" y="49"/>
                </a:lnTo>
                <a:lnTo>
                  <a:pt x="351" y="52"/>
                </a:lnTo>
                <a:lnTo>
                  <a:pt x="352" y="54"/>
                </a:lnTo>
                <a:lnTo>
                  <a:pt x="354" y="56"/>
                </a:lnTo>
                <a:lnTo>
                  <a:pt x="355" y="58"/>
                </a:lnTo>
                <a:lnTo>
                  <a:pt x="356" y="60"/>
                </a:lnTo>
                <a:lnTo>
                  <a:pt x="356" y="63"/>
                </a:lnTo>
                <a:lnTo>
                  <a:pt x="356" y="65"/>
                </a:lnTo>
                <a:lnTo>
                  <a:pt x="357" y="67"/>
                </a:lnTo>
                <a:lnTo>
                  <a:pt x="357" y="70"/>
                </a:lnTo>
                <a:lnTo>
                  <a:pt x="357" y="72"/>
                </a:lnTo>
                <a:lnTo>
                  <a:pt x="355" y="78"/>
                </a:lnTo>
                <a:lnTo>
                  <a:pt x="354" y="81"/>
                </a:lnTo>
                <a:lnTo>
                  <a:pt x="352" y="84"/>
                </a:lnTo>
                <a:lnTo>
                  <a:pt x="350" y="86"/>
                </a:lnTo>
                <a:lnTo>
                  <a:pt x="348" y="88"/>
                </a:lnTo>
                <a:lnTo>
                  <a:pt x="346" y="91"/>
                </a:lnTo>
                <a:lnTo>
                  <a:pt x="344" y="93"/>
                </a:lnTo>
                <a:lnTo>
                  <a:pt x="341" y="96"/>
                </a:lnTo>
                <a:lnTo>
                  <a:pt x="338" y="98"/>
                </a:lnTo>
                <a:lnTo>
                  <a:pt x="335" y="100"/>
                </a:lnTo>
                <a:lnTo>
                  <a:pt x="332" y="101"/>
                </a:lnTo>
                <a:lnTo>
                  <a:pt x="328" y="103"/>
                </a:lnTo>
                <a:lnTo>
                  <a:pt x="324" y="105"/>
                </a:lnTo>
                <a:lnTo>
                  <a:pt x="320" y="106"/>
                </a:lnTo>
                <a:lnTo>
                  <a:pt x="316" y="108"/>
                </a:lnTo>
                <a:lnTo>
                  <a:pt x="312" y="109"/>
                </a:lnTo>
                <a:lnTo>
                  <a:pt x="308" y="111"/>
                </a:lnTo>
                <a:lnTo>
                  <a:pt x="303" y="112"/>
                </a:lnTo>
                <a:lnTo>
                  <a:pt x="298" y="113"/>
                </a:lnTo>
                <a:lnTo>
                  <a:pt x="294" y="114"/>
                </a:lnTo>
                <a:lnTo>
                  <a:pt x="289" y="115"/>
                </a:lnTo>
                <a:lnTo>
                  <a:pt x="284" y="116"/>
                </a:lnTo>
                <a:lnTo>
                  <a:pt x="278" y="117"/>
                </a:lnTo>
                <a:lnTo>
                  <a:pt x="273" y="118"/>
                </a:lnTo>
                <a:lnTo>
                  <a:pt x="268" y="118"/>
                </a:lnTo>
                <a:lnTo>
                  <a:pt x="262" y="119"/>
                </a:lnTo>
                <a:lnTo>
                  <a:pt x="257" y="120"/>
                </a:lnTo>
                <a:lnTo>
                  <a:pt x="251" y="120"/>
                </a:lnTo>
                <a:lnTo>
                  <a:pt x="245" y="120"/>
                </a:lnTo>
                <a:lnTo>
                  <a:pt x="240" y="121"/>
                </a:lnTo>
                <a:lnTo>
                  <a:pt x="234" y="121"/>
                </a:lnTo>
                <a:lnTo>
                  <a:pt x="223" y="121"/>
                </a:lnTo>
                <a:lnTo>
                  <a:pt x="218" y="121"/>
                </a:lnTo>
                <a:lnTo>
                  <a:pt x="212" y="120"/>
                </a:lnTo>
                <a:lnTo>
                  <a:pt x="207" y="120"/>
                </a:lnTo>
                <a:lnTo>
                  <a:pt x="202" y="119"/>
                </a:lnTo>
                <a:lnTo>
                  <a:pt x="198" y="118"/>
                </a:lnTo>
                <a:lnTo>
                  <a:pt x="193" y="118"/>
                </a:lnTo>
                <a:lnTo>
                  <a:pt x="189" y="116"/>
                </a:lnTo>
                <a:lnTo>
                  <a:pt x="184" y="115"/>
                </a:lnTo>
                <a:lnTo>
                  <a:pt x="180" y="114"/>
                </a:lnTo>
                <a:lnTo>
                  <a:pt x="176" y="113"/>
                </a:lnTo>
                <a:lnTo>
                  <a:pt x="172" y="111"/>
                </a:lnTo>
                <a:lnTo>
                  <a:pt x="168" y="110"/>
                </a:lnTo>
                <a:lnTo>
                  <a:pt x="164" y="108"/>
                </a:lnTo>
                <a:lnTo>
                  <a:pt x="161" y="107"/>
                </a:lnTo>
                <a:lnTo>
                  <a:pt x="157" y="105"/>
                </a:lnTo>
                <a:lnTo>
                  <a:pt x="154" y="104"/>
                </a:lnTo>
                <a:lnTo>
                  <a:pt x="150" y="102"/>
                </a:lnTo>
                <a:lnTo>
                  <a:pt x="147" y="100"/>
                </a:lnTo>
                <a:lnTo>
                  <a:pt x="144" y="98"/>
                </a:lnTo>
                <a:lnTo>
                  <a:pt x="140" y="97"/>
                </a:lnTo>
                <a:lnTo>
                  <a:pt x="137" y="95"/>
                </a:lnTo>
                <a:lnTo>
                  <a:pt x="134" y="94"/>
                </a:lnTo>
                <a:lnTo>
                  <a:pt x="131" y="92"/>
                </a:lnTo>
                <a:lnTo>
                  <a:pt x="128" y="91"/>
                </a:lnTo>
                <a:lnTo>
                  <a:pt x="125" y="90"/>
                </a:lnTo>
                <a:lnTo>
                  <a:pt x="122" y="88"/>
                </a:lnTo>
                <a:lnTo>
                  <a:pt x="119" y="87"/>
                </a:lnTo>
                <a:lnTo>
                  <a:pt x="116" y="86"/>
                </a:lnTo>
                <a:lnTo>
                  <a:pt x="114" y="85"/>
                </a:lnTo>
                <a:lnTo>
                  <a:pt x="111" y="84"/>
                </a:lnTo>
                <a:lnTo>
                  <a:pt x="105" y="84"/>
                </a:lnTo>
                <a:lnTo>
                  <a:pt x="102" y="84"/>
                </a:lnTo>
                <a:lnTo>
                  <a:pt x="98" y="85"/>
                </a:lnTo>
                <a:lnTo>
                  <a:pt x="94" y="85"/>
                </a:lnTo>
                <a:lnTo>
                  <a:pt x="90" y="86"/>
                </a:lnTo>
                <a:lnTo>
                  <a:pt x="86" y="86"/>
                </a:lnTo>
                <a:lnTo>
                  <a:pt x="82" y="87"/>
                </a:lnTo>
                <a:lnTo>
                  <a:pt x="78" y="88"/>
                </a:lnTo>
                <a:lnTo>
                  <a:pt x="74" y="88"/>
                </a:lnTo>
                <a:lnTo>
                  <a:pt x="69" y="89"/>
                </a:lnTo>
                <a:lnTo>
                  <a:pt x="65" y="90"/>
                </a:lnTo>
                <a:lnTo>
                  <a:pt x="60" y="90"/>
                </a:lnTo>
                <a:lnTo>
                  <a:pt x="56" y="91"/>
                </a:lnTo>
                <a:lnTo>
                  <a:pt x="51" y="91"/>
                </a:lnTo>
                <a:lnTo>
                  <a:pt x="47" y="92"/>
                </a:lnTo>
                <a:lnTo>
                  <a:pt x="42" y="92"/>
                </a:lnTo>
                <a:lnTo>
                  <a:pt x="38" y="93"/>
                </a:lnTo>
                <a:lnTo>
                  <a:pt x="34" y="93"/>
                </a:lnTo>
                <a:lnTo>
                  <a:pt x="30" y="93"/>
                </a:lnTo>
                <a:lnTo>
                  <a:pt x="26" y="93"/>
                </a:lnTo>
                <a:lnTo>
                  <a:pt x="22" y="93"/>
                </a:lnTo>
                <a:lnTo>
                  <a:pt x="19" y="93"/>
                </a:lnTo>
                <a:lnTo>
                  <a:pt x="16" y="93"/>
                </a:lnTo>
                <a:lnTo>
                  <a:pt x="12" y="92"/>
                </a:lnTo>
                <a:lnTo>
                  <a:pt x="10" y="92"/>
                </a:lnTo>
                <a:lnTo>
                  <a:pt x="7" y="91"/>
                </a:lnTo>
                <a:lnTo>
                  <a:pt x="5" y="90"/>
                </a:lnTo>
                <a:lnTo>
                  <a:pt x="3" y="89"/>
                </a:lnTo>
                <a:lnTo>
                  <a:pt x="2" y="87"/>
                </a:lnTo>
                <a:lnTo>
                  <a:pt x="1" y="86"/>
                </a:lnTo>
                <a:lnTo>
                  <a:pt x="0" y="84"/>
                </a:lnTo>
              </a:path>
            </a:pathLst>
          </a:custGeom>
          <a:noFill/>
          <a:ln w="12700" cap="rnd">
            <a:solidFill>
              <a:srgbClr val="00FF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21" name="Freeform 14">
            <a:extLst>
              <a:ext uri="{FF2B5EF4-FFF2-40B4-BE49-F238E27FC236}">
                <a16:creationId xmlns:a16="http://schemas.microsoft.com/office/drawing/2014/main" id="{A0793F3E-01A2-41D0-8D44-44C1D9C075DF}"/>
              </a:ext>
            </a:extLst>
          </p:cNvPr>
          <p:cNvSpPr>
            <a:spLocks/>
          </p:cNvSpPr>
          <p:nvPr/>
        </p:nvSpPr>
        <p:spPr bwMode="auto">
          <a:xfrm>
            <a:off x="2920005" y="3456518"/>
            <a:ext cx="525205" cy="195210"/>
          </a:xfrm>
          <a:custGeom>
            <a:avLst/>
            <a:gdLst>
              <a:gd name="T0" fmla="*/ 0 w 358"/>
              <a:gd name="T1" fmla="*/ 2147483647 h 121"/>
              <a:gd name="T2" fmla="*/ 2147483647 w 358"/>
              <a:gd name="T3" fmla="*/ 2147483647 h 121"/>
              <a:gd name="T4" fmla="*/ 2147483647 w 358"/>
              <a:gd name="T5" fmla="*/ 2147483647 h 121"/>
              <a:gd name="T6" fmla="*/ 2147483647 w 358"/>
              <a:gd name="T7" fmla="*/ 2147483647 h 121"/>
              <a:gd name="T8" fmla="*/ 2147483647 w 358"/>
              <a:gd name="T9" fmla="*/ 2147483647 h 121"/>
              <a:gd name="T10" fmla="*/ 2147483647 w 358"/>
              <a:gd name="T11" fmla="*/ 2147483647 h 121"/>
              <a:gd name="T12" fmla="*/ 2147483647 w 358"/>
              <a:gd name="T13" fmla="*/ 2147483647 h 121"/>
              <a:gd name="T14" fmla="*/ 2147483647 w 358"/>
              <a:gd name="T15" fmla="*/ 2147483647 h 121"/>
              <a:gd name="T16" fmla="*/ 2147483647 w 358"/>
              <a:gd name="T17" fmla="*/ 2147483647 h 121"/>
              <a:gd name="T18" fmla="*/ 2147483647 w 358"/>
              <a:gd name="T19" fmla="*/ 2147483647 h 121"/>
              <a:gd name="T20" fmla="*/ 2147483647 w 358"/>
              <a:gd name="T21" fmla="*/ 2147483647 h 121"/>
              <a:gd name="T22" fmla="*/ 2147483647 w 358"/>
              <a:gd name="T23" fmla="*/ 2147483647 h 121"/>
              <a:gd name="T24" fmla="*/ 2147483647 w 358"/>
              <a:gd name="T25" fmla="*/ 2147483647 h 121"/>
              <a:gd name="T26" fmla="*/ 2147483647 w 358"/>
              <a:gd name="T27" fmla="*/ 2147483647 h 121"/>
              <a:gd name="T28" fmla="*/ 2147483647 w 358"/>
              <a:gd name="T29" fmla="*/ 2147483647 h 121"/>
              <a:gd name="T30" fmla="*/ 2147483647 w 358"/>
              <a:gd name="T31" fmla="*/ 0 h 121"/>
              <a:gd name="T32" fmla="*/ 2147483647 w 358"/>
              <a:gd name="T33" fmla="*/ 0 h 121"/>
              <a:gd name="T34" fmla="*/ 2147483647 w 358"/>
              <a:gd name="T35" fmla="*/ 0 h 121"/>
              <a:gd name="T36" fmla="*/ 2147483647 w 358"/>
              <a:gd name="T37" fmla="*/ 2147483647 h 121"/>
              <a:gd name="T38" fmla="*/ 2147483647 w 358"/>
              <a:gd name="T39" fmla="*/ 2147483647 h 121"/>
              <a:gd name="T40" fmla="*/ 2147483647 w 358"/>
              <a:gd name="T41" fmla="*/ 2147483647 h 121"/>
              <a:gd name="T42" fmla="*/ 2147483647 w 358"/>
              <a:gd name="T43" fmla="*/ 2147483647 h 121"/>
              <a:gd name="T44" fmla="*/ 2147483647 w 358"/>
              <a:gd name="T45" fmla="*/ 2147483647 h 121"/>
              <a:gd name="T46" fmla="*/ 2147483647 w 358"/>
              <a:gd name="T47" fmla="*/ 2147483647 h 121"/>
              <a:gd name="T48" fmla="*/ 2147483647 w 358"/>
              <a:gd name="T49" fmla="*/ 2147483647 h 121"/>
              <a:gd name="T50" fmla="*/ 2147483647 w 358"/>
              <a:gd name="T51" fmla="*/ 2147483647 h 121"/>
              <a:gd name="T52" fmla="*/ 2147483647 w 358"/>
              <a:gd name="T53" fmla="*/ 2147483647 h 121"/>
              <a:gd name="T54" fmla="*/ 2147483647 w 358"/>
              <a:gd name="T55" fmla="*/ 2147483647 h 121"/>
              <a:gd name="T56" fmla="*/ 2147483647 w 358"/>
              <a:gd name="T57" fmla="*/ 2147483647 h 121"/>
              <a:gd name="T58" fmla="*/ 2147483647 w 358"/>
              <a:gd name="T59" fmla="*/ 2147483647 h 121"/>
              <a:gd name="T60" fmla="*/ 2147483647 w 358"/>
              <a:gd name="T61" fmla="*/ 2147483647 h 121"/>
              <a:gd name="T62" fmla="*/ 2147483647 w 358"/>
              <a:gd name="T63" fmla="*/ 2147483647 h 121"/>
              <a:gd name="T64" fmla="*/ 2147483647 w 358"/>
              <a:gd name="T65" fmla="*/ 2147483647 h 121"/>
              <a:gd name="T66" fmla="*/ 2147483647 w 358"/>
              <a:gd name="T67" fmla="*/ 2147483647 h 121"/>
              <a:gd name="T68" fmla="*/ 2147483647 w 358"/>
              <a:gd name="T69" fmla="*/ 2147483647 h 121"/>
              <a:gd name="T70" fmla="*/ 2147483647 w 358"/>
              <a:gd name="T71" fmla="*/ 2147483647 h 121"/>
              <a:gd name="T72" fmla="*/ 2147483647 w 358"/>
              <a:gd name="T73" fmla="*/ 2147483647 h 121"/>
              <a:gd name="T74" fmla="*/ 2147483647 w 358"/>
              <a:gd name="T75" fmla="*/ 2147483647 h 121"/>
              <a:gd name="T76" fmla="*/ 2147483647 w 358"/>
              <a:gd name="T77" fmla="*/ 2147483647 h 121"/>
              <a:gd name="T78" fmla="*/ 2147483647 w 358"/>
              <a:gd name="T79" fmla="*/ 2147483647 h 121"/>
              <a:gd name="T80" fmla="*/ 2147483647 w 358"/>
              <a:gd name="T81" fmla="*/ 2147483647 h 121"/>
              <a:gd name="T82" fmla="*/ 2147483647 w 358"/>
              <a:gd name="T83" fmla="*/ 2147483647 h 121"/>
              <a:gd name="T84" fmla="*/ 2147483647 w 358"/>
              <a:gd name="T85" fmla="*/ 2147483647 h 121"/>
              <a:gd name="T86" fmla="*/ 2147483647 w 358"/>
              <a:gd name="T87" fmla="*/ 2147483647 h 121"/>
              <a:gd name="T88" fmla="*/ 2147483647 w 358"/>
              <a:gd name="T89" fmla="*/ 2147483647 h 121"/>
              <a:gd name="T90" fmla="*/ 2147483647 w 358"/>
              <a:gd name="T91" fmla="*/ 2147483647 h 121"/>
              <a:gd name="T92" fmla="*/ 2147483647 w 358"/>
              <a:gd name="T93" fmla="*/ 2147483647 h 121"/>
              <a:gd name="T94" fmla="*/ 2147483647 w 358"/>
              <a:gd name="T95" fmla="*/ 2147483647 h 121"/>
              <a:gd name="T96" fmla="*/ 2147483647 w 358"/>
              <a:gd name="T97" fmla="*/ 2147483647 h 121"/>
              <a:gd name="T98" fmla="*/ 2147483647 w 358"/>
              <a:gd name="T99" fmla="*/ 2147483647 h 121"/>
              <a:gd name="T100" fmla="*/ 2147483647 w 358"/>
              <a:gd name="T101" fmla="*/ 2147483647 h 121"/>
              <a:gd name="T102" fmla="*/ 2147483647 w 358"/>
              <a:gd name="T103" fmla="*/ 2147483647 h 121"/>
              <a:gd name="T104" fmla="*/ 2147483647 w 358"/>
              <a:gd name="T105" fmla="*/ 2147483647 h 121"/>
              <a:gd name="T106" fmla="*/ 2147483647 w 358"/>
              <a:gd name="T107" fmla="*/ 2147483647 h 121"/>
              <a:gd name="T108" fmla="*/ 2147483647 w 358"/>
              <a:gd name="T109" fmla="*/ 2147483647 h 121"/>
              <a:gd name="T110" fmla="*/ 2147483647 w 358"/>
              <a:gd name="T111" fmla="*/ 2147483647 h 121"/>
              <a:gd name="T112" fmla="*/ 2147483647 w 358"/>
              <a:gd name="T113" fmla="*/ 2147483647 h 121"/>
              <a:gd name="T114" fmla="*/ 2147483647 w 358"/>
              <a:gd name="T115" fmla="*/ 2147483647 h 121"/>
              <a:gd name="T116" fmla="*/ 2147483647 w 358"/>
              <a:gd name="T117" fmla="*/ 2147483647 h 121"/>
              <a:gd name="T118" fmla="*/ 2147483647 w 358"/>
              <a:gd name="T119" fmla="*/ 2147483647 h 121"/>
              <a:gd name="T120" fmla="*/ 2147483647 w 358"/>
              <a:gd name="T121" fmla="*/ 2147483647 h 121"/>
              <a:gd name="T122" fmla="*/ 2147483647 w 358"/>
              <a:gd name="T123" fmla="*/ 2147483647 h 121"/>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358"/>
              <a:gd name="T187" fmla="*/ 0 h 121"/>
              <a:gd name="T188" fmla="*/ 358 w 358"/>
              <a:gd name="T189" fmla="*/ 121 h 121"/>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358" h="121">
                <a:moveTo>
                  <a:pt x="0" y="84"/>
                </a:moveTo>
                <a:lnTo>
                  <a:pt x="0" y="78"/>
                </a:lnTo>
                <a:lnTo>
                  <a:pt x="0" y="76"/>
                </a:lnTo>
                <a:lnTo>
                  <a:pt x="1" y="73"/>
                </a:lnTo>
                <a:lnTo>
                  <a:pt x="3" y="71"/>
                </a:lnTo>
                <a:lnTo>
                  <a:pt x="4" y="69"/>
                </a:lnTo>
                <a:lnTo>
                  <a:pt x="6" y="66"/>
                </a:lnTo>
                <a:lnTo>
                  <a:pt x="9" y="64"/>
                </a:lnTo>
                <a:lnTo>
                  <a:pt x="12" y="62"/>
                </a:lnTo>
                <a:lnTo>
                  <a:pt x="15" y="60"/>
                </a:lnTo>
                <a:lnTo>
                  <a:pt x="18" y="58"/>
                </a:lnTo>
                <a:lnTo>
                  <a:pt x="22" y="56"/>
                </a:lnTo>
                <a:lnTo>
                  <a:pt x="26" y="54"/>
                </a:lnTo>
                <a:lnTo>
                  <a:pt x="30" y="53"/>
                </a:lnTo>
                <a:lnTo>
                  <a:pt x="34" y="51"/>
                </a:lnTo>
                <a:lnTo>
                  <a:pt x="39" y="49"/>
                </a:lnTo>
                <a:lnTo>
                  <a:pt x="44" y="47"/>
                </a:lnTo>
                <a:lnTo>
                  <a:pt x="49" y="46"/>
                </a:lnTo>
                <a:lnTo>
                  <a:pt x="54" y="44"/>
                </a:lnTo>
                <a:lnTo>
                  <a:pt x="60" y="42"/>
                </a:lnTo>
                <a:lnTo>
                  <a:pt x="66" y="40"/>
                </a:lnTo>
                <a:lnTo>
                  <a:pt x="72" y="39"/>
                </a:lnTo>
                <a:lnTo>
                  <a:pt x="78" y="37"/>
                </a:lnTo>
                <a:lnTo>
                  <a:pt x="84" y="35"/>
                </a:lnTo>
                <a:lnTo>
                  <a:pt x="90" y="34"/>
                </a:lnTo>
                <a:lnTo>
                  <a:pt x="96" y="32"/>
                </a:lnTo>
                <a:lnTo>
                  <a:pt x="102" y="30"/>
                </a:lnTo>
                <a:lnTo>
                  <a:pt x="109" y="29"/>
                </a:lnTo>
                <a:lnTo>
                  <a:pt x="116" y="27"/>
                </a:lnTo>
                <a:lnTo>
                  <a:pt x="122" y="25"/>
                </a:lnTo>
                <a:lnTo>
                  <a:pt x="129" y="24"/>
                </a:lnTo>
                <a:lnTo>
                  <a:pt x="136" y="22"/>
                </a:lnTo>
                <a:lnTo>
                  <a:pt x="148" y="18"/>
                </a:lnTo>
                <a:lnTo>
                  <a:pt x="154" y="17"/>
                </a:lnTo>
                <a:lnTo>
                  <a:pt x="159" y="15"/>
                </a:lnTo>
                <a:lnTo>
                  <a:pt x="164" y="14"/>
                </a:lnTo>
                <a:lnTo>
                  <a:pt x="170" y="12"/>
                </a:lnTo>
                <a:lnTo>
                  <a:pt x="174" y="11"/>
                </a:lnTo>
                <a:lnTo>
                  <a:pt x="179" y="9"/>
                </a:lnTo>
                <a:lnTo>
                  <a:pt x="183" y="8"/>
                </a:lnTo>
                <a:lnTo>
                  <a:pt x="188" y="7"/>
                </a:lnTo>
                <a:lnTo>
                  <a:pt x="192" y="6"/>
                </a:lnTo>
                <a:lnTo>
                  <a:pt x="196" y="4"/>
                </a:lnTo>
                <a:lnTo>
                  <a:pt x="200" y="4"/>
                </a:lnTo>
                <a:lnTo>
                  <a:pt x="204" y="2"/>
                </a:lnTo>
                <a:lnTo>
                  <a:pt x="207" y="2"/>
                </a:lnTo>
                <a:lnTo>
                  <a:pt x="211" y="1"/>
                </a:lnTo>
                <a:lnTo>
                  <a:pt x="215" y="0"/>
                </a:lnTo>
                <a:lnTo>
                  <a:pt x="218" y="0"/>
                </a:lnTo>
                <a:lnTo>
                  <a:pt x="222" y="0"/>
                </a:lnTo>
                <a:lnTo>
                  <a:pt x="226" y="0"/>
                </a:lnTo>
                <a:lnTo>
                  <a:pt x="230" y="0"/>
                </a:lnTo>
                <a:lnTo>
                  <a:pt x="234" y="0"/>
                </a:lnTo>
                <a:lnTo>
                  <a:pt x="238" y="0"/>
                </a:lnTo>
                <a:lnTo>
                  <a:pt x="242" y="0"/>
                </a:lnTo>
                <a:lnTo>
                  <a:pt x="246" y="1"/>
                </a:lnTo>
                <a:lnTo>
                  <a:pt x="251" y="2"/>
                </a:lnTo>
                <a:lnTo>
                  <a:pt x="256" y="2"/>
                </a:lnTo>
                <a:lnTo>
                  <a:pt x="261" y="4"/>
                </a:lnTo>
                <a:lnTo>
                  <a:pt x="266" y="5"/>
                </a:lnTo>
                <a:lnTo>
                  <a:pt x="271" y="6"/>
                </a:lnTo>
                <a:lnTo>
                  <a:pt x="277" y="8"/>
                </a:lnTo>
                <a:lnTo>
                  <a:pt x="283" y="10"/>
                </a:lnTo>
                <a:lnTo>
                  <a:pt x="291" y="12"/>
                </a:lnTo>
                <a:lnTo>
                  <a:pt x="295" y="14"/>
                </a:lnTo>
                <a:lnTo>
                  <a:pt x="298" y="15"/>
                </a:lnTo>
                <a:lnTo>
                  <a:pt x="302" y="17"/>
                </a:lnTo>
                <a:lnTo>
                  <a:pt x="306" y="18"/>
                </a:lnTo>
                <a:lnTo>
                  <a:pt x="309" y="20"/>
                </a:lnTo>
                <a:lnTo>
                  <a:pt x="313" y="22"/>
                </a:lnTo>
                <a:lnTo>
                  <a:pt x="316" y="23"/>
                </a:lnTo>
                <a:lnTo>
                  <a:pt x="320" y="25"/>
                </a:lnTo>
                <a:lnTo>
                  <a:pt x="323" y="27"/>
                </a:lnTo>
                <a:lnTo>
                  <a:pt x="326" y="29"/>
                </a:lnTo>
                <a:lnTo>
                  <a:pt x="329" y="30"/>
                </a:lnTo>
                <a:lnTo>
                  <a:pt x="332" y="32"/>
                </a:lnTo>
                <a:lnTo>
                  <a:pt x="334" y="34"/>
                </a:lnTo>
                <a:lnTo>
                  <a:pt x="337" y="36"/>
                </a:lnTo>
                <a:lnTo>
                  <a:pt x="340" y="38"/>
                </a:lnTo>
                <a:lnTo>
                  <a:pt x="342" y="40"/>
                </a:lnTo>
                <a:lnTo>
                  <a:pt x="344" y="42"/>
                </a:lnTo>
                <a:lnTo>
                  <a:pt x="346" y="45"/>
                </a:lnTo>
                <a:lnTo>
                  <a:pt x="348" y="47"/>
                </a:lnTo>
                <a:lnTo>
                  <a:pt x="350" y="49"/>
                </a:lnTo>
                <a:lnTo>
                  <a:pt x="351" y="51"/>
                </a:lnTo>
                <a:lnTo>
                  <a:pt x="352" y="53"/>
                </a:lnTo>
                <a:lnTo>
                  <a:pt x="354" y="56"/>
                </a:lnTo>
                <a:lnTo>
                  <a:pt x="355" y="58"/>
                </a:lnTo>
                <a:lnTo>
                  <a:pt x="356" y="60"/>
                </a:lnTo>
                <a:lnTo>
                  <a:pt x="356" y="62"/>
                </a:lnTo>
                <a:lnTo>
                  <a:pt x="357" y="64"/>
                </a:lnTo>
                <a:lnTo>
                  <a:pt x="357" y="67"/>
                </a:lnTo>
                <a:lnTo>
                  <a:pt x="357" y="69"/>
                </a:lnTo>
                <a:lnTo>
                  <a:pt x="357" y="72"/>
                </a:lnTo>
                <a:lnTo>
                  <a:pt x="355" y="78"/>
                </a:lnTo>
                <a:lnTo>
                  <a:pt x="354" y="80"/>
                </a:lnTo>
                <a:lnTo>
                  <a:pt x="352" y="83"/>
                </a:lnTo>
                <a:lnTo>
                  <a:pt x="350" y="86"/>
                </a:lnTo>
                <a:lnTo>
                  <a:pt x="348" y="88"/>
                </a:lnTo>
                <a:lnTo>
                  <a:pt x="346" y="90"/>
                </a:lnTo>
                <a:lnTo>
                  <a:pt x="344" y="93"/>
                </a:lnTo>
                <a:lnTo>
                  <a:pt x="341" y="95"/>
                </a:lnTo>
                <a:lnTo>
                  <a:pt x="338" y="97"/>
                </a:lnTo>
                <a:lnTo>
                  <a:pt x="335" y="99"/>
                </a:lnTo>
                <a:lnTo>
                  <a:pt x="332" y="101"/>
                </a:lnTo>
                <a:lnTo>
                  <a:pt x="328" y="103"/>
                </a:lnTo>
                <a:lnTo>
                  <a:pt x="324" y="104"/>
                </a:lnTo>
                <a:lnTo>
                  <a:pt x="320" y="106"/>
                </a:lnTo>
                <a:lnTo>
                  <a:pt x="316" y="108"/>
                </a:lnTo>
                <a:lnTo>
                  <a:pt x="312" y="109"/>
                </a:lnTo>
                <a:lnTo>
                  <a:pt x="308" y="110"/>
                </a:lnTo>
                <a:lnTo>
                  <a:pt x="303" y="112"/>
                </a:lnTo>
                <a:lnTo>
                  <a:pt x="298" y="112"/>
                </a:lnTo>
                <a:lnTo>
                  <a:pt x="294" y="114"/>
                </a:lnTo>
                <a:lnTo>
                  <a:pt x="289" y="114"/>
                </a:lnTo>
                <a:lnTo>
                  <a:pt x="284" y="116"/>
                </a:lnTo>
                <a:lnTo>
                  <a:pt x="278" y="116"/>
                </a:lnTo>
                <a:lnTo>
                  <a:pt x="273" y="117"/>
                </a:lnTo>
                <a:lnTo>
                  <a:pt x="268" y="118"/>
                </a:lnTo>
                <a:lnTo>
                  <a:pt x="262" y="118"/>
                </a:lnTo>
                <a:lnTo>
                  <a:pt x="257" y="119"/>
                </a:lnTo>
                <a:lnTo>
                  <a:pt x="251" y="119"/>
                </a:lnTo>
                <a:lnTo>
                  <a:pt x="245" y="120"/>
                </a:lnTo>
                <a:lnTo>
                  <a:pt x="240" y="120"/>
                </a:lnTo>
                <a:lnTo>
                  <a:pt x="234" y="120"/>
                </a:lnTo>
                <a:lnTo>
                  <a:pt x="223" y="120"/>
                </a:lnTo>
                <a:lnTo>
                  <a:pt x="218" y="120"/>
                </a:lnTo>
                <a:lnTo>
                  <a:pt x="212" y="120"/>
                </a:lnTo>
                <a:lnTo>
                  <a:pt x="208" y="119"/>
                </a:lnTo>
                <a:lnTo>
                  <a:pt x="203" y="119"/>
                </a:lnTo>
                <a:lnTo>
                  <a:pt x="198" y="118"/>
                </a:lnTo>
                <a:lnTo>
                  <a:pt x="194" y="117"/>
                </a:lnTo>
                <a:lnTo>
                  <a:pt x="189" y="116"/>
                </a:lnTo>
                <a:lnTo>
                  <a:pt x="185" y="115"/>
                </a:lnTo>
                <a:lnTo>
                  <a:pt x="180" y="114"/>
                </a:lnTo>
                <a:lnTo>
                  <a:pt x="176" y="112"/>
                </a:lnTo>
                <a:lnTo>
                  <a:pt x="172" y="111"/>
                </a:lnTo>
                <a:lnTo>
                  <a:pt x="169" y="109"/>
                </a:lnTo>
                <a:lnTo>
                  <a:pt x="165" y="108"/>
                </a:lnTo>
                <a:lnTo>
                  <a:pt x="161" y="106"/>
                </a:lnTo>
                <a:lnTo>
                  <a:pt x="158" y="105"/>
                </a:lnTo>
                <a:lnTo>
                  <a:pt x="154" y="103"/>
                </a:lnTo>
                <a:lnTo>
                  <a:pt x="151" y="102"/>
                </a:lnTo>
                <a:lnTo>
                  <a:pt x="147" y="100"/>
                </a:lnTo>
                <a:lnTo>
                  <a:pt x="144" y="98"/>
                </a:lnTo>
                <a:lnTo>
                  <a:pt x="141" y="96"/>
                </a:lnTo>
                <a:lnTo>
                  <a:pt x="138" y="95"/>
                </a:lnTo>
                <a:lnTo>
                  <a:pt x="134" y="94"/>
                </a:lnTo>
                <a:lnTo>
                  <a:pt x="132" y="92"/>
                </a:lnTo>
                <a:lnTo>
                  <a:pt x="128" y="90"/>
                </a:lnTo>
                <a:lnTo>
                  <a:pt x="125" y="89"/>
                </a:lnTo>
                <a:lnTo>
                  <a:pt x="122" y="88"/>
                </a:lnTo>
                <a:lnTo>
                  <a:pt x="119" y="86"/>
                </a:lnTo>
                <a:lnTo>
                  <a:pt x="116" y="85"/>
                </a:lnTo>
                <a:lnTo>
                  <a:pt x="114" y="84"/>
                </a:lnTo>
                <a:lnTo>
                  <a:pt x="111" y="84"/>
                </a:lnTo>
                <a:lnTo>
                  <a:pt x="105" y="84"/>
                </a:lnTo>
                <a:lnTo>
                  <a:pt x="102" y="84"/>
                </a:lnTo>
                <a:lnTo>
                  <a:pt x="98" y="84"/>
                </a:lnTo>
                <a:lnTo>
                  <a:pt x="94" y="85"/>
                </a:lnTo>
                <a:lnTo>
                  <a:pt x="90" y="85"/>
                </a:lnTo>
                <a:lnTo>
                  <a:pt x="86" y="86"/>
                </a:lnTo>
                <a:lnTo>
                  <a:pt x="82" y="86"/>
                </a:lnTo>
                <a:lnTo>
                  <a:pt x="78" y="87"/>
                </a:lnTo>
                <a:lnTo>
                  <a:pt x="74" y="88"/>
                </a:lnTo>
                <a:lnTo>
                  <a:pt x="69" y="88"/>
                </a:lnTo>
                <a:lnTo>
                  <a:pt x="65" y="89"/>
                </a:lnTo>
                <a:lnTo>
                  <a:pt x="60" y="90"/>
                </a:lnTo>
                <a:lnTo>
                  <a:pt x="56" y="90"/>
                </a:lnTo>
                <a:lnTo>
                  <a:pt x="51" y="91"/>
                </a:lnTo>
                <a:lnTo>
                  <a:pt x="47" y="92"/>
                </a:lnTo>
                <a:lnTo>
                  <a:pt x="42" y="92"/>
                </a:lnTo>
                <a:lnTo>
                  <a:pt x="38" y="92"/>
                </a:lnTo>
                <a:lnTo>
                  <a:pt x="34" y="93"/>
                </a:lnTo>
                <a:lnTo>
                  <a:pt x="30" y="93"/>
                </a:lnTo>
                <a:lnTo>
                  <a:pt x="26" y="93"/>
                </a:lnTo>
                <a:lnTo>
                  <a:pt x="22" y="93"/>
                </a:lnTo>
                <a:lnTo>
                  <a:pt x="19" y="93"/>
                </a:lnTo>
                <a:lnTo>
                  <a:pt x="16" y="92"/>
                </a:lnTo>
                <a:lnTo>
                  <a:pt x="12" y="92"/>
                </a:lnTo>
                <a:lnTo>
                  <a:pt x="10" y="92"/>
                </a:lnTo>
                <a:lnTo>
                  <a:pt x="7" y="90"/>
                </a:lnTo>
                <a:lnTo>
                  <a:pt x="5" y="90"/>
                </a:lnTo>
                <a:lnTo>
                  <a:pt x="3" y="88"/>
                </a:lnTo>
                <a:lnTo>
                  <a:pt x="2" y="87"/>
                </a:lnTo>
                <a:lnTo>
                  <a:pt x="1" y="85"/>
                </a:lnTo>
                <a:lnTo>
                  <a:pt x="0" y="84"/>
                </a:lnTo>
              </a:path>
            </a:pathLst>
          </a:custGeom>
          <a:noFill/>
          <a:ln w="12700" cap="rnd">
            <a:solidFill>
              <a:srgbClr val="00FF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22" name="Freeform 15">
            <a:extLst>
              <a:ext uri="{FF2B5EF4-FFF2-40B4-BE49-F238E27FC236}">
                <a16:creationId xmlns:a16="http://schemas.microsoft.com/office/drawing/2014/main" id="{C59E9FEB-080A-4187-9101-488F173F1C21}"/>
              </a:ext>
            </a:extLst>
          </p:cNvPr>
          <p:cNvSpPr>
            <a:spLocks/>
          </p:cNvSpPr>
          <p:nvPr/>
        </p:nvSpPr>
        <p:spPr bwMode="auto">
          <a:xfrm>
            <a:off x="2158735" y="4327375"/>
            <a:ext cx="526672" cy="196822"/>
          </a:xfrm>
          <a:custGeom>
            <a:avLst/>
            <a:gdLst>
              <a:gd name="T0" fmla="*/ 2147483647 w 359"/>
              <a:gd name="T1" fmla="*/ 2147483647 h 122"/>
              <a:gd name="T2" fmla="*/ 2147483647 w 359"/>
              <a:gd name="T3" fmla="*/ 2147483647 h 122"/>
              <a:gd name="T4" fmla="*/ 2147483647 w 359"/>
              <a:gd name="T5" fmla="*/ 2147483647 h 122"/>
              <a:gd name="T6" fmla="*/ 2147483647 w 359"/>
              <a:gd name="T7" fmla="*/ 2147483647 h 122"/>
              <a:gd name="T8" fmla="*/ 2147483647 w 359"/>
              <a:gd name="T9" fmla="*/ 2147483647 h 122"/>
              <a:gd name="T10" fmla="*/ 2147483647 w 359"/>
              <a:gd name="T11" fmla="*/ 2147483647 h 122"/>
              <a:gd name="T12" fmla="*/ 2147483647 w 359"/>
              <a:gd name="T13" fmla="*/ 2147483647 h 122"/>
              <a:gd name="T14" fmla="*/ 2147483647 w 359"/>
              <a:gd name="T15" fmla="*/ 2147483647 h 122"/>
              <a:gd name="T16" fmla="*/ 2147483647 w 359"/>
              <a:gd name="T17" fmla="*/ 2147483647 h 122"/>
              <a:gd name="T18" fmla="*/ 2147483647 w 359"/>
              <a:gd name="T19" fmla="*/ 2147483647 h 122"/>
              <a:gd name="T20" fmla="*/ 2147483647 w 359"/>
              <a:gd name="T21" fmla="*/ 2147483647 h 122"/>
              <a:gd name="T22" fmla="*/ 2147483647 w 359"/>
              <a:gd name="T23" fmla="*/ 2147483647 h 122"/>
              <a:gd name="T24" fmla="*/ 2147483647 w 359"/>
              <a:gd name="T25" fmla="*/ 2147483647 h 122"/>
              <a:gd name="T26" fmla="*/ 2147483647 w 359"/>
              <a:gd name="T27" fmla="*/ 2147483647 h 122"/>
              <a:gd name="T28" fmla="*/ 2147483647 w 359"/>
              <a:gd name="T29" fmla="*/ 2147483647 h 122"/>
              <a:gd name="T30" fmla="*/ 2147483647 w 359"/>
              <a:gd name="T31" fmla="*/ 2147483647 h 122"/>
              <a:gd name="T32" fmla="*/ 2147483647 w 359"/>
              <a:gd name="T33" fmla="*/ 0 h 122"/>
              <a:gd name="T34" fmla="*/ 2147483647 w 359"/>
              <a:gd name="T35" fmla="*/ 0 h 122"/>
              <a:gd name="T36" fmla="*/ 2147483647 w 359"/>
              <a:gd name="T37" fmla="*/ 2147483647 h 122"/>
              <a:gd name="T38" fmla="*/ 2147483647 w 359"/>
              <a:gd name="T39" fmla="*/ 2147483647 h 122"/>
              <a:gd name="T40" fmla="*/ 2147483647 w 359"/>
              <a:gd name="T41" fmla="*/ 2147483647 h 122"/>
              <a:gd name="T42" fmla="*/ 2147483647 w 359"/>
              <a:gd name="T43" fmla="*/ 2147483647 h 122"/>
              <a:gd name="T44" fmla="*/ 2147483647 w 359"/>
              <a:gd name="T45" fmla="*/ 2147483647 h 122"/>
              <a:gd name="T46" fmla="*/ 2147483647 w 359"/>
              <a:gd name="T47" fmla="*/ 2147483647 h 122"/>
              <a:gd name="T48" fmla="*/ 2147483647 w 359"/>
              <a:gd name="T49" fmla="*/ 2147483647 h 122"/>
              <a:gd name="T50" fmla="*/ 2147483647 w 359"/>
              <a:gd name="T51" fmla="*/ 2147483647 h 122"/>
              <a:gd name="T52" fmla="*/ 2147483647 w 359"/>
              <a:gd name="T53" fmla="*/ 2147483647 h 122"/>
              <a:gd name="T54" fmla="*/ 2147483647 w 359"/>
              <a:gd name="T55" fmla="*/ 2147483647 h 122"/>
              <a:gd name="T56" fmla="*/ 2147483647 w 359"/>
              <a:gd name="T57" fmla="*/ 2147483647 h 122"/>
              <a:gd name="T58" fmla="*/ 2147483647 w 359"/>
              <a:gd name="T59" fmla="*/ 2147483647 h 122"/>
              <a:gd name="T60" fmla="*/ 2147483647 w 359"/>
              <a:gd name="T61" fmla="*/ 2147483647 h 122"/>
              <a:gd name="T62" fmla="*/ 2147483647 w 359"/>
              <a:gd name="T63" fmla="*/ 2147483647 h 122"/>
              <a:gd name="T64" fmla="*/ 2147483647 w 359"/>
              <a:gd name="T65" fmla="*/ 2147483647 h 122"/>
              <a:gd name="T66" fmla="*/ 2147483647 w 359"/>
              <a:gd name="T67" fmla="*/ 2147483647 h 122"/>
              <a:gd name="T68" fmla="*/ 2147483647 w 359"/>
              <a:gd name="T69" fmla="*/ 2147483647 h 122"/>
              <a:gd name="T70" fmla="*/ 2147483647 w 359"/>
              <a:gd name="T71" fmla="*/ 2147483647 h 122"/>
              <a:gd name="T72" fmla="*/ 2147483647 w 359"/>
              <a:gd name="T73" fmla="*/ 2147483647 h 122"/>
              <a:gd name="T74" fmla="*/ 2147483647 w 359"/>
              <a:gd name="T75" fmla="*/ 2147483647 h 122"/>
              <a:gd name="T76" fmla="*/ 2147483647 w 359"/>
              <a:gd name="T77" fmla="*/ 2147483647 h 122"/>
              <a:gd name="T78" fmla="*/ 2147483647 w 359"/>
              <a:gd name="T79" fmla="*/ 2147483647 h 122"/>
              <a:gd name="T80" fmla="*/ 2147483647 w 359"/>
              <a:gd name="T81" fmla="*/ 2147483647 h 122"/>
              <a:gd name="T82" fmla="*/ 2147483647 w 359"/>
              <a:gd name="T83" fmla="*/ 2147483647 h 122"/>
              <a:gd name="T84" fmla="*/ 2147483647 w 359"/>
              <a:gd name="T85" fmla="*/ 2147483647 h 122"/>
              <a:gd name="T86" fmla="*/ 2147483647 w 359"/>
              <a:gd name="T87" fmla="*/ 2147483647 h 122"/>
              <a:gd name="T88" fmla="*/ 2147483647 w 359"/>
              <a:gd name="T89" fmla="*/ 2147483647 h 122"/>
              <a:gd name="T90" fmla="*/ 2147483647 w 359"/>
              <a:gd name="T91" fmla="*/ 2147483647 h 122"/>
              <a:gd name="T92" fmla="*/ 2147483647 w 359"/>
              <a:gd name="T93" fmla="*/ 2147483647 h 122"/>
              <a:gd name="T94" fmla="*/ 2147483647 w 359"/>
              <a:gd name="T95" fmla="*/ 2147483647 h 122"/>
              <a:gd name="T96" fmla="*/ 2147483647 w 359"/>
              <a:gd name="T97" fmla="*/ 2147483647 h 122"/>
              <a:gd name="T98" fmla="*/ 2147483647 w 359"/>
              <a:gd name="T99" fmla="*/ 2147483647 h 122"/>
              <a:gd name="T100" fmla="*/ 2147483647 w 359"/>
              <a:gd name="T101" fmla="*/ 2147483647 h 122"/>
              <a:gd name="T102" fmla="*/ 2147483647 w 359"/>
              <a:gd name="T103" fmla="*/ 2147483647 h 122"/>
              <a:gd name="T104" fmla="*/ 2147483647 w 359"/>
              <a:gd name="T105" fmla="*/ 2147483647 h 122"/>
              <a:gd name="T106" fmla="*/ 2147483647 w 359"/>
              <a:gd name="T107" fmla="*/ 2147483647 h 122"/>
              <a:gd name="T108" fmla="*/ 2147483647 w 359"/>
              <a:gd name="T109" fmla="*/ 2147483647 h 122"/>
              <a:gd name="T110" fmla="*/ 2147483647 w 359"/>
              <a:gd name="T111" fmla="*/ 2147483647 h 122"/>
              <a:gd name="T112" fmla="*/ 2147483647 w 359"/>
              <a:gd name="T113" fmla="*/ 2147483647 h 122"/>
              <a:gd name="T114" fmla="*/ 2147483647 w 359"/>
              <a:gd name="T115" fmla="*/ 2147483647 h 122"/>
              <a:gd name="T116" fmla="*/ 2147483647 w 359"/>
              <a:gd name="T117" fmla="*/ 2147483647 h 122"/>
              <a:gd name="T118" fmla="*/ 2147483647 w 359"/>
              <a:gd name="T119" fmla="*/ 2147483647 h 122"/>
              <a:gd name="T120" fmla="*/ 2147483647 w 359"/>
              <a:gd name="T121" fmla="*/ 2147483647 h 122"/>
              <a:gd name="T122" fmla="*/ 2147483647 w 359"/>
              <a:gd name="T123" fmla="*/ 2147483647 h 12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359"/>
              <a:gd name="T187" fmla="*/ 0 h 122"/>
              <a:gd name="T188" fmla="*/ 359 w 359"/>
              <a:gd name="T189" fmla="*/ 122 h 122"/>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359" h="122">
                <a:moveTo>
                  <a:pt x="1" y="84"/>
                </a:moveTo>
                <a:lnTo>
                  <a:pt x="0" y="79"/>
                </a:lnTo>
                <a:lnTo>
                  <a:pt x="1" y="76"/>
                </a:lnTo>
                <a:lnTo>
                  <a:pt x="2" y="73"/>
                </a:lnTo>
                <a:lnTo>
                  <a:pt x="3" y="71"/>
                </a:lnTo>
                <a:lnTo>
                  <a:pt x="5" y="69"/>
                </a:lnTo>
                <a:lnTo>
                  <a:pt x="7" y="67"/>
                </a:lnTo>
                <a:lnTo>
                  <a:pt x="9" y="65"/>
                </a:lnTo>
                <a:lnTo>
                  <a:pt x="12" y="63"/>
                </a:lnTo>
                <a:lnTo>
                  <a:pt x="15" y="61"/>
                </a:lnTo>
                <a:lnTo>
                  <a:pt x="18" y="58"/>
                </a:lnTo>
                <a:lnTo>
                  <a:pt x="22" y="57"/>
                </a:lnTo>
                <a:lnTo>
                  <a:pt x="26" y="55"/>
                </a:lnTo>
                <a:lnTo>
                  <a:pt x="30" y="53"/>
                </a:lnTo>
                <a:lnTo>
                  <a:pt x="35" y="51"/>
                </a:lnTo>
                <a:lnTo>
                  <a:pt x="40" y="49"/>
                </a:lnTo>
                <a:lnTo>
                  <a:pt x="44" y="47"/>
                </a:lnTo>
                <a:lnTo>
                  <a:pt x="50" y="45"/>
                </a:lnTo>
                <a:lnTo>
                  <a:pt x="55" y="44"/>
                </a:lnTo>
                <a:lnTo>
                  <a:pt x="60" y="42"/>
                </a:lnTo>
                <a:lnTo>
                  <a:pt x="66" y="40"/>
                </a:lnTo>
                <a:lnTo>
                  <a:pt x="72" y="39"/>
                </a:lnTo>
                <a:lnTo>
                  <a:pt x="78" y="37"/>
                </a:lnTo>
                <a:lnTo>
                  <a:pt x="84" y="35"/>
                </a:lnTo>
                <a:lnTo>
                  <a:pt x="90" y="34"/>
                </a:lnTo>
                <a:lnTo>
                  <a:pt x="97" y="32"/>
                </a:lnTo>
                <a:lnTo>
                  <a:pt x="103" y="31"/>
                </a:lnTo>
                <a:lnTo>
                  <a:pt x="110" y="29"/>
                </a:lnTo>
                <a:lnTo>
                  <a:pt x="116" y="27"/>
                </a:lnTo>
                <a:lnTo>
                  <a:pt x="122" y="25"/>
                </a:lnTo>
                <a:lnTo>
                  <a:pt x="129" y="24"/>
                </a:lnTo>
                <a:lnTo>
                  <a:pt x="136" y="22"/>
                </a:lnTo>
                <a:lnTo>
                  <a:pt x="148" y="19"/>
                </a:lnTo>
                <a:lnTo>
                  <a:pt x="154" y="17"/>
                </a:lnTo>
                <a:lnTo>
                  <a:pt x="160" y="15"/>
                </a:lnTo>
                <a:lnTo>
                  <a:pt x="165" y="14"/>
                </a:lnTo>
                <a:lnTo>
                  <a:pt x="170" y="12"/>
                </a:lnTo>
                <a:lnTo>
                  <a:pt x="175" y="11"/>
                </a:lnTo>
                <a:lnTo>
                  <a:pt x="179" y="9"/>
                </a:lnTo>
                <a:lnTo>
                  <a:pt x="184" y="8"/>
                </a:lnTo>
                <a:lnTo>
                  <a:pt x="188" y="7"/>
                </a:lnTo>
                <a:lnTo>
                  <a:pt x="192" y="6"/>
                </a:lnTo>
                <a:lnTo>
                  <a:pt x="196" y="5"/>
                </a:lnTo>
                <a:lnTo>
                  <a:pt x="200" y="3"/>
                </a:lnTo>
                <a:lnTo>
                  <a:pt x="204" y="3"/>
                </a:lnTo>
                <a:lnTo>
                  <a:pt x="208" y="2"/>
                </a:lnTo>
                <a:lnTo>
                  <a:pt x="212" y="1"/>
                </a:lnTo>
                <a:lnTo>
                  <a:pt x="215" y="1"/>
                </a:lnTo>
                <a:lnTo>
                  <a:pt x="219" y="0"/>
                </a:lnTo>
                <a:lnTo>
                  <a:pt x="223" y="0"/>
                </a:lnTo>
                <a:lnTo>
                  <a:pt x="227" y="0"/>
                </a:lnTo>
                <a:lnTo>
                  <a:pt x="230" y="0"/>
                </a:lnTo>
                <a:lnTo>
                  <a:pt x="234" y="0"/>
                </a:lnTo>
                <a:lnTo>
                  <a:pt x="238" y="0"/>
                </a:lnTo>
                <a:lnTo>
                  <a:pt x="243" y="0"/>
                </a:lnTo>
                <a:lnTo>
                  <a:pt x="247" y="1"/>
                </a:lnTo>
                <a:lnTo>
                  <a:pt x="252" y="1"/>
                </a:lnTo>
                <a:lnTo>
                  <a:pt x="256" y="3"/>
                </a:lnTo>
                <a:lnTo>
                  <a:pt x="261" y="3"/>
                </a:lnTo>
                <a:lnTo>
                  <a:pt x="266" y="5"/>
                </a:lnTo>
                <a:lnTo>
                  <a:pt x="272" y="6"/>
                </a:lnTo>
                <a:lnTo>
                  <a:pt x="278" y="8"/>
                </a:lnTo>
                <a:lnTo>
                  <a:pt x="284" y="10"/>
                </a:lnTo>
                <a:lnTo>
                  <a:pt x="291" y="12"/>
                </a:lnTo>
                <a:lnTo>
                  <a:pt x="295" y="14"/>
                </a:lnTo>
                <a:lnTo>
                  <a:pt x="299" y="15"/>
                </a:lnTo>
                <a:lnTo>
                  <a:pt x="302" y="17"/>
                </a:lnTo>
                <a:lnTo>
                  <a:pt x="306" y="18"/>
                </a:lnTo>
                <a:lnTo>
                  <a:pt x="310" y="20"/>
                </a:lnTo>
                <a:lnTo>
                  <a:pt x="313" y="21"/>
                </a:lnTo>
                <a:lnTo>
                  <a:pt x="317" y="23"/>
                </a:lnTo>
                <a:lnTo>
                  <a:pt x="320" y="25"/>
                </a:lnTo>
                <a:lnTo>
                  <a:pt x="323" y="27"/>
                </a:lnTo>
                <a:lnTo>
                  <a:pt x="326" y="29"/>
                </a:lnTo>
                <a:lnTo>
                  <a:pt x="329" y="31"/>
                </a:lnTo>
                <a:lnTo>
                  <a:pt x="332" y="33"/>
                </a:lnTo>
                <a:lnTo>
                  <a:pt x="335" y="35"/>
                </a:lnTo>
                <a:lnTo>
                  <a:pt x="338" y="37"/>
                </a:lnTo>
                <a:lnTo>
                  <a:pt x="340" y="39"/>
                </a:lnTo>
                <a:lnTo>
                  <a:pt x="342" y="41"/>
                </a:lnTo>
                <a:lnTo>
                  <a:pt x="345" y="43"/>
                </a:lnTo>
                <a:lnTo>
                  <a:pt x="347" y="45"/>
                </a:lnTo>
                <a:lnTo>
                  <a:pt x="349" y="47"/>
                </a:lnTo>
                <a:lnTo>
                  <a:pt x="350" y="49"/>
                </a:lnTo>
                <a:lnTo>
                  <a:pt x="352" y="51"/>
                </a:lnTo>
                <a:lnTo>
                  <a:pt x="353" y="53"/>
                </a:lnTo>
                <a:lnTo>
                  <a:pt x="354" y="55"/>
                </a:lnTo>
                <a:lnTo>
                  <a:pt x="356" y="58"/>
                </a:lnTo>
                <a:lnTo>
                  <a:pt x="356" y="60"/>
                </a:lnTo>
                <a:lnTo>
                  <a:pt x="357" y="62"/>
                </a:lnTo>
                <a:lnTo>
                  <a:pt x="357" y="65"/>
                </a:lnTo>
                <a:lnTo>
                  <a:pt x="358" y="67"/>
                </a:lnTo>
                <a:lnTo>
                  <a:pt x="358" y="69"/>
                </a:lnTo>
                <a:lnTo>
                  <a:pt x="358" y="71"/>
                </a:lnTo>
                <a:lnTo>
                  <a:pt x="356" y="77"/>
                </a:lnTo>
                <a:lnTo>
                  <a:pt x="354" y="80"/>
                </a:lnTo>
                <a:lnTo>
                  <a:pt x="353" y="83"/>
                </a:lnTo>
                <a:lnTo>
                  <a:pt x="351" y="85"/>
                </a:lnTo>
                <a:lnTo>
                  <a:pt x="349" y="88"/>
                </a:lnTo>
                <a:lnTo>
                  <a:pt x="347" y="90"/>
                </a:lnTo>
                <a:lnTo>
                  <a:pt x="344" y="93"/>
                </a:lnTo>
                <a:lnTo>
                  <a:pt x="342" y="95"/>
                </a:lnTo>
                <a:lnTo>
                  <a:pt x="339" y="97"/>
                </a:lnTo>
                <a:lnTo>
                  <a:pt x="336" y="99"/>
                </a:lnTo>
                <a:lnTo>
                  <a:pt x="332" y="101"/>
                </a:lnTo>
                <a:lnTo>
                  <a:pt x="329" y="103"/>
                </a:lnTo>
                <a:lnTo>
                  <a:pt x="325" y="104"/>
                </a:lnTo>
                <a:lnTo>
                  <a:pt x="321" y="106"/>
                </a:lnTo>
                <a:lnTo>
                  <a:pt x="317" y="107"/>
                </a:lnTo>
                <a:lnTo>
                  <a:pt x="313" y="109"/>
                </a:lnTo>
                <a:lnTo>
                  <a:pt x="308" y="110"/>
                </a:lnTo>
                <a:lnTo>
                  <a:pt x="304" y="111"/>
                </a:lnTo>
                <a:lnTo>
                  <a:pt x="299" y="113"/>
                </a:lnTo>
                <a:lnTo>
                  <a:pt x="294" y="113"/>
                </a:lnTo>
                <a:lnTo>
                  <a:pt x="289" y="115"/>
                </a:lnTo>
                <a:lnTo>
                  <a:pt x="284" y="115"/>
                </a:lnTo>
                <a:lnTo>
                  <a:pt x="279" y="116"/>
                </a:lnTo>
                <a:lnTo>
                  <a:pt x="274" y="117"/>
                </a:lnTo>
                <a:lnTo>
                  <a:pt x="268" y="118"/>
                </a:lnTo>
                <a:lnTo>
                  <a:pt x="263" y="118"/>
                </a:lnTo>
                <a:lnTo>
                  <a:pt x="257" y="119"/>
                </a:lnTo>
                <a:lnTo>
                  <a:pt x="252" y="119"/>
                </a:lnTo>
                <a:lnTo>
                  <a:pt x="246" y="120"/>
                </a:lnTo>
                <a:lnTo>
                  <a:pt x="240" y="120"/>
                </a:lnTo>
                <a:lnTo>
                  <a:pt x="234" y="121"/>
                </a:lnTo>
                <a:lnTo>
                  <a:pt x="223" y="121"/>
                </a:lnTo>
                <a:lnTo>
                  <a:pt x="218" y="120"/>
                </a:lnTo>
                <a:lnTo>
                  <a:pt x="213" y="120"/>
                </a:lnTo>
                <a:lnTo>
                  <a:pt x="208" y="119"/>
                </a:lnTo>
                <a:lnTo>
                  <a:pt x="203" y="119"/>
                </a:lnTo>
                <a:lnTo>
                  <a:pt x="198" y="118"/>
                </a:lnTo>
                <a:lnTo>
                  <a:pt x="194" y="117"/>
                </a:lnTo>
                <a:lnTo>
                  <a:pt x="190" y="116"/>
                </a:lnTo>
                <a:lnTo>
                  <a:pt x="185" y="115"/>
                </a:lnTo>
                <a:lnTo>
                  <a:pt x="181" y="114"/>
                </a:lnTo>
                <a:lnTo>
                  <a:pt x="177" y="113"/>
                </a:lnTo>
                <a:lnTo>
                  <a:pt x="173" y="111"/>
                </a:lnTo>
                <a:lnTo>
                  <a:pt x="169" y="109"/>
                </a:lnTo>
                <a:lnTo>
                  <a:pt x="165" y="108"/>
                </a:lnTo>
                <a:lnTo>
                  <a:pt x="162" y="107"/>
                </a:lnTo>
                <a:lnTo>
                  <a:pt x="158" y="105"/>
                </a:lnTo>
                <a:lnTo>
                  <a:pt x="155" y="103"/>
                </a:lnTo>
                <a:lnTo>
                  <a:pt x="151" y="102"/>
                </a:lnTo>
                <a:lnTo>
                  <a:pt x="148" y="100"/>
                </a:lnTo>
                <a:lnTo>
                  <a:pt x="144" y="98"/>
                </a:lnTo>
                <a:lnTo>
                  <a:pt x="141" y="97"/>
                </a:lnTo>
                <a:lnTo>
                  <a:pt x="138" y="95"/>
                </a:lnTo>
                <a:lnTo>
                  <a:pt x="135" y="94"/>
                </a:lnTo>
                <a:lnTo>
                  <a:pt x="132" y="92"/>
                </a:lnTo>
                <a:lnTo>
                  <a:pt x="129" y="91"/>
                </a:lnTo>
                <a:lnTo>
                  <a:pt x="126" y="89"/>
                </a:lnTo>
                <a:lnTo>
                  <a:pt x="123" y="88"/>
                </a:lnTo>
                <a:lnTo>
                  <a:pt x="120" y="87"/>
                </a:lnTo>
                <a:lnTo>
                  <a:pt x="117" y="85"/>
                </a:lnTo>
                <a:lnTo>
                  <a:pt x="114" y="85"/>
                </a:lnTo>
                <a:lnTo>
                  <a:pt x="112" y="84"/>
                </a:lnTo>
                <a:lnTo>
                  <a:pt x="106" y="84"/>
                </a:lnTo>
                <a:lnTo>
                  <a:pt x="102" y="84"/>
                </a:lnTo>
                <a:lnTo>
                  <a:pt x="99" y="85"/>
                </a:lnTo>
                <a:lnTo>
                  <a:pt x="95" y="85"/>
                </a:lnTo>
                <a:lnTo>
                  <a:pt x="91" y="85"/>
                </a:lnTo>
                <a:lnTo>
                  <a:pt x="87" y="86"/>
                </a:lnTo>
                <a:lnTo>
                  <a:pt x="83" y="87"/>
                </a:lnTo>
                <a:lnTo>
                  <a:pt x="79" y="87"/>
                </a:lnTo>
                <a:lnTo>
                  <a:pt x="74" y="88"/>
                </a:lnTo>
                <a:lnTo>
                  <a:pt x="70" y="89"/>
                </a:lnTo>
                <a:lnTo>
                  <a:pt x="66" y="89"/>
                </a:lnTo>
                <a:lnTo>
                  <a:pt x="61" y="90"/>
                </a:lnTo>
                <a:lnTo>
                  <a:pt x="56" y="91"/>
                </a:lnTo>
                <a:lnTo>
                  <a:pt x="52" y="91"/>
                </a:lnTo>
                <a:lnTo>
                  <a:pt x="48" y="92"/>
                </a:lnTo>
                <a:lnTo>
                  <a:pt x="43" y="92"/>
                </a:lnTo>
                <a:lnTo>
                  <a:pt x="39" y="93"/>
                </a:lnTo>
                <a:lnTo>
                  <a:pt x="34" y="93"/>
                </a:lnTo>
                <a:lnTo>
                  <a:pt x="30" y="93"/>
                </a:lnTo>
                <a:lnTo>
                  <a:pt x="26" y="93"/>
                </a:lnTo>
                <a:lnTo>
                  <a:pt x="23" y="93"/>
                </a:lnTo>
                <a:lnTo>
                  <a:pt x="19" y="93"/>
                </a:lnTo>
                <a:lnTo>
                  <a:pt x="16" y="93"/>
                </a:lnTo>
                <a:lnTo>
                  <a:pt x="13" y="92"/>
                </a:lnTo>
                <a:lnTo>
                  <a:pt x="10" y="92"/>
                </a:lnTo>
                <a:lnTo>
                  <a:pt x="8" y="91"/>
                </a:lnTo>
                <a:lnTo>
                  <a:pt x="6" y="90"/>
                </a:lnTo>
                <a:lnTo>
                  <a:pt x="4" y="89"/>
                </a:lnTo>
                <a:lnTo>
                  <a:pt x="2" y="87"/>
                </a:lnTo>
                <a:lnTo>
                  <a:pt x="1" y="85"/>
                </a:lnTo>
                <a:lnTo>
                  <a:pt x="1" y="84"/>
                </a:lnTo>
              </a:path>
            </a:pathLst>
          </a:custGeom>
          <a:noFill/>
          <a:ln w="12700" cap="rnd">
            <a:solidFill>
              <a:srgbClr val="00FF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23" name="Freeform 16">
            <a:extLst>
              <a:ext uri="{FF2B5EF4-FFF2-40B4-BE49-F238E27FC236}">
                <a16:creationId xmlns:a16="http://schemas.microsoft.com/office/drawing/2014/main" id="{E89371AE-7B27-4E71-A327-72C9F3DF9A77}"/>
              </a:ext>
            </a:extLst>
          </p:cNvPr>
          <p:cNvSpPr>
            <a:spLocks/>
          </p:cNvSpPr>
          <p:nvPr/>
        </p:nvSpPr>
        <p:spPr bwMode="auto">
          <a:xfrm>
            <a:off x="3419638" y="4984243"/>
            <a:ext cx="525205" cy="196822"/>
          </a:xfrm>
          <a:custGeom>
            <a:avLst/>
            <a:gdLst>
              <a:gd name="T0" fmla="*/ 0 w 358"/>
              <a:gd name="T1" fmla="*/ 2147483647 h 122"/>
              <a:gd name="T2" fmla="*/ 2147483647 w 358"/>
              <a:gd name="T3" fmla="*/ 2147483647 h 122"/>
              <a:gd name="T4" fmla="*/ 2147483647 w 358"/>
              <a:gd name="T5" fmla="*/ 2147483647 h 122"/>
              <a:gd name="T6" fmla="*/ 2147483647 w 358"/>
              <a:gd name="T7" fmla="*/ 2147483647 h 122"/>
              <a:gd name="T8" fmla="*/ 2147483647 w 358"/>
              <a:gd name="T9" fmla="*/ 2147483647 h 122"/>
              <a:gd name="T10" fmla="*/ 2147483647 w 358"/>
              <a:gd name="T11" fmla="*/ 2147483647 h 122"/>
              <a:gd name="T12" fmla="*/ 2147483647 w 358"/>
              <a:gd name="T13" fmla="*/ 2147483647 h 122"/>
              <a:gd name="T14" fmla="*/ 2147483647 w 358"/>
              <a:gd name="T15" fmla="*/ 2147483647 h 122"/>
              <a:gd name="T16" fmla="*/ 2147483647 w 358"/>
              <a:gd name="T17" fmla="*/ 2147483647 h 122"/>
              <a:gd name="T18" fmla="*/ 2147483647 w 358"/>
              <a:gd name="T19" fmla="*/ 2147483647 h 122"/>
              <a:gd name="T20" fmla="*/ 2147483647 w 358"/>
              <a:gd name="T21" fmla="*/ 2147483647 h 122"/>
              <a:gd name="T22" fmla="*/ 2147483647 w 358"/>
              <a:gd name="T23" fmla="*/ 2147483647 h 122"/>
              <a:gd name="T24" fmla="*/ 2147483647 w 358"/>
              <a:gd name="T25" fmla="*/ 2147483647 h 122"/>
              <a:gd name="T26" fmla="*/ 2147483647 w 358"/>
              <a:gd name="T27" fmla="*/ 2147483647 h 122"/>
              <a:gd name="T28" fmla="*/ 2147483647 w 358"/>
              <a:gd name="T29" fmla="*/ 2147483647 h 122"/>
              <a:gd name="T30" fmla="*/ 2147483647 w 358"/>
              <a:gd name="T31" fmla="*/ 2147483647 h 122"/>
              <a:gd name="T32" fmla="*/ 2147483647 w 358"/>
              <a:gd name="T33" fmla="*/ 0 h 122"/>
              <a:gd name="T34" fmla="*/ 2147483647 w 358"/>
              <a:gd name="T35" fmla="*/ 0 h 122"/>
              <a:gd name="T36" fmla="*/ 2147483647 w 358"/>
              <a:gd name="T37" fmla="*/ 2147483647 h 122"/>
              <a:gd name="T38" fmla="*/ 2147483647 w 358"/>
              <a:gd name="T39" fmla="*/ 2147483647 h 122"/>
              <a:gd name="T40" fmla="*/ 2147483647 w 358"/>
              <a:gd name="T41" fmla="*/ 2147483647 h 122"/>
              <a:gd name="T42" fmla="*/ 2147483647 w 358"/>
              <a:gd name="T43" fmla="*/ 2147483647 h 122"/>
              <a:gd name="T44" fmla="*/ 2147483647 w 358"/>
              <a:gd name="T45" fmla="*/ 2147483647 h 122"/>
              <a:gd name="T46" fmla="*/ 2147483647 w 358"/>
              <a:gd name="T47" fmla="*/ 2147483647 h 122"/>
              <a:gd name="T48" fmla="*/ 2147483647 w 358"/>
              <a:gd name="T49" fmla="*/ 2147483647 h 122"/>
              <a:gd name="T50" fmla="*/ 2147483647 w 358"/>
              <a:gd name="T51" fmla="*/ 2147483647 h 122"/>
              <a:gd name="T52" fmla="*/ 2147483647 w 358"/>
              <a:gd name="T53" fmla="*/ 2147483647 h 122"/>
              <a:gd name="T54" fmla="*/ 2147483647 w 358"/>
              <a:gd name="T55" fmla="*/ 2147483647 h 122"/>
              <a:gd name="T56" fmla="*/ 2147483647 w 358"/>
              <a:gd name="T57" fmla="*/ 2147483647 h 122"/>
              <a:gd name="T58" fmla="*/ 2147483647 w 358"/>
              <a:gd name="T59" fmla="*/ 2147483647 h 122"/>
              <a:gd name="T60" fmla="*/ 2147483647 w 358"/>
              <a:gd name="T61" fmla="*/ 2147483647 h 122"/>
              <a:gd name="T62" fmla="*/ 2147483647 w 358"/>
              <a:gd name="T63" fmla="*/ 2147483647 h 122"/>
              <a:gd name="T64" fmla="*/ 2147483647 w 358"/>
              <a:gd name="T65" fmla="*/ 2147483647 h 122"/>
              <a:gd name="T66" fmla="*/ 2147483647 w 358"/>
              <a:gd name="T67" fmla="*/ 2147483647 h 122"/>
              <a:gd name="T68" fmla="*/ 2147483647 w 358"/>
              <a:gd name="T69" fmla="*/ 2147483647 h 122"/>
              <a:gd name="T70" fmla="*/ 2147483647 w 358"/>
              <a:gd name="T71" fmla="*/ 2147483647 h 122"/>
              <a:gd name="T72" fmla="*/ 2147483647 w 358"/>
              <a:gd name="T73" fmla="*/ 2147483647 h 122"/>
              <a:gd name="T74" fmla="*/ 2147483647 w 358"/>
              <a:gd name="T75" fmla="*/ 2147483647 h 122"/>
              <a:gd name="T76" fmla="*/ 2147483647 w 358"/>
              <a:gd name="T77" fmla="*/ 2147483647 h 122"/>
              <a:gd name="T78" fmla="*/ 2147483647 w 358"/>
              <a:gd name="T79" fmla="*/ 2147483647 h 122"/>
              <a:gd name="T80" fmla="*/ 2147483647 w 358"/>
              <a:gd name="T81" fmla="*/ 2147483647 h 122"/>
              <a:gd name="T82" fmla="*/ 2147483647 w 358"/>
              <a:gd name="T83" fmla="*/ 2147483647 h 122"/>
              <a:gd name="T84" fmla="*/ 2147483647 w 358"/>
              <a:gd name="T85" fmla="*/ 2147483647 h 122"/>
              <a:gd name="T86" fmla="*/ 2147483647 w 358"/>
              <a:gd name="T87" fmla="*/ 2147483647 h 122"/>
              <a:gd name="T88" fmla="*/ 2147483647 w 358"/>
              <a:gd name="T89" fmla="*/ 2147483647 h 122"/>
              <a:gd name="T90" fmla="*/ 2147483647 w 358"/>
              <a:gd name="T91" fmla="*/ 2147483647 h 122"/>
              <a:gd name="T92" fmla="*/ 2147483647 w 358"/>
              <a:gd name="T93" fmla="*/ 2147483647 h 122"/>
              <a:gd name="T94" fmla="*/ 2147483647 w 358"/>
              <a:gd name="T95" fmla="*/ 2147483647 h 122"/>
              <a:gd name="T96" fmla="*/ 2147483647 w 358"/>
              <a:gd name="T97" fmla="*/ 2147483647 h 122"/>
              <a:gd name="T98" fmla="*/ 2147483647 w 358"/>
              <a:gd name="T99" fmla="*/ 2147483647 h 122"/>
              <a:gd name="T100" fmla="*/ 2147483647 w 358"/>
              <a:gd name="T101" fmla="*/ 2147483647 h 122"/>
              <a:gd name="T102" fmla="*/ 2147483647 w 358"/>
              <a:gd name="T103" fmla="*/ 2147483647 h 122"/>
              <a:gd name="T104" fmla="*/ 2147483647 w 358"/>
              <a:gd name="T105" fmla="*/ 2147483647 h 122"/>
              <a:gd name="T106" fmla="*/ 2147483647 w 358"/>
              <a:gd name="T107" fmla="*/ 2147483647 h 122"/>
              <a:gd name="T108" fmla="*/ 2147483647 w 358"/>
              <a:gd name="T109" fmla="*/ 2147483647 h 122"/>
              <a:gd name="T110" fmla="*/ 2147483647 w 358"/>
              <a:gd name="T111" fmla="*/ 2147483647 h 122"/>
              <a:gd name="T112" fmla="*/ 2147483647 w 358"/>
              <a:gd name="T113" fmla="*/ 2147483647 h 122"/>
              <a:gd name="T114" fmla="*/ 2147483647 w 358"/>
              <a:gd name="T115" fmla="*/ 2147483647 h 122"/>
              <a:gd name="T116" fmla="*/ 2147483647 w 358"/>
              <a:gd name="T117" fmla="*/ 2147483647 h 122"/>
              <a:gd name="T118" fmla="*/ 2147483647 w 358"/>
              <a:gd name="T119" fmla="*/ 2147483647 h 122"/>
              <a:gd name="T120" fmla="*/ 2147483647 w 358"/>
              <a:gd name="T121" fmla="*/ 2147483647 h 122"/>
              <a:gd name="T122" fmla="*/ 0 w 358"/>
              <a:gd name="T123" fmla="*/ 2147483647 h 12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358"/>
              <a:gd name="T187" fmla="*/ 0 h 122"/>
              <a:gd name="T188" fmla="*/ 358 w 358"/>
              <a:gd name="T189" fmla="*/ 122 h 122"/>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358" h="122">
                <a:moveTo>
                  <a:pt x="0" y="84"/>
                </a:moveTo>
                <a:lnTo>
                  <a:pt x="0" y="79"/>
                </a:lnTo>
                <a:lnTo>
                  <a:pt x="0" y="76"/>
                </a:lnTo>
                <a:lnTo>
                  <a:pt x="1" y="73"/>
                </a:lnTo>
                <a:lnTo>
                  <a:pt x="2" y="71"/>
                </a:lnTo>
                <a:lnTo>
                  <a:pt x="4" y="69"/>
                </a:lnTo>
                <a:lnTo>
                  <a:pt x="6" y="67"/>
                </a:lnTo>
                <a:lnTo>
                  <a:pt x="8" y="65"/>
                </a:lnTo>
                <a:lnTo>
                  <a:pt x="11" y="63"/>
                </a:lnTo>
                <a:lnTo>
                  <a:pt x="14" y="61"/>
                </a:lnTo>
                <a:lnTo>
                  <a:pt x="18" y="59"/>
                </a:lnTo>
                <a:lnTo>
                  <a:pt x="21" y="57"/>
                </a:lnTo>
                <a:lnTo>
                  <a:pt x="25" y="55"/>
                </a:lnTo>
                <a:lnTo>
                  <a:pt x="30" y="53"/>
                </a:lnTo>
                <a:lnTo>
                  <a:pt x="34" y="51"/>
                </a:lnTo>
                <a:lnTo>
                  <a:pt x="39" y="49"/>
                </a:lnTo>
                <a:lnTo>
                  <a:pt x="44" y="47"/>
                </a:lnTo>
                <a:lnTo>
                  <a:pt x="49" y="46"/>
                </a:lnTo>
                <a:lnTo>
                  <a:pt x="54" y="44"/>
                </a:lnTo>
                <a:lnTo>
                  <a:pt x="60" y="42"/>
                </a:lnTo>
                <a:lnTo>
                  <a:pt x="65" y="41"/>
                </a:lnTo>
                <a:lnTo>
                  <a:pt x="71" y="39"/>
                </a:lnTo>
                <a:lnTo>
                  <a:pt x="77" y="37"/>
                </a:lnTo>
                <a:lnTo>
                  <a:pt x="83" y="35"/>
                </a:lnTo>
                <a:lnTo>
                  <a:pt x="90" y="34"/>
                </a:lnTo>
                <a:lnTo>
                  <a:pt x="96" y="32"/>
                </a:lnTo>
                <a:lnTo>
                  <a:pt x="102" y="31"/>
                </a:lnTo>
                <a:lnTo>
                  <a:pt x="109" y="29"/>
                </a:lnTo>
                <a:lnTo>
                  <a:pt x="115" y="27"/>
                </a:lnTo>
                <a:lnTo>
                  <a:pt x="122" y="25"/>
                </a:lnTo>
                <a:lnTo>
                  <a:pt x="128" y="24"/>
                </a:lnTo>
                <a:lnTo>
                  <a:pt x="135" y="22"/>
                </a:lnTo>
                <a:lnTo>
                  <a:pt x="148" y="19"/>
                </a:lnTo>
                <a:lnTo>
                  <a:pt x="153" y="17"/>
                </a:lnTo>
                <a:lnTo>
                  <a:pt x="159" y="15"/>
                </a:lnTo>
                <a:lnTo>
                  <a:pt x="164" y="14"/>
                </a:lnTo>
                <a:lnTo>
                  <a:pt x="169" y="12"/>
                </a:lnTo>
                <a:lnTo>
                  <a:pt x="174" y="11"/>
                </a:lnTo>
                <a:lnTo>
                  <a:pt x="178" y="9"/>
                </a:lnTo>
                <a:lnTo>
                  <a:pt x="183" y="8"/>
                </a:lnTo>
                <a:lnTo>
                  <a:pt x="187" y="7"/>
                </a:lnTo>
                <a:lnTo>
                  <a:pt x="192" y="6"/>
                </a:lnTo>
                <a:lnTo>
                  <a:pt x="196" y="5"/>
                </a:lnTo>
                <a:lnTo>
                  <a:pt x="199" y="3"/>
                </a:lnTo>
                <a:lnTo>
                  <a:pt x="203" y="3"/>
                </a:lnTo>
                <a:lnTo>
                  <a:pt x="207" y="2"/>
                </a:lnTo>
                <a:lnTo>
                  <a:pt x="211" y="1"/>
                </a:lnTo>
                <a:lnTo>
                  <a:pt x="214" y="1"/>
                </a:lnTo>
                <a:lnTo>
                  <a:pt x="218" y="0"/>
                </a:lnTo>
                <a:lnTo>
                  <a:pt x="222" y="0"/>
                </a:lnTo>
                <a:lnTo>
                  <a:pt x="226" y="0"/>
                </a:lnTo>
                <a:lnTo>
                  <a:pt x="230" y="0"/>
                </a:lnTo>
                <a:lnTo>
                  <a:pt x="234" y="0"/>
                </a:lnTo>
                <a:lnTo>
                  <a:pt x="238" y="0"/>
                </a:lnTo>
                <a:lnTo>
                  <a:pt x="242" y="0"/>
                </a:lnTo>
                <a:lnTo>
                  <a:pt x="246" y="1"/>
                </a:lnTo>
                <a:lnTo>
                  <a:pt x="251" y="1"/>
                </a:lnTo>
                <a:lnTo>
                  <a:pt x="256" y="3"/>
                </a:lnTo>
                <a:lnTo>
                  <a:pt x="260" y="3"/>
                </a:lnTo>
                <a:lnTo>
                  <a:pt x="266" y="5"/>
                </a:lnTo>
                <a:lnTo>
                  <a:pt x="271" y="6"/>
                </a:lnTo>
                <a:lnTo>
                  <a:pt x="277" y="8"/>
                </a:lnTo>
                <a:lnTo>
                  <a:pt x="283" y="10"/>
                </a:lnTo>
                <a:lnTo>
                  <a:pt x="290" y="12"/>
                </a:lnTo>
                <a:lnTo>
                  <a:pt x="294" y="14"/>
                </a:lnTo>
                <a:lnTo>
                  <a:pt x="298" y="15"/>
                </a:lnTo>
                <a:lnTo>
                  <a:pt x="302" y="17"/>
                </a:lnTo>
                <a:lnTo>
                  <a:pt x="306" y="18"/>
                </a:lnTo>
                <a:lnTo>
                  <a:pt x="309" y="20"/>
                </a:lnTo>
                <a:lnTo>
                  <a:pt x="312" y="21"/>
                </a:lnTo>
                <a:lnTo>
                  <a:pt x="316" y="23"/>
                </a:lnTo>
                <a:lnTo>
                  <a:pt x="319" y="25"/>
                </a:lnTo>
                <a:lnTo>
                  <a:pt x="322" y="27"/>
                </a:lnTo>
                <a:lnTo>
                  <a:pt x="326" y="29"/>
                </a:lnTo>
                <a:lnTo>
                  <a:pt x="328" y="31"/>
                </a:lnTo>
                <a:lnTo>
                  <a:pt x="332" y="33"/>
                </a:lnTo>
                <a:lnTo>
                  <a:pt x="334" y="35"/>
                </a:lnTo>
                <a:lnTo>
                  <a:pt x="337" y="37"/>
                </a:lnTo>
                <a:lnTo>
                  <a:pt x="339" y="39"/>
                </a:lnTo>
                <a:lnTo>
                  <a:pt x="342" y="41"/>
                </a:lnTo>
                <a:lnTo>
                  <a:pt x="344" y="43"/>
                </a:lnTo>
                <a:lnTo>
                  <a:pt x="346" y="45"/>
                </a:lnTo>
                <a:lnTo>
                  <a:pt x="348" y="47"/>
                </a:lnTo>
                <a:lnTo>
                  <a:pt x="350" y="49"/>
                </a:lnTo>
                <a:lnTo>
                  <a:pt x="351" y="51"/>
                </a:lnTo>
                <a:lnTo>
                  <a:pt x="352" y="53"/>
                </a:lnTo>
                <a:lnTo>
                  <a:pt x="354" y="55"/>
                </a:lnTo>
                <a:lnTo>
                  <a:pt x="355" y="58"/>
                </a:lnTo>
                <a:lnTo>
                  <a:pt x="356" y="60"/>
                </a:lnTo>
                <a:lnTo>
                  <a:pt x="356" y="62"/>
                </a:lnTo>
                <a:lnTo>
                  <a:pt x="356" y="65"/>
                </a:lnTo>
                <a:lnTo>
                  <a:pt x="357" y="67"/>
                </a:lnTo>
                <a:lnTo>
                  <a:pt x="357" y="69"/>
                </a:lnTo>
                <a:lnTo>
                  <a:pt x="357" y="71"/>
                </a:lnTo>
                <a:lnTo>
                  <a:pt x="355" y="77"/>
                </a:lnTo>
                <a:lnTo>
                  <a:pt x="354" y="80"/>
                </a:lnTo>
                <a:lnTo>
                  <a:pt x="352" y="83"/>
                </a:lnTo>
                <a:lnTo>
                  <a:pt x="350" y="85"/>
                </a:lnTo>
                <a:lnTo>
                  <a:pt x="348" y="88"/>
                </a:lnTo>
                <a:lnTo>
                  <a:pt x="346" y="91"/>
                </a:lnTo>
                <a:lnTo>
                  <a:pt x="344" y="93"/>
                </a:lnTo>
                <a:lnTo>
                  <a:pt x="341" y="95"/>
                </a:lnTo>
                <a:lnTo>
                  <a:pt x="338" y="97"/>
                </a:lnTo>
                <a:lnTo>
                  <a:pt x="335" y="99"/>
                </a:lnTo>
                <a:lnTo>
                  <a:pt x="332" y="101"/>
                </a:lnTo>
                <a:lnTo>
                  <a:pt x="328" y="103"/>
                </a:lnTo>
                <a:lnTo>
                  <a:pt x="324" y="105"/>
                </a:lnTo>
                <a:lnTo>
                  <a:pt x="320" y="106"/>
                </a:lnTo>
                <a:lnTo>
                  <a:pt x="316" y="108"/>
                </a:lnTo>
                <a:lnTo>
                  <a:pt x="312" y="109"/>
                </a:lnTo>
                <a:lnTo>
                  <a:pt x="308" y="110"/>
                </a:lnTo>
                <a:lnTo>
                  <a:pt x="303" y="111"/>
                </a:lnTo>
                <a:lnTo>
                  <a:pt x="298" y="113"/>
                </a:lnTo>
                <a:lnTo>
                  <a:pt x="294" y="114"/>
                </a:lnTo>
                <a:lnTo>
                  <a:pt x="288" y="115"/>
                </a:lnTo>
                <a:lnTo>
                  <a:pt x="283" y="116"/>
                </a:lnTo>
                <a:lnTo>
                  <a:pt x="278" y="117"/>
                </a:lnTo>
                <a:lnTo>
                  <a:pt x="273" y="117"/>
                </a:lnTo>
                <a:lnTo>
                  <a:pt x="268" y="118"/>
                </a:lnTo>
                <a:lnTo>
                  <a:pt x="262" y="119"/>
                </a:lnTo>
                <a:lnTo>
                  <a:pt x="256" y="119"/>
                </a:lnTo>
                <a:lnTo>
                  <a:pt x="251" y="119"/>
                </a:lnTo>
                <a:lnTo>
                  <a:pt x="245" y="120"/>
                </a:lnTo>
                <a:lnTo>
                  <a:pt x="239" y="120"/>
                </a:lnTo>
                <a:lnTo>
                  <a:pt x="234" y="121"/>
                </a:lnTo>
                <a:lnTo>
                  <a:pt x="222" y="121"/>
                </a:lnTo>
                <a:lnTo>
                  <a:pt x="217" y="120"/>
                </a:lnTo>
                <a:lnTo>
                  <a:pt x="212" y="120"/>
                </a:lnTo>
                <a:lnTo>
                  <a:pt x="207" y="119"/>
                </a:lnTo>
                <a:lnTo>
                  <a:pt x="202" y="119"/>
                </a:lnTo>
                <a:lnTo>
                  <a:pt x="198" y="118"/>
                </a:lnTo>
                <a:lnTo>
                  <a:pt x="193" y="117"/>
                </a:lnTo>
                <a:lnTo>
                  <a:pt x="189" y="116"/>
                </a:lnTo>
                <a:lnTo>
                  <a:pt x="184" y="115"/>
                </a:lnTo>
                <a:lnTo>
                  <a:pt x="180" y="114"/>
                </a:lnTo>
                <a:lnTo>
                  <a:pt x="176" y="113"/>
                </a:lnTo>
                <a:lnTo>
                  <a:pt x="172" y="111"/>
                </a:lnTo>
                <a:lnTo>
                  <a:pt x="168" y="109"/>
                </a:lnTo>
                <a:lnTo>
                  <a:pt x="164" y="108"/>
                </a:lnTo>
                <a:lnTo>
                  <a:pt x="161" y="107"/>
                </a:lnTo>
                <a:lnTo>
                  <a:pt x="157" y="105"/>
                </a:lnTo>
                <a:lnTo>
                  <a:pt x="154" y="103"/>
                </a:lnTo>
                <a:lnTo>
                  <a:pt x="150" y="102"/>
                </a:lnTo>
                <a:lnTo>
                  <a:pt x="147" y="100"/>
                </a:lnTo>
                <a:lnTo>
                  <a:pt x="144" y="98"/>
                </a:lnTo>
                <a:lnTo>
                  <a:pt x="140" y="97"/>
                </a:lnTo>
                <a:lnTo>
                  <a:pt x="137" y="95"/>
                </a:lnTo>
                <a:lnTo>
                  <a:pt x="134" y="94"/>
                </a:lnTo>
                <a:lnTo>
                  <a:pt x="131" y="92"/>
                </a:lnTo>
                <a:lnTo>
                  <a:pt x="128" y="91"/>
                </a:lnTo>
                <a:lnTo>
                  <a:pt x="125" y="89"/>
                </a:lnTo>
                <a:lnTo>
                  <a:pt x="122" y="88"/>
                </a:lnTo>
                <a:lnTo>
                  <a:pt x="119" y="87"/>
                </a:lnTo>
                <a:lnTo>
                  <a:pt x="116" y="85"/>
                </a:lnTo>
                <a:lnTo>
                  <a:pt x="114" y="85"/>
                </a:lnTo>
                <a:lnTo>
                  <a:pt x="111" y="84"/>
                </a:lnTo>
                <a:lnTo>
                  <a:pt x="105" y="84"/>
                </a:lnTo>
                <a:lnTo>
                  <a:pt x="102" y="84"/>
                </a:lnTo>
                <a:lnTo>
                  <a:pt x="98" y="85"/>
                </a:lnTo>
                <a:lnTo>
                  <a:pt x="94" y="85"/>
                </a:lnTo>
                <a:lnTo>
                  <a:pt x="90" y="85"/>
                </a:lnTo>
                <a:lnTo>
                  <a:pt x="86" y="86"/>
                </a:lnTo>
                <a:lnTo>
                  <a:pt x="82" y="87"/>
                </a:lnTo>
                <a:lnTo>
                  <a:pt x="78" y="87"/>
                </a:lnTo>
                <a:lnTo>
                  <a:pt x="74" y="88"/>
                </a:lnTo>
                <a:lnTo>
                  <a:pt x="69" y="89"/>
                </a:lnTo>
                <a:lnTo>
                  <a:pt x="65" y="89"/>
                </a:lnTo>
                <a:lnTo>
                  <a:pt x="60" y="90"/>
                </a:lnTo>
                <a:lnTo>
                  <a:pt x="56" y="91"/>
                </a:lnTo>
                <a:lnTo>
                  <a:pt x="51" y="91"/>
                </a:lnTo>
                <a:lnTo>
                  <a:pt x="47" y="92"/>
                </a:lnTo>
                <a:lnTo>
                  <a:pt x="42" y="92"/>
                </a:lnTo>
                <a:lnTo>
                  <a:pt x="38" y="93"/>
                </a:lnTo>
                <a:lnTo>
                  <a:pt x="34" y="93"/>
                </a:lnTo>
                <a:lnTo>
                  <a:pt x="30" y="93"/>
                </a:lnTo>
                <a:lnTo>
                  <a:pt x="26" y="93"/>
                </a:lnTo>
                <a:lnTo>
                  <a:pt x="22" y="93"/>
                </a:lnTo>
                <a:lnTo>
                  <a:pt x="18" y="93"/>
                </a:lnTo>
                <a:lnTo>
                  <a:pt x="15" y="93"/>
                </a:lnTo>
                <a:lnTo>
                  <a:pt x="12" y="92"/>
                </a:lnTo>
                <a:lnTo>
                  <a:pt x="10" y="92"/>
                </a:lnTo>
                <a:lnTo>
                  <a:pt x="7" y="91"/>
                </a:lnTo>
                <a:lnTo>
                  <a:pt x="5" y="90"/>
                </a:lnTo>
                <a:lnTo>
                  <a:pt x="3" y="89"/>
                </a:lnTo>
                <a:lnTo>
                  <a:pt x="2" y="87"/>
                </a:lnTo>
                <a:lnTo>
                  <a:pt x="0" y="85"/>
                </a:lnTo>
                <a:lnTo>
                  <a:pt x="0" y="84"/>
                </a:lnTo>
              </a:path>
            </a:pathLst>
          </a:custGeom>
          <a:noFill/>
          <a:ln w="12700" cap="rnd">
            <a:solidFill>
              <a:srgbClr val="00FF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24" name="Freeform 17">
            <a:extLst>
              <a:ext uri="{FF2B5EF4-FFF2-40B4-BE49-F238E27FC236}">
                <a16:creationId xmlns:a16="http://schemas.microsoft.com/office/drawing/2014/main" id="{7D00285F-512D-487F-A775-418B26067355}"/>
              </a:ext>
            </a:extLst>
          </p:cNvPr>
          <p:cNvSpPr>
            <a:spLocks/>
          </p:cNvSpPr>
          <p:nvPr/>
        </p:nvSpPr>
        <p:spPr bwMode="auto">
          <a:xfrm>
            <a:off x="2822316" y="3955106"/>
            <a:ext cx="525205" cy="196822"/>
          </a:xfrm>
          <a:custGeom>
            <a:avLst/>
            <a:gdLst>
              <a:gd name="T0" fmla="*/ 0 w 358"/>
              <a:gd name="T1" fmla="*/ 2147483647 h 122"/>
              <a:gd name="T2" fmla="*/ 2147483647 w 358"/>
              <a:gd name="T3" fmla="*/ 2147483647 h 122"/>
              <a:gd name="T4" fmla="*/ 2147483647 w 358"/>
              <a:gd name="T5" fmla="*/ 2147483647 h 122"/>
              <a:gd name="T6" fmla="*/ 2147483647 w 358"/>
              <a:gd name="T7" fmla="*/ 2147483647 h 122"/>
              <a:gd name="T8" fmla="*/ 2147483647 w 358"/>
              <a:gd name="T9" fmla="*/ 2147483647 h 122"/>
              <a:gd name="T10" fmla="*/ 2147483647 w 358"/>
              <a:gd name="T11" fmla="*/ 2147483647 h 122"/>
              <a:gd name="T12" fmla="*/ 2147483647 w 358"/>
              <a:gd name="T13" fmla="*/ 2147483647 h 122"/>
              <a:gd name="T14" fmla="*/ 2147483647 w 358"/>
              <a:gd name="T15" fmla="*/ 2147483647 h 122"/>
              <a:gd name="T16" fmla="*/ 2147483647 w 358"/>
              <a:gd name="T17" fmla="*/ 2147483647 h 122"/>
              <a:gd name="T18" fmla="*/ 2147483647 w 358"/>
              <a:gd name="T19" fmla="*/ 2147483647 h 122"/>
              <a:gd name="T20" fmla="*/ 2147483647 w 358"/>
              <a:gd name="T21" fmla="*/ 2147483647 h 122"/>
              <a:gd name="T22" fmla="*/ 2147483647 w 358"/>
              <a:gd name="T23" fmla="*/ 2147483647 h 122"/>
              <a:gd name="T24" fmla="*/ 2147483647 w 358"/>
              <a:gd name="T25" fmla="*/ 2147483647 h 122"/>
              <a:gd name="T26" fmla="*/ 2147483647 w 358"/>
              <a:gd name="T27" fmla="*/ 2147483647 h 122"/>
              <a:gd name="T28" fmla="*/ 2147483647 w 358"/>
              <a:gd name="T29" fmla="*/ 2147483647 h 122"/>
              <a:gd name="T30" fmla="*/ 2147483647 w 358"/>
              <a:gd name="T31" fmla="*/ 2147483647 h 122"/>
              <a:gd name="T32" fmla="*/ 2147483647 w 358"/>
              <a:gd name="T33" fmla="*/ 0 h 122"/>
              <a:gd name="T34" fmla="*/ 2147483647 w 358"/>
              <a:gd name="T35" fmla="*/ 0 h 122"/>
              <a:gd name="T36" fmla="*/ 2147483647 w 358"/>
              <a:gd name="T37" fmla="*/ 2147483647 h 122"/>
              <a:gd name="T38" fmla="*/ 2147483647 w 358"/>
              <a:gd name="T39" fmla="*/ 2147483647 h 122"/>
              <a:gd name="T40" fmla="*/ 2147483647 w 358"/>
              <a:gd name="T41" fmla="*/ 2147483647 h 122"/>
              <a:gd name="T42" fmla="*/ 2147483647 w 358"/>
              <a:gd name="T43" fmla="*/ 2147483647 h 122"/>
              <a:gd name="T44" fmla="*/ 2147483647 w 358"/>
              <a:gd name="T45" fmla="*/ 2147483647 h 122"/>
              <a:gd name="T46" fmla="*/ 2147483647 w 358"/>
              <a:gd name="T47" fmla="*/ 2147483647 h 122"/>
              <a:gd name="T48" fmla="*/ 2147483647 w 358"/>
              <a:gd name="T49" fmla="*/ 2147483647 h 122"/>
              <a:gd name="T50" fmla="*/ 2147483647 w 358"/>
              <a:gd name="T51" fmla="*/ 2147483647 h 122"/>
              <a:gd name="T52" fmla="*/ 2147483647 w 358"/>
              <a:gd name="T53" fmla="*/ 2147483647 h 122"/>
              <a:gd name="T54" fmla="*/ 2147483647 w 358"/>
              <a:gd name="T55" fmla="*/ 2147483647 h 122"/>
              <a:gd name="T56" fmla="*/ 2147483647 w 358"/>
              <a:gd name="T57" fmla="*/ 2147483647 h 122"/>
              <a:gd name="T58" fmla="*/ 2147483647 w 358"/>
              <a:gd name="T59" fmla="*/ 2147483647 h 122"/>
              <a:gd name="T60" fmla="*/ 2147483647 w 358"/>
              <a:gd name="T61" fmla="*/ 2147483647 h 122"/>
              <a:gd name="T62" fmla="*/ 2147483647 w 358"/>
              <a:gd name="T63" fmla="*/ 2147483647 h 122"/>
              <a:gd name="T64" fmla="*/ 2147483647 w 358"/>
              <a:gd name="T65" fmla="*/ 2147483647 h 122"/>
              <a:gd name="T66" fmla="*/ 2147483647 w 358"/>
              <a:gd name="T67" fmla="*/ 2147483647 h 122"/>
              <a:gd name="T68" fmla="*/ 2147483647 w 358"/>
              <a:gd name="T69" fmla="*/ 2147483647 h 122"/>
              <a:gd name="T70" fmla="*/ 2147483647 w 358"/>
              <a:gd name="T71" fmla="*/ 2147483647 h 122"/>
              <a:gd name="T72" fmla="*/ 2147483647 w 358"/>
              <a:gd name="T73" fmla="*/ 2147483647 h 122"/>
              <a:gd name="T74" fmla="*/ 2147483647 w 358"/>
              <a:gd name="T75" fmla="*/ 2147483647 h 122"/>
              <a:gd name="T76" fmla="*/ 2147483647 w 358"/>
              <a:gd name="T77" fmla="*/ 2147483647 h 122"/>
              <a:gd name="T78" fmla="*/ 2147483647 w 358"/>
              <a:gd name="T79" fmla="*/ 2147483647 h 122"/>
              <a:gd name="T80" fmla="*/ 2147483647 w 358"/>
              <a:gd name="T81" fmla="*/ 2147483647 h 122"/>
              <a:gd name="T82" fmla="*/ 2147483647 w 358"/>
              <a:gd name="T83" fmla="*/ 2147483647 h 122"/>
              <a:gd name="T84" fmla="*/ 2147483647 w 358"/>
              <a:gd name="T85" fmla="*/ 2147483647 h 122"/>
              <a:gd name="T86" fmla="*/ 2147483647 w 358"/>
              <a:gd name="T87" fmla="*/ 2147483647 h 122"/>
              <a:gd name="T88" fmla="*/ 2147483647 w 358"/>
              <a:gd name="T89" fmla="*/ 2147483647 h 122"/>
              <a:gd name="T90" fmla="*/ 2147483647 w 358"/>
              <a:gd name="T91" fmla="*/ 2147483647 h 122"/>
              <a:gd name="T92" fmla="*/ 2147483647 w 358"/>
              <a:gd name="T93" fmla="*/ 2147483647 h 122"/>
              <a:gd name="T94" fmla="*/ 2147483647 w 358"/>
              <a:gd name="T95" fmla="*/ 2147483647 h 122"/>
              <a:gd name="T96" fmla="*/ 2147483647 w 358"/>
              <a:gd name="T97" fmla="*/ 2147483647 h 122"/>
              <a:gd name="T98" fmla="*/ 2147483647 w 358"/>
              <a:gd name="T99" fmla="*/ 2147483647 h 122"/>
              <a:gd name="T100" fmla="*/ 2147483647 w 358"/>
              <a:gd name="T101" fmla="*/ 2147483647 h 122"/>
              <a:gd name="T102" fmla="*/ 2147483647 w 358"/>
              <a:gd name="T103" fmla="*/ 2147483647 h 122"/>
              <a:gd name="T104" fmla="*/ 2147483647 w 358"/>
              <a:gd name="T105" fmla="*/ 2147483647 h 122"/>
              <a:gd name="T106" fmla="*/ 2147483647 w 358"/>
              <a:gd name="T107" fmla="*/ 2147483647 h 122"/>
              <a:gd name="T108" fmla="*/ 2147483647 w 358"/>
              <a:gd name="T109" fmla="*/ 2147483647 h 122"/>
              <a:gd name="T110" fmla="*/ 2147483647 w 358"/>
              <a:gd name="T111" fmla="*/ 2147483647 h 122"/>
              <a:gd name="T112" fmla="*/ 2147483647 w 358"/>
              <a:gd name="T113" fmla="*/ 2147483647 h 122"/>
              <a:gd name="T114" fmla="*/ 2147483647 w 358"/>
              <a:gd name="T115" fmla="*/ 2147483647 h 122"/>
              <a:gd name="T116" fmla="*/ 2147483647 w 358"/>
              <a:gd name="T117" fmla="*/ 2147483647 h 122"/>
              <a:gd name="T118" fmla="*/ 2147483647 w 358"/>
              <a:gd name="T119" fmla="*/ 2147483647 h 122"/>
              <a:gd name="T120" fmla="*/ 2147483647 w 358"/>
              <a:gd name="T121" fmla="*/ 2147483647 h 122"/>
              <a:gd name="T122" fmla="*/ 2147483647 w 358"/>
              <a:gd name="T123" fmla="*/ 2147483647 h 12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358"/>
              <a:gd name="T187" fmla="*/ 0 h 122"/>
              <a:gd name="T188" fmla="*/ 358 w 358"/>
              <a:gd name="T189" fmla="*/ 122 h 122"/>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358" h="122">
                <a:moveTo>
                  <a:pt x="0" y="84"/>
                </a:moveTo>
                <a:lnTo>
                  <a:pt x="0" y="79"/>
                </a:lnTo>
                <a:lnTo>
                  <a:pt x="0" y="76"/>
                </a:lnTo>
                <a:lnTo>
                  <a:pt x="1" y="74"/>
                </a:lnTo>
                <a:lnTo>
                  <a:pt x="3" y="71"/>
                </a:lnTo>
                <a:lnTo>
                  <a:pt x="4" y="69"/>
                </a:lnTo>
                <a:lnTo>
                  <a:pt x="6" y="67"/>
                </a:lnTo>
                <a:lnTo>
                  <a:pt x="9" y="65"/>
                </a:lnTo>
                <a:lnTo>
                  <a:pt x="11" y="63"/>
                </a:lnTo>
                <a:lnTo>
                  <a:pt x="15" y="61"/>
                </a:lnTo>
                <a:lnTo>
                  <a:pt x="18" y="59"/>
                </a:lnTo>
                <a:lnTo>
                  <a:pt x="21" y="57"/>
                </a:lnTo>
                <a:lnTo>
                  <a:pt x="25" y="55"/>
                </a:lnTo>
                <a:lnTo>
                  <a:pt x="30" y="53"/>
                </a:lnTo>
                <a:lnTo>
                  <a:pt x="34" y="51"/>
                </a:lnTo>
                <a:lnTo>
                  <a:pt x="39" y="49"/>
                </a:lnTo>
                <a:lnTo>
                  <a:pt x="44" y="47"/>
                </a:lnTo>
                <a:lnTo>
                  <a:pt x="49" y="46"/>
                </a:lnTo>
                <a:lnTo>
                  <a:pt x="54" y="44"/>
                </a:lnTo>
                <a:lnTo>
                  <a:pt x="60" y="42"/>
                </a:lnTo>
                <a:lnTo>
                  <a:pt x="65" y="41"/>
                </a:lnTo>
                <a:lnTo>
                  <a:pt x="71" y="39"/>
                </a:lnTo>
                <a:lnTo>
                  <a:pt x="77" y="37"/>
                </a:lnTo>
                <a:lnTo>
                  <a:pt x="83" y="36"/>
                </a:lnTo>
                <a:lnTo>
                  <a:pt x="90" y="34"/>
                </a:lnTo>
                <a:lnTo>
                  <a:pt x="96" y="33"/>
                </a:lnTo>
                <a:lnTo>
                  <a:pt x="103" y="31"/>
                </a:lnTo>
                <a:lnTo>
                  <a:pt x="109" y="29"/>
                </a:lnTo>
                <a:lnTo>
                  <a:pt x="115" y="27"/>
                </a:lnTo>
                <a:lnTo>
                  <a:pt x="122" y="26"/>
                </a:lnTo>
                <a:lnTo>
                  <a:pt x="129" y="24"/>
                </a:lnTo>
                <a:lnTo>
                  <a:pt x="135" y="23"/>
                </a:lnTo>
                <a:lnTo>
                  <a:pt x="148" y="19"/>
                </a:lnTo>
                <a:lnTo>
                  <a:pt x="153" y="17"/>
                </a:lnTo>
                <a:lnTo>
                  <a:pt x="159" y="16"/>
                </a:lnTo>
                <a:lnTo>
                  <a:pt x="164" y="14"/>
                </a:lnTo>
                <a:lnTo>
                  <a:pt x="169" y="13"/>
                </a:lnTo>
                <a:lnTo>
                  <a:pt x="174" y="11"/>
                </a:lnTo>
                <a:lnTo>
                  <a:pt x="179" y="10"/>
                </a:lnTo>
                <a:lnTo>
                  <a:pt x="183" y="8"/>
                </a:lnTo>
                <a:lnTo>
                  <a:pt x="187" y="7"/>
                </a:lnTo>
                <a:lnTo>
                  <a:pt x="192" y="6"/>
                </a:lnTo>
                <a:lnTo>
                  <a:pt x="196" y="5"/>
                </a:lnTo>
                <a:lnTo>
                  <a:pt x="199" y="4"/>
                </a:lnTo>
                <a:lnTo>
                  <a:pt x="203" y="3"/>
                </a:lnTo>
                <a:lnTo>
                  <a:pt x="207" y="2"/>
                </a:lnTo>
                <a:lnTo>
                  <a:pt x="211" y="1"/>
                </a:lnTo>
                <a:lnTo>
                  <a:pt x="215" y="1"/>
                </a:lnTo>
                <a:lnTo>
                  <a:pt x="219" y="0"/>
                </a:lnTo>
                <a:lnTo>
                  <a:pt x="222" y="0"/>
                </a:lnTo>
                <a:lnTo>
                  <a:pt x="226" y="0"/>
                </a:lnTo>
                <a:lnTo>
                  <a:pt x="230" y="0"/>
                </a:lnTo>
                <a:lnTo>
                  <a:pt x="234" y="0"/>
                </a:lnTo>
                <a:lnTo>
                  <a:pt x="238" y="0"/>
                </a:lnTo>
                <a:lnTo>
                  <a:pt x="242" y="1"/>
                </a:lnTo>
                <a:lnTo>
                  <a:pt x="247" y="1"/>
                </a:lnTo>
                <a:lnTo>
                  <a:pt x="251" y="2"/>
                </a:lnTo>
                <a:lnTo>
                  <a:pt x="256" y="3"/>
                </a:lnTo>
                <a:lnTo>
                  <a:pt x="261" y="4"/>
                </a:lnTo>
                <a:lnTo>
                  <a:pt x="266" y="5"/>
                </a:lnTo>
                <a:lnTo>
                  <a:pt x="271" y="7"/>
                </a:lnTo>
                <a:lnTo>
                  <a:pt x="277" y="8"/>
                </a:lnTo>
                <a:lnTo>
                  <a:pt x="283" y="10"/>
                </a:lnTo>
                <a:lnTo>
                  <a:pt x="291" y="13"/>
                </a:lnTo>
                <a:lnTo>
                  <a:pt x="295" y="14"/>
                </a:lnTo>
                <a:lnTo>
                  <a:pt x="298" y="15"/>
                </a:lnTo>
                <a:lnTo>
                  <a:pt x="302" y="17"/>
                </a:lnTo>
                <a:lnTo>
                  <a:pt x="306" y="19"/>
                </a:lnTo>
                <a:lnTo>
                  <a:pt x="309" y="20"/>
                </a:lnTo>
                <a:lnTo>
                  <a:pt x="313" y="22"/>
                </a:lnTo>
                <a:lnTo>
                  <a:pt x="316" y="24"/>
                </a:lnTo>
                <a:lnTo>
                  <a:pt x="319" y="25"/>
                </a:lnTo>
                <a:lnTo>
                  <a:pt x="323" y="27"/>
                </a:lnTo>
                <a:lnTo>
                  <a:pt x="326" y="29"/>
                </a:lnTo>
                <a:lnTo>
                  <a:pt x="329" y="31"/>
                </a:lnTo>
                <a:lnTo>
                  <a:pt x="332" y="33"/>
                </a:lnTo>
                <a:lnTo>
                  <a:pt x="334" y="35"/>
                </a:lnTo>
                <a:lnTo>
                  <a:pt x="337" y="37"/>
                </a:lnTo>
                <a:lnTo>
                  <a:pt x="339" y="39"/>
                </a:lnTo>
                <a:lnTo>
                  <a:pt x="342" y="41"/>
                </a:lnTo>
                <a:lnTo>
                  <a:pt x="344" y="43"/>
                </a:lnTo>
                <a:lnTo>
                  <a:pt x="346" y="45"/>
                </a:lnTo>
                <a:lnTo>
                  <a:pt x="348" y="47"/>
                </a:lnTo>
                <a:lnTo>
                  <a:pt x="350" y="49"/>
                </a:lnTo>
                <a:lnTo>
                  <a:pt x="351" y="51"/>
                </a:lnTo>
                <a:lnTo>
                  <a:pt x="353" y="53"/>
                </a:lnTo>
                <a:lnTo>
                  <a:pt x="354" y="56"/>
                </a:lnTo>
                <a:lnTo>
                  <a:pt x="355" y="58"/>
                </a:lnTo>
                <a:lnTo>
                  <a:pt x="355" y="60"/>
                </a:lnTo>
                <a:lnTo>
                  <a:pt x="356" y="63"/>
                </a:lnTo>
                <a:lnTo>
                  <a:pt x="357" y="65"/>
                </a:lnTo>
                <a:lnTo>
                  <a:pt x="357" y="67"/>
                </a:lnTo>
                <a:lnTo>
                  <a:pt x="357" y="69"/>
                </a:lnTo>
                <a:lnTo>
                  <a:pt x="357" y="72"/>
                </a:lnTo>
                <a:lnTo>
                  <a:pt x="355" y="78"/>
                </a:lnTo>
                <a:lnTo>
                  <a:pt x="354" y="81"/>
                </a:lnTo>
                <a:lnTo>
                  <a:pt x="352" y="83"/>
                </a:lnTo>
                <a:lnTo>
                  <a:pt x="351" y="86"/>
                </a:lnTo>
                <a:lnTo>
                  <a:pt x="349" y="88"/>
                </a:lnTo>
                <a:lnTo>
                  <a:pt x="346" y="91"/>
                </a:lnTo>
                <a:lnTo>
                  <a:pt x="344" y="93"/>
                </a:lnTo>
                <a:lnTo>
                  <a:pt x="341" y="95"/>
                </a:lnTo>
                <a:lnTo>
                  <a:pt x="338" y="97"/>
                </a:lnTo>
                <a:lnTo>
                  <a:pt x="335" y="99"/>
                </a:lnTo>
                <a:lnTo>
                  <a:pt x="332" y="101"/>
                </a:lnTo>
                <a:lnTo>
                  <a:pt x="328" y="103"/>
                </a:lnTo>
                <a:lnTo>
                  <a:pt x="325" y="105"/>
                </a:lnTo>
                <a:lnTo>
                  <a:pt x="321" y="106"/>
                </a:lnTo>
                <a:lnTo>
                  <a:pt x="317" y="108"/>
                </a:lnTo>
                <a:lnTo>
                  <a:pt x="312" y="109"/>
                </a:lnTo>
                <a:lnTo>
                  <a:pt x="308" y="111"/>
                </a:lnTo>
                <a:lnTo>
                  <a:pt x="303" y="112"/>
                </a:lnTo>
                <a:lnTo>
                  <a:pt x="299" y="113"/>
                </a:lnTo>
                <a:lnTo>
                  <a:pt x="294" y="114"/>
                </a:lnTo>
                <a:lnTo>
                  <a:pt x="289" y="115"/>
                </a:lnTo>
                <a:lnTo>
                  <a:pt x="283" y="116"/>
                </a:lnTo>
                <a:lnTo>
                  <a:pt x="278" y="117"/>
                </a:lnTo>
                <a:lnTo>
                  <a:pt x="273" y="117"/>
                </a:lnTo>
                <a:lnTo>
                  <a:pt x="268" y="118"/>
                </a:lnTo>
                <a:lnTo>
                  <a:pt x="262" y="119"/>
                </a:lnTo>
                <a:lnTo>
                  <a:pt x="257" y="119"/>
                </a:lnTo>
                <a:lnTo>
                  <a:pt x="251" y="120"/>
                </a:lnTo>
                <a:lnTo>
                  <a:pt x="245" y="120"/>
                </a:lnTo>
                <a:lnTo>
                  <a:pt x="239" y="121"/>
                </a:lnTo>
                <a:lnTo>
                  <a:pt x="234" y="121"/>
                </a:lnTo>
                <a:lnTo>
                  <a:pt x="223" y="121"/>
                </a:lnTo>
                <a:lnTo>
                  <a:pt x="217" y="121"/>
                </a:lnTo>
                <a:lnTo>
                  <a:pt x="212" y="120"/>
                </a:lnTo>
                <a:lnTo>
                  <a:pt x="207" y="120"/>
                </a:lnTo>
                <a:lnTo>
                  <a:pt x="203" y="119"/>
                </a:lnTo>
                <a:lnTo>
                  <a:pt x="198" y="119"/>
                </a:lnTo>
                <a:lnTo>
                  <a:pt x="193" y="117"/>
                </a:lnTo>
                <a:lnTo>
                  <a:pt x="189" y="117"/>
                </a:lnTo>
                <a:lnTo>
                  <a:pt x="185" y="115"/>
                </a:lnTo>
                <a:lnTo>
                  <a:pt x="180" y="114"/>
                </a:lnTo>
                <a:lnTo>
                  <a:pt x="176" y="113"/>
                </a:lnTo>
                <a:lnTo>
                  <a:pt x="172" y="111"/>
                </a:lnTo>
                <a:lnTo>
                  <a:pt x="169" y="110"/>
                </a:lnTo>
                <a:lnTo>
                  <a:pt x="165" y="109"/>
                </a:lnTo>
                <a:lnTo>
                  <a:pt x="161" y="107"/>
                </a:lnTo>
                <a:lnTo>
                  <a:pt x="157" y="105"/>
                </a:lnTo>
                <a:lnTo>
                  <a:pt x="154" y="104"/>
                </a:lnTo>
                <a:lnTo>
                  <a:pt x="151" y="102"/>
                </a:lnTo>
                <a:lnTo>
                  <a:pt x="147" y="101"/>
                </a:lnTo>
                <a:lnTo>
                  <a:pt x="144" y="99"/>
                </a:lnTo>
                <a:lnTo>
                  <a:pt x="141" y="97"/>
                </a:lnTo>
                <a:lnTo>
                  <a:pt x="137" y="95"/>
                </a:lnTo>
                <a:lnTo>
                  <a:pt x="135" y="94"/>
                </a:lnTo>
                <a:lnTo>
                  <a:pt x="131" y="93"/>
                </a:lnTo>
                <a:lnTo>
                  <a:pt x="128" y="91"/>
                </a:lnTo>
                <a:lnTo>
                  <a:pt x="125" y="90"/>
                </a:lnTo>
                <a:lnTo>
                  <a:pt x="123" y="88"/>
                </a:lnTo>
                <a:lnTo>
                  <a:pt x="119" y="87"/>
                </a:lnTo>
                <a:lnTo>
                  <a:pt x="117" y="86"/>
                </a:lnTo>
                <a:lnTo>
                  <a:pt x="114" y="85"/>
                </a:lnTo>
                <a:lnTo>
                  <a:pt x="111" y="84"/>
                </a:lnTo>
                <a:lnTo>
                  <a:pt x="105" y="84"/>
                </a:lnTo>
                <a:lnTo>
                  <a:pt x="102" y="85"/>
                </a:lnTo>
                <a:lnTo>
                  <a:pt x="98" y="85"/>
                </a:lnTo>
                <a:lnTo>
                  <a:pt x="95" y="85"/>
                </a:lnTo>
                <a:lnTo>
                  <a:pt x="91" y="86"/>
                </a:lnTo>
                <a:lnTo>
                  <a:pt x="87" y="86"/>
                </a:lnTo>
                <a:lnTo>
                  <a:pt x="83" y="87"/>
                </a:lnTo>
                <a:lnTo>
                  <a:pt x="78" y="87"/>
                </a:lnTo>
                <a:lnTo>
                  <a:pt x="74" y="88"/>
                </a:lnTo>
                <a:lnTo>
                  <a:pt x="69" y="89"/>
                </a:lnTo>
                <a:lnTo>
                  <a:pt x="65" y="89"/>
                </a:lnTo>
                <a:lnTo>
                  <a:pt x="60" y="90"/>
                </a:lnTo>
                <a:lnTo>
                  <a:pt x="56" y="91"/>
                </a:lnTo>
                <a:lnTo>
                  <a:pt x="51" y="91"/>
                </a:lnTo>
                <a:lnTo>
                  <a:pt x="47" y="92"/>
                </a:lnTo>
                <a:lnTo>
                  <a:pt x="43" y="92"/>
                </a:lnTo>
                <a:lnTo>
                  <a:pt x="38" y="93"/>
                </a:lnTo>
                <a:lnTo>
                  <a:pt x="34" y="93"/>
                </a:lnTo>
                <a:lnTo>
                  <a:pt x="30" y="93"/>
                </a:lnTo>
                <a:lnTo>
                  <a:pt x="26" y="93"/>
                </a:lnTo>
                <a:lnTo>
                  <a:pt x="22" y="93"/>
                </a:lnTo>
                <a:lnTo>
                  <a:pt x="19" y="93"/>
                </a:lnTo>
                <a:lnTo>
                  <a:pt x="15" y="93"/>
                </a:lnTo>
                <a:lnTo>
                  <a:pt x="12" y="93"/>
                </a:lnTo>
                <a:lnTo>
                  <a:pt x="10" y="92"/>
                </a:lnTo>
                <a:lnTo>
                  <a:pt x="7" y="91"/>
                </a:lnTo>
                <a:lnTo>
                  <a:pt x="5" y="90"/>
                </a:lnTo>
                <a:lnTo>
                  <a:pt x="3" y="89"/>
                </a:lnTo>
                <a:lnTo>
                  <a:pt x="2" y="87"/>
                </a:lnTo>
                <a:lnTo>
                  <a:pt x="1" y="86"/>
                </a:lnTo>
                <a:lnTo>
                  <a:pt x="0" y="84"/>
                </a:lnTo>
              </a:path>
            </a:pathLst>
          </a:custGeom>
          <a:noFill/>
          <a:ln w="12700" cap="rnd">
            <a:solidFill>
              <a:srgbClr val="00FF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25" name="Freeform 18">
            <a:extLst>
              <a:ext uri="{FF2B5EF4-FFF2-40B4-BE49-F238E27FC236}">
                <a16:creationId xmlns:a16="http://schemas.microsoft.com/office/drawing/2014/main" id="{9B1BCFF0-48E8-4C03-8621-CEAAED8270E6}"/>
              </a:ext>
            </a:extLst>
          </p:cNvPr>
          <p:cNvSpPr>
            <a:spLocks/>
          </p:cNvSpPr>
          <p:nvPr/>
        </p:nvSpPr>
        <p:spPr bwMode="auto">
          <a:xfrm>
            <a:off x="2786599" y="4810769"/>
            <a:ext cx="525205" cy="196822"/>
          </a:xfrm>
          <a:custGeom>
            <a:avLst/>
            <a:gdLst>
              <a:gd name="T0" fmla="*/ 2147483647 w 358"/>
              <a:gd name="T1" fmla="*/ 2147483647 h 122"/>
              <a:gd name="T2" fmla="*/ 2147483647 w 358"/>
              <a:gd name="T3" fmla="*/ 2147483647 h 122"/>
              <a:gd name="T4" fmla="*/ 2147483647 w 358"/>
              <a:gd name="T5" fmla="*/ 2147483647 h 122"/>
              <a:gd name="T6" fmla="*/ 2147483647 w 358"/>
              <a:gd name="T7" fmla="*/ 2147483647 h 122"/>
              <a:gd name="T8" fmla="*/ 2147483647 w 358"/>
              <a:gd name="T9" fmla="*/ 2147483647 h 122"/>
              <a:gd name="T10" fmla="*/ 2147483647 w 358"/>
              <a:gd name="T11" fmla="*/ 2147483647 h 122"/>
              <a:gd name="T12" fmla="*/ 2147483647 w 358"/>
              <a:gd name="T13" fmla="*/ 2147483647 h 122"/>
              <a:gd name="T14" fmla="*/ 2147483647 w 358"/>
              <a:gd name="T15" fmla="*/ 2147483647 h 122"/>
              <a:gd name="T16" fmla="*/ 2147483647 w 358"/>
              <a:gd name="T17" fmla="*/ 2147483647 h 122"/>
              <a:gd name="T18" fmla="*/ 2147483647 w 358"/>
              <a:gd name="T19" fmla="*/ 2147483647 h 122"/>
              <a:gd name="T20" fmla="*/ 2147483647 w 358"/>
              <a:gd name="T21" fmla="*/ 2147483647 h 122"/>
              <a:gd name="T22" fmla="*/ 2147483647 w 358"/>
              <a:gd name="T23" fmla="*/ 2147483647 h 122"/>
              <a:gd name="T24" fmla="*/ 2147483647 w 358"/>
              <a:gd name="T25" fmla="*/ 2147483647 h 122"/>
              <a:gd name="T26" fmla="*/ 2147483647 w 358"/>
              <a:gd name="T27" fmla="*/ 2147483647 h 122"/>
              <a:gd name="T28" fmla="*/ 2147483647 w 358"/>
              <a:gd name="T29" fmla="*/ 2147483647 h 122"/>
              <a:gd name="T30" fmla="*/ 2147483647 w 358"/>
              <a:gd name="T31" fmla="*/ 2147483647 h 122"/>
              <a:gd name="T32" fmla="*/ 2147483647 w 358"/>
              <a:gd name="T33" fmla="*/ 0 h 122"/>
              <a:gd name="T34" fmla="*/ 2147483647 w 358"/>
              <a:gd name="T35" fmla="*/ 0 h 122"/>
              <a:gd name="T36" fmla="*/ 2147483647 w 358"/>
              <a:gd name="T37" fmla="*/ 2147483647 h 122"/>
              <a:gd name="T38" fmla="*/ 2147483647 w 358"/>
              <a:gd name="T39" fmla="*/ 2147483647 h 122"/>
              <a:gd name="T40" fmla="*/ 2147483647 w 358"/>
              <a:gd name="T41" fmla="*/ 2147483647 h 122"/>
              <a:gd name="T42" fmla="*/ 2147483647 w 358"/>
              <a:gd name="T43" fmla="*/ 2147483647 h 122"/>
              <a:gd name="T44" fmla="*/ 2147483647 w 358"/>
              <a:gd name="T45" fmla="*/ 2147483647 h 122"/>
              <a:gd name="T46" fmla="*/ 2147483647 w 358"/>
              <a:gd name="T47" fmla="*/ 2147483647 h 122"/>
              <a:gd name="T48" fmla="*/ 2147483647 w 358"/>
              <a:gd name="T49" fmla="*/ 2147483647 h 122"/>
              <a:gd name="T50" fmla="*/ 2147483647 w 358"/>
              <a:gd name="T51" fmla="*/ 2147483647 h 122"/>
              <a:gd name="T52" fmla="*/ 2147483647 w 358"/>
              <a:gd name="T53" fmla="*/ 2147483647 h 122"/>
              <a:gd name="T54" fmla="*/ 2147483647 w 358"/>
              <a:gd name="T55" fmla="*/ 2147483647 h 122"/>
              <a:gd name="T56" fmla="*/ 2147483647 w 358"/>
              <a:gd name="T57" fmla="*/ 2147483647 h 122"/>
              <a:gd name="T58" fmla="*/ 2147483647 w 358"/>
              <a:gd name="T59" fmla="*/ 2147483647 h 122"/>
              <a:gd name="T60" fmla="*/ 2147483647 w 358"/>
              <a:gd name="T61" fmla="*/ 2147483647 h 122"/>
              <a:gd name="T62" fmla="*/ 2147483647 w 358"/>
              <a:gd name="T63" fmla="*/ 2147483647 h 122"/>
              <a:gd name="T64" fmla="*/ 2147483647 w 358"/>
              <a:gd name="T65" fmla="*/ 2147483647 h 122"/>
              <a:gd name="T66" fmla="*/ 2147483647 w 358"/>
              <a:gd name="T67" fmla="*/ 2147483647 h 122"/>
              <a:gd name="T68" fmla="*/ 2147483647 w 358"/>
              <a:gd name="T69" fmla="*/ 2147483647 h 122"/>
              <a:gd name="T70" fmla="*/ 2147483647 w 358"/>
              <a:gd name="T71" fmla="*/ 2147483647 h 122"/>
              <a:gd name="T72" fmla="*/ 2147483647 w 358"/>
              <a:gd name="T73" fmla="*/ 2147483647 h 122"/>
              <a:gd name="T74" fmla="*/ 2147483647 w 358"/>
              <a:gd name="T75" fmla="*/ 2147483647 h 122"/>
              <a:gd name="T76" fmla="*/ 2147483647 w 358"/>
              <a:gd name="T77" fmla="*/ 2147483647 h 122"/>
              <a:gd name="T78" fmla="*/ 2147483647 w 358"/>
              <a:gd name="T79" fmla="*/ 2147483647 h 122"/>
              <a:gd name="T80" fmla="*/ 2147483647 w 358"/>
              <a:gd name="T81" fmla="*/ 2147483647 h 122"/>
              <a:gd name="T82" fmla="*/ 2147483647 w 358"/>
              <a:gd name="T83" fmla="*/ 2147483647 h 122"/>
              <a:gd name="T84" fmla="*/ 2147483647 w 358"/>
              <a:gd name="T85" fmla="*/ 2147483647 h 122"/>
              <a:gd name="T86" fmla="*/ 2147483647 w 358"/>
              <a:gd name="T87" fmla="*/ 2147483647 h 122"/>
              <a:gd name="T88" fmla="*/ 2147483647 w 358"/>
              <a:gd name="T89" fmla="*/ 2147483647 h 122"/>
              <a:gd name="T90" fmla="*/ 2147483647 w 358"/>
              <a:gd name="T91" fmla="*/ 2147483647 h 122"/>
              <a:gd name="T92" fmla="*/ 2147483647 w 358"/>
              <a:gd name="T93" fmla="*/ 2147483647 h 122"/>
              <a:gd name="T94" fmla="*/ 2147483647 w 358"/>
              <a:gd name="T95" fmla="*/ 2147483647 h 122"/>
              <a:gd name="T96" fmla="*/ 2147483647 w 358"/>
              <a:gd name="T97" fmla="*/ 2147483647 h 122"/>
              <a:gd name="T98" fmla="*/ 2147483647 w 358"/>
              <a:gd name="T99" fmla="*/ 2147483647 h 122"/>
              <a:gd name="T100" fmla="*/ 2147483647 w 358"/>
              <a:gd name="T101" fmla="*/ 2147483647 h 122"/>
              <a:gd name="T102" fmla="*/ 2147483647 w 358"/>
              <a:gd name="T103" fmla="*/ 2147483647 h 122"/>
              <a:gd name="T104" fmla="*/ 2147483647 w 358"/>
              <a:gd name="T105" fmla="*/ 2147483647 h 122"/>
              <a:gd name="T106" fmla="*/ 2147483647 w 358"/>
              <a:gd name="T107" fmla="*/ 2147483647 h 122"/>
              <a:gd name="T108" fmla="*/ 2147483647 w 358"/>
              <a:gd name="T109" fmla="*/ 2147483647 h 122"/>
              <a:gd name="T110" fmla="*/ 2147483647 w 358"/>
              <a:gd name="T111" fmla="*/ 2147483647 h 122"/>
              <a:gd name="T112" fmla="*/ 2147483647 w 358"/>
              <a:gd name="T113" fmla="*/ 2147483647 h 122"/>
              <a:gd name="T114" fmla="*/ 2147483647 w 358"/>
              <a:gd name="T115" fmla="*/ 2147483647 h 122"/>
              <a:gd name="T116" fmla="*/ 2147483647 w 358"/>
              <a:gd name="T117" fmla="*/ 2147483647 h 122"/>
              <a:gd name="T118" fmla="*/ 2147483647 w 358"/>
              <a:gd name="T119" fmla="*/ 2147483647 h 122"/>
              <a:gd name="T120" fmla="*/ 2147483647 w 358"/>
              <a:gd name="T121" fmla="*/ 2147483647 h 122"/>
              <a:gd name="T122" fmla="*/ 2147483647 w 358"/>
              <a:gd name="T123" fmla="*/ 2147483647 h 12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358"/>
              <a:gd name="T187" fmla="*/ 0 h 122"/>
              <a:gd name="T188" fmla="*/ 358 w 358"/>
              <a:gd name="T189" fmla="*/ 122 h 122"/>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358" h="122">
                <a:moveTo>
                  <a:pt x="1" y="84"/>
                </a:moveTo>
                <a:lnTo>
                  <a:pt x="0" y="79"/>
                </a:lnTo>
                <a:lnTo>
                  <a:pt x="1" y="76"/>
                </a:lnTo>
                <a:lnTo>
                  <a:pt x="1" y="74"/>
                </a:lnTo>
                <a:lnTo>
                  <a:pt x="3" y="72"/>
                </a:lnTo>
                <a:lnTo>
                  <a:pt x="4" y="69"/>
                </a:lnTo>
                <a:lnTo>
                  <a:pt x="7" y="67"/>
                </a:lnTo>
                <a:lnTo>
                  <a:pt x="9" y="65"/>
                </a:lnTo>
                <a:lnTo>
                  <a:pt x="11" y="63"/>
                </a:lnTo>
                <a:lnTo>
                  <a:pt x="15" y="61"/>
                </a:lnTo>
                <a:lnTo>
                  <a:pt x="18" y="59"/>
                </a:lnTo>
                <a:lnTo>
                  <a:pt x="22" y="57"/>
                </a:lnTo>
                <a:lnTo>
                  <a:pt x="25" y="55"/>
                </a:lnTo>
                <a:lnTo>
                  <a:pt x="30" y="53"/>
                </a:lnTo>
                <a:lnTo>
                  <a:pt x="34" y="51"/>
                </a:lnTo>
                <a:lnTo>
                  <a:pt x="39" y="50"/>
                </a:lnTo>
                <a:lnTo>
                  <a:pt x="44" y="48"/>
                </a:lnTo>
                <a:lnTo>
                  <a:pt x="49" y="46"/>
                </a:lnTo>
                <a:lnTo>
                  <a:pt x="55" y="44"/>
                </a:lnTo>
                <a:lnTo>
                  <a:pt x="60" y="42"/>
                </a:lnTo>
                <a:lnTo>
                  <a:pt x="66" y="41"/>
                </a:lnTo>
                <a:lnTo>
                  <a:pt x="71" y="39"/>
                </a:lnTo>
                <a:lnTo>
                  <a:pt x="77" y="38"/>
                </a:lnTo>
                <a:lnTo>
                  <a:pt x="84" y="36"/>
                </a:lnTo>
                <a:lnTo>
                  <a:pt x="90" y="34"/>
                </a:lnTo>
                <a:lnTo>
                  <a:pt x="96" y="32"/>
                </a:lnTo>
                <a:lnTo>
                  <a:pt x="103" y="31"/>
                </a:lnTo>
                <a:lnTo>
                  <a:pt x="109" y="29"/>
                </a:lnTo>
                <a:lnTo>
                  <a:pt x="116" y="27"/>
                </a:lnTo>
                <a:lnTo>
                  <a:pt x="122" y="26"/>
                </a:lnTo>
                <a:lnTo>
                  <a:pt x="129" y="24"/>
                </a:lnTo>
                <a:lnTo>
                  <a:pt x="136" y="22"/>
                </a:lnTo>
                <a:lnTo>
                  <a:pt x="148" y="19"/>
                </a:lnTo>
                <a:lnTo>
                  <a:pt x="154" y="17"/>
                </a:lnTo>
                <a:lnTo>
                  <a:pt x="159" y="16"/>
                </a:lnTo>
                <a:lnTo>
                  <a:pt x="165" y="14"/>
                </a:lnTo>
                <a:lnTo>
                  <a:pt x="170" y="12"/>
                </a:lnTo>
                <a:lnTo>
                  <a:pt x="175" y="11"/>
                </a:lnTo>
                <a:lnTo>
                  <a:pt x="179" y="10"/>
                </a:lnTo>
                <a:lnTo>
                  <a:pt x="183" y="8"/>
                </a:lnTo>
                <a:lnTo>
                  <a:pt x="188" y="7"/>
                </a:lnTo>
                <a:lnTo>
                  <a:pt x="192" y="6"/>
                </a:lnTo>
                <a:lnTo>
                  <a:pt x="196" y="5"/>
                </a:lnTo>
                <a:lnTo>
                  <a:pt x="200" y="4"/>
                </a:lnTo>
                <a:lnTo>
                  <a:pt x="204" y="3"/>
                </a:lnTo>
                <a:lnTo>
                  <a:pt x="207" y="2"/>
                </a:lnTo>
                <a:lnTo>
                  <a:pt x="211" y="2"/>
                </a:lnTo>
                <a:lnTo>
                  <a:pt x="215" y="1"/>
                </a:lnTo>
                <a:lnTo>
                  <a:pt x="219" y="0"/>
                </a:lnTo>
                <a:lnTo>
                  <a:pt x="222" y="0"/>
                </a:lnTo>
                <a:lnTo>
                  <a:pt x="226" y="0"/>
                </a:lnTo>
                <a:lnTo>
                  <a:pt x="230" y="0"/>
                </a:lnTo>
                <a:lnTo>
                  <a:pt x="234" y="0"/>
                </a:lnTo>
                <a:lnTo>
                  <a:pt x="238" y="0"/>
                </a:lnTo>
                <a:lnTo>
                  <a:pt x="242" y="0"/>
                </a:lnTo>
                <a:lnTo>
                  <a:pt x="247" y="1"/>
                </a:lnTo>
                <a:lnTo>
                  <a:pt x="251" y="2"/>
                </a:lnTo>
                <a:lnTo>
                  <a:pt x="256" y="3"/>
                </a:lnTo>
                <a:lnTo>
                  <a:pt x="261" y="4"/>
                </a:lnTo>
                <a:lnTo>
                  <a:pt x="266" y="5"/>
                </a:lnTo>
                <a:lnTo>
                  <a:pt x="271" y="6"/>
                </a:lnTo>
                <a:lnTo>
                  <a:pt x="277" y="8"/>
                </a:lnTo>
                <a:lnTo>
                  <a:pt x="283" y="10"/>
                </a:lnTo>
                <a:lnTo>
                  <a:pt x="291" y="12"/>
                </a:lnTo>
                <a:lnTo>
                  <a:pt x="295" y="14"/>
                </a:lnTo>
                <a:lnTo>
                  <a:pt x="299" y="15"/>
                </a:lnTo>
                <a:lnTo>
                  <a:pt x="302" y="17"/>
                </a:lnTo>
                <a:lnTo>
                  <a:pt x="306" y="18"/>
                </a:lnTo>
                <a:lnTo>
                  <a:pt x="309" y="20"/>
                </a:lnTo>
                <a:lnTo>
                  <a:pt x="313" y="22"/>
                </a:lnTo>
                <a:lnTo>
                  <a:pt x="316" y="24"/>
                </a:lnTo>
                <a:lnTo>
                  <a:pt x="319" y="25"/>
                </a:lnTo>
                <a:lnTo>
                  <a:pt x="323" y="27"/>
                </a:lnTo>
                <a:lnTo>
                  <a:pt x="326" y="29"/>
                </a:lnTo>
                <a:lnTo>
                  <a:pt x="329" y="31"/>
                </a:lnTo>
                <a:lnTo>
                  <a:pt x="332" y="33"/>
                </a:lnTo>
                <a:lnTo>
                  <a:pt x="335" y="35"/>
                </a:lnTo>
                <a:lnTo>
                  <a:pt x="337" y="37"/>
                </a:lnTo>
                <a:lnTo>
                  <a:pt x="339" y="39"/>
                </a:lnTo>
                <a:lnTo>
                  <a:pt x="342" y="41"/>
                </a:lnTo>
                <a:lnTo>
                  <a:pt x="344" y="43"/>
                </a:lnTo>
                <a:lnTo>
                  <a:pt x="346" y="45"/>
                </a:lnTo>
                <a:lnTo>
                  <a:pt x="348" y="47"/>
                </a:lnTo>
                <a:lnTo>
                  <a:pt x="350" y="49"/>
                </a:lnTo>
                <a:lnTo>
                  <a:pt x="351" y="51"/>
                </a:lnTo>
                <a:lnTo>
                  <a:pt x="353" y="54"/>
                </a:lnTo>
                <a:lnTo>
                  <a:pt x="354" y="56"/>
                </a:lnTo>
                <a:lnTo>
                  <a:pt x="355" y="58"/>
                </a:lnTo>
                <a:lnTo>
                  <a:pt x="356" y="60"/>
                </a:lnTo>
                <a:lnTo>
                  <a:pt x="356" y="62"/>
                </a:lnTo>
                <a:lnTo>
                  <a:pt x="357" y="65"/>
                </a:lnTo>
                <a:lnTo>
                  <a:pt x="357" y="67"/>
                </a:lnTo>
                <a:lnTo>
                  <a:pt x="357" y="69"/>
                </a:lnTo>
                <a:lnTo>
                  <a:pt x="357" y="72"/>
                </a:lnTo>
                <a:lnTo>
                  <a:pt x="355" y="78"/>
                </a:lnTo>
                <a:lnTo>
                  <a:pt x="354" y="80"/>
                </a:lnTo>
                <a:lnTo>
                  <a:pt x="353" y="83"/>
                </a:lnTo>
                <a:lnTo>
                  <a:pt x="351" y="86"/>
                </a:lnTo>
                <a:lnTo>
                  <a:pt x="349" y="88"/>
                </a:lnTo>
                <a:lnTo>
                  <a:pt x="347" y="91"/>
                </a:lnTo>
                <a:lnTo>
                  <a:pt x="344" y="93"/>
                </a:lnTo>
                <a:lnTo>
                  <a:pt x="341" y="95"/>
                </a:lnTo>
                <a:lnTo>
                  <a:pt x="338" y="97"/>
                </a:lnTo>
                <a:lnTo>
                  <a:pt x="335" y="99"/>
                </a:lnTo>
                <a:lnTo>
                  <a:pt x="332" y="101"/>
                </a:lnTo>
                <a:lnTo>
                  <a:pt x="328" y="103"/>
                </a:lnTo>
                <a:lnTo>
                  <a:pt x="325" y="105"/>
                </a:lnTo>
                <a:lnTo>
                  <a:pt x="321" y="106"/>
                </a:lnTo>
                <a:lnTo>
                  <a:pt x="317" y="108"/>
                </a:lnTo>
                <a:lnTo>
                  <a:pt x="313" y="109"/>
                </a:lnTo>
                <a:lnTo>
                  <a:pt x="308" y="110"/>
                </a:lnTo>
                <a:lnTo>
                  <a:pt x="303" y="112"/>
                </a:lnTo>
                <a:lnTo>
                  <a:pt x="299" y="113"/>
                </a:lnTo>
                <a:lnTo>
                  <a:pt x="294" y="114"/>
                </a:lnTo>
                <a:lnTo>
                  <a:pt x="289" y="115"/>
                </a:lnTo>
                <a:lnTo>
                  <a:pt x="284" y="116"/>
                </a:lnTo>
                <a:lnTo>
                  <a:pt x="279" y="117"/>
                </a:lnTo>
                <a:lnTo>
                  <a:pt x="273" y="117"/>
                </a:lnTo>
                <a:lnTo>
                  <a:pt x="268" y="118"/>
                </a:lnTo>
                <a:lnTo>
                  <a:pt x="263" y="119"/>
                </a:lnTo>
                <a:lnTo>
                  <a:pt x="257" y="119"/>
                </a:lnTo>
                <a:lnTo>
                  <a:pt x="251" y="120"/>
                </a:lnTo>
                <a:lnTo>
                  <a:pt x="245" y="120"/>
                </a:lnTo>
                <a:lnTo>
                  <a:pt x="240" y="120"/>
                </a:lnTo>
                <a:lnTo>
                  <a:pt x="234" y="121"/>
                </a:lnTo>
                <a:lnTo>
                  <a:pt x="223" y="121"/>
                </a:lnTo>
                <a:lnTo>
                  <a:pt x="218" y="120"/>
                </a:lnTo>
                <a:lnTo>
                  <a:pt x="213" y="120"/>
                </a:lnTo>
                <a:lnTo>
                  <a:pt x="207" y="120"/>
                </a:lnTo>
                <a:lnTo>
                  <a:pt x="203" y="119"/>
                </a:lnTo>
                <a:lnTo>
                  <a:pt x="198" y="118"/>
                </a:lnTo>
                <a:lnTo>
                  <a:pt x="193" y="117"/>
                </a:lnTo>
                <a:lnTo>
                  <a:pt x="189" y="116"/>
                </a:lnTo>
                <a:lnTo>
                  <a:pt x="185" y="115"/>
                </a:lnTo>
                <a:lnTo>
                  <a:pt x="181" y="114"/>
                </a:lnTo>
                <a:lnTo>
                  <a:pt x="177" y="113"/>
                </a:lnTo>
                <a:lnTo>
                  <a:pt x="173" y="111"/>
                </a:lnTo>
                <a:lnTo>
                  <a:pt x="169" y="110"/>
                </a:lnTo>
                <a:lnTo>
                  <a:pt x="165" y="108"/>
                </a:lnTo>
                <a:lnTo>
                  <a:pt x="161" y="107"/>
                </a:lnTo>
                <a:lnTo>
                  <a:pt x="157" y="105"/>
                </a:lnTo>
                <a:lnTo>
                  <a:pt x="154" y="104"/>
                </a:lnTo>
                <a:lnTo>
                  <a:pt x="151" y="102"/>
                </a:lnTo>
                <a:lnTo>
                  <a:pt x="147" y="100"/>
                </a:lnTo>
                <a:lnTo>
                  <a:pt x="144" y="98"/>
                </a:lnTo>
                <a:lnTo>
                  <a:pt x="141" y="97"/>
                </a:lnTo>
                <a:lnTo>
                  <a:pt x="137" y="95"/>
                </a:lnTo>
                <a:lnTo>
                  <a:pt x="135" y="94"/>
                </a:lnTo>
                <a:lnTo>
                  <a:pt x="131" y="92"/>
                </a:lnTo>
                <a:lnTo>
                  <a:pt x="128" y="91"/>
                </a:lnTo>
                <a:lnTo>
                  <a:pt x="125" y="90"/>
                </a:lnTo>
                <a:lnTo>
                  <a:pt x="123" y="88"/>
                </a:lnTo>
                <a:lnTo>
                  <a:pt x="119" y="87"/>
                </a:lnTo>
                <a:lnTo>
                  <a:pt x="117" y="86"/>
                </a:lnTo>
                <a:lnTo>
                  <a:pt x="114" y="85"/>
                </a:lnTo>
                <a:lnTo>
                  <a:pt x="111" y="84"/>
                </a:lnTo>
                <a:lnTo>
                  <a:pt x="105" y="84"/>
                </a:lnTo>
                <a:lnTo>
                  <a:pt x="102" y="84"/>
                </a:lnTo>
                <a:lnTo>
                  <a:pt x="98" y="85"/>
                </a:lnTo>
                <a:lnTo>
                  <a:pt x="95" y="85"/>
                </a:lnTo>
                <a:lnTo>
                  <a:pt x="91" y="86"/>
                </a:lnTo>
                <a:lnTo>
                  <a:pt x="87" y="86"/>
                </a:lnTo>
                <a:lnTo>
                  <a:pt x="83" y="87"/>
                </a:lnTo>
                <a:lnTo>
                  <a:pt x="78" y="88"/>
                </a:lnTo>
                <a:lnTo>
                  <a:pt x="74" y="88"/>
                </a:lnTo>
                <a:lnTo>
                  <a:pt x="69" y="89"/>
                </a:lnTo>
                <a:lnTo>
                  <a:pt x="65" y="90"/>
                </a:lnTo>
                <a:lnTo>
                  <a:pt x="61" y="90"/>
                </a:lnTo>
                <a:lnTo>
                  <a:pt x="56" y="91"/>
                </a:lnTo>
                <a:lnTo>
                  <a:pt x="51" y="91"/>
                </a:lnTo>
                <a:lnTo>
                  <a:pt x="47" y="92"/>
                </a:lnTo>
                <a:lnTo>
                  <a:pt x="43" y="92"/>
                </a:lnTo>
                <a:lnTo>
                  <a:pt x="38" y="93"/>
                </a:lnTo>
                <a:lnTo>
                  <a:pt x="34" y="93"/>
                </a:lnTo>
                <a:lnTo>
                  <a:pt x="30" y="93"/>
                </a:lnTo>
                <a:lnTo>
                  <a:pt x="26" y="93"/>
                </a:lnTo>
                <a:lnTo>
                  <a:pt x="23" y="93"/>
                </a:lnTo>
                <a:lnTo>
                  <a:pt x="19" y="93"/>
                </a:lnTo>
                <a:lnTo>
                  <a:pt x="16" y="93"/>
                </a:lnTo>
                <a:lnTo>
                  <a:pt x="13" y="92"/>
                </a:lnTo>
                <a:lnTo>
                  <a:pt x="10" y="92"/>
                </a:lnTo>
                <a:lnTo>
                  <a:pt x="7" y="91"/>
                </a:lnTo>
                <a:lnTo>
                  <a:pt x="5" y="90"/>
                </a:lnTo>
                <a:lnTo>
                  <a:pt x="3" y="89"/>
                </a:lnTo>
                <a:lnTo>
                  <a:pt x="2" y="87"/>
                </a:lnTo>
                <a:lnTo>
                  <a:pt x="1" y="86"/>
                </a:lnTo>
                <a:lnTo>
                  <a:pt x="1" y="84"/>
                </a:lnTo>
              </a:path>
            </a:pathLst>
          </a:custGeom>
          <a:noFill/>
          <a:ln w="12700" cap="rnd">
            <a:solidFill>
              <a:srgbClr val="00FF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26" name="Freeform 19">
            <a:extLst>
              <a:ext uri="{FF2B5EF4-FFF2-40B4-BE49-F238E27FC236}">
                <a16:creationId xmlns:a16="http://schemas.microsoft.com/office/drawing/2014/main" id="{94DEA50F-73E5-4E83-9C64-E71D9C0C5347}"/>
              </a:ext>
            </a:extLst>
          </p:cNvPr>
          <p:cNvSpPr>
            <a:spLocks/>
          </p:cNvSpPr>
          <p:nvPr/>
        </p:nvSpPr>
        <p:spPr bwMode="auto">
          <a:xfrm>
            <a:off x="2148424" y="4834582"/>
            <a:ext cx="525205" cy="195210"/>
          </a:xfrm>
          <a:custGeom>
            <a:avLst/>
            <a:gdLst>
              <a:gd name="T0" fmla="*/ 2147483647 w 358"/>
              <a:gd name="T1" fmla="*/ 2147483647 h 121"/>
              <a:gd name="T2" fmla="*/ 2147483647 w 358"/>
              <a:gd name="T3" fmla="*/ 2147483647 h 121"/>
              <a:gd name="T4" fmla="*/ 2147483647 w 358"/>
              <a:gd name="T5" fmla="*/ 2147483647 h 121"/>
              <a:gd name="T6" fmla="*/ 2147483647 w 358"/>
              <a:gd name="T7" fmla="*/ 2147483647 h 121"/>
              <a:gd name="T8" fmla="*/ 2147483647 w 358"/>
              <a:gd name="T9" fmla="*/ 2147483647 h 121"/>
              <a:gd name="T10" fmla="*/ 2147483647 w 358"/>
              <a:gd name="T11" fmla="*/ 2147483647 h 121"/>
              <a:gd name="T12" fmla="*/ 2147483647 w 358"/>
              <a:gd name="T13" fmla="*/ 2147483647 h 121"/>
              <a:gd name="T14" fmla="*/ 2147483647 w 358"/>
              <a:gd name="T15" fmla="*/ 2147483647 h 121"/>
              <a:gd name="T16" fmla="*/ 2147483647 w 358"/>
              <a:gd name="T17" fmla="*/ 2147483647 h 121"/>
              <a:gd name="T18" fmla="*/ 2147483647 w 358"/>
              <a:gd name="T19" fmla="*/ 2147483647 h 121"/>
              <a:gd name="T20" fmla="*/ 2147483647 w 358"/>
              <a:gd name="T21" fmla="*/ 2147483647 h 121"/>
              <a:gd name="T22" fmla="*/ 2147483647 w 358"/>
              <a:gd name="T23" fmla="*/ 2147483647 h 121"/>
              <a:gd name="T24" fmla="*/ 2147483647 w 358"/>
              <a:gd name="T25" fmla="*/ 2147483647 h 121"/>
              <a:gd name="T26" fmla="*/ 2147483647 w 358"/>
              <a:gd name="T27" fmla="*/ 2147483647 h 121"/>
              <a:gd name="T28" fmla="*/ 2147483647 w 358"/>
              <a:gd name="T29" fmla="*/ 2147483647 h 121"/>
              <a:gd name="T30" fmla="*/ 2147483647 w 358"/>
              <a:gd name="T31" fmla="*/ 0 h 121"/>
              <a:gd name="T32" fmla="*/ 2147483647 w 358"/>
              <a:gd name="T33" fmla="*/ 0 h 121"/>
              <a:gd name="T34" fmla="*/ 2147483647 w 358"/>
              <a:gd name="T35" fmla="*/ 0 h 121"/>
              <a:gd name="T36" fmla="*/ 2147483647 w 358"/>
              <a:gd name="T37" fmla="*/ 2147483647 h 121"/>
              <a:gd name="T38" fmla="*/ 2147483647 w 358"/>
              <a:gd name="T39" fmla="*/ 2147483647 h 121"/>
              <a:gd name="T40" fmla="*/ 2147483647 w 358"/>
              <a:gd name="T41" fmla="*/ 2147483647 h 121"/>
              <a:gd name="T42" fmla="*/ 2147483647 w 358"/>
              <a:gd name="T43" fmla="*/ 2147483647 h 121"/>
              <a:gd name="T44" fmla="*/ 2147483647 w 358"/>
              <a:gd name="T45" fmla="*/ 2147483647 h 121"/>
              <a:gd name="T46" fmla="*/ 2147483647 w 358"/>
              <a:gd name="T47" fmla="*/ 2147483647 h 121"/>
              <a:gd name="T48" fmla="*/ 2147483647 w 358"/>
              <a:gd name="T49" fmla="*/ 2147483647 h 121"/>
              <a:gd name="T50" fmla="*/ 2147483647 w 358"/>
              <a:gd name="T51" fmla="*/ 2147483647 h 121"/>
              <a:gd name="T52" fmla="*/ 2147483647 w 358"/>
              <a:gd name="T53" fmla="*/ 2147483647 h 121"/>
              <a:gd name="T54" fmla="*/ 2147483647 w 358"/>
              <a:gd name="T55" fmla="*/ 2147483647 h 121"/>
              <a:gd name="T56" fmla="*/ 2147483647 w 358"/>
              <a:gd name="T57" fmla="*/ 2147483647 h 121"/>
              <a:gd name="T58" fmla="*/ 2147483647 w 358"/>
              <a:gd name="T59" fmla="*/ 2147483647 h 121"/>
              <a:gd name="T60" fmla="*/ 2147483647 w 358"/>
              <a:gd name="T61" fmla="*/ 2147483647 h 121"/>
              <a:gd name="T62" fmla="*/ 2147483647 w 358"/>
              <a:gd name="T63" fmla="*/ 2147483647 h 121"/>
              <a:gd name="T64" fmla="*/ 2147483647 w 358"/>
              <a:gd name="T65" fmla="*/ 2147483647 h 121"/>
              <a:gd name="T66" fmla="*/ 2147483647 w 358"/>
              <a:gd name="T67" fmla="*/ 2147483647 h 121"/>
              <a:gd name="T68" fmla="*/ 2147483647 w 358"/>
              <a:gd name="T69" fmla="*/ 2147483647 h 121"/>
              <a:gd name="T70" fmla="*/ 2147483647 w 358"/>
              <a:gd name="T71" fmla="*/ 2147483647 h 121"/>
              <a:gd name="T72" fmla="*/ 2147483647 w 358"/>
              <a:gd name="T73" fmla="*/ 2147483647 h 121"/>
              <a:gd name="T74" fmla="*/ 2147483647 w 358"/>
              <a:gd name="T75" fmla="*/ 2147483647 h 121"/>
              <a:gd name="T76" fmla="*/ 2147483647 w 358"/>
              <a:gd name="T77" fmla="*/ 2147483647 h 121"/>
              <a:gd name="T78" fmla="*/ 2147483647 w 358"/>
              <a:gd name="T79" fmla="*/ 2147483647 h 121"/>
              <a:gd name="T80" fmla="*/ 2147483647 w 358"/>
              <a:gd name="T81" fmla="*/ 2147483647 h 121"/>
              <a:gd name="T82" fmla="*/ 2147483647 w 358"/>
              <a:gd name="T83" fmla="*/ 2147483647 h 121"/>
              <a:gd name="T84" fmla="*/ 2147483647 w 358"/>
              <a:gd name="T85" fmla="*/ 2147483647 h 121"/>
              <a:gd name="T86" fmla="*/ 2147483647 w 358"/>
              <a:gd name="T87" fmla="*/ 2147483647 h 121"/>
              <a:gd name="T88" fmla="*/ 2147483647 w 358"/>
              <a:gd name="T89" fmla="*/ 2147483647 h 121"/>
              <a:gd name="T90" fmla="*/ 2147483647 w 358"/>
              <a:gd name="T91" fmla="*/ 2147483647 h 121"/>
              <a:gd name="T92" fmla="*/ 2147483647 w 358"/>
              <a:gd name="T93" fmla="*/ 2147483647 h 121"/>
              <a:gd name="T94" fmla="*/ 2147483647 w 358"/>
              <a:gd name="T95" fmla="*/ 2147483647 h 121"/>
              <a:gd name="T96" fmla="*/ 2147483647 w 358"/>
              <a:gd name="T97" fmla="*/ 2147483647 h 121"/>
              <a:gd name="T98" fmla="*/ 2147483647 w 358"/>
              <a:gd name="T99" fmla="*/ 2147483647 h 121"/>
              <a:gd name="T100" fmla="*/ 2147483647 w 358"/>
              <a:gd name="T101" fmla="*/ 2147483647 h 121"/>
              <a:gd name="T102" fmla="*/ 2147483647 w 358"/>
              <a:gd name="T103" fmla="*/ 2147483647 h 121"/>
              <a:gd name="T104" fmla="*/ 2147483647 w 358"/>
              <a:gd name="T105" fmla="*/ 2147483647 h 121"/>
              <a:gd name="T106" fmla="*/ 2147483647 w 358"/>
              <a:gd name="T107" fmla="*/ 2147483647 h 121"/>
              <a:gd name="T108" fmla="*/ 2147483647 w 358"/>
              <a:gd name="T109" fmla="*/ 2147483647 h 121"/>
              <a:gd name="T110" fmla="*/ 2147483647 w 358"/>
              <a:gd name="T111" fmla="*/ 2147483647 h 121"/>
              <a:gd name="T112" fmla="*/ 2147483647 w 358"/>
              <a:gd name="T113" fmla="*/ 2147483647 h 121"/>
              <a:gd name="T114" fmla="*/ 2147483647 w 358"/>
              <a:gd name="T115" fmla="*/ 2147483647 h 121"/>
              <a:gd name="T116" fmla="*/ 2147483647 w 358"/>
              <a:gd name="T117" fmla="*/ 2147483647 h 121"/>
              <a:gd name="T118" fmla="*/ 2147483647 w 358"/>
              <a:gd name="T119" fmla="*/ 2147483647 h 121"/>
              <a:gd name="T120" fmla="*/ 2147483647 w 358"/>
              <a:gd name="T121" fmla="*/ 2147483647 h 121"/>
              <a:gd name="T122" fmla="*/ 2147483647 w 358"/>
              <a:gd name="T123" fmla="*/ 2147483647 h 121"/>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358"/>
              <a:gd name="T187" fmla="*/ 0 h 121"/>
              <a:gd name="T188" fmla="*/ 358 w 358"/>
              <a:gd name="T189" fmla="*/ 121 h 121"/>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358" h="121">
                <a:moveTo>
                  <a:pt x="1" y="84"/>
                </a:moveTo>
                <a:lnTo>
                  <a:pt x="0" y="78"/>
                </a:lnTo>
                <a:lnTo>
                  <a:pt x="1" y="76"/>
                </a:lnTo>
                <a:lnTo>
                  <a:pt x="2" y="73"/>
                </a:lnTo>
                <a:lnTo>
                  <a:pt x="3" y="71"/>
                </a:lnTo>
                <a:lnTo>
                  <a:pt x="4" y="69"/>
                </a:lnTo>
                <a:lnTo>
                  <a:pt x="7" y="66"/>
                </a:lnTo>
                <a:lnTo>
                  <a:pt x="9" y="64"/>
                </a:lnTo>
                <a:lnTo>
                  <a:pt x="12" y="62"/>
                </a:lnTo>
                <a:lnTo>
                  <a:pt x="15" y="60"/>
                </a:lnTo>
                <a:lnTo>
                  <a:pt x="18" y="58"/>
                </a:lnTo>
                <a:lnTo>
                  <a:pt x="22" y="56"/>
                </a:lnTo>
                <a:lnTo>
                  <a:pt x="26" y="54"/>
                </a:lnTo>
                <a:lnTo>
                  <a:pt x="30" y="53"/>
                </a:lnTo>
                <a:lnTo>
                  <a:pt x="34" y="51"/>
                </a:lnTo>
                <a:lnTo>
                  <a:pt x="39" y="49"/>
                </a:lnTo>
                <a:lnTo>
                  <a:pt x="44" y="47"/>
                </a:lnTo>
                <a:lnTo>
                  <a:pt x="49" y="46"/>
                </a:lnTo>
                <a:lnTo>
                  <a:pt x="54" y="44"/>
                </a:lnTo>
                <a:lnTo>
                  <a:pt x="60" y="42"/>
                </a:lnTo>
                <a:lnTo>
                  <a:pt x="66" y="40"/>
                </a:lnTo>
                <a:lnTo>
                  <a:pt x="72" y="39"/>
                </a:lnTo>
                <a:lnTo>
                  <a:pt x="78" y="37"/>
                </a:lnTo>
                <a:lnTo>
                  <a:pt x="84" y="35"/>
                </a:lnTo>
                <a:lnTo>
                  <a:pt x="90" y="34"/>
                </a:lnTo>
                <a:lnTo>
                  <a:pt x="96" y="32"/>
                </a:lnTo>
                <a:lnTo>
                  <a:pt x="103" y="30"/>
                </a:lnTo>
                <a:lnTo>
                  <a:pt x="109" y="29"/>
                </a:lnTo>
                <a:lnTo>
                  <a:pt x="116" y="27"/>
                </a:lnTo>
                <a:lnTo>
                  <a:pt x="122" y="25"/>
                </a:lnTo>
                <a:lnTo>
                  <a:pt x="129" y="24"/>
                </a:lnTo>
                <a:lnTo>
                  <a:pt x="136" y="22"/>
                </a:lnTo>
                <a:lnTo>
                  <a:pt x="148" y="18"/>
                </a:lnTo>
                <a:lnTo>
                  <a:pt x="154" y="17"/>
                </a:lnTo>
                <a:lnTo>
                  <a:pt x="159" y="15"/>
                </a:lnTo>
                <a:lnTo>
                  <a:pt x="165" y="14"/>
                </a:lnTo>
                <a:lnTo>
                  <a:pt x="170" y="12"/>
                </a:lnTo>
                <a:lnTo>
                  <a:pt x="174" y="11"/>
                </a:lnTo>
                <a:lnTo>
                  <a:pt x="179" y="9"/>
                </a:lnTo>
                <a:lnTo>
                  <a:pt x="184" y="8"/>
                </a:lnTo>
                <a:lnTo>
                  <a:pt x="188" y="7"/>
                </a:lnTo>
                <a:lnTo>
                  <a:pt x="192" y="6"/>
                </a:lnTo>
                <a:lnTo>
                  <a:pt x="196" y="4"/>
                </a:lnTo>
                <a:lnTo>
                  <a:pt x="200" y="4"/>
                </a:lnTo>
                <a:lnTo>
                  <a:pt x="204" y="2"/>
                </a:lnTo>
                <a:lnTo>
                  <a:pt x="208" y="2"/>
                </a:lnTo>
                <a:lnTo>
                  <a:pt x="211" y="1"/>
                </a:lnTo>
                <a:lnTo>
                  <a:pt x="215" y="0"/>
                </a:lnTo>
                <a:lnTo>
                  <a:pt x="219" y="0"/>
                </a:lnTo>
                <a:lnTo>
                  <a:pt x="222" y="0"/>
                </a:lnTo>
                <a:lnTo>
                  <a:pt x="226" y="0"/>
                </a:lnTo>
                <a:lnTo>
                  <a:pt x="230" y="0"/>
                </a:lnTo>
                <a:lnTo>
                  <a:pt x="234" y="0"/>
                </a:lnTo>
                <a:lnTo>
                  <a:pt x="238" y="0"/>
                </a:lnTo>
                <a:lnTo>
                  <a:pt x="242" y="0"/>
                </a:lnTo>
                <a:lnTo>
                  <a:pt x="247" y="1"/>
                </a:lnTo>
                <a:lnTo>
                  <a:pt x="251" y="2"/>
                </a:lnTo>
                <a:lnTo>
                  <a:pt x="256" y="2"/>
                </a:lnTo>
                <a:lnTo>
                  <a:pt x="261" y="4"/>
                </a:lnTo>
                <a:lnTo>
                  <a:pt x="266" y="5"/>
                </a:lnTo>
                <a:lnTo>
                  <a:pt x="271" y="6"/>
                </a:lnTo>
                <a:lnTo>
                  <a:pt x="277" y="8"/>
                </a:lnTo>
                <a:lnTo>
                  <a:pt x="283" y="10"/>
                </a:lnTo>
                <a:lnTo>
                  <a:pt x="291" y="12"/>
                </a:lnTo>
                <a:lnTo>
                  <a:pt x="295" y="14"/>
                </a:lnTo>
                <a:lnTo>
                  <a:pt x="298" y="15"/>
                </a:lnTo>
                <a:lnTo>
                  <a:pt x="302" y="17"/>
                </a:lnTo>
                <a:lnTo>
                  <a:pt x="306" y="18"/>
                </a:lnTo>
                <a:lnTo>
                  <a:pt x="310" y="20"/>
                </a:lnTo>
                <a:lnTo>
                  <a:pt x="313" y="22"/>
                </a:lnTo>
                <a:lnTo>
                  <a:pt x="316" y="23"/>
                </a:lnTo>
                <a:lnTo>
                  <a:pt x="320" y="25"/>
                </a:lnTo>
                <a:lnTo>
                  <a:pt x="323" y="27"/>
                </a:lnTo>
                <a:lnTo>
                  <a:pt x="326" y="29"/>
                </a:lnTo>
                <a:lnTo>
                  <a:pt x="329" y="30"/>
                </a:lnTo>
                <a:lnTo>
                  <a:pt x="332" y="32"/>
                </a:lnTo>
                <a:lnTo>
                  <a:pt x="335" y="34"/>
                </a:lnTo>
                <a:lnTo>
                  <a:pt x="337" y="36"/>
                </a:lnTo>
                <a:lnTo>
                  <a:pt x="340" y="38"/>
                </a:lnTo>
                <a:lnTo>
                  <a:pt x="342" y="40"/>
                </a:lnTo>
                <a:lnTo>
                  <a:pt x="344" y="42"/>
                </a:lnTo>
                <a:lnTo>
                  <a:pt x="346" y="45"/>
                </a:lnTo>
                <a:lnTo>
                  <a:pt x="348" y="47"/>
                </a:lnTo>
                <a:lnTo>
                  <a:pt x="350" y="49"/>
                </a:lnTo>
                <a:lnTo>
                  <a:pt x="352" y="51"/>
                </a:lnTo>
                <a:lnTo>
                  <a:pt x="353" y="53"/>
                </a:lnTo>
                <a:lnTo>
                  <a:pt x="354" y="56"/>
                </a:lnTo>
                <a:lnTo>
                  <a:pt x="355" y="58"/>
                </a:lnTo>
                <a:lnTo>
                  <a:pt x="356" y="60"/>
                </a:lnTo>
                <a:lnTo>
                  <a:pt x="356" y="62"/>
                </a:lnTo>
                <a:lnTo>
                  <a:pt x="357" y="64"/>
                </a:lnTo>
                <a:lnTo>
                  <a:pt x="357" y="67"/>
                </a:lnTo>
                <a:lnTo>
                  <a:pt x="357" y="69"/>
                </a:lnTo>
                <a:lnTo>
                  <a:pt x="357" y="72"/>
                </a:lnTo>
                <a:lnTo>
                  <a:pt x="355" y="78"/>
                </a:lnTo>
                <a:lnTo>
                  <a:pt x="354" y="80"/>
                </a:lnTo>
                <a:lnTo>
                  <a:pt x="353" y="83"/>
                </a:lnTo>
                <a:lnTo>
                  <a:pt x="351" y="86"/>
                </a:lnTo>
                <a:lnTo>
                  <a:pt x="349" y="88"/>
                </a:lnTo>
                <a:lnTo>
                  <a:pt x="347" y="90"/>
                </a:lnTo>
                <a:lnTo>
                  <a:pt x="344" y="93"/>
                </a:lnTo>
                <a:lnTo>
                  <a:pt x="342" y="95"/>
                </a:lnTo>
                <a:lnTo>
                  <a:pt x="338" y="97"/>
                </a:lnTo>
                <a:lnTo>
                  <a:pt x="335" y="99"/>
                </a:lnTo>
                <a:lnTo>
                  <a:pt x="332" y="101"/>
                </a:lnTo>
                <a:lnTo>
                  <a:pt x="328" y="103"/>
                </a:lnTo>
                <a:lnTo>
                  <a:pt x="325" y="104"/>
                </a:lnTo>
                <a:lnTo>
                  <a:pt x="321" y="106"/>
                </a:lnTo>
                <a:lnTo>
                  <a:pt x="317" y="108"/>
                </a:lnTo>
                <a:lnTo>
                  <a:pt x="312" y="109"/>
                </a:lnTo>
                <a:lnTo>
                  <a:pt x="308" y="110"/>
                </a:lnTo>
                <a:lnTo>
                  <a:pt x="304" y="112"/>
                </a:lnTo>
                <a:lnTo>
                  <a:pt x="299" y="112"/>
                </a:lnTo>
                <a:lnTo>
                  <a:pt x="294" y="114"/>
                </a:lnTo>
                <a:lnTo>
                  <a:pt x="289" y="114"/>
                </a:lnTo>
                <a:lnTo>
                  <a:pt x="284" y="116"/>
                </a:lnTo>
                <a:lnTo>
                  <a:pt x="279" y="116"/>
                </a:lnTo>
                <a:lnTo>
                  <a:pt x="274" y="117"/>
                </a:lnTo>
                <a:lnTo>
                  <a:pt x="268" y="118"/>
                </a:lnTo>
                <a:lnTo>
                  <a:pt x="262" y="118"/>
                </a:lnTo>
                <a:lnTo>
                  <a:pt x="257" y="119"/>
                </a:lnTo>
                <a:lnTo>
                  <a:pt x="251" y="119"/>
                </a:lnTo>
                <a:lnTo>
                  <a:pt x="246" y="120"/>
                </a:lnTo>
                <a:lnTo>
                  <a:pt x="240" y="120"/>
                </a:lnTo>
                <a:lnTo>
                  <a:pt x="234" y="120"/>
                </a:lnTo>
                <a:lnTo>
                  <a:pt x="223" y="120"/>
                </a:lnTo>
                <a:lnTo>
                  <a:pt x="218" y="120"/>
                </a:lnTo>
                <a:lnTo>
                  <a:pt x="213" y="120"/>
                </a:lnTo>
                <a:lnTo>
                  <a:pt x="208" y="119"/>
                </a:lnTo>
                <a:lnTo>
                  <a:pt x="203" y="119"/>
                </a:lnTo>
                <a:lnTo>
                  <a:pt x="198" y="118"/>
                </a:lnTo>
                <a:lnTo>
                  <a:pt x="194" y="117"/>
                </a:lnTo>
                <a:lnTo>
                  <a:pt x="189" y="116"/>
                </a:lnTo>
                <a:lnTo>
                  <a:pt x="185" y="115"/>
                </a:lnTo>
                <a:lnTo>
                  <a:pt x="181" y="114"/>
                </a:lnTo>
                <a:lnTo>
                  <a:pt x="177" y="112"/>
                </a:lnTo>
                <a:lnTo>
                  <a:pt x="173" y="111"/>
                </a:lnTo>
                <a:lnTo>
                  <a:pt x="169" y="109"/>
                </a:lnTo>
                <a:lnTo>
                  <a:pt x="165" y="108"/>
                </a:lnTo>
                <a:lnTo>
                  <a:pt x="161" y="106"/>
                </a:lnTo>
                <a:lnTo>
                  <a:pt x="158" y="105"/>
                </a:lnTo>
                <a:lnTo>
                  <a:pt x="154" y="103"/>
                </a:lnTo>
                <a:lnTo>
                  <a:pt x="151" y="102"/>
                </a:lnTo>
                <a:lnTo>
                  <a:pt x="148" y="100"/>
                </a:lnTo>
                <a:lnTo>
                  <a:pt x="144" y="98"/>
                </a:lnTo>
                <a:lnTo>
                  <a:pt x="141" y="96"/>
                </a:lnTo>
                <a:lnTo>
                  <a:pt x="138" y="95"/>
                </a:lnTo>
                <a:lnTo>
                  <a:pt x="135" y="94"/>
                </a:lnTo>
                <a:lnTo>
                  <a:pt x="132" y="92"/>
                </a:lnTo>
                <a:lnTo>
                  <a:pt x="128" y="90"/>
                </a:lnTo>
                <a:lnTo>
                  <a:pt x="126" y="89"/>
                </a:lnTo>
                <a:lnTo>
                  <a:pt x="123" y="88"/>
                </a:lnTo>
                <a:lnTo>
                  <a:pt x="120" y="86"/>
                </a:lnTo>
                <a:lnTo>
                  <a:pt x="117" y="85"/>
                </a:lnTo>
                <a:lnTo>
                  <a:pt x="114" y="84"/>
                </a:lnTo>
                <a:lnTo>
                  <a:pt x="111" y="84"/>
                </a:lnTo>
                <a:lnTo>
                  <a:pt x="105" y="84"/>
                </a:lnTo>
                <a:lnTo>
                  <a:pt x="102" y="84"/>
                </a:lnTo>
                <a:lnTo>
                  <a:pt x="98" y="84"/>
                </a:lnTo>
                <a:lnTo>
                  <a:pt x="95" y="85"/>
                </a:lnTo>
                <a:lnTo>
                  <a:pt x="91" y="85"/>
                </a:lnTo>
                <a:lnTo>
                  <a:pt x="87" y="86"/>
                </a:lnTo>
                <a:lnTo>
                  <a:pt x="83" y="86"/>
                </a:lnTo>
                <a:lnTo>
                  <a:pt x="78" y="87"/>
                </a:lnTo>
                <a:lnTo>
                  <a:pt x="74" y="88"/>
                </a:lnTo>
                <a:lnTo>
                  <a:pt x="70" y="88"/>
                </a:lnTo>
                <a:lnTo>
                  <a:pt x="65" y="89"/>
                </a:lnTo>
                <a:lnTo>
                  <a:pt x="61" y="90"/>
                </a:lnTo>
                <a:lnTo>
                  <a:pt x="56" y="90"/>
                </a:lnTo>
                <a:lnTo>
                  <a:pt x="52" y="91"/>
                </a:lnTo>
                <a:lnTo>
                  <a:pt x="47" y="92"/>
                </a:lnTo>
                <a:lnTo>
                  <a:pt x="43" y="92"/>
                </a:lnTo>
                <a:lnTo>
                  <a:pt x="38" y="92"/>
                </a:lnTo>
                <a:lnTo>
                  <a:pt x="34" y="93"/>
                </a:lnTo>
                <a:lnTo>
                  <a:pt x="30" y="93"/>
                </a:lnTo>
                <a:lnTo>
                  <a:pt x="26" y="93"/>
                </a:lnTo>
                <a:lnTo>
                  <a:pt x="23" y="93"/>
                </a:lnTo>
                <a:lnTo>
                  <a:pt x="19" y="93"/>
                </a:lnTo>
                <a:lnTo>
                  <a:pt x="16" y="92"/>
                </a:lnTo>
                <a:lnTo>
                  <a:pt x="13" y="92"/>
                </a:lnTo>
                <a:lnTo>
                  <a:pt x="10" y="92"/>
                </a:lnTo>
                <a:lnTo>
                  <a:pt x="8" y="90"/>
                </a:lnTo>
                <a:lnTo>
                  <a:pt x="6" y="90"/>
                </a:lnTo>
                <a:lnTo>
                  <a:pt x="4" y="88"/>
                </a:lnTo>
                <a:lnTo>
                  <a:pt x="2" y="87"/>
                </a:lnTo>
                <a:lnTo>
                  <a:pt x="1" y="85"/>
                </a:lnTo>
                <a:lnTo>
                  <a:pt x="1" y="84"/>
                </a:lnTo>
              </a:path>
            </a:pathLst>
          </a:custGeom>
          <a:noFill/>
          <a:ln w="12700" cap="rnd">
            <a:solidFill>
              <a:srgbClr val="00FF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27" name="Freeform 20">
            <a:extLst>
              <a:ext uri="{FF2B5EF4-FFF2-40B4-BE49-F238E27FC236}">
                <a16:creationId xmlns:a16="http://schemas.microsoft.com/office/drawing/2014/main" id="{A2743E0C-ABB3-4F7E-8D66-B89877823BD9}"/>
              </a:ext>
            </a:extLst>
          </p:cNvPr>
          <p:cNvSpPr>
            <a:spLocks/>
          </p:cNvSpPr>
          <p:nvPr/>
        </p:nvSpPr>
        <p:spPr bwMode="auto">
          <a:xfrm>
            <a:off x="3484161" y="4326580"/>
            <a:ext cx="525205" cy="196822"/>
          </a:xfrm>
          <a:custGeom>
            <a:avLst/>
            <a:gdLst>
              <a:gd name="T0" fmla="*/ 2147483647 w 358"/>
              <a:gd name="T1" fmla="*/ 2147483647 h 122"/>
              <a:gd name="T2" fmla="*/ 2147483647 w 358"/>
              <a:gd name="T3" fmla="*/ 2147483647 h 122"/>
              <a:gd name="T4" fmla="*/ 2147483647 w 358"/>
              <a:gd name="T5" fmla="*/ 2147483647 h 122"/>
              <a:gd name="T6" fmla="*/ 2147483647 w 358"/>
              <a:gd name="T7" fmla="*/ 2147483647 h 122"/>
              <a:gd name="T8" fmla="*/ 2147483647 w 358"/>
              <a:gd name="T9" fmla="*/ 2147483647 h 122"/>
              <a:gd name="T10" fmla="*/ 2147483647 w 358"/>
              <a:gd name="T11" fmla="*/ 2147483647 h 122"/>
              <a:gd name="T12" fmla="*/ 2147483647 w 358"/>
              <a:gd name="T13" fmla="*/ 2147483647 h 122"/>
              <a:gd name="T14" fmla="*/ 2147483647 w 358"/>
              <a:gd name="T15" fmla="*/ 2147483647 h 122"/>
              <a:gd name="T16" fmla="*/ 2147483647 w 358"/>
              <a:gd name="T17" fmla="*/ 2147483647 h 122"/>
              <a:gd name="T18" fmla="*/ 2147483647 w 358"/>
              <a:gd name="T19" fmla="*/ 2147483647 h 122"/>
              <a:gd name="T20" fmla="*/ 2147483647 w 358"/>
              <a:gd name="T21" fmla="*/ 2147483647 h 122"/>
              <a:gd name="T22" fmla="*/ 2147483647 w 358"/>
              <a:gd name="T23" fmla="*/ 2147483647 h 122"/>
              <a:gd name="T24" fmla="*/ 2147483647 w 358"/>
              <a:gd name="T25" fmla="*/ 2147483647 h 122"/>
              <a:gd name="T26" fmla="*/ 2147483647 w 358"/>
              <a:gd name="T27" fmla="*/ 2147483647 h 122"/>
              <a:gd name="T28" fmla="*/ 2147483647 w 358"/>
              <a:gd name="T29" fmla="*/ 2147483647 h 122"/>
              <a:gd name="T30" fmla="*/ 2147483647 w 358"/>
              <a:gd name="T31" fmla="*/ 2147483647 h 122"/>
              <a:gd name="T32" fmla="*/ 2147483647 w 358"/>
              <a:gd name="T33" fmla="*/ 0 h 122"/>
              <a:gd name="T34" fmla="*/ 2147483647 w 358"/>
              <a:gd name="T35" fmla="*/ 0 h 122"/>
              <a:gd name="T36" fmla="*/ 2147483647 w 358"/>
              <a:gd name="T37" fmla="*/ 2147483647 h 122"/>
              <a:gd name="T38" fmla="*/ 2147483647 w 358"/>
              <a:gd name="T39" fmla="*/ 2147483647 h 122"/>
              <a:gd name="T40" fmla="*/ 2147483647 w 358"/>
              <a:gd name="T41" fmla="*/ 2147483647 h 122"/>
              <a:gd name="T42" fmla="*/ 2147483647 w 358"/>
              <a:gd name="T43" fmla="*/ 2147483647 h 122"/>
              <a:gd name="T44" fmla="*/ 2147483647 w 358"/>
              <a:gd name="T45" fmla="*/ 2147483647 h 122"/>
              <a:gd name="T46" fmla="*/ 2147483647 w 358"/>
              <a:gd name="T47" fmla="*/ 2147483647 h 122"/>
              <a:gd name="T48" fmla="*/ 2147483647 w 358"/>
              <a:gd name="T49" fmla="*/ 2147483647 h 122"/>
              <a:gd name="T50" fmla="*/ 2147483647 w 358"/>
              <a:gd name="T51" fmla="*/ 2147483647 h 122"/>
              <a:gd name="T52" fmla="*/ 2147483647 w 358"/>
              <a:gd name="T53" fmla="*/ 2147483647 h 122"/>
              <a:gd name="T54" fmla="*/ 2147483647 w 358"/>
              <a:gd name="T55" fmla="*/ 2147483647 h 122"/>
              <a:gd name="T56" fmla="*/ 2147483647 w 358"/>
              <a:gd name="T57" fmla="*/ 2147483647 h 122"/>
              <a:gd name="T58" fmla="*/ 2147483647 w 358"/>
              <a:gd name="T59" fmla="*/ 2147483647 h 122"/>
              <a:gd name="T60" fmla="*/ 2147483647 w 358"/>
              <a:gd name="T61" fmla="*/ 2147483647 h 122"/>
              <a:gd name="T62" fmla="*/ 2147483647 w 358"/>
              <a:gd name="T63" fmla="*/ 2147483647 h 122"/>
              <a:gd name="T64" fmla="*/ 2147483647 w 358"/>
              <a:gd name="T65" fmla="*/ 2147483647 h 122"/>
              <a:gd name="T66" fmla="*/ 2147483647 w 358"/>
              <a:gd name="T67" fmla="*/ 2147483647 h 122"/>
              <a:gd name="T68" fmla="*/ 2147483647 w 358"/>
              <a:gd name="T69" fmla="*/ 2147483647 h 122"/>
              <a:gd name="T70" fmla="*/ 2147483647 w 358"/>
              <a:gd name="T71" fmla="*/ 2147483647 h 122"/>
              <a:gd name="T72" fmla="*/ 2147483647 w 358"/>
              <a:gd name="T73" fmla="*/ 2147483647 h 122"/>
              <a:gd name="T74" fmla="*/ 2147483647 w 358"/>
              <a:gd name="T75" fmla="*/ 2147483647 h 122"/>
              <a:gd name="T76" fmla="*/ 2147483647 w 358"/>
              <a:gd name="T77" fmla="*/ 2147483647 h 122"/>
              <a:gd name="T78" fmla="*/ 2147483647 w 358"/>
              <a:gd name="T79" fmla="*/ 2147483647 h 122"/>
              <a:gd name="T80" fmla="*/ 2147483647 w 358"/>
              <a:gd name="T81" fmla="*/ 2147483647 h 122"/>
              <a:gd name="T82" fmla="*/ 2147483647 w 358"/>
              <a:gd name="T83" fmla="*/ 2147483647 h 122"/>
              <a:gd name="T84" fmla="*/ 2147483647 w 358"/>
              <a:gd name="T85" fmla="*/ 2147483647 h 122"/>
              <a:gd name="T86" fmla="*/ 2147483647 w 358"/>
              <a:gd name="T87" fmla="*/ 2147483647 h 122"/>
              <a:gd name="T88" fmla="*/ 2147483647 w 358"/>
              <a:gd name="T89" fmla="*/ 2147483647 h 122"/>
              <a:gd name="T90" fmla="*/ 2147483647 w 358"/>
              <a:gd name="T91" fmla="*/ 2147483647 h 122"/>
              <a:gd name="T92" fmla="*/ 2147483647 w 358"/>
              <a:gd name="T93" fmla="*/ 2147483647 h 122"/>
              <a:gd name="T94" fmla="*/ 2147483647 w 358"/>
              <a:gd name="T95" fmla="*/ 2147483647 h 122"/>
              <a:gd name="T96" fmla="*/ 2147483647 w 358"/>
              <a:gd name="T97" fmla="*/ 2147483647 h 122"/>
              <a:gd name="T98" fmla="*/ 2147483647 w 358"/>
              <a:gd name="T99" fmla="*/ 2147483647 h 122"/>
              <a:gd name="T100" fmla="*/ 2147483647 w 358"/>
              <a:gd name="T101" fmla="*/ 2147483647 h 122"/>
              <a:gd name="T102" fmla="*/ 2147483647 w 358"/>
              <a:gd name="T103" fmla="*/ 2147483647 h 122"/>
              <a:gd name="T104" fmla="*/ 2147483647 w 358"/>
              <a:gd name="T105" fmla="*/ 2147483647 h 122"/>
              <a:gd name="T106" fmla="*/ 2147483647 w 358"/>
              <a:gd name="T107" fmla="*/ 2147483647 h 122"/>
              <a:gd name="T108" fmla="*/ 2147483647 w 358"/>
              <a:gd name="T109" fmla="*/ 2147483647 h 122"/>
              <a:gd name="T110" fmla="*/ 2147483647 w 358"/>
              <a:gd name="T111" fmla="*/ 2147483647 h 122"/>
              <a:gd name="T112" fmla="*/ 2147483647 w 358"/>
              <a:gd name="T113" fmla="*/ 2147483647 h 122"/>
              <a:gd name="T114" fmla="*/ 2147483647 w 358"/>
              <a:gd name="T115" fmla="*/ 2147483647 h 122"/>
              <a:gd name="T116" fmla="*/ 2147483647 w 358"/>
              <a:gd name="T117" fmla="*/ 2147483647 h 122"/>
              <a:gd name="T118" fmla="*/ 2147483647 w 358"/>
              <a:gd name="T119" fmla="*/ 2147483647 h 122"/>
              <a:gd name="T120" fmla="*/ 2147483647 w 358"/>
              <a:gd name="T121" fmla="*/ 2147483647 h 122"/>
              <a:gd name="T122" fmla="*/ 2147483647 w 358"/>
              <a:gd name="T123" fmla="*/ 2147483647 h 12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358"/>
              <a:gd name="T187" fmla="*/ 0 h 122"/>
              <a:gd name="T188" fmla="*/ 358 w 358"/>
              <a:gd name="T189" fmla="*/ 122 h 122"/>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358" h="122">
                <a:moveTo>
                  <a:pt x="1" y="84"/>
                </a:moveTo>
                <a:lnTo>
                  <a:pt x="0" y="79"/>
                </a:lnTo>
                <a:lnTo>
                  <a:pt x="1" y="76"/>
                </a:lnTo>
                <a:lnTo>
                  <a:pt x="1" y="74"/>
                </a:lnTo>
                <a:lnTo>
                  <a:pt x="3" y="72"/>
                </a:lnTo>
                <a:lnTo>
                  <a:pt x="5" y="69"/>
                </a:lnTo>
                <a:lnTo>
                  <a:pt x="7" y="67"/>
                </a:lnTo>
                <a:lnTo>
                  <a:pt x="9" y="65"/>
                </a:lnTo>
                <a:lnTo>
                  <a:pt x="12" y="63"/>
                </a:lnTo>
                <a:lnTo>
                  <a:pt x="15" y="61"/>
                </a:lnTo>
                <a:lnTo>
                  <a:pt x="18" y="59"/>
                </a:lnTo>
                <a:lnTo>
                  <a:pt x="22" y="57"/>
                </a:lnTo>
                <a:lnTo>
                  <a:pt x="26" y="55"/>
                </a:lnTo>
                <a:lnTo>
                  <a:pt x="30" y="53"/>
                </a:lnTo>
                <a:lnTo>
                  <a:pt x="35" y="51"/>
                </a:lnTo>
                <a:lnTo>
                  <a:pt x="39" y="50"/>
                </a:lnTo>
                <a:lnTo>
                  <a:pt x="44" y="48"/>
                </a:lnTo>
                <a:lnTo>
                  <a:pt x="49" y="46"/>
                </a:lnTo>
                <a:lnTo>
                  <a:pt x="55" y="44"/>
                </a:lnTo>
                <a:lnTo>
                  <a:pt x="60" y="43"/>
                </a:lnTo>
                <a:lnTo>
                  <a:pt x="66" y="41"/>
                </a:lnTo>
                <a:lnTo>
                  <a:pt x="72" y="39"/>
                </a:lnTo>
                <a:lnTo>
                  <a:pt x="78" y="38"/>
                </a:lnTo>
                <a:lnTo>
                  <a:pt x="84" y="36"/>
                </a:lnTo>
                <a:lnTo>
                  <a:pt x="90" y="34"/>
                </a:lnTo>
                <a:lnTo>
                  <a:pt x="97" y="33"/>
                </a:lnTo>
                <a:lnTo>
                  <a:pt x="103" y="31"/>
                </a:lnTo>
                <a:lnTo>
                  <a:pt x="109" y="29"/>
                </a:lnTo>
                <a:lnTo>
                  <a:pt x="116" y="27"/>
                </a:lnTo>
                <a:lnTo>
                  <a:pt x="122" y="26"/>
                </a:lnTo>
                <a:lnTo>
                  <a:pt x="129" y="24"/>
                </a:lnTo>
                <a:lnTo>
                  <a:pt x="136" y="23"/>
                </a:lnTo>
                <a:lnTo>
                  <a:pt x="148" y="19"/>
                </a:lnTo>
                <a:lnTo>
                  <a:pt x="154" y="17"/>
                </a:lnTo>
                <a:lnTo>
                  <a:pt x="159" y="16"/>
                </a:lnTo>
                <a:lnTo>
                  <a:pt x="165" y="14"/>
                </a:lnTo>
                <a:lnTo>
                  <a:pt x="170" y="13"/>
                </a:lnTo>
                <a:lnTo>
                  <a:pt x="175" y="11"/>
                </a:lnTo>
                <a:lnTo>
                  <a:pt x="179" y="10"/>
                </a:lnTo>
                <a:lnTo>
                  <a:pt x="184" y="9"/>
                </a:lnTo>
                <a:lnTo>
                  <a:pt x="188" y="7"/>
                </a:lnTo>
                <a:lnTo>
                  <a:pt x="192" y="6"/>
                </a:lnTo>
                <a:lnTo>
                  <a:pt x="196" y="5"/>
                </a:lnTo>
                <a:lnTo>
                  <a:pt x="200" y="4"/>
                </a:lnTo>
                <a:lnTo>
                  <a:pt x="204" y="3"/>
                </a:lnTo>
                <a:lnTo>
                  <a:pt x="207" y="2"/>
                </a:lnTo>
                <a:lnTo>
                  <a:pt x="211" y="2"/>
                </a:lnTo>
                <a:lnTo>
                  <a:pt x="215" y="1"/>
                </a:lnTo>
                <a:lnTo>
                  <a:pt x="219" y="1"/>
                </a:lnTo>
                <a:lnTo>
                  <a:pt x="223" y="0"/>
                </a:lnTo>
                <a:lnTo>
                  <a:pt x="227" y="0"/>
                </a:lnTo>
                <a:lnTo>
                  <a:pt x="230" y="0"/>
                </a:lnTo>
                <a:lnTo>
                  <a:pt x="234" y="0"/>
                </a:lnTo>
                <a:lnTo>
                  <a:pt x="238" y="0"/>
                </a:lnTo>
                <a:lnTo>
                  <a:pt x="243" y="1"/>
                </a:lnTo>
                <a:lnTo>
                  <a:pt x="247" y="1"/>
                </a:lnTo>
                <a:lnTo>
                  <a:pt x="251" y="2"/>
                </a:lnTo>
                <a:lnTo>
                  <a:pt x="256" y="3"/>
                </a:lnTo>
                <a:lnTo>
                  <a:pt x="261" y="4"/>
                </a:lnTo>
                <a:lnTo>
                  <a:pt x="266" y="5"/>
                </a:lnTo>
                <a:lnTo>
                  <a:pt x="271" y="7"/>
                </a:lnTo>
                <a:lnTo>
                  <a:pt x="277" y="8"/>
                </a:lnTo>
                <a:lnTo>
                  <a:pt x="283" y="10"/>
                </a:lnTo>
                <a:lnTo>
                  <a:pt x="291" y="13"/>
                </a:lnTo>
                <a:lnTo>
                  <a:pt x="295" y="14"/>
                </a:lnTo>
                <a:lnTo>
                  <a:pt x="299" y="15"/>
                </a:lnTo>
                <a:lnTo>
                  <a:pt x="302" y="17"/>
                </a:lnTo>
                <a:lnTo>
                  <a:pt x="306" y="19"/>
                </a:lnTo>
                <a:lnTo>
                  <a:pt x="310" y="20"/>
                </a:lnTo>
                <a:lnTo>
                  <a:pt x="313" y="22"/>
                </a:lnTo>
                <a:lnTo>
                  <a:pt x="317" y="24"/>
                </a:lnTo>
                <a:lnTo>
                  <a:pt x="320" y="25"/>
                </a:lnTo>
                <a:lnTo>
                  <a:pt x="323" y="27"/>
                </a:lnTo>
                <a:lnTo>
                  <a:pt x="326" y="29"/>
                </a:lnTo>
                <a:lnTo>
                  <a:pt x="329" y="31"/>
                </a:lnTo>
                <a:lnTo>
                  <a:pt x="332" y="33"/>
                </a:lnTo>
                <a:lnTo>
                  <a:pt x="335" y="35"/>
                </a:lnTo>
                <a:lnTo>
                  <a:pt x="337" y="37"/>
                </a:lnTo>
                <a:lnTo>
                  <a:pt x="340" y="39"/>
                </a:lnTo>
                <a:lnTo>
                  <a:pt x="342" y="41"/>
                </a:lnTo>
                <a:lnTo>
                  <a:pt x="345" y="43"/>
                </a:lnTo>
                <a:lnTo>
                  <a:pt x="347" y="45"/>
                </a:lnTo>
                <a:lnTo>
                  <a:pt x="349" y="47"/>
                </a:lnTo>
                <a:lnTo>
                  <a:pt x="350" y="49"/>
                </a:lnTo>
                <a:lnTo>
                  <a:pt x="352" y="51"/>
                </a:lnTo>
                <a:lnTo>
                  <a:pt x="353" y="54"/>
                </a:lnTo>
                <a:lnTo>
                  <a:pt x="354" y="56"/>
                </a:lnTo>
                <a:lnTo>
                  <a:pt x="355" y="58"/>
                </a:lnTo>
                <a:lnTo>
                  <a:pt x="356" y="60"/>
                </a:lnTo>
                <a:lnTo>
                  <a:pt x="357" y="63"/>
                </a:lnTo>
                <a:lnTo>
                  <a:pt x="357" y="65"/>
                </a:lnTo>
                <a:lnTo>
                  <a:pt x="357" y="67"/>
                </a:lnTo>
                <a:lnTo>
                  <a:pt x="357" y="69"/>
                </a:lnTo>
                <a:lnTo>
                  <a:pt x="357" y="72"/>
                </a:lnTo>
                <a:lnTo>
                  <a:pt x="355" y="78"/>
                </a:lnTo>
                <a:lnTo>
                  <a:pt x="354" y="81"/>
                </a:lnTo>
                <a:lnTo>
                  <a:pt x="353" y="83"/>
                </a:lnTo>
                <a:lnTo>
                  <a:pt x="351" y="86"/>
                </a:lnTo>
                <a:lnTo>
                  <a:pt x="349" y="88"/>
                </a:lnTo>
                <a:lnTo>
                  <a:pt x="347" y="91"/>
                </a:lnTo>
                <a:lnTo>
                  <a:pt x="344" y="93"/>
                </a:lnTo>
                <a:lnTo>
                  <a:pt x="342" y="95"/>
                </a:lnTo>
                <a:lnTo>
                  <a:pt x="339" y="97"/>
                </a:lnTo>
                <a:lnTo>
                  <a:pt x="335" y="99"/>
                </a:lnTo>
                <a:lnTo>
                  <a:pt x="332" y="101"/>
                </a:lnTo>
                <a:lnTo>
                  <a:pt x="329" y="103"/>
                </a:lnTo>
                <a:lnTo>
                  <a:pt x="325" y="105"/>
                </a:lnTo>
                <a:lnTo>
                  <a:pt x="321" y="106"/>
                </a:lnTo>
                <a:lnTo>
                  <a:pt x="317" y="108"/>
                </a:lnTo>
                <a:lnTo>
                  <a:pt x="313" y="109"/>
                </a:lnTo>
                <a:lnTo>
                  <a:pt x="308" y="111"/>
                </a:lnTo>
                <a:lnTo>
                  <a:pt x="304" y="112"/>
                </a:lnTo>
                <a:lnTo>
                  <a:pt x="299" y="113"/>
                </a:lnTo>
                <a:lnTo>
                  <a:pt x="294" y="114"/>
                </a:lnTo>
                <a:lnTo>
                  <a:pt x="289" y="115"/>
                </a:lnTo>
                <a:lnTo>
                  <a:pt x="284" y="116"/>
                </a:lnTo>
                <a:lnTo>
                  <a:pt x="279" y="117"/>
                </a:lnTo>
                <a:lnTo>
                  <a:pt x="273" y="117"/>
                </a:lnTo>
                <a:lnTo>
                  <a:pt x="268" y="118"/>
                </a:lnTo>
                <a:lnTo>
                  <a:pt x="263" y="119"/>
                </a:lnTo>
                <a:lnTo>
                  <a:pt x="257" y="119"/>
                </a:lnTo>
                <a:lnTo>
                  <a:pt x="251" y="120"/>
                </a:lnTo>
                <a:lnTo>
                  <a:pt x="245" y="120"/>
                </a:lnTo>
                <a:lnTo>
                  <a:pt x="240" y="121"/>
                </a:lnTo>
                <a:lnTo>
                  <a:pt x="234" y="121"/>
                </a:lnTo>
                <a:lnTo>
                  <a:pt x="223" y="121"/>
                </a:lnTo>
                <a:lnTo>
                  <a:pt x="218" y="121"/>
                </a:lnTo>
                <a:lnTo>
                  <a:pt x="213" y="120"/>
                </a:lnTo>
                <a:lnTo>
                  <a:pt x="208" y="120"/>
                </a:lnTo>
                <a:lnTo>
                  <a:pt x="203" y="119"/>
                </a:lnTo>
                <a:lnTo>
                  <a:pt x="198" y="119"/>
                </a:lnTo>
                <a:lnTo>
                  <a:pt x="194" y="117"/>
                </a:lnTo>
                <a:lnTo>
                  <a:pt x="189" y="117"/>
                </a:lnTo>
                <a:lnTo>
                  <a:pt x="185" y="115"/>
                </a:lnTo>
                <a:lnTo>
                  <a:pt x="181" y="114"/>
                </a:lnTo>
                <a:lnTo>
                  <a:pt x="177" y="113"/>
                </a:lnTo>
                <a:lnTo>
                  <a:pt x="173" y="111"/>
                </a:lnTo>
                <a:lnTo>
                  <a:pt x="169" y="110"/>
                </a:lnTo>
                <a:lnTo>
                  <a:pt x="165" y="109"/>
                </a:lnTo>
                <a:lnTo>
                  <a:pt x="161" y="107"/>
                </a:lnTo>
                <a:lnTo>
                  <a:pt x="158" y="105"/>
                </a:lnTo>
                <a:lnTo>
                  <a:pt x="155" y="104"/>
                </a:lnTo>
                <a:lnTo>
                  <a:pt x="151" y="102"/>
                </a:lnTo>
                <a:lnTo>
                  <a:pt x="148" y="101"/>
                </a:lnTo>
                <a:lnTo>
                  <a:pt x="144" y="99"/>
                </a:lnTo>
                <a:lnTo>
                  <a:pt x="141" y="97"/>
                </a:lnTo>
                <a:lnTo>
                  <a:pt x="138" y="95"/>
                </a:lnTo>
                <a:lnTo>
                  <a:pt x="135" y="94"/>
                </a:lnTo>
                <a:lnTo>
                  <a:pt x="132" y="93"/>
                </a:lnTo>
                <a:lnTo>
                  <a:pt x="129" y="91"/>
                </a:lnTo>
                <a:lnTo>
                  <a:pt x="126" y="90"/>
                </a:lnTo>
                <a:lnTo>
                  <a:pt x="123" y="88"/>
                </a:lnTo>
                <a:lnTo>
                  <a:pt x="120" y="87"/>
                </a:lnTo>
                <a:lnTo>
                  <a:pt x="117" y="86"/>
                </a:lnTo>
                <a:lnTo>
                  <a:pt x="114" y="85"/>
                </a:lnTo>
                <a:lnTo>
                  <a:pt x="111" y="84"/>
                </a:lnTo>
                <a:lnTo>
                  <a:pt x="105" y="84"/>
                </a:lnTo>
                <a:lnTo>
                  <a:pt x="102" y="85"/>
                </a:lnTo>
                <a:lnTo>
                  <a:pt x="99" y="85"/>
                </a:lnTo>
                <a:lnTo>
                  <a:pt x="95" y="85"/>
                </a:lnTo>
                <a:lnTo>
                  <a:pt x="91" y="86"/>
                </a:lnTo>
                <a:lnTo>
                  <a:pt x="87" y="87"/>
                </a:lnTo>
                <a:lnTo>
                  <a:pt x="83" y="87"/>
                </a:lnTo>
                <a:lnTo>
                  <a:pt x="79" y="88"/>
                </a:lnTo>
                <a:lnTo>
                  <a:pt x="74" y="88"/>
                </a:lnTo>
                <a:lnTo>
                  <a:pt x="70" y="89"/>
                </a:lnTo>
                <a:lnTo>
                  <a:pt x="65" y="90"/>
                </a:lnTo>
                <a:lnTo>
                  <a:pt x="61" y="90"/>
                </a:lnTo>
                <a:lnTo>
                  <a:pt x="56" y="91"/>
                </a:lnTo>
                <a:lnTo>
                  <a:pt x="52" y="91"/>
                </a:lnTo>
                <a:lnTo>
                  <a:pt x="47" y="92"/>
                </a:lnTo>
                <a:lnTo>
                  <a:pt x="43" y="93"/>
                </a:lnTo>
                <a:lnTo>
                  <a:pt x="39" y="93"/>
                </a:lnTo>
                <a:lnTo>
                  <a:pt x="34" y="93"/>
                </a:lnTo>
                <a:lnTo>
                  <a:pt x="30" y="93"/>
                </a:lnTo>
                <a:lnTo>
                  <a:pt x="26" y="93"/>
                </a:lnTo>
                <a:lnTo>
                  <a:pt x="23" y="93"/>
                </a:lnTo>
                <a:lnTo>
                  <a:pt x="19" y="93"/>
                </a:lnTo>
                <a:lnTo>
                  <a:pt x="16" y="93"/>
                </a:lnTo>
                <a:lnTo>
                  <a:pt x="13" y="93"/>
                </a:lnTo>
                <a:lnTo>
                  <a:pt x="10" y="92"/>
                </a:lnTo>
                <a:lnTo>
                  <a:pt x="7" y="91"/>
                </a:lnTo>
                <a:lnTo>
                  <a:pt x="5" y="90"/>
                </a:lnTo>
                <a:lnTo>
                  <a:pt x="3" y="89"/>
                </a:lnTo>
                <a:lnTo>
                  <a:pt x="2" y="87"/>
                </a:lnTo>
                <a:lnTo>
                  <a:pt x="1" y="86"/>
                </a:lnTo>
                <a:lnTo>
                  <a:pt x="1" y="84"/>
                </a:lnTo>
              </a:path>
            </a:pathLst>
          </a:custGeom>
          <a:noFill/>
          <a:ln w="12700" cap="rnd">
            <a:solidFill>
              <a:srgbClr val="00FF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28" name="Freeform 21">
            <a:extLst>
              <a:ext uri="{FF2B5EF4-FFF2-40B4-BE49-F238E27FC236}">
                <a16:creationId xmlns:a16="http://schemas.microsoft.com/office/drawing/2014/main" id="{40B62958-65FA-4C49-88F1-1B26B13E192C}"/>
              </a:ext>
            </a:extLst>
          </p:cNvPr>
          <p:cNvSpPr>
            <a:spLocks/>
          </p:cNvSpPr>
          <p:nvPr/>
        </p:nvSpPr>
        <p:spPr bwMode="auto">
          <a:xfrm>
            <a:off x="1830925" y="3053406"/>
            <a:ext cx="3480486" cy="2779712"/>
          </a:xfrm>
          <a:custGeom>
            <a:avLst/>
            <a:gdLst>
              <a:gd name="T0" fmla="*/ 2147483647 w 3167"/>
              <a:gd name="T1" fmla="*/ 2147483647 h 1395"/>
              <a:gd name="T2" fmla="*/ 2147483647 w 3167"/>
              <a:gd name="T3" fmla="*/ 2147483647 h 1395"/>
              <a:gd name="T4" fmla="*/ 2147483647 w 3167"/>
              <a:gd name="T5" fmla="*/ 2147483647 h 1395"/>
              <a:gd name="T6" fmla="*/ 2147483647 w 3167"/>
              <a:gd name="T7" fmla="*/ 2147483647 h 1395"/>
              <a:gd name="T8" fmla="*/ 2147483647 w 3167"/>
              <a:gd name="T9" fmla="*/ 2147483647 h 1395"/>
              <a:gd name="T10" fmla="*/ 2147483647 w 3167"/>
              <a:gd name="T11" fmla="*/ 2147483647 h 1395"/>
              <a:gd name="T12" fmla="*/ 2147483647 w 3167"/>
              <a:gd name="T13" fmla="*/ 2147483647 h 1395"/>
              <a:gd name="T14" fmla="*/ 2147483647 w 3167"/>
              <a:gd name="T15" fmla="*/ 2147483647 h 1395"/>
              <a:gd name="T16" fmla="*/ 2147483647 w 3167"/>
              <a:gd name="T17" fmla="*/ 2147483647 h 1395"/>
              <a:gd name="T18" fmla="*/ 2147483647 w 3167"/>
              <a:gd name="T19" fmla="*/ 2147483647 h 1395"/>
              <a:gd name="T20" fmla="*/ 2147483647 w 3167"/>
              <a:gd name="T21" fmla="*/ 2147483647 h 1395"/>
              <a:gd name="T22" fmla="*/ 2147483647 w 3167"/>
              <a:gd name="T23" fmla="*/ 2147483647 h 1395"/>
              <a:gd name="T24" fmla="*/ 2147483647 w 3167"/>
              <a:gd name="T25" fmla="*/ 2147483647 h 1395"/>
              <a:gd name="T26" fmla="*/ 2147483647 w 3167"/>
              <a:gd name="T27" fmla="*/ 2147483647 h 1395"/>
              <a:gd name="T28" fmla="*/ 2147483647 w 3167"/>
              <a:gd name="T29" fmla="*/ 2147483647 h 1395"/>
              <a:gd name="T30" fmla="*/ 2147483647 w 3167"/>
              <a:gd name="T31" fmla="*/ 2147483647 h 1395"/>
              <a:gd name="T32" fmla="*/ 2147483647 w 3167"/>
              <a:gd name="T33" fmla="*/ 2147483647 h 1395"/>
              <a:gd name="T34" fmla="*/ 2147483647 w 3167"/>
              <a:gd name="T35" fmla="*/ 2147483647 h 1395"/>
              <a:gd name="T36" fmla="*/ 2147483647 w 3167"/>
              <a:gd name="T37" fmla="*/ 2147483647 h 1395"/>
              <a:gd name="T38" fmla="*/ 2147483647 w 3167"/>
              <a:gd name="T39" fmla="*/ 2147483647 h 1395"/>
              <a:gd name="T40" fmla="*/ 2147483647 w 3167"/>
              <a:gd name="T41" fmla="*/ 2147483647 h 1395"/>
              <a:gd name="T42" fmla="*/ 2147483647 w 3167"/>
              <a:gd name="T43" fmla="*/ 2147483647 h 1395"/>
              <a:gd name="T44" fmla="*/ 2147483647 w 3167"/>
              <a:gd name="T45" fmla="*/ 2147483647 h 1395"/>
              <a:gd name="T46" fmla="*/ 2147483647 w 3167"/>
              <a:gd name="T47" fmla="*/ 2147483647 h 1395"/>
              <a:gd name="T48" fmla="*/ 2147483647 w 3167"/>
              <a:gd name="T49" fmla="*/ 2147483647 h 1395"/>
              <a:gd name="T50" fmla="*/ 2147483647 w 3167"/>
              <a:gd name="T51" fmla="*/ 2147483647 h 1395"/>
              <a:gd name="T52" fmla="*/ 2147483647 w 3167"/>
              <a:gd name="T53" fmla="*/ 2147483647 h 1395"/>
              <a:gd name="T54" fmla="*/ 2147483647 w 3167"/>
              <a:gd name="T55" fmla="*/ 2147483647 h 1395"/>
              <a:gd name="T56" fmla="*/ 2147483647 w 3167"/>
              <a:gd name="T57" fmla="*/ 2147483647 h 1395"/>
              <a:gd name="T58" fmla="*/ 2147483647 w 3167"/>
              <a:gd name="T59" fmla="*/ 2147483647 h 1395"/>
              <a:gd name="T60" fmla="*/ 2147483647 w 3167"/>
              <a:gd name="T61" fmla="*/ 2147483647 h 1395"/>
              <a:gd name="T62" fmla="*/ 2147483647 w 3167"/>
              <a:gd name="T63" fmla="*/ 2147483647 h 1395"/>
              <a:gd name="T64" fmla="*/ 2147483647 w 3167"/>
              <a:gd name="T65" fmla="*/ 2147483647 h 1395"/>
              <a:gd name="T66" fmla="*/ 2147483647 w 3167"/>
              <a:gd name="T67" fmla="*/ 2147483647 h 1395"/>
              <a:gd name="T68" fmla="*/ 2147483647 w 3167"/>
              <a:gd name="T69" fmla="*/ 2147483647 h 1395"/>
              <a:gd name="T70" fmla="*/ 2147483647 w 3167"/>
              <a:gd name="T71" fmla="*/ 2147483647 h 1395"/>
              <a:gd name="T72" fmla="*/ 2147483647 w 3167"/>
              <a:gd name="T73" fmla="*/ 2147483647 h 1395"/>
              <a:gd name="T74" fmla="*/ 2147483647 w 3167"/>
              <a:gd name="T75" fmla="*/ 2147483647 h 1395"/>
              <a:gd name="T76" fmla="*/ 2147483647 w 3167"/>
              <a:gd name="T77" fmla="*/ 2147483647 h 1395"/>
              <a:gd name="T78" fmla="*/ 2147483647 w 3167"/>
              <a:gd name="T79" fmla="*/ 2147483647 h 1395"/>
              <a:gd name="T80" fmla="*/ 2147483647 w 3167"/>
              <a:gd name="T81" fmla="*/ 2147483647 h 1395"/>
              <a:gd name="T82" fmla="*/ 2147483647 w 3167"/>
              <a:gd name="T83" fmla="*/ 2147483647 h 1395"/>
              <a:gd name="T84" fmla="*/ 2147483647 w 3167"/>
              <a:gd name="T85" fmla="*/ 2147483647 h 1395"/>
              <a:gd name="T86" fmla="*/ 2147483647 w 3167"/>
              <a:gd name="T87" fmla="*/ 2147483647 h 1395"/>
              <a:gd name="T88" fmla="*/ 2147483647 w 3167"/>
              <a:gd name="T89" fmla="*/ 2147483647 h 1395"/>
              <a:gd name="T90" fmla="*/ 2147483647 w 3167"/>
              <a:gd name="T91" fmla="*/ 2147483647 h 1395"/>
              <a:gd name="T92" fmla="*/ 2147483647 w 3167"/>
              <a:gd name="T93" fmla="*/ 2147483647 h 1395"/>
              <a:gd name="T94" fmla="*/ 2147483647 w 3167"/>
              <a:gd name="T95" fmla="*/ 2147483647 h 1395"/>
              <a:gd name="T96" fmla="*/ 2147483647 w 3167"/>
              <a:gd name="T97" fmla="*/ 2147483647 h 1395"/>
              <a:gd name="T98" fmla="*/ 2147483647 w 3167"/>
              <a:gd name="T99" fmla="*/ 2147483647 h 1395"/>
              <a:gd name="T100" fmla="*/ 2147483647 w 3167"/>
              <a:gd name="T101" fmla="*/ 2147483647 h 1395"/>
              <a:gd name="T102" fmla="*/ 2147483647 w 3167"/>
              <a:gd name="T103" fmla="*/ 2147483647 h 1395"/>
              <a:gd name="T104" fmla="*/ 2147483647 w 3167"/>
              <a:gd name="T105" fmla="*/ 2147483647 h 1395"/>
              <a:gd name="T106" fmla="*/ 2147483647 w 3167"/>
              <a:gd name="T107" fmla="*/ 2147483647 h 1395"/>
              <a:gd name="T108" fmla="*/ 2147483647 w 3167"/>
              <a:gd name="T109" fmla="*/ 2147483647 h 1395"/>
              <a:gd name="T110" fmla="*/ 2147483647 w 3167"/>
              <a:gd name="T111" fmla="*/ 2147483647 h 1395"/>
              <a:gd name="T112" fmla="*/ 2147483647 w 3167"/>
              <a:gd name="T113" fmla="*/ 2147483647 h 1395"/>
              <a:gd name="T114" fmla="*/ 2147483647 w 3167"/>
              <a:gd name="T115" fmla="*/ 2147483647 h 139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167"/>
              <a:gd name="T175" fmla="*/ 0 h 1395"/>
              <a:gd name="T176" fmla="*/ 3167 w 3167"/>
              <a:gd name="T177" fmla="*/ 1395 h 1395"/>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167" h="1395">
                <a:moveTo>
                  <a:pt x="150" y="558"/>
                </a:moveTo>
                <a:lnTo>
                  <a:pt x="141" y="576"/>
                </a:lnTo>
                <a:lnTo>
                  <a:pt x="138" y="584"/>
                </a:lnTo>
                <a:lnTo>
                  <a:pt x="137" y="593"/>
                </a:lnTo>
                <a:lnTo>
                  <a:pt x="136" y="602"/>
                </a:lnTo>
                <a:lnTo>
                  <a:pt x="137" y="611"/>
                </a:lnTo>
                <a:lnTo>
                  <a:pt x="138" y="620"/>
                </a:lnTo>
                <a:lnTo>
                  <a:pt x="140" y="628"/>
                </a:lnTo>
                <a:lnTo>
                  <a:pt x="143" y="637"/>
                </a:lnTo>
                <a:lnTo>
                  <a:pt x="147" y="646"/>
                </a:lnTo>
                <a:lnTo>
                  <a:pt x="151" y="655"/>
                </a:lnTo>
                <a:lnTo>
                  <a:pt x="155" y="664"/>
                </a:lnTo>
                <a:lnTo>
                  <a:pt x="160" y="673"/>
                </a:lnTo>
                <a:lnTo>
                  <a:pt x="165" y="682"/>
                </a:lnTo>
                <a:lnTo>
                  <a:pt x="171" y="691"/>
                </a:lnTo>
                <a:lnTo>
                  <a:pt x="177" y="701"/>
                </a:lnTo>
                <a:lnTo>
                  <a:pt x="182" y="710"/>
                </a:lnTo>
                <a:lnTo>
                  <a:pt x="188" y="720"/>
                </a:lnTo>
                <a:lnTo>
                  <a:pt x="194" y="730"/>
                </a:lnTo>
                <a:lnTo>
                  <a:pt x="199" y="740"/>
                </a:lnTo>
                <a:lnTo>
                  <a:pt x="205" y="750"/>
                </a:lnTo>
                <a:lnTo>
                  <a:pt x="209" y="760"/>
                </a:lnTo>
                <a:lnTo>
                  <a:pt x="214" y="771"/>
                </a:lnTo>
                <a:lnTo>
                  <a:pt x="218" y="782"/>
                </a:lnTo>
                <a:lnTo>
                  <a:pt x="221" y="792"/>
                </a:lnTo>
                <a:lnTo>
                  <a:pt x="224" y="804"/>
                </a:lnTo>
                <a:lnTo>
                  <a:pt x="227" y="815"/>
                </a:lnTo>
                <a:lnTo>
                  <a:pt x="228" y="827"/>
                </a:lnTo>
                <a:lnTo>
                  <a:pt x="228" y="839"/>
                </a:lnTo>
                <a:lnTo>
                  <a:pt x="228" y="852"/>
                </a:lnTo>
                <a:lnTo>
                  <a:pt x="226" y="865"/>
                </a:lnTo>
                <a:lnTo>
                  <a:pt x="224" y="878"/>
                </a:lnTo>
                <a:lnTo>
                  <a:pt x="215" y="904"/>
                </a:lnTo>
                <a:lnTo>
                  <a:pt x="209" y="917"/>
                </a:lnTo>
                <a:lnTo>
                  <a:pt x="203" y="929"/>
                </a:lnTo>
                <a:lnTo>
                  <a:pt x="195" y="940"/>
                </a:lnTo>
                <a:lnTo>
                  <a:pt x="187" y="951"/>
                </a:lnTo>
                <a:lnTo>
                  <a:pt x="179" y="962"/>
                </a:lnTo>
                <a:lnTo>
                  <a:pt x="170" y="972"/>
                </a:lnTo>
                <a:lnTo>
                  <a:pt x="160" y="981"/>
                </a:lnTo>
                <a:lnTo>
                  <a:pt x="150" y="991"/>
                </a:lnTo>
                <a:lnTo>
                  <a:pt x="140" y="1000"/>
                </a:lnTo>
                <a:lnTo>
                  <a:pt x="130" y="1008"/>
                </a:lnTo>
                <a:lnTo>
                  <a:pt x="119" y="1016"/>
                </a:lnTo>
                <a:lnTo>
                  <a:pt x="109" y="1024"/>
                </a:lnTo>
                <a:lnTo>
                  <a:pt x="99" y="1032"/>
                </a:lnTo>
                <a:lnTo>
                  <a:pt x="89" y="1039"/>
                </a:lnTo>
                <a:lnTo>
                  <a:pt x="78" y="1046"/>
                </a:lnTo>
                <a:lnTo>
                  <a:pt x="69" y="1053"/>
                </a:lnTo>
                <a:lnTo>
                  <a:pt x="59" y="1060"/>
                </a:lnTo>
                <a:lnTo>
                  <a:pt x="50" y="1066"/>
                </a:lnTo>
                <a:lnTo>
                  <a:pt x="41" y="1072"/>
                </a:lnTo>
                <a:lnTo>
                  <a:pt x="33" y="1078"/>
                </a:lnTo>
                <a:lnTo>
                  <a:pt x="26" y="1084"/>
                </a:lnTo>
                <a:lnTo>
                  <a:pt x="19" y="1090"/>
                </a:lnTo>
                <a:lnTo>
                  <a:pt x="13" y="1096"/>
                </a:lnTo>
                <a:lnTo>
                  <a:pt x="9" y="1102"/>
                </a:lnTo>
                <a:lnTo>
                  <a:pt x="5" y="1108"/>
                </a:lnTo>
                <a:lnTo>
                  <a:pt x="2" y="1113"/>
                </a:lnTo>
                <a:lnTo>
                  <a:pt x="0" y="1119"/>
                </a:lnTo>
                <a:lnTo>
                  <a:pt x="0" y="1125"/>
                </a:lnTo>
                <a:lnTo>
                  <a:pt x="0" y="1130"/>
                </a:lnTo>
                <a:lnTo>
                  <a:pt x="3" y="1136"/>
                </a:lnTo>
                <a:lnTo>
                  <a:pt x="19" y="1159"/>
                </a:lnTo>
                <a:lnTo>
                  <a:pt x="29" y="1167"/>
                </a:lnTo>
                <a:lnTo>
                  <a:pt x="42" y="1173"/>
                </a:lnTo>
                <a:lnTo>
                  <a:pt x="55" y="1177"/>
                </a:lnTo>
                <a:lnTo>
                  <a:pt x="71" y="1179"/>
                </a:lnTo>
                <a:lnTo>
                  <a:pt x="87" y="1180"/>
                </a:lnTo>
                <a:lnTo>
                  <a:pt x="105" y="1179"/>
                </a:lnTo>
                <a:lnTo>
                  <a:pt x="124" y="1177"/>
                </a:lnTo>
                <a:lnTo>
                  <a:pt x="145" y="1174"/>
                </a:lnTo>
                <a:lnTo>
                  <a:pt x="167" y="1170"/>
                </a:lnTo>
                <a:lnTo>
                  <a:pt x="189" y="1165"/>
                </a:lnTo>
                <a:lnTo>
                  <a:pt x="213" y="1160"/>
                </a:lnTo>
                <a:lnTo>
                  <a:pt x="238" y="1153"/>
                </a:lnTo>
                <a:lnTo>
                  <a:pt x="264" y="1147"/>
                </a:lnTo>
                <a:lnTo>
                  <a:pt x="291" y="1140"/>
                </a:lnTo>
                <a:lnTo>
                  <a:pt x="318" y="1133"/>
                </a:lnTo>
                <a:lnTo>
                  <a:pt x="347" y="1126"/>
                </a:lnTo>
                <a:lnTo>
                  <a:pt x="376" y="1119"/>
                </a:lnTo>
                <a:lnTo>
                  <a:pt x="406" y="1112"/>
                </a:lnTo>
                <a:lnTo>
                  <a:pt x="437" y="1106"/>
                </a:lnTo>
                <a:lnTo>
                  <a:pt x="468" y="1101"/>
                </a:lnTo>
                <a:lnTo>
                  <a:pt x="499" y="1096"/>
                </a:lnTo>
                <a:lnTo>
                  <a:pt x="532" y="1092"/>
                </a:lnTo>
                <a:lnTo>
                  <a:pt x="564" y="1090"/>
                </a:lnTo>
                <a:lnTo>
                  <a:pt x="597" y="1088"/>
                </a:lnTo>
                <a:lnTo>
                  <a:pt x="631" y="1088"/>
                </a:lnTo>
                <a:lnTo>
                  <a:pt x="665" y="1089"/>
                </a:lnTo>
                <a:lnTo>
                  <a:pt x="699" y="1092"/>
                </a:lnTo>
                <a:lnTo>
                  <a:pt x="733" y="1096"/>
                </a:lnTo>
                <a:lnTo>
                  <a:pt x="767" y="1103"/>
                </a:lnTo>
                <a:lnTo>
                  <a:pt x="801" y="1112"/>
                </a:lnTo>
                <a:lnTo>
                  <a:pt x="835" y="1123"/>
                </a:lnTo>
                <a:lnTo>
                  <a:pt x="851" y="1129"/>
                </a:lnTo>
                <a:lnTo>
                  <a:pt x="865" y="1135"/>
                </a:lnTo>
                <a:lnTo>
                  <a:pt x="878" y="1142"/>
                </a:lnTo>
                <a:lnTo>
                  <a:pt x="890" y="1149"/>
                </a:lnTo>
                <a:lnTo>
                  <a:pt x="901" y="1156"/>
                </a:lnTo>
                <a:lnTo>
                  <a:pt x="912" y="1164"/>
                </a:lnTo>
                <a:lnTo>
                  <a:pt x="922" y="1171"/>
                </a:lnTo>
                <a:lnTo>
                  <a:pt x="931" y="1179"/>
                </a:lnTo>
                <a:lnTo>
                  <a:pt x="940" y="1187"/>
                </a:lnTo>
                <a:lnTo>
                  <a:pt x="948" y="1195"/>
                </a:lnTo>
                <a:lnTo>
                  <a:pt x="956" y="1204"/>
                </a:lnTo>
                <a:lnTo>
                  <a:pt x="964" y="1212"/>
                </a:lnTo>
                <a:lnTo>
                  <a:pt x="972" y="1220"/>
                </a:lnTo>
                <a:lnTo>
                  <a:pt x="979" y="1229"/>
                </a:lnTo>
                <a:lnTo>
                  <a:pt x="987" y="1237"/>
                </a:lnTo>
                <a:lnTo>
                  <a:pt x="995" y="1245"/>
                </a:lnTo>
                <a:lnTo>
                  <a:pt x="1002" y="1254"/>
                </a:lnTo>
                <a:lnTo>
                  <a:pt x="1011" y="1262"/>
                </a:lnTo>
                <a:lnTo>
                  <a:pt x="1019" y="1270"/>
                </a:lnTo>
                <a:lnTo>
                  <a:pt x="1028" y="1278"/>
                </a:lnTo>
                <a:lnTo>
                  <a:pt x="1037" y="1286"/>
                </a:lnTo>
                <a:lnTo>
                  <a:pt x="1047" y="1294"/>
                </a:lnTo>
                <a:lnTo>
                  <a:pt x="1057" y="1301"/>
                </a:lnTo>
                <a:lnTo>
                  <a:pt x="1069" y="1308"/>
                </a:lnTo>
                <a:lnTo>
                  <a:pt x="1081" y="1315"/>
                </a:lnTo>
                <a:lnTo>
                  <a:pt x="1094" y="1322"/>
                </a:lnTo>
                <a:lnTo>
                  <a:pt x="1108" y="1328"/>
                </a:lnTo>
                <a:lnTo>
                  <a:pt x="1123" y="1335"/>
                </a:lnTo>
                <a:lnTo>
                  <a:pt x="1140" y="1340"/>
                </a:lnTo>
                <a:lnTo>
                  <a:pt x="1158" y="1346"/>
                </a:lnTo>
                <a:lnTo>
                  <a:pt x="1189" y="1354"/>
                </a:lnTo>
                <a:lnTo>
                  <a:pt x="1203" y="1356"/>
                </a:lnTo>
                <a:lnTo>
                  <a:pt x="1216" y="1359"/>
                </a:lnTo>
                <a:lnTo>
                  <a:pt x="1229" y="1361"/>
                </a:lnTo>
                <a:lnTo>
                  <a:pt x="1241" y="1362"/>
                </a:lnTo>
                <a:lnTo>
                  <a:pt x="1253" y="1363"/>
                </a:lnTo>
                <a:lnTo>
                  <a:pt x="1264" y="1363"/>
                </a:lnTo>
                <a:lnTo>
                  <a:pt x="1275" y="1363"/>
                </a:lnTo>
                <a:lnTo>
                  <a:pt x="1285" y="1363"/>
                </a:lnTo>
                <a:lnTo>
                  <a:pt x="1295" y="1362"/>
                </a:lnTo>
                <a:lnTo>
                  <a:pt x="1305" y="1361"/>
                </a:lnTo>
                <a:lnTo>
                  <a:pt x="1314" y="1360"/>
                </a:lnTo>
                <a:lnTo>
                  <a:pt x="1324" y="1358"/>
                </a:lnTo>
                <a:lnTo>
                  <a:pt x="1333" y="1357"/>
                </a:lnTo>
                <a:lnTo>
                  <a:pt x="1342" y="1355"/>
                </a:lnTo>
                <a:lnTo>
                  <a:pt x="1352" y="1353"/>
                </a:lnTo>
                <a:lnTo>
                  <a:pt x="1361" y="1351"/>
                </a:lnTo>
                <a:lnTo>
                  <a:pt x="1371" y="1349"/>
                </a:lnTo>
                <a:lnTo>
                  <a:pt x="1381" y="1346"/>
                </a:lnTo>
                <a:lnTo>
                  <a:pt x="1391" y="1344"/>
                </a:lnTo>
                <a:lnTo>
                  <a:pt x="1401" y="1342"/>
                </a:lnTo>
                <a:lnTo>
                  <a:pt x="1412" y="1340"/>
                </a:lnTo>
                <a:lnTo>
                  <a:pt x="1423" y="1339"/>
                </a:lnTo>
                <a:lnTo>
                  <a:pt x="1435" y="1337"/>
                </a:lnTo>
                <a:lnTo>
                  <a:pt x="1448" y="1336"/>
                </a:lnTo>
                <a:lnTo>
                  <a:pt x="1461" y="1334"/>
                </a:lnTo>
                <a:lnTo>
                  <a:pt x="1475" y="1333"/>
                </a:lnTo>
                <a:lnTo>
                  <a:pt x="1489" y="1333"/>
                </a:lnTo>
                <a:lnTo>
                  <a:pt x="1505" y="1332"/>
                </a:lnTo>
                <a:lnTo>
                  <a:pt x="1521" y="1332"/>
                </a:lnTo>
                <a:lnTo>
                  <a:pt x="1539" y="1333"/>
                </a:lnTo>
                <a:lnTo>
                  <a:pt x="1577" y="1336"/>
                </a:lnTo>
                <a:lnTo>
                  <a:pt x="1594" y="1337"/>
                </a:lnTo>
                <a:lnTo>
                  <a:pt x="1611" y="1339"/>
                </a:lnTo>
                <a:lnTo>
                  <a:pt x="1626" y="1342"/>
                </a:lnTo>
                <a:lnTo>
                  <a:pt x="1641" y="1344"/>
                </a:lnTo>
                <a:lnTo>
                  <a:pt x="1655" y="1347"/>
                </a:lnTo>
                <a:lnTo>
                  <a:pt x="1668" y="1350"/>
                </a:lnTo>
                <a:lnTo>
                  <a:pt x="1681" y="1353"/>
                </a:lnTo>
                <a:lnTo>
                  <a:pt x="1693" y="1356"/>
                </a:lnTo>
                <a:lnTo>
                  <a:pt x="1705" y="1360"/>
                </a:lnTo>
                <a:lnTo>
                  <a:pt x="1716" y="1363"/>
                </a:lnTo>
                <a:lnTo>
                  <a:pt x="1727" y="1366"/>
                </a:lnTo>
                <a:lnTo>
                  <a:pt x="1737" y="1370"/>
                </a:lnTo>
                <a:lnTo>
                  <a:pt x="1748" y="1373"/>
                </a:lnTo>
                <a:lnTo>
                  <a:pt x="1758" y="1376"/>
                </a:lnTo>
                <a:lnTo>
                  <a:pt x="1769" y="1379"/>
                </a:lnTo>
                <a:lnTo>
                  <a:pt x="1779" y="1382"/>
                </a:lnTo>
                <a:lnTo>
                  <a:pt x="1789" y="1384"/>
                </a:lnTo>
                <a:lnTo>
                  <a:pt x="1800" y="1387"/>
                </a:lnTo>
                <a:lnTo>
                  <a:pt x="1811" y="1389"/>
                </a:lnTo>
                <a:lnTo>
                  <a:pt x="1822" y="1390"/>
                </a:lnTo>
                <a:lnTo>
                  <a:pt x="1834" y="1392"/>
                </a:lnTo>
                <a:lnTo>
                  <a:pt x="1846" y="1393"/>
                </a:lnTo>
                <a:lnTo>
                  <a:pt x="1859" y="1393"/>
                </a:lnTo>
                <a:lnTo>
                  <a:pt x="1872" y="1394"/>
                </a:lnTo>
                <a:lnTo>
                  <a:pt x="1886" y="1393"/>
                </a:lnTo>
                <a:lnTo>
                  <a:pt x="1901" y="1392"/>
                </a:lnTo>
                <a:lnTo>
                  <a:pt x="1916" y="1391"/>
                </a:lnTo>
                <a:lnTo>
                  <a:pt x="1933" y="1389"/>
                </a:lnTo>
                <a:lnTo>
                  <a:pt x="1950" y="1386"/>
                </a:lnTo>
                <a:lnTo>
                  <a:pt x="1969" y="1383"/>
                </a:lnTo>
                <a:lnTo>
                  <a:pt x="2018" y="1373"/>
                </a:lnTo>
                <a:lnTo>
                  <a:pt x="2042" y="1368"/>
                </a:lnTo>
                <a:lnTo>
                  <a:pt x="2065" y="1364"/>
                </a:lnTo>
                <a:lnTo>
                  <a:pt x="2087" y="1359"/>
                </a:lnTo>
                <a:lnTo>
                  <a:pt x="2108" y="1355"/>
                </a:lnTo>
                <a:lnTo>
                  <a:pt x="2129" y="1350"/>
                </a:lnTo>
                <a:lnTo>
                  <a:pt x="2149" y="1346"/>
                </a:lnTo>
                <a:lnTo>
                  <a:pt x="2168" y="1341"/>
                </a:lnTo>
                <a:lnTo>
                  <a:pt x="2187" y="1336"/>
                </a:lnTo>
                <a:lnTo>
                  <a:pt x="2205" y="1332"/>
                </a:lnTo>
                <a:lnTo>
                  <a:pt x="2223" y="1326"/>
                </a:lnTo>
                <a:lnTo>
                  <a:pt x="2239" y="1321"/>
                </a:lnTo>
                <a:lnTo>
                  <a:pt x="2256" y="1315"/>
                </a:lnTo>
                <a:lnTo>
                  <a:pt x="2271" y="1309"/>
                </a:lnTo>
                <a:lnTo>
                  <a:pt x="2287" y="1302"/>
                </a:lnTo>
                <a:lnTo>
                  <a:pt x="2301" y="1295"/>
                </a:lnTo>
                <a:lnTo>
                  <a:pt x="2316" y="1287"/>
                </a:lnTo>
                <a:lnTo>
                  <a:pt x="2330" y="1279"/>
                </a:lnTo>
                <a:lnTo>
                  <a:pt x="2343" y="1270"/>
                </a:lnTo>
                <a:lnTo>
                  <a:pt x="2357" y="1260"/>
                </a:lnTo>
                <a:lnTo>
                  <a:pt x="2369" y="1250"/>
                </a:lnTo>
                <a:lnTo>
                  <a:pt x="2382" y="1239"/>
                </a:lnTo>
                <a:lnTo>
                  <a:pt x="2394" y="1228"/>
                </a:lnTo>
                <a:lnTo>
                  <a:pt x="2406" y="1215"/>
                </a:lnTo>
                <a:lnTo>
                  <a:pt x="2418" y="1202"/>
                </a:lnTo>
                <a:lnTo>
                  <a:pt x="2429" y="1187"/>
                </a:lnTo>
                <a:lnTo>
                  <a:pt x="2441" y="1172"/>
                </a:lnTo>
                <a:lnTo>
                  <a:pt x="2452" y="1155"/>
                </a:lnTo>
                <a:lnTo>
                  <a:pt x="2463" y="1138"/>
                </a:lnTo>
                <a:lnTo>
                  <a:pt x="2474" y="1119"/>
                </a:lnTo>
                <a:lnTo>
                  <a:pt x="2485" y="1100"/>
                </a:lnTo>
                <a:lnTo>
                  <a:pt x="2492" y="1083"/>
                </a:lnTo>
                <a:lnTo>
                  <a:pt x="2494" y="1075"/>
                </a:lnTo>
                <a:lnTo>
                  <a:pt x="2496" y="1067"/>
                </a:lnTo>
                <a:lnTo>
                  <a:pt x="2497" y="1059"/>
                </a:lnTo>
                <a:lnTo>
                  <a:pt x="2497" y="1052"/>
                </a:lnTo>
                <a:lnTo>
                  <a:pt x="2497" y="1044"/>
                </a:lnTo>
                <a:lnTo>
                  <a:pt x="2496" y="1037"/>
                </a:lnTo>
                <a:lnTo>
                  <a:pt x="2494" y="1030"/>
                </a:lnTo>
                <a:lnTo>
                  <a:pt x="2493" y="1023"/>
                </a:lnTo>
                <a:lnTo>
                  <a:pt x="2491" y="1016"/>
                </a:lnTo>
                <a:lnTo>
                  <a:pt x="2488" y="1009"/>
                </a:lnTo>
                <a:lnTo>
                  <a:pt x="2485" y="1002"/>
                </a:lnTo>
                <a:lnTo>
                  <a:pt x="2483" y="996"/>
                </a:lnTo>
                <a:lnTo>
                  <a:pt x="2480" y="989"/>
                </a:lnTo>
                <a:lnTo>
                  <a:pt x="2477" y="982"/>
                </a:lnTo>
                <a:lnTo>
                  <a:pt x="2473" y="975"/>
                </a:lnTo>
                <a:lnTo>
                  <a:pt x="2470" y="968"/>
                </a:lnTo>
                <a:lnTo>
                  <a:pt x="2467" y="961"/>
                </a:lnTo>
                <a:lnTo>
                  <a:pt x="2464" y="954"/>
                </a:lnTo>
                <a:lnTo>
                  <a:pt x="2462" y="946"/>
                </a:lnTo>
                <a:lnTo>
                  <a:pt x="2459" y="939"/>
                </a:lnTo>
                <a:lnTo>
                  <a:pt x="2457" y="931"/>
                </a:lnTo>
                <a:lnTo>
                  <a:pt x="2455" y="924"/>
                </a:lnTo>
                <a:lnTo>
                  <a:pt x="2454" y="916"/>
                </a:lnTo>
                <a:lnTo>
                  <a:pt x="2453" y="907"/>
                </a:lnTo>
                <a:lnTo>
                  <a:pt x="2452" y="899"/>
                </a:lnTo>
                <a:lnTo>
                  <a:pt x="2453" y="890"/>
                </a:lnTo>
                <a:lnTo>
                  <a:pt x="2453" y="882"/>
                </a:lnTo>
                <a:lnTo>
                  <a:pt x="2455" y="872"/>
                </a:lnTo>
                <a:lnTo>
                  <a:pt x="2457" y="863"/>
                </a:lnTo>
                <a:lnTo>
                  <a:pt x="2460" y="853"/>
                </a:lnTo>
                <a:lnTo>
                  <a:pt x="2493" y="775"/>
                </a:lnTo>
                <a:lnTo>
                  <a:pt x="2514" y="739"/>
                </a:lnTo>
                <a:lnTo>
                  <a:pt x="2536" y="705"/>
                </a:lnTo>
                <a:lnTo>
                  <a:pt x="2561" y="673"/>
                </a:lnTo>
                <a:lnTo>
                  <a:pt x="2587" y="642"/>
                </a:lnTo>
                <a:lnTo>
                  <a:pt x="2614" y="614"/>
                </a:lnTo>
                <a:lnTo>
                  <a:pt x="2643" y="586"/>
                </a:lnTo>
                <a:lnTo>
                  <a:pt x="2673" y="560"/>
                </a:lnTo>
                <a:lnTo>
                  <a:pt x="2704" y="535"/>
                </a:lnTo>
                <a:lnTo>
                  <a:pt x="2735" y="512"/>
                </a:lnTo>
                <a:lnTo>
                  <a:pt x="2767" y="489"/>
                </a:lnTo>
                <a:lnTo>
                  <a:pt x="2799" y="468"/>
                </a:lnTo>
                <a:lnTo>
                  <a:pt x="2831" y="447"/>
                </a:lnTo>
                <a:lnTo>
                  <a:pt x="2863" y="427"/>
                </a:lnTo>
                <a:lnTo>
                  <a:pt x="2894" y="408"/>
                </a:lnTo>
                <a:lnTo>
                  <a:pt x="2925" y="390"/>
                </a:lnTo>
                <a:lnTo>
                  <a:pt x="2955" y="372"/>
                </a:lnTo>
                <a:lnTo>
                  <a:pt x="2983" y="354"/>
                </a:lnTo>
                <a:lnTo>
                  <a:pt x="3011" y="336"/>
                </a:lnTo>
                <a:lnTo>
                  <a:pt x="3037" y="319"/>
                </a:lnTo>
                <a:lnTo>
                  <a:pt x="3061" y="302"/>
                </a:lnTo>
                <a:lnTo>
                  <a:pt x="3083" y="285"/>
                </a:lnTo>
                <a:lnTo>
                  <a:pt x="3103" y="268"/>
                </a:lnTo>
                <a:lnTo>
                  <a:pt x="3121" y="250"/>
                </a:lnTo>
                <a:lnTo>
                  <a:pt x="3136" y="233"/>
                </a:lnTo>
                <a:lnTo>
                  <a:pt x="3148" y="215"/>
                </a:lnTo>
                <a:lnTo>
                  <a:pt x="3158" y="196"/>
                </a:lnTo>
                <a:lnTo>
                  <a:pt x="3164" y="177"/>
                </a:lnTo>
                <a:lnTo>
                  <a:pt x="3166" y="157"/>
                </a:lnTo>
                <a:lnTo>
                  <a:pt x="3165" y="136"/>
                </a:lnTo>
                <a:lnTo>
                  <a:pt x="3161" y="115"/>
                </a:lnTo>
                <a:lnTo>
                  <a:pt x="3152" y="94"/>
                </a:lnTo>
                <a:lnTo>
                  <a:pt x="3146" y="85"/>
                </a:lnTo>
                <a:lnTo>
                  <a:pt x="3139" y="76"/>
                </a:lnTo>
                <a:lnTo>
                  <a:pt x="3131" y="68"/>
                </a:lnTo>
                <a:lnTo>
                  <a:pt x="3122" y="60"/>
                </a:lnTo>
                <a:lnTo>
                  <a:pt x="3113" y="53"/>
                </a:lnTo>
                <a:lnTo>
                  <a:pt x="3102" y="46"/>
                </a:lnTo>
                <a:lnTo>
                  <a:pt x="3091" y="40"/>
                </a:lnTo>
                <a:lnTo>
                  <a:pt x="3079" y="34"/>
                </a:lnTo>
                <a:lnTo>
                  <a:pt x="3066" y="29"/>
                </a:lnTo>
                <a:lnTo>
                  <a:pt x="3053" y="24"/>
                </a:lnTo>
                <a:lnTo>
                  <a:pt x="3038" y="20"/>
                </a:lnTo>
                <a:lnTo>
                  <a:pt x="3023" y="16"/>
                </a:lnTo>
                <a:lnTo>
                  <a:pt x="3008" y="12"/>
                </a:lnTo>
                <a:lnTo>
                  <a:pt x="2992" y="9"/>
                </a:lnTo>
                <a:lnTo>
                  <a:pt x="2975" y="7"/>
                </a:lnTo>
                <a:lnTo>
                  <a:pt x="2958" y="4"/>
                </a:lnTo>
                <a:lnTo>
                  <a:pt x="2941" y="3"/>
                </a:lnTo>
                <a:lnTo>
                  <a:pt x="2923" y="2"/>
                </a:lnTo>
                <a:lnTo>
                  <a:pt x="2904" y="0"/>
                </a:lnTo>
                <a:lnTo>
                  <a:pt x="2885" y="0"/>
                </a:lnTo>
                <a:lnTo>
                  <a:pt x="2866" y="0"/>
                </a:lnTo>
                <a:lnTo>
                  <a:pt x="2846" y="0"/>
                </a:lnTo>
                <a:lnTo>
                  <a:pt x="2826" y="1"/>
                </a:lnTo>
                <a:lnTo>
                  <a:pt x="2806" y="2"/>
                </a:lnTo>
                <a:lnTo>
                  <a:pt x="2786" y="4"/>
                </a:lnTo>
                <a:lnTo>
                  <a:pt x="2765" y="5"/>
                </a:lnTo>
                <a:lnTo>
                  <a:pt x="2744" y="8"/>
                </a:lnTo>
                <a:lnTo>
                  <a:pt x="2723" y="10"/>
                </a:lnTo>
                <a:lnTo>
                  <a:pt x="2702" y="13"/>
                </a:lnTo>
                <a:lnTo>
                  <a:pt x="2681" y="16"/>
                </a:lnTo>
                <a:lnTo>
                  <a:pt x="2611" y="32"/>
                </a:lnTo>
                <a:lnTo>
                  <a:pt x="2579" y="42"/>
                </a:lnTo>
                <a:lnTo>
                  <a:pt x="2550" y="53"/>
                </a:lnTo>
                <a:lnTo>
                  <a:pt x="2522" y="66"/>
                </a:lnTo>
                <a:lnTo>
                  <a:pt x="2496" y="80"/>
                </a:lnTo>
                <a:lnTo>
                  <a:pt x="2471" y="94"/>
                </a:lnTo>
                <a:lnTo>
                  <a:pt x="2449" y="110"/>
                </a:lnTo>
                <a:lnTo>
                  <a:pt x="2427" y="127"/>
                </a:lnTo>
                <a:lnTo>
                  <a:pt x="2406" y="144"/>
                </a:lnTo>
                <a:lnTo>
                  <a:pt x="2387" y="162"/>
                </a:lnTo>
                <a:lnTo>
                  <a:pt x="2368" y="180"/>
                </a:lnTo>
                <a:lnTo>
                  <a:pt x="2349" y="199"/>
                </a:lnTo>
                <a:lnTo>
                  <a:pt x="2332" y="218"/>
                </a:lnTo>
                <a:lnTo>
                  <a:pt x="2315" y="236"/>
                </a:lnTo>
                <a:lnTo>
                  <a:pt x="2298" y="255"/>
                </a:lnTo>
                <a:lnTo>
                  <a:pt x="2281" y="274"/>
                </a:lnTo>
                <a:lnTo>
                  <a:pt x="2264" y="292"/>
                </a:lnTo>
                <a:lnTo>
                  <a:pt x="2246" y="310"/>
                </a:lnTo>
                <a:lnTo>
                  <a:pt x="2229" y="327"/>
                </a:lnTo>
                <a:lnTo>
                  <a:pt x="2211" y="343"/>
                </a:lnTo>
                <a:lnTo>
                  <a:pt x="2192" y="359"/>
                </a:lnTo>
                <a:lnTo>
                  <a:pt x="2172" y="374"/>
                </a:lnTo>
                <a:lnTo>
                  <a:pt x="2151" y="388"/>
                </a:lnTo>
                <a:lnTo>
                  <a:pt x="2129" y="400"/>
                </a:lnTo>
                <a:lnTo>
                  <a:pt x="2106" y="412"/>
                </a:lnTo>
                <a:lnTo>
                  <a:pt x="2081" y="422"/>
                </a:lnTo>
                <a:lnTo>
                  <a:pt x="2055" y="430"/>
                </a:lnTo>
                <a:lnTo>
                  <a:pt x="2027" y="438"/>
                </a:lnTo>
                <a:lnTo>
                  <a:pt x="1997" y="442"/>
                </a:lnTo>
                <a:lnTo>
                  <a:pt x="1966" y="446"/>
                </a:lnTo>
                <a:lnTo>
                  <a:pt x="1932" y="447"/>
                </a:lnTo>
                <a:lnTo>
                  <a:pt x="1876" y="444"/>
                </a:lnTo>
                <a:lnTo>
                  <a:pt x="1850" y="440"/>
                </a:lnTo>
                <a:lnTo>
                  <a:pt x="1827" y="435"/>
                </a:lnTo>
                <a:lnTo>
                  <a:pt x="1805" y="428"/>
                </a:lnTo>
                <a:lnTo>
                  <a:pt x="1784" y="420"/>
                </a:lnTo>
                <a:lnTo>
                  <a:pt x="1764" y="412"/>
                </a:lnTo>
                <a:lnTo>
                  <a:pt x="1745" y="402"/>
                </a:lnTo>
                <a:lnTo>
                  <a:pt x="1728" y="390"/>
                </a:lnTo>
                <a:lnTo>
                  <a:pt x="1711" y="378"/>
                </a:lnTo>
                <a:lnTo>
                  <a:pt x="1695" y="366"/>
                </a:lnTo>
                <a:lnTo>
                  <a:pt x="1679" y="352"/>
                </a:lnTo>
                <a:lnTo>
                  <a:pt x="1665" y="338"/>
                </a:lnTo>
                <a:lnTo>
                  <a:pt x="1650" y="324"/>
                </a:lnTo>
                <a:lnTo>
                  <a:pt x="1635" y="309"/>
                </a:lnTo>
                <a:lnTo>
                  <a:pt x="1621" y="294"/>
                </a:lnTo>
                <a:lnTo>
                  <a:pt x="1606" y="279"/>
                </a:lnTo>
                <a:lnTo>
                  <a:pt x="1591" y="264"/>
                </a:lnTo>
                <a:lnTo>
                  <a:pt x="1576" y="248"/>
                </a:lnTo>
                <a:lnTo>
                  <a:pt x="1561" y="233"/>
                </a:lnTo>
                <a:lnTo>
                  <a:pt x="1545" y="218"/>
                </a:lnTo>
                <a:lnTo>
                  <a:pt x="1528" y="203"/>
                </a:lnTo>
                <a:lnTo>
                  <a:pt x="1510" y="188"/>
                </a:lnTo>
                <a:lnTo>
                  <a:pt x="1492" y="174"/>
                </a:lnTo>
                <a:lnTo>
                  <a:pt x="1472" y="161"/>
                </a:lnTo>
                <a:lnTo>
                  <a:pt x="1451" y="148"/>
                </a:lnTo>
                <a:lnTo>
                  <a:pt x="1429" y="136"/>
                </a:lnTo>
                <a:lnTo>
                  <a:pt x="1405" y="125"/>
                </a:lnTo>
                <a:lnTo>
                  <a:pt x="1380" y="114"/>
                </a:lnTo>
                <a:lnTo>
                  <a:pt x="1353" y="105"/>
                </a:lnTo>
                <a:lnTo>
                  <a:pt x="1324" y="97"/>
                </a:lnTo>
                <a:lnTo>
                  <a:pt x="1293" y="90"/>
                </a:lnTo>
                <a:lnTo>
                  <a:pt x="1268" y="85"/>
                </a:lnTo>
                <a:lnTo>
                  <a:pt x="1256" y="83"/>
                </a:lnTo>
                <a:lnTo>
                  <a:pt x="1245" y="81"/>
                </a:lnTo>
                <a:lnTo>
                  <a:pt x="1234" y="79"/>
                </a:lnTo>
                <a:lnTo>
                  <a:pt x="1223" y="77"/>
                </a:lnTo>
                <a:lnTo>
                  <a:pt x="1213" y="76"/>
                </a:lnTo>
                <a:lnTo>
                  <a:pt x="1204" y="74"/>
                </a:lnTo>
                <a:lnTo>
                  <a:pt x="1194" y="73"/>
                </a:lnTo>
                <a:lnTo>
                  <a:pt x="1185" y="72"/>
                </a:lnTo>
                <a:lnTo>
                  <a:pt x="1176" y="71"/>
                </a:lnTo>
                <a:lnTo>
                  <a:pt x="1168" y="70"/>
                </a:lnTo>
                <a:lnTo>
                  <a:pt x="1159" y="70"/>
                </a:lnTo>
                <a:lnTo>
                  <a:pt x="1151" y="70"/>
                </a:lnTo>
                <a:lnTo>
                  <a:pt x="1143" y="70"/>
                </a:lnTo>
                <a:lnTo>
                  <a:pt x="1135" y="71"/>
                </a:lnTo>
                <a:lnTo>
                  <a:pt x="1127" y="72"/>
                </a:lnTo>
                <a:lnTo>
                  <a:pt x="1119" y="73"/>
                </a:lnTo>
                <a:lnTo>
                  <a:pt x="1111" y="74"/>
                </a:lnTo>
                <a:lnTo>
                  <a:pt x="1103" y="76"/>
                </a:lnTo>
                <a:lnTo>
                  <a:pt x="1095" y="78"/>
                </a:lnTo>
                <a:lnTo>
                  <a:pt x="1087" y="80"/>
                </a:lnTo>
                <a:lnTo>
                  <a:pt x="1079" y="83"/>
                </a:lnTo>
                <a:lnTo>
                  <a:pt x="1071" y="86"/>
                </a:lnTo>
                <a:lnTo>
                  <a:pt x="1063" y="90"/>
                </a:lnTo>
                <a:lnTo>
                  <a:pt x="1054" y="94"/>
                </a:lnTo>
                <a:lnTo>
                  <a:pt x="1045" y="98"/>
                </a:lnTo>
                <a:lnTo>
                  <a:pt x="1037" y="103"/>
                </a:lnTo>
                <a:lnTo>
                  <a:pt x="1027" y="108"/>
                </a:lnTo>
                <a:lnTo>
                  <a:pt x="1018" y="114"/>
                </a:lnTo>
                <a:lnTo>
                  <a:pt x="1008" y="120"/>
                </a:lnTo>
                <a:lnTo>
                  <a:pt x="998" y="127"/>
                </a:lnTo>
                <a:lnTo>
                  <a:pt x="975" y="144"/>
                </a:lnTo>
                <a:lnTo>
                  <a:pt x="965" y="152"/>
                </a:lnTo>
                <a:lnTo>
                  <a:pt x="955" y="161"/>
                </a:lnTo>
                <a:lnTo>
                  <a:pt x="946" y="170"/>
                </a:lnTo>
                <a:lnTo>
                  <a:pt x="938" y="180"/>
                </a:lnTo>
                <a:lnTo>
                  <a:pt x="930" y="189"/>
                </a:lnTo>
                <a:lnTo>
                  <a:pt x="923" y="198"/>
                </a:lnTo>
                <a:lnTo>
                  <a:pt x="916" y="208"/>
                </a:lnTo>
                <a:lnTo>
                  <a:pt x="910" y="218"/>
                </a:lnTo>
                <a:lnTo>
                  <a:pt x="904" y="228"/>
                </a:lnTo>
                <a:lnTo>
                  <a:pt x="899" y="238"/>
                </a:lnTo>
                <a:lnTo>
                  <a:pt x="893" y="248"/>
                </a:lnTo>
                <a:lnTo>
                  <a:pt x="889" y="258"/>
                </a:lnTo>
                <a:lnTo>
                  <a:pt x="884" y="269"/>
                </a:lnTo>
                <a:lnTo>
                  <a:pt x="880" y="279"/>
                </a:lnTo>
                <a:lnTo>
                  <a:pt x="876" y="289"/>
                </a:lnTo>
                <a:lnTo>
                  <a:pt x="872" y="299"/>
                </a:lnTo>
                <a:lnTo>
                  <a:pt x="869" y="309"/>
                </a:lnTo>
                <a:lnTo>
                  <a:pt x="865" y="319"/>
                </a:lnTo>
                <a:lnTo>
                  <a:pt x="862" y="329"/>
                </a:lnTo>
                <a:lnTo>
                  <a:pt x="859" y="338"/>
                </a:lnTo>
                <a:lnTo>
                  <a:pt x="856" y="348"/>
                </a:lnTo>
                <a:lnTo>
                  <a:pt x="853" y="357"/>
                </a:lnTo>
                <a:lnTo>
                  <a:pt x="850" y="366"/>
                </a:lnTo>
                <a:lnTo>
                  <a:pt x="847" y="375"/>
                </a:lnTo>
                <a:lnTo>
                  <a:pt x="843" y="384"/>
                </a:lnTo>
                <a:lnTo>
                  <a:pt x="840" y="392"/>
                </a:lnTo>
                <a:lnTo>
                  <a:pt x="837" y="400"/>
                </a:lnTo>
                <a:lnTo>
                  <a:pt x="833" y="408"/>
                </a:lnTo>
                <a:lnTo>
                  <a:pt x="829" y="416"/>
                </a:lnTo>
                <a:lnTo>
                  <a:pt x="826" y="423"/>
                </a:lnTo>
                <a:lnTo>
                  <a:pt x="792" y="428"/>
                </a:lnTo>
                <a:lnTo>
                  <a:pt x="773" y="429"/>
                </a:lnTo>
                <a:lnTo>
                  <a:pt x="753" y="430"/>
                </a:lnTo>
                <a:lnTo>
                  <a:pt x="733" y="430"/>
                </a:lnTo>
                <a:lnTo>
                  <a:pt x="712" y="430"/>
                </a:lnTo>
                <a:lnTo>
                  <a:pt x="690" y="430"/>
                </a:lnTo>
                <a:lnTo>
                  <a:pt x="667" y="430"/>
                </a:lnTo>
                <a:lnTo>
                  <a:pt x="644" y="429"/>
                </a:lnTo>
                <a:lnTo>
                  <a:pt x="620" y="428"/>
                </a:lnTo>
                <a:lnTo>
                  <a:pt x="596" y="428"/>
                </a:lnTo>
                <a:lnTo>
                  <a:pt x="572" y="427"/>
                </a:lnTo>
                <a:lnTo>
                  <a:pt x="547" y="427"/>
                </a:lnTo>
                <a:lnTo>
                  <a:pt x="523" y="426"/>
                </a:lnTo>
                <a:lnTo>
                  <a:pt x="498" y="427"/>
                </a:lnTo>
                <a:lnTo>
                  <a:pt x="473" y="427"/>
                </a:lnTo>
                <a:lnTo>
                  <a:pt x="449" y="428"/>
                </a:lnTo>
                <a:lnTo>
                  <a:pt x="425" y="430"/>
                </a:lnTo>
                <a:lnTo>
                  <a:pt x="400" y="432"/>
                </a:lnTo>
                <a:lnTo>
                  <a:pt x="377" y="435"/>
                </a:lnTo>
                <a:lnTo>
                  <a:pt x="353" y="439"/>
                </a:lnTo>
                <a:lnTo>
                  <a:pt x="331" y="444"/>
                </a:lnTo>
                <a:lnTo>
                  <a:pt x="308" y="450"/>
                </a:lnTo>
                <a:lnTo>
                  <a:pt x="287" y="456"/>
                </a:lnTo>
                <a:lnTo>
                  <a:pt x="266" y="464"/>
                </a:lnTo>
                <a:lnTo>
                  <a:pt x="246" y="473"/>
                </a:lnTo>
                <a:lnTo>
                  <a:pt x="227" y="484"/>
                </a:lnTo>
                <a:lnTo>
                  <a:pt x="209" y="496"/>
                </a:lnTo>
                <a:lnTo>
                  <a:pt x="193" y="509"/>
                </a:lnTo>
                <a:lnTo>
                  <a:pt x="177" y="524"/>
                </a:lnTo>
                <a:lnTo>
                  <a:pt x="163" y="540"/>
                </a:lnTo>
                <a:lnTo>
                  <a:pt x="150" y="558"/>
                </a:lnTo>
              </a:path>
            </a:pathLst>
          </a:custGeom>
          <a:noFill/>
          <a:ln w="57150" cap="rnd">
            <a:solidFill>
              <a:srgbClr val="00FF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32" name="Freeform 25">
            <a:extLst>
              <a:ext uri="{FF2B5EF4-FFF2-40B4-BE49-F238E27FC236}">
                <a16:creationId xmlns:a16="http://schemas.microsoft.com/office/drawing/2014/main" id="{37CA8C7E-453B-48F4-84A2-02007875881F}"/>
              </a:ext>
            </a:extLst>
          </p:cNvPr>
          <p:cNvSpPr>
            <a:spLocks/>
          </p:cNvSpPr>
          <p:nvPr/>
        </p:nvSpPr>
        <p:spPr bwMode="auto">
          <a:xfrm>
            <a:off x="5002749" y="4504382"/>
            <a:ext cx="249399" cy="358152"/>
          </a:xfrm>
          <a:custGeom>
            <a:avLst/>
            <a:gdLst>
              <a:gd name="T0" fmla="*/ 2147483647 w 170"/>
              <a:gd name="T1" fmla="*/ 0 h 222"/>
              <a:gd name="T2" fmla="*/ 2147483647 w 170"/>
              <a:gd name="T3" fmla="*/ 0 h 222"/>
              <a:gd name="T4" fmla="*/ 2147483647 w 170"/>
              <a:gd name="T5" fmla="*/ 0 h 222"/>
              <a:gd name="T6" fmla="*/ 2147483647 w 170"/>
              <a:gd name="T7" fmla="*/ 2147483647 h 222"/>
              <a:gd name="T8" fmla="*/ 2147483647 w 170"/>
              <a:gd name="T9" fmla="*/ 2147483647 h 222"/>
              <a:gd name="T10" fmla="*/ 2147483647 w 170"/>
              <a:gd name="T11" fmla="*/ 2147483647 h 222"/>
              <a:gd name="T12" fmla="*/ 2147483647 w 170"/>
              <a:gd name="T13" fmla="*/ 2147483647 h 222"/>
              <a:gd name="T14" fmla="*/ 2147483647 w 170"/>
              <a:gd name="T15" fmla="*/ 2147483647 h 222"/>
              <a:gd name="T16" fmla="*/ 2147483647 w 170"/>
              <a:gd name="T17" fmla="*/ 2147483647 h 222"/>
              <a:gd name="T18" fmla="*/ 2147483647 w 170"/>
              <a:gd name="T19" fmla="*/ 2147483647 h 222"/>
              <a:gd name="T20" fmla="*/ 2147483647 w 170"/>
              <a:gd name="T21" fmla="*/ 2147483647 h 222"/>
              <a:gd name="T22" fmla="*/ 2147483647 w 170"/>
              <a:gd name="T23" fmla="*/ 2147483647 h 222"/>
              <a:gd name="T24" fmla="*/ 2147483647 w 170"/>
              <a:gd name="T25" fmla="*/ 2147483647 h 222"/>
              <a:gd name="T26" fmla="*/ 2147483647 w 170"/>
              <a:gd name="T27" fmla="*/ 2147483647 h 222"/>
              <a:gd name="T28" fmla="*/ 2147483647 w 170"/>
              <a:gd name="T29" fmla="*/ 2147483647 h 222"/>
              <a:gd name="T30" fmla="*/ 2147483647 w 170"/>
              <a:gd name="T31" fmla="*/ 2147483647 h 222"/>
              <a:gd name="T32" fmla="*/ 2147483647 w 170"/>
              <a:gd name="T33" fmla="*/ 2147483647 h 222"/>
              <a:gd name="T34" fmla="*/ 2147483647 w 170"/>
              <a:gd name="T35" fmla="*/ 2147483647 h 222"/>
              <a:gd name="T36" fmla="*/ 2147483647 w 170"/>
              <a:gd name="T37" fmla="*/ 2147483647 h 222"/>
              <a:gd name="T38" fmla="*/ 2147483647 w 170"/>
              <a:gd name="T39" fmla="*/ 2147483647 h 222"/>
              <a:gd name="T40" fmla="*/ 2147483647 w 170"/>
              <a:gd name="T41" fmla="*/ 2147483647 h 222"/>
              <a:gd name="T42" fmla="*/ 2147483647 w 170"/>
              <a:gd name="T43" fmla="*/ 2147483647 h 222"/>
              <a:gd name="T44" fmla="*/ 2147483647 w 170"/>
              <a:gd name="T45" fmla="*/ 2147483647 h 222"/>
              <a:gd name="T46" fmla="*/ 2147483647 w 170"/>
              <a:gd name="T47" fmla="*/ 2147483647 h 222"/>
              <a:gd name="T48" fmla="*/ 2147483647 w 170"/>
              <a:gd name="T49" fmla="*/ 2147483647 h 222"/>
              <a:gd name="T50" fmla="*/ 2147483647 w 170"/>
              <a:gd name="T51" fmla="*/ 2147483647 h 222"/>
              <a:gd name="T52" fmla="*/ 2147483647 w 170"/>
              <a:gd name="T53" fmla="*/ 2147483647 h 222"/>
              <a:gd name="T54" fmla="*/ 2147483647 w 170"/>
              <a:gd name="T55" fmla="*/ 2147483647 h 222"/>
              <a:gd name="T56" fmla="*/ 2147483647 w 170"/>
              <a:gd name="T57" fmla="*/ 2147483647 h 222"/>
              <a:gd name="T58" fmla="*/ 2147483647 w 170"/>
              <a:gd name="T59" fmla="*/ 2147483647 h 222"/>
              <a:gd name="T60" fmla="*/ 2147483647 w 170"/>
              <a:gd name="T61" fmla="*/ 2147483647 h 222"/>
              <a:gd name="T62" fmla="*/ 2147483647 w 170"/>
              <a:gd name="T63" fmla="*/ 2147483647 h 222"/>
              <a:gd name="T64" fmla="*/ 2147483647 w 170"/>
              <a:gd name="T65" fmla="*/ 2147483647 h 222"/>
              <a:gd name="T66" fmla="*/ 2147483647 w 170"/>
              <a:gd name="T67" fmla="*/ 2147483647 h 222"/>
              <a:gd name="T68" fmla="*/ 2147483647 w 170"/>
              <a:gd name="T69" fmla="*/ 2147483647 h 222"/>
              <a:gd name="T70" fmla="*/ 2147483647 w 170"/>
              <a:gd name="T71" fmla="*/ 2147483647 h 222"/>
              <a:gd name="T72" fmla="*/ 0 w 170"/>
              <a:gd name="T73" fmla="*/ 2147483647 h 222"/>
              <a:gd name="T74" fmla="*/ 0 w 170"/>
              <a:gd name="T75" fmla="*/ 2147483647 h 222"/>
              <a:gd name="T76" fmla="*/ 0 w 170"/>
              <a:gd name="T77" fmla="*/ 2147483647 h 222"/>
              <a:gd name="T78" fmla="*/ 0 w 170"/>
              <a:gd name="T79" fmla="*/ 2147483647 h 222"/>
              <a:gd name="T80" fmla="*/ 0 w 170"/>
              <a:gd name="T81" fmla="*/ 2147483647 h 222"/>
              <a:gd name="T82" fmla="*/ 2147483647 w 170"/>
              <a:gd name="T83" fmla="*/ 2147483647 h 222"/>
              <a:gd name="T84" fmla="*/ 2147483647 w 170"/>
              <a:gd name="T85" fmla="*/ 2147483647 h 222"/>
              <a:gd name="T86" fmla="*/ 2147483647 w 170"/>
              <a:gd name="T87" fmla="*/ 2147483647 h 222"/>
              <a:gd name="T88" fmla="*/ 2147483647 w 170"/>
              <a:gd name="T89" fmla="*/ 2147483647 h 222"/>
              <a:gd name="T90" fmla="*/ 2147483647 w 170"/>
              <a:gd name="T91" fmla="*/ 2147483647 h 222"/>
              <a:gd name="T92" fmla="*/ 2147483647 w 170"/>
              <a:gd name="T93" fmla="*/ 2147483647 h 222"/>
              <a:gd name="T94" fmla="*/ 2147483647 w 170"/>
              <a:gd name="T95" fmla="*/ 2147483647 h 222"/>
              <a:gd name="T96" fmla="*/ 2147483647 w 170"/>
              <a:gd name="T97" fmla="*/ 2147483647 h 222"/>
              <a:gd name="T98" fmla="*/ 2147483647 w 170"/>
              <a:gd name="T99" fmla="*/ 2147483647 h 222"/>
              <a:gd name="T100" fmla="*/ 2147483647 w 170"/>
              <a:gd name="T101" fmla="*/ 2147483647 h 222"/>
              <a:gd name="T102" fmla="*/ 2147483647 w 170"/>
              <a:gd name="T103" fmla="*/ 2147483647 h 222"/>
              <a:gd name="T104" fmla="*/ 2147483647 w 170"/>
              <a:gd name="T105" fmla="*/ 2147483647 h 222"/>
              <a:gd name="T106" fmla="*/ 2147483647 w 170"/>
              <a:gd name="T107" fmla="*/ 2147483647 h 222"/>
              <a:gd name="T108" fmla="*/ 2147483647 w 170"/>
              <a:gd name="T109" fmla="*/ 2147483647 h 222"/>
              <a:gd name="T110" fmla="*/ 2147483647 w 170"/>
              <a:gd name="T111" fmla="*/ 2147483647 h 222"/>
              <a:gd name="T112" fmla="*/ 2147483647 w 170"/>
              <a:gd name="T113" fmla="*/ 2147483647 h 222"/>
              <a:gd name="T114" fmla="*/ 2147483647 w 170"/>
              <a:gd name="T115" fmla="*/ 2147483647 h 222"/>
              <a:gd name="T116" fmla="*/ 2147483647 w 170"/>
              <a:gd name="T117" fmla="*/ 2147483647 h 222"/>
              <a:gd name="T118" fmla="*/ 2147483647 w 170"/>
              <a:gd name="T119" fmla="*/ 2147483647 h 222"/>
              <a:gd name="T120" fmla="*/ 2147483647 w 170"/>
              <a:gd name="T121" fmla="*/ 2147483647 h 222"/>
              <a:gd name="T122" fmla="*/ 2147483647 w 170"/>
              <a:gd name="T123" fmla="*/ 2147483647 h 222"/>
              <a:gd name="T124" fmla="*/ 2147483647 w 170"/>
              <a:gd name="T125" fmla="*/ 2147483647 h 22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170"/>
              <a:gd name="T190" fmla="*/ 0 h 222"/>
              <a:gd name="T191" fmla="*/ 170 w 170"/>
              <a:gd name="T192" fmla="*/ 222 h 222"/>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170" h="222">
                <a:moveTo>
                  <a:pt x="169" y="0"/>
                </a:moveTo>
                <a:lnTo>
                  <a:pt x="168" y="0"/>
                </a:lnTo>
                <a:lnTo>
                  <a:pt x="166" y="0"/>
                </a:lnTo>
                <a:lnTo>
                  <a:pt x="164" y="1"/>
                </a:lnTo>
                <a:lnTo>
                  <a:pt x="161" y="1"/>
                </a:lnTo>
                <a:lnTo>
                  <a:pt x="157" y="2"/>
                </a:lnTo>
                <a:lnTo>
                  <a:pt x="153" y="3"/>
                </a:lnTo>
                <a:lnTo>
                  <a:pt x="149" y="4"/>
                </a:lnTo>
                <a:lnTo>
                  <a:pt x="144" y="5"/>
                </a:lnTo>
                <a:lnTo>
                  <a:pt x="139" y="6"/>
                </a:lnTo>
                <a:lnTo>
                  <a:pt x="134" y="7"/>
                </a:lnTo>
                <a:lnTo>
                  <a:pt x="128" y="9"/>
                </a:lnTo>
                <a:lnTo>
                  <a:pt x="122" y="11"/>
                </a:lnTo>
                <a:lnTo>
                  <a:pt x="116" y="13"/>
                </a:lnTo>
                <a:lnTo>
                  <a:pt x="109" y="15"/>
                </a:lnTo>
                <a:lnTo>
                  <a:pt x="103" y="17"/>
                </a:lnTo>
                <a:lnTo>
                  <a:pt x="96" y="20"/>
                </a:lnTo>
                <a:lnTo>
                  <a:pt x="89" y="23"/>
                </a:lnTo>
                <a:lnTo>
                  <a:pt x="82" y="26"/>
                </a:lnTo>
                <a:lnTo>
                  <a:pt x="75" y="29"/>
                </a:lnTo>
                <a:lnTo>
                  <a:pt x="69" y="32"/>
                </a:lnTo>
                <a:lnTo>
                  <a:pt x="62" y="36"/>
                </a:lnTo>
                <a:lnTo>
                  <a:pt x="55" y="40"/>
                </a:lnTo>
                <a:lnTo>
                  <a:pt x="49" y="44"/>
                </a:lnTo>
                <a:lnTo>
                  <a:pt x="43" y="48"/>
                </a:lnTo>
                <a:lnTo>
                  <a:pt x="37" y="53"/>
                </a:lnTo>
                <a:lnTo>
                  <a:pt x="31" y="58"/>
                </a:lnTo>
                <a:lnTo>
                  <a:pt x="26" y="63"/>
                </a:lnTo>
                <a:lnTo>
                  <a:pt x="21" y="68"/>
                </a:lnTo>
                <a:lnTo>
                  <a:pt x="17" y="74"/>
                </a:lnTo>
                <a:lnTo>
                  <a:pt x="13" y="79"/>
                </a:lnTo>
                <a:lnTo>
                  <a:pt x="9" y="86"/>
                </a:lnTo>
                <a:lnTo>
                  <a:pt x="5" y="95"/>
                </a:lnTo>
                <a:lnTo>
                  <a:pt x="3" y="101"/>
                </a:lnTo>
                <a:lnTo>
                  <a:pt x="2" y="106"/>
                </a:lnTo>
                <a:lnTo>
                  <a:pt x="1" y="111"/>
                </a:lnTo>
                <a:lnTo>
                  <a:pt x="0" y="117"/>
                </a:lnTo>
                <a:lnTo>
                  <a:pt x="0" y="122"/>
                </a:lnTo>
                <a:lnTo>
                  <a:pt x="0" y="128"/>
                </a:lnTo>
                <a:lnTo>
                  <a:pt x="0" y="133"/>
                </a:lnTo>
                <a:lnTo>
                  <a:pt x="0" y="139"/>
                </a:lnTo>
                <a:lnTo>
                  <a:pt x="1" y="145"/>
                </a:lnTo>
                <a:lnTo>
                  <a:pt x="1" y="150"/>
                </a:lnTo>
                <a:lnTo>
                  <a:pt x="2" y="156"/>
                </a:lnTo>
                <a:lnTo>
                  <a:pt x="3" y="161"/>
                </a:lnTo>
                <a:lnTo>
                  <a:pt x="4" y="167"/>
                </a:lnTo>
                <a:lnTo>
                  <a:pt x="5" y="172"/>
                </a:lnTo>
                <a:lnTo>
                  <a:pt x="7" y="177"/>
                </a:lnTo>
                <a:lnTo>
                  <a:pt x="8" y="182"/>
                </a:lnTo>
                <a:lnTo>
                  <a:pt x="9" y="187"/>
                </a:lnTo>
                <a:lnTo>
                  <a:pt x="11" y="191"/>
                </a:lnTo>
                <a:lnTo>
                  <a:pt x="12" y="195"/>
                </a:lnTo>
                <a:lnTo>
                  <a:pt x="13" y="199"/>
                </a:lnTo>
                <a:lnTo>
                  <a:pt x="15" y="203"/>
                </a:lnTo>
                <a:lnTo>
                  <a:pt x="16" y="207"/>
                </a:lnTo>
                <a:lnTo>
                  <a:pt x="17" y="210"/>
                </a:lnTo>
                <a:lnTo>
                  <a:pt x="18" y="213"/>
                </a:lnTo>
                <a:lnTo>
                  <a:pt x="19" y="215"/>
                </a:lnTo>
                <a:lnTo>
                  <a:pt x="20" y="217"/>
                </a:lnTo>
                <a:lnTo>
                  <a:pt x="21" y="219"/>
                </a:lnTo>
                <a:lnTo>
                  <a:pt x="21" y="220"/>
                </a:lnTo>
                <a:lnTo>
                  <a:pt x="21" y="221"/>
                </a:lnTo>
                <a:lnTo>
                  <a:pt x="22" y="221"/>
                </a:lnTo>
              </a:path>
            </a:pathLst>
          </a:custGeom>
          <a:noFill/>
          <a:ln w="12700" cap="rnd">
            <a:solidFill>
              <a:srgbClr val="FFFFFF"/>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35" name="Freeform 30">
            <a:extLst>
              <a:ext uri="{FF2B5EF4-FFF2-40B4-BE49-F238E27FC236}">
                <a16:creationId xmlns:a16="http://schemas.microsoft.com/office/drawing/2014/main" id="{DB1BED53-D977-4D1B-B10C-EC2F28151A39}"/>
              </a:ext>
            </a:extLst>
          </p:cNvPr>
          <p:cNvSpPr>
            <a:spLocks/>
          </p:cNvSpPr>
          <p:nvPr/>
        </p:nvSpPr>
        <p:spPr bwMode="auto">
          <a:xfrm>
            <a:off x="4320784" y="4169716"/>
            <a:ext cx="112964" cy="200049"/>
          </a:xfrm>
          <a:custGeom>
            <a:avLst/>
            <a:gdLst>
              <a:gd name="T0" fmla="*/ 2147483647 w 77"/>
              <a:gd name="T1" fmla="*/ 0 h 124"/>
              <a:gd name="T2" fmla="*/ 2147483647 w 77"/>
              <a:gd name="T3" fmla="*/ 0 h 124"/>
              <a:gd name="T4" fmla="*/ 2147483647 w 77"/>
              <a:gd name="T5" fmla="*/ 0 h 124"/>
              <a:gd name="T6" fmla="*/ 2147483647 w 77"/>
              <a:gd name="T7" fmla="*/ 0 h 124"/>
              <a:gd name="T8" fmla="*/ 2147483647 w 77"/>
              <a:gd name="T9" fmla="*/ 0 h 124"/>
              <a:gd name="T10" fmla="*/ 2147483647 w 77"/>
              <a:gd name="T11" fmla="*/ 0 h 124"/>
              <a:gd name="T12" fmla="*/ 2147483647 w 77"/>
              <a:gd name="T13" fmla="*/ 0 h 124"/>
              <a:gd name="T14" fmla="*/ 2147483647 w 77"/>
              <a:gd name="T15" fmla="*/ 0 h 124"/>
              <a:gd name="T16" fmla="*/ 2147483647 w 77"/>
              <a:gd name="T17" fmla="*/ 0 h 124"/>
              <a:gd name="T18" fmla="*/ 2147483647 w 77"/>
              <a:gd name="T19" fmla="*/ 0 h 124"/>
              <a:gd name="T20" fmla="*/ 2147483647 w 77"/>
              <a:gd name="T21" fmla="*/ 2147483647 h 124"/>
              <a:gd name="T22" fmla="*/ 2147483647 w 77"/>
              <a:gd name="T23" fmla="*/ 2147483647 h 124"/>
              <a:gd name="T24" fmla="*/ 2147483647 w 77"/>
              <a:gd name="T25" fmla="*/ 2147483647 h 124"/>
              <a:gd name="T26" fmla="*/ 2147483647 w 77"/>
              <a:gd name="T27" fmla="*/ 2147483647 h 124"/>
              <a:gd name="T28" fmla="*/ 2147483647 w 77"/>
              <a:gd name="T29" fmla="*/ 2147483647 h 124"/>
              <a:gd name="T30" fmla="*/ 2147483647 w 77"/>
              <a:gd name="T31" fmla="*/ 2147483647 h 124"/>
              <a:gd name="T32" fmla="*/ 2147483647 w 77"/>
              <a:gd name="T33" fmla="*/ 2147483647 h 124"/>
              <a:gd name="T34" fmla="*/ 2147483647 w 77"/>
              <a:gd name="T35" fmla="*/ 2147483647 h 124"/>
              <a:gd name="T36" fmla="*/ 2147483647 w 77"/>
              <a:gd name="T37" fmla="*/ 2147483647 h 124"/>
              <a:gd name="T38" fmla="*/ 2147483647 w 77"/>
              <a:gd name="T39" fmla="*/ 2147483647 h 124"/>
              <a:gd name="T40" fmla="*/ 2147483647 w 77"/>
              <a:gd name="T41" fmla="*/ 2147483647 h 124"/>
              <a:gd name="T42" fmla="*/ 2147483647 w 77"/>
              <a:gd name="T43" fmla="*/ 2147483647 h 124"/>
              <a:gd name="T44" fmla="*/ 2147483647 w 77"/>
              <a:gd name="T45" fmla="*/ 2147483647 h 124"/>
              <a:gd name="T46" fmla="*/ 2147483647 w 77"/>
              <a:gd name="T47" fmla="*/ 2147483647 h 124"/>
              <a:gd name="T48" fmla="*/ 2147483647 w 77"/>
              <a:gd name="T49" fmla="*/ 2147483647 h 124"/>
              <a:gd name="T50" fmla="*/ 2147483647 w 77"/>
              <a:gd name="T51" fmla="*/ 2147483647 h 124"/>
              <a:gd name="T52" fmla="*/ 2147483647 w 77"/>
              <a:gd name="T53" fmla="*/ 2147483647 h 124"/>
              <a:gd name="T54" fmla="*/ 2147483647 w 77"/>
              <a:gd name="T55" fmla="*/ 2147483647 h 124"/>
              <a:gd name="T56" fmla="*/ 2147483647 w 77"/>
              <a:gd name="T57" fmla="*/ 2147483647 h 124"/>
              <a:gd name="T58" fmla="*/ 2147483647 w 77"/>
              <a:gd name="T59" fmla="*/ 2147483647 h 124"/>
              <a:gd name="T60" fmla="*/ 2147483647 w 77"/>
              <a:gd name="T61" fmla="*/ 2147483647 h 124"/>
              <a:gd name="T62" fmla="*/ 2147483647 w 77"/>
              <a:gd name="T63" fmla="*/ 2147483647 h 124"/>
              <a:gd name="T64" fmla="*/ 0 w 77"/>
              <a:gd name="T65" fmla="*/ 2147483647 h 124"/>
              <a:gd name="T66" fmla="*/ 0 w 77"/>
              <a:gd name="T67" fmla="*/ 2147483647 h 124"/>
              <a:gd name="T68" fmla="*/ 0 w 77"/>
              <a:gd name="T69" fmla="*/ 2147483647 h 124"/>
              <a:gd name="T70" fmla="*/ 0 w 77"/>
              <a:gd name="T71" fmla="*/ 2147483647 h 124"/>
              <a:gd name="T72" fmla="*/ 0 w 77"/>
              <a:gd name="T73" fmla="*/ 2147483647 h 124"/>
              <a:gd name="T74" fmla="*/ 2147483647 w 77"/>
              <a:gd name="T75" fmla="*/ 2147483647 h 124"/>
              <a:gd name="T76" fmla="*/ 2147483647 w 77"/>
              <a:gd name="T77" fmla="*/ 2147483647 h 124"/>
              <a:gd name="T78" fmla="*/ 2147483647 w 77"/>
              <a:gd name="T79" fmla="*/ 2147483647 h 124"/>
              <a:gd name="T80" fmla="*/ 2147483647 w 77"/>
              <a:gd name="T81" fmla="*/ 2147483647 h 124"/>
              <a:gd name="T82" fmla="*/ 2147483647 w 77"/>
              <a:gd name="T83" fmla="*/ 2147483647 h 124"/>
              <a:gd name="T84" fmla="*/ 2147483647 w 77"/>
              <a:gd name="T85" fmla="*/ 2147483647 h 124"/>
              <a:gd name="T86" fmla="*/ 2147483647 w 77"/>
              <a:gd name="T87" fmla="*/ 2147483647 h 124"/>
              <a:gd name="T88" fmla="*/ 2147483647 w 77"/>
              <a:gd name="T89" fmla="*/ 2147483647 h 124"/>
              <a:gd name="T90" fmla="*/ 2147483647 w 77"/>
              <a:gd name="T91" fmla="*/ 2147483647 h 124"/>
              <a:gd name="T92" fmla="*/ 2147483647 w 77"/>
              <a:gd name="T93" fmla="*/ 2147483647 h 124"/>
              <a:gd name="T94" fmla="*/ 2147483647 w 77"/>
              <a:gd name="T95" fmla="*/ 2147483647 h 124"/>
              <a:gd name="T96" fmla="*/ 2147483647 w 77"/>
              <a:gd name="T97" fmla="*/ 2147483647 h 124"/>
              <a:gd name="T98" fmla="*/ 2147483647 w 77"/>
              <a:gd name="T99" fmla="*/ 2147483647 h 124"/>
              <a:gd name="T100" fmla="*/ 2147483647 w 77"/>
              <a:gd name="T101" fmla="*/ 2147483647 h 124"/>
              <a:gd name="T102" fmla="*/ 2147483647 w 77"/>
              <a:gd name="T103" fmla="*/ 2147483647 h 124"/>
              <a:gd name="T104" fmla="*/ 2147483647 w 77"/>
              <a:gd name="T105" fmla="*/ 2147483647 h 124"/>
              <a:gd name="T106" fmla="*/ 2147483647 w 77"/>
              <a:gd name="T107" fmla="*/ 2147483647 h 124"/>
              <a:gd name="T108" fmla="*/ 2147483647 w 77"/>
              <a:gd name="T109" fmla="*/ 2147483647 h 124"/>
              <a:gd name="T110" fmla="*/ 2147483647 w 77"/>
              <a:gd name="T111" fmla="*/ 2147483647 h 124"/>
              <a:gd name="T112" fmla="*/ 2147483647 w 77"/>
              <a:gd name="T113" fmla="*/ 2147483647 h 124"/>
              <a:gd name="T114" fmla="*/ 2147483647 w 77"/>
              <a:gd name="T115" fmla="*/ 2147483647 h 124"/>
              <a:gd name="T116" fmla="*/ 2147483647 w 77"/>
              <a:gd name="T117" fmla="*/ 2147483647 h 124"/>
              <a:gd name="T118" fmla="*/ 2147483647 w 77"/>
              <a:gd name="T119" fmla="*/ 2147483647 h 124"/>
              <a:gd name="T120" fmla="*/ 2147483647 w 77"/>
              <a:gd name="T121" fmla="*/ 2147483647 h 124"/>
              <a:gd name="T122" fmla="*/ 2147483647 w 77"/>
              <a:gd name="T123" fmla="*/ 2147483647 h 124"/>
              <a:gd name="T124" fmla="*/ 2147483647 w 77"/>
              <a:gd name="T125" fmla="*/ 2147483647 h 12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77"/>
              <a:gd name="T190" fmla="*/ 0 h 124"/>
              <a:gd name="T191" fmla="*/ 77 w 77"/>
              <a:gd name="T192" fmla="*/ 124 h 124"/>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77" h="124">
                <a:moveTo>
                  <a:pt x="76" y="0"/>
                </a:moveTo>
                <a:lnTo>
                  <a:pt x="76" y="0"/>
                </a:lnTo>
                <a:lnTo>
                  <a:pt x="75" y="0"/>
                </a:lnTo>
                <a:lnTo>
                  <a:pt x="74" y="0"/>
                </a:lnTo>
                <a:lnTo>
                  <a:pt x="72" y="0"/>
                </a:lnTo>
                <a:lnTo>
                  <a:pt x="70" y="0"/>
                </a:lnTo>
                <a:lnTo>
                  <a:pt x="68" y="0"/>
                </a:lnTo>
                <a:lnTo>
                  <a:pt x="66" y="0"/>
                </a:lnTo>
                <a:lnTo>
                  <a:pt x="64" y="0"/>
                </a:lnTo>
                <a:lnTo>
                  <a:pt x="62" y="0"/>
                </a:lnTo>
                <a:lnTo>
                  <a:pt x="59" y="1"/>
                </a:lnTo>
                <a:lnTo>
                  <a:pt x="56" y="1"/>
                </a:lnTo>
                <a:lnTo>
                  <a:pt x="53" y="2"/>
                </a:lnTo>
                <a:lnTo>
                  <a:pt x="50" y="2"/>
                </a:lnTo>
                <a:lnTo>
                  <a:pt x="47" y="2"/>
                </a:lnTo>
                <a:lnTo>
                  <a:pt x="44" y="3"/>
                </a:lnTo>
                <a:lnTo>
                  <a:pt x="40" y="4"/>
                </a:lnTo>
                <a:lnTo>
                  <a:pt x="37" y="4"/>
                </a:lnTo>
                <a:lnTo>
                  <a:pt x="34" y="5"/>
                </a:lnTo>
                <a:lnTo>
                  <a:pt x="31" y="6"/>
                </a:lnTo>
                <a:lnTo>
                  <a:pt x="28" y="7"/>
                </a:lnTo>
                <a:lnTo>
                  <a:pt x="25" y="8"/>
                </a:lnTo>
                <a:lnTo>
                  <a:pt x="22" y="9"/>
                </a:lnTo>
                <a:lnTo>
                  <a:pt x="19" y="10"/>
                </a:lnTo>
                <a:lnTo>
                  <a:pt x="16" y="11"/>
                </a:lnTo>
                <a:lnTo>
                  <a:pt x="14" y="13"/>
                </a:lnTo>
                <a:lnTo>
                  <a:pt x="11" y="14"/>
                </a:lnTo>
                <a:lnTo>
                  <a:pt x="9" y="16"/>
                </a:lnTo>
                <a:lnTo>
                  <a:pt x="7" y="18"/>
                </a:lnTo>
                <a:lnTo>
                  <a:pt x="5" y="20"/>
                </a:lnTo>
                <a:lnTo>
                  <a:pt x="4" y="22"/>
                </a:lnTo>
                <a:lnTo>
                  <a:pt x="3" y="24"/>
                </a:lnTo>
                <a:lnTo>
                  <a:pt x="0" y="31"/>
                </a:lnTo>
                <a:lnTo>
                  <a:pt x="0" y="34"/>
                </a:lnTo>
                <a:lnTo>
                  <a:pt x="0" y="38"/>
                </a:lnTo>
                <a:lnTo>
                  <a:pt x="0" y="42"/>
                </a:lnTo>
                <a:lnTo>
                  <a:pt x="0" y="46"/>
                </a:lnTo>
                <a:lnTo>
                  <a:pt x="1" y="50"/>
                </a:lnTo>
                <a:lnTo>
                  <a:pt x="2" y="54"/>
                </a:lnTo>
                <a:lnTo>
                  <a:pt x="3" y="58"/>
                </a:lnTo>
                <a:lnTo>
                  <a:pt x="4" y="62"/>
                </a:lnTo>
                <a:lnTo>
                  <a:pt x="6" y="66"/>
                </a:lnTo>
                <a:lnTo>
                  <a:pt x="7" y="70"/>
                </a:lnTo>
                <a:lnTo>
                  <a:pt x="9" y="74"/>
                </a:lnTo>
                <a:lnTo>
                  <a:pt x="11" y="78"/>
                </a:lnTo>
                <a:lnTo>
                  <a:pt x="13" y="82"/>
                </a:lnTo>
                <a:lnTo>
                  <a:pt x="15" y="86"/>
                </a:lnTo>
                <a:lnTo>
                  <a:pt x="17" y="90"/>
                </a:lnTo>
                <a:lnTo>
                  <a:pt x="19" y="94"/>
                </a:lnTo>
                <a:lnTo>
                  <a:pt x="21" y="97"/>
                </a:lnTo>
                <a:lnTo>
                  <a:pt x="24" y="100"/>
                </a:lnTo>
                <a:lnTo>
                  <a:pt x="26" y="104"/>
                </a:lnTo>
                <a:lnTo>
                  <a:pt x="28" y="107"/>
                </a:lnTo>
                <a:lnTo>
                  <a:pt x="30" y="110"/>
                </a:lnTo>
                <a:lnTo>
                  <a:pt x="32" y="112"/>
                </a:lnTo>
                <a:lnTo>
                  <a:pt x="33" y="114"/>
                </a:lnTo>
                <a:lnTo>
                  <a:pt x="35" y="117"/>
                </a:lnTo>
                <a:lnTo>
                  <a:pt x="36" y="118"/>
                </a:lnTo>
                <a:lnTo>
                  <a:pt x="37" y="120"/>
                </a:lnTo>
                <a:lnTo>
                  <a:pt x="38" y="121"/>
                </a:lnTo>
                <a:lnTo>
                  <a:pt x="39" y="122"/>
                </a:lnTo>
                <a:lnTo>
                  <a:pt x="39" y="123"/>
                </a:lnTo>
                <a:lnTo>
                  <a:pt x="40" y="123"/>
                </a:lnTo>
              </a:path>
            </a:pathLst>
          </a:custGeom>
          <a:noFill/>
          <a:ln w="12700" cap="rnd">
            <a:solidFill>
              <a:schemeClr val="accent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36" name="Freeform 33">
            <a:extLst>
              <a:ext uri="{FF2B5EF4-FFF2-40B4-BE49-F238E27FC236}">
                <a16:creationId xmlns:a16="http://schemas.microsoft.com/office/drawing/2014/main" id="{92ED81B3-B6D0-4128-8B90-722426A21694}"/>
              </a:ext>
            </a:extLst>
          </p:cNvPr>
          <p:cNvSpPr>
            <a:spLocks/>
          </p:cNvSpPr>
          <p:nvPr/>
        </p:nvSpPr>
        <p:spPr bwMode="auto">
          <a:xfrm>
            <a:off x="3040253" y="4169717"/>
            <a:ext cx="523739" cy="256514"/>
          </a:xfrm>
          <a:custGeom>
            <a:avLst/>
            <a:gdLst>
              <a:gd name="T0" fmla="*/ 2147483647 w 357"/>
              <a:gd name="T1" fmla="*/ 2147483647 h 159"/>
              <a:gd name="T2" fmla="*/ 2147483647 w 357"/>
              <a:gd name="T3" fmla="*/ 2147483647 h 159"/>
              <a:gd name="T4" fmla="*/ 2147483647 w 357"/>
              <a:gd name="T5" fmla="*/ 2147483647 h 159"/>
              <a:gd name="T6" fmla="*/ 2147483647 w 357"/>
              <a:gd name="T7" fmla="*/ 2147483647 h 159"/>
              <a:gd name="T8" fmla="*/ 2147483647 w 357"/>
              <a:gd name="T9" fmla="*/ 2147483647 h 159"/>
              <a:gd name="T10" fmla="*/ 2147483647 w 357"/>
              <a:gd name="T11" fmla="*/ 2147483647 h 159"/>
              <a:gd name="T12" fmla="*/ 2147483647 w 357"/>
              <a:gd name="T13" fmla="*/ 2147483647 h 159"/>
              <a:gd name="T14" fmla="*/ 2147483647 w 357"/>
              <a:gd name="T15" fmla="*/ 2147483647 h 159"/>
              <a:gd name="T16" fmla="*/ 2147483647 w 357"/>
              <a:gd name="T17" fmla="*/ 2147483647 h 159"/>
              <a:gd name="T18" fmla="*/ 2147483647 w 357"/>
              <a:gd name="T19" fmla="*/ 2147483647 h 159"/>
              <a:gd name="T20" fmla="*/ 2147483647 w 357"/>
              <a:gd name="T21" fmla="*/ 2147483647 h 159"/>
              <a:gd name="T22" fmla="*/ 2147483647 w 357"/>
              <a:gd name="T23" fmla="*/ 2147483647 h 159"/>
              <a:gd name="T24" fmla="*/ 2147483647 w 357"/>
              <a:gd name="T25" fmla="*/ 2147483647 h 159"/>
              <a:gd name="T26" fmla="*/ 2147483647 w 357"/>
              <a:gd name="T27" fmla="*/ 2147483647 h 159"/>
              <a:gd name="T28" fmla="*/ 2147483647 w 357"/>
              <a:gd name="T29" fmla="*/ 2147483647 h 159"/>
              <a:gd name="T30" fmla="*/ 2147483647 w 357"/>
              <a:gd name="T31" fmla="*/ 2147483647 h 159"/>
              <a:gd name="T32" fmla="*/ 2147483647 w 357"/>
              <a:gd name="T33" fmla="*/ 2147483647 h 159"/>
              <a:gd name="T34" fmla="*/ 2147483647 w 357"/>
              <a:gd name="T35" fmla="*/ 2147483647 h 159"/>
              <a:gd name="T36" fmla="*/ 2147483647 w 357"/>
              <a:gd name="T37" fmla="*/ 2147483647 h 159"/>
              <a:gd name="T38" fmla="*/ 2147483647 w 357"/>
              <a:gd name="T39" fmla="*/ 0 h 159"/>
              <a:gd name="T40" fmla="*/ 2147483647 w 357"/>
              <a:gd name="T41" fmla="*/ 2147483647 h 159"/>
              <a:gd name="T42" fmla="*/ 2147483647 w 357"/>
              <a:gd name="T43" fmla="*/ 2147483647 h 159"/>
              <a:gd name="T44" fmla="*/ 2147483647 w 357"/>
              <a:gd name="T45" fmla="*/ 2147483647 h 159"/>
              <a:gd name="T46" fmla="*/ 2147483647 w 357"/>
              <a:gd name="T47" fmla="*/ 2147483647 h 159"/>
              <a:gd name="T48" fmla="*/ 2147483647 w 357"/>
              <a:gd name="T49" fmla="*/ 2147483647 h 159"/>
              <a:gd name="T50" fmla="*/ 2147483647 w 357"/>
              <a:gd name="T51" fmla="*/ 2147483647 h 159"/>
              <a:gd name="T52" fmla="*/ 2147483647 w 357"/>
              <a:gd name="T53" fmla="*/ 2147483647 h 159"/>
              <a:gd name="T54" fmla="*/ 2147483647 w 357"/>
              <a:gd name="T55" fmla="*/ 2147483647 h 159"/>
              <a:gd name="T56" fmla="*/ 2147483647 w 357"/>
              <a:gd name="T57" fmla="*/ 2147483647 h 159"/>
              <a:gd name="T58" fmla="*/ 2147483647 w 357"/>
              <a:gd name="T59" fmla="*/ 2147483647 h 159"/>
              <a:gd name="T60" fmla="*/ 2147483647 w 357"/>
              <a:gd name="T61" fmla="*/ 2147483647 h 159"/>
              <a:gd name="T62" fmla="*/ 2147483647 w 357"/>
              <a:gd name="T63" fmla="*/ 2147483647 h 159"/>
              <a:gd name="T64" fmla="*/ 2147483647 w 357"/>
              <a:gd name="T65" fmla="*/ 2147483647 h 159"/>
              <a:gd name="T66" fmla="*/ 2147483647 w 357"/>
              <a:gd name="T67" fmla="*/ 2147483647 h 159"/>
              <a:gd name="T68" fmla="*/ 2147483647 w 357"/>
              <a:gd name="T69" fmla="*/ 2147483647 h 159"/>
              <a:gd name="T70" fmla="*/ 2147483647 w 357"/>
              <a:gd name="T71" fmla="*/ 2147483647 h 159"/>
              <a:gd name="T72" fmla="*/ 2147483647 w 357"/>
              <a:gd name="T73" fmla="*/ 2147483647 h 159"/>
              <a:gd name="T74" fmla="*/ 2147483647 w 357"/>
              <a:gd name="T75" fmla="*/ 2147483647 h 159"/>
              <a:gd name="T76" fmla="*/ 2147483647 w 357"/>
              <a:gd name="T77" fmla="*/ 2147483647 h 159"/>
              <a:gd name="T78" fmla="*/ 2147483647 w 357"/>
              <a:gd name="T79" fmla="*/ 2147483647 h 159"/>
              <a:gd name="T80" fmla="*/ 2147483647 w 357"/>
              <a:gd name="T81" fmla="*/ 2147483647 h 159"/>
              <a:gd name="T82" fmla="*/ 2147483647 w 357"/>
              <a:gd name="T83" fmla="*/ 2147483647 h 159"/>
              <a:gd name="T84" fmla="*/ 2147483647 w 357"/>
              <a:gd name="T85" fmla="*/ 2147483647 h 159"/>
              <a:gd name="T86" fmla="*/ 2147483647 w 357"/>
              <a:gd name="T87" fmla="*/ 2147483647 h 159"/>
              <a:gd name="T88" fmla="*/ 0 w 357"/>
              <a:gd name="T89" fmla="*/ 2147483647 h 159"/>
              <a:gd name="T90" fmla="*/ 0 w 357"/>
              <a:gd name="T91" fmla="*/ 2147483647 h 15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357"/>
              <a:gd name="T139" fmla="*/ 0 h 159"/>
              <a:gd name="T140" fmla="*/ 357 w 357"/>
              <a:gd name="T141" fmla="*/ 159 h 159"/>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357" h="159">
                <a:moveTo>
                  <a:pt x="356" y="133"/>
                </a:moveTo>
                <a:lnTo>
                  <a:pt x="355" y="132"/>
                </a:lnTo>
                <a:lnTo>
                  <a:pt x="354" y="130"/>
                </a:lnTo>
                <a:lnTo>
                  <a:pt x="354" y="128"/>
                </a:lnTo>
                <a:lnTo>
                  <a:pt x="352" y="126"/>
                </a:lnTo>
                <a:lnTo>
                  <a:pt x="351" y="123"/>
                </a:lnTo>
                <a:lnTo>
                  <a:pt x="350" y="120"/>
                </a:lnTo>
                <a:lnTo>
                  <a:pt x="348" y="117"/>
                </a:lnTo>
                <a:lnTo>
                  <a:pt x="346" y="113"/>
                </a:lnTo>
                <a:lnTo>
                  <a:pt x="343" y="108"/>
                </a:lnTo>
                <a:lnTo>
                  <a:pt x="341" y="104"/>
                </a:lnTo>
                <a:lnTo>
                  <a:pt x="338" y="99"/>
                </a:lnTo>
                <a:lnTo>
                  <a:pt x="335" y="94"/>
                </a:lnTo>
                <a:lnTo>
                  <a:pt x="332" y="89"/>
                </a:lnTo>
                <a:lnTo>
                  <a:pt x="329" y="84"/>
                </a:lnTo>
                <a:lnTo>
                  <a:pt x="326" y="79"/>
                </a:lnTo>
                <a:lnTo>
                  <a:pt x="322" y="73"/>
                </a:lnTo>
                <a:lnTo>
                  <a:pt x="318" y="68"/>
                </a:lnTo>
                <a:lnTo>
                  <a:pt x="314" y="63"/>
                </a:lnTo>
                <a:lnTo>
                  <a:pt x="310" y="58"/>
                </a:lnTo>
                <a:lnTo>
                  <a:pt x="305" y="53"/>
                </a:lnTo>
                <a:lnTo>
                  <a:pt x="300" y="47"/>
                </a:lnTo>
                <a:lnTo>
                  <a:pt x="296" y="42"/>
                </a:lnTo>
                <a:lnTo>
                  <a:pt x="291" y="38"/>
                </a:lnTo>
                <a:lnTo>
                  <a:pt x="286" y="33"/>
                </a:lnTo>
                <a:lnTo>
                  <a:pt x="280" y="29"/>
                </a:lnTo>
                <a:lnTo>
                  <a:pt x="275" y="25"/>
                </a:lnTo>
                <a:lnTo>
                  <a:pt x="269" y="21"/>
                </a:lnTo>
                <a:lnTo>
                  <a:pt x="263" y="18"/>
                </a:lnTo>
                <a:lnTo>
                  <a:pt x="257" y="15"/>
                </a:lnTo>
                <a:lnTo>
                  <a:pt x="251" y="12"/>
                </a:lnTo>
                <a:lnTo>
                  <a:pt x="245" y="10"/>
                </a:lnTo>
                <a:lnTo>
                  <a:pt x="231" y="6"/>
                </a:lnTo>
                <a:lnTo>
                  <a:pt x="224" y="5"/>
                </a:lnTo>
                <a:lnTo>
                  <a:pt x="218" y="3"/>
                </a:lnTo>
                <a:lnTo>
                  <a:pt x="212" y="2"/>
                </a:lnTo>
                <a:lnTo>
                  <a:pt x="205" y="1"/>
                </a:lnTo>
                <a:lnTo>
                  <a:pt x="199" y="1"/>
                </a:lnTo>
                <a:lnTo>
                  <a:pt x="194" y="1"/>
                </a:lnTo>
                <a:lnTo>
                  <a:pt x="188" y="0"/>
                </a:lnTo>
                <a:lnTo>
                  <a:pt x="182" y="1"/>
                </a:lnTo>
                <a:lnTo>
                  <a:pt x="177" y="1"/>
                </a:lnTo>
                <a:lnTo>
                  <a:pt x="172" y="1"/>
                </a:lnTo>
                <a:lnTo>
                  <a:pt x="166" y="2"/>
                </a:lnTo>
                <a:lnTo>
                  <a:pt x="161" y="3"/>
                </a:lnTo>
                <a:lnTo>
                  <a:pt x="156" y="5"/>
                </a:lnTo>
                <a:lnTo>
                  <a:pt x="150" y="6"/>
                </a:lnTo>
                <a:lnTo>
                  <a:pt x="145" y="8"/>
                </a:lnTo>
                <a:lnTo>
                  <a:pt x="140" y="10"/>
                </a:lnTo>
                <a:lnTo>
                  <a:pt x="135" y="12"/>
                </a:lnTo>
                <a:lnTo>
                  <a:pt x="130" y="14"/>
                </a:lnTo>
                <a:lnTo>
                  <a:pt x="125" y="17"/>
                </a:lnTo>
                <a:lnTo>
                  <a:pt x="120" y="20"/>
                </a:lnTo>
                <a:lnTo>
                  <a:pt x="114" y="23"/>
                </a:lnTo>
                <a:lnTo>
                  <a:pt x="109" y="26"/>
                </a:lnTo>
                <a:lnTo>
                  <a:pt x="103" y="29"/>
                </a:lnTo>
                <a:lnTo>
                  <a:pt x="98" y="33"/>
                </a:lnTo>
                <a:lnTo>
                  <a:pt x="92" y="37"/>
                </a:lnTo>
                <a:lnTo>
                  <a:pt x="86" y="41"/>
                </a:lnTo>
                <a:lnTo>
                  <a:pt x="80" y="45"/>
                </a:lnTo>
                <a:lnTo>
                  <a:pt x="74" y="50"/>
                </a:lnTo>
                <a:lnTo>
                  <a:pt x="67" y="54"/>
                </a:lnTo>
                <a:lnTo>
                  <a:pt x="61" y="59"/>
                </a:lnTo>
                <a:lnTo>
                  <a:pt x="53" y="65"/>
                </a:lnTo>
                <a:lnTo>
                  <a:pt x="49" y="69"/>
                </a:lnTo>
                <a:lnTo>
                  <a:pt x="46" y="73"/>
                </a:lnTo>
                <a:lnTo>
                  <a:pt x="42" y="76"/>
                </a:lnTo>
                <a:lnTo>
                  <a:pt x="39" y="80"/>
                </a:lnTo>
                <a:lnTo>
                  <a:pt x="36" y="84"/>
                </a:lnTo>
                <a:lnTo>
                  <a:pt x="33" y="88"/>
                </a:lnTo>
                <a:lnTo>
                  <a:pt x="30" y="92"/>
                </a:lnTo>
                <a:lnTo>
                  <a:pt x="27" y="96"/>
                </a:lnTo>
                <a:lnTo>
                  <a:pt x="25" y="100"/>
                </a:lnTo>
                <a:lnTo>
                  <a:pt x="22" y="104"/>
                </a:lnTo>
                <a:lnTo>
                  <a:pt x="20" y="109"/>
                </a:lnTo>
                <a:lnTo>
                  <a:pt x="18" y="113"/>
                </a:lnTo>
                <a:lnTo>
                  <a:pt x="16" y="117"/>
                </a:lnTo>
                <a:lnTo>
                  <a:pt x="14" y="121"/>
                </a:lnTo>
                <a:lnTo>
                  <a:pt x="12" y="124"/>
                </a:lnTo>
                <a:lnTo>
                  <a:pt x="10" y="128"/>
                </a:lnTo>
                <a:lnTo>
                  <a:pt x="9" y="131"/>
                </a:lnTo>
                <a:lnTo>
                  <a:pt x="7" y="135"/>
                </a:lnTo>
                <a:lnTo>
                  <a:pt x="6" y="138"/>
                </a:lnTo>
                <a:lnTo>
                  <a:pt x="5" y="141"/>
                </a:lnTo>
                <a:lnTo>
                  <a:pt x="4" y="144"/>
                </a:lnTo>
                <a:lnTo>
                  <a:pt x="3" y="147"/>
                </a:lnTo>
                <a:lnTo>
                  <a:pt x="2" y="149"/>
                </a:lnTo>
                <a:lnTo>
                  <a:pt x="1" y="151"/>
                </a:lnTo>
                <a:lnTo>
                  <a:pt x="1" y="153"/>
                </a:lnTo>
                <a:lnTo>
                  <a:pt x="0" y="155"/>
                </a:lnTo>
                <a:lnTo>
                  <a:pt x="0" y="156"/>
                </a:lnTo>
                <a:lnTo>
                  <a:pt x="0" y="157"/>
                </a:lnTo>
                <a:lnTo>
                  <a:pt x="0" y="158"/>
                </a:lnTo>
              </a:path>
            </a:pathLst>
          </a:custGeom>
          <a:noFill/>
          <a:ln w="12700" cap="rnd">
            <a:solidFill>
              <a:schemeClr val="accent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37" name="Freeform 34">
            <a:extLst>
              <a:ext uri="{FF2B5EF4-FFF2-40B4-BE49-F238E27FC236}">
                <a16:creationId xmlns:a16="http://schemas.microsoft.com/office/drawing/2014/main" id="{EDC03DA4-A417-4684-86EC-E301352D083C}"/>
              </a:ext>
            </a:extLst>
          </p:cNvPr>
          <p:cNvSpPr>
            <a:spLocks/>
          </p:cNvSpPr>
          <p:nvPr/>
        </p:nvSpPr>
        <p:spPr bwMode="auto">
          <a:xfrm>
            <a:off x="3216195" y="3819260"/>
            <a:ext cx="416644" cy="180689"/>
          </a:xfrm>
          <a:custGeom>
            <a:avLst/>
            <a:gdLst>
              <a:gd name="T0" fmla="*/ 2147483647 w 284"/>
              <a:gd name="T1" fmla="*/ 2147483647 h 112"/>
              <a:gd name="T2" fmla="*/ 2147483647 w 284"/>
              <a:gd name="T3" fmla="*/ 2147483647 h 112"/>
              <a:gd name="T4" fmla="*/ 2147483647 w 284"/>
              <a:gd name="T5" fmla="*/ 2147483647 h 112"/>
              <a:gd name="T6" fmla="*/ 2147483647 w 284"/>
              <a:gd name="T7" fmla="*/ 2147483647 h 112"/>
              <a:gd name="T8" fmla="*/ 2147483647 w 284"/>
              <a:gd name="T9" fmla="*/ 2147483647 h 112"/>
              <a:gd name="T10" fmla="*/ 2147483647 w 284"/>
              <a:gd name="T11" fmla="*/ 2147483647 h 112"/>
              <a:gd name="T12" fmla="*/ 2147483647 w 284"/>
              <a:gd name="T13" fmla="*/ 2147483647 h 112"/>
              <a:gd name="T14" fmla="*/ 2147483647 w 284"/>
              <a:gd name="T15" fmla="*/ 2147483647 h 112"/>
              <a:gd name="T16" fmla="*/ 2147483647 w 284"/>
              <a:gd name="T17" fmla="*/ 2147483647 h 112"/>
              <a:gd name="T18" fmla="*/ 2147483647 w 284"/>
              <a:gd name="T19" fmla="*/ 2147483647 h 112"/>
              <a:gd name="T20" fmla="*/ 2147483647 w 284"/>
              <a:gd name="T21" fmla="*/ 2147483647 h 112"/>
              <a:gd name="T22" fmla="*/ 2147483647 w 284"/>
              <a:gd name="T23" fmla="*/ 2147483647 h 112"/>
              <a:gd name="T24" fmla="*/ 2147483647 w 284"/>
              <a:gd name="T25" fmla="*/ 2147483647 h 112"/>
              <a:gd name="T26" fmla="*/ 2147483647 w 284"/>
              <a:gd name="T27" fmla="*/ 2147483647 h 112"/>
              <a:gd name="T28" fmla="*/ 2147483647 w 284"/>
              <a:gd name="T29" fmla="*/ 2147483647 h 112"/>
              <a:gd name="T30" fmla="*/ 2147483647 w 284"/>
              <a:gd name="T31" fmla="*/ 2147483647 h 112"/>
              <a:gd name="T32" fmla="*/ 2147483647 w 284"/>
              <a:gd name="T33" fmla="*/ 2147483647 h 112"/>
              <a:gd name="T34" fmla="*/ 2147483647 w 284"/>
              <a:gd name="T35" fmla="*/ 2147483647 h 112"/>
              <a:gd name="T36" fmla="*/ 2147483647 w 284"/>
              <a:gd name="T37" fmla="*/ 2147483647 h 112"/>
              <a:gd name="T38" fmla="*/ 2147483647 w 284"/>
              <a:gd name="T39" fmla="*/ 2147483647 h 112"/>
              <a:gd name="T40" fmla="*/ 2147483647 w 284"/>
              <a:gd name="T41" fmla="*/ 2147483647 h 112"/>
              <a:gd name="T42" fmla="*/ 2147483647 w 284"/>
              <a:gd name="T43" fmla="*/ 2147483647 h 112"/>
              <a:gd name="T44" fmla="*/ 2147483647 w 284"/>
              <a:gd name="T45" fmla="*/ 2147483647 h 112"/>
              <a:gd name="T46" fmla="*/ 2147483647 w 284"/>
              <a:gd name="T47" fmla="*/ 2147483647 h 112"/>
              <a:gd name="T48" fmla="*/ 2147483647 w 284"/>
              <a:gd name="T49" fmla="*/ 2147483647 h 112"/>
              <a:gd name="T50" fmla="*/ 2147483647 w 284"/>
              <a:gd name="T51" fmla="*/ 2147483647 h 112"/>
              <a:gd name="T52" fmla="*/ 2147483647 w 284"/>
              <a:gd name="T53" fmla="*/ 2147483647 h 112"/>
              <a:gd name="T54" fmla="*/ 2147483647 w 284"/>
              <a:gd name="T55" fmla="*/ 2147483647 h 112"/>
              <a:gd name="T56" fmla="*/ 2147483647 w 284"/>
              <a:gd name="T57" fmla="*/ 2147483647 h 112"/>
              <a:gd name="T58" fmla="*/ 2147483647 w 284"/>
              <a:gd name="T59" fmla="*/ 2147483647 h 112"/>
              <a:gd name="T60" fmla="*/ 2147483647 w 284"/>
              <a:gd name="T61" fmla="*/ 0 h 112"/>
              <a:gd name="T62" fmla="*/ 2147483647 w 284"/>
              <a:gd name="T63" fmla="*/ 0 h 112"/>
              <a:gd name="T64" fmla="*/ 2147483647 w 284"/>
              <a:gd name="T65" fmla="*/ 0 h 112"/>
              <a:gd name="T66" fmla="*/ 2147483647 w 284"/>
              <a:gd name="T67" fmla="*/ 0 h 112"/>
              <a:gd name="T68" fmla="*/ 2147483647 w 284"/>
              <a:gd name="T69" fmla="*/ 2147483647 h 112"/>
              <a:gd name="T70" fmla="*/ 2147483647 w 284"/>
              <a:gd name="T71" fmla="*/ 2147483647 h 112"/>
              <a:gd name="T72" fmla="*/ 2147483647 w 284"/>
              <a:gd name="T73" fmla="*/ 2147483647 h 112"/>
              <a:gd name="T74" fmla="*/ 2147483647 w 284"/>
              <a:gd name="T75" fmla="*/ 2147483647 h 112"/>
              <a:gd name="T76" fmla="*/ 2147483647 w 284"/>
              <a:gd name="T77" fmla="*/ 2147483647 h 112"/>
              <a:gd name="T78" fmla="*/ 2147483647 w 284"/>
              <a:gd name="T79" fmla="*/ 2147483647 h 112"/>
              <a:gd name="T80" fmla="*/ 2147483647 w 284"/>
              <a:gd name="T81" fmla="*/ 2147483647 h 112"/>
              <a:gd name="T82" fmla="*/ 2147483647 w 284"/>
              <a:gd name="T83" fmla="*/ 2147483647 h 112"/>
              <a:gd name="T84" fmla="*/ 2147483647 w 284"/>
              <a:gd name="T85" fmla="*/ 2147483647 h 112"/>
              <a:gd name="T86" fmla="*/ 2147483647 w 284"/>
              <a:gd name="T87" fmla="*/ 2147483647 h 112"/>
              <a:gd name="T88" fmla="*/ 2147483647 w 284"/>
              <a:gd name="T89" fmla="*/ 2147483647 h 112"/>
              <a:gd name="T90" fmla="*/ 2147483647 w 284"/>
              <a:gd name="T91" fmla="*/ 2147483647 h 112"/>
              <a:gd name="T92" fmla="*/ 2147483647 w 284"/>
              <a:gd name="T93" fmla="*/ 2147483647 h 112"/>
              <a:gd name="T94" fmla="*/ 2147483647 w 284"/>
              <a:gd name="T95" fmla="*/ 2147483647 h 112"/>
              <a:gd name="T96" fmla="*/ 2147483647 w 284"/>
              <a:gd name="T97" fmla="*/ 2147483647 h 112"/>
              <a:gd name="T98" fmla="*/ 2147483647 w 284"/>
              <a:gd name="T99" fmla="*/ 2147483647 h 112"/>
              <a:gd name="T100" fmla="*/ 2147483647 w 284"/>
              <a:gd name="T101" fmla="*/ 2147483647 h 112"/>
              <a:gd name="T102" fmla="*/ 2147483647 w 284"/>
              <a:gd name="T103" fmla="*/ 2147483647 h 112"/>
              <a:gd name="T104" fmla="*/ 2147483647 w 284"/>
              <a:gd name="T105" fmla="*/ 2147483647 h 112"/>
              <a:gd name="T106" fmla="*/ 2147483647 w 284"/>
              <a:gd name="T107" fmla="*/ 2147483647 h 112"/>
              <a:gd name="T108" fmla="*/ 2147483647 w 284"/>
              <a:gd name="T109" fmla="*/ 2147483647 h 112"/>
              <a:gd name="T110" fmla="*/ 2147483647 w 284"/>
              <a:gd name="T111" fmla="*/ 2147483647 h 112"/>
              <a:gd name="T112" fmla="*/ 2147483647 w 284"/>
              <a:gd name="T113" fmla="*/ 2147483647 h 112"/>
              <a:gd name="T114" fmla="*/ 2147483647 w 284"/>
              <a:gd name="T115" fmla="*/ 2147483647 h 112"/>
              <a:gd name="T116" fmla="*/ 2147483647 w 284"/>
              <a:gd name="T117" fmla="*/ 2147483647 h 112"/>
              <a:gd name="T118" fmla="*/ 2147483647 w 284"/>
              <a:gd name="T119" fmla="*/ 2147483647 h 112"/>
              <a:gd name="T120" fmla="*/ 2147483647 w 284"/>
              <a:gd name="T121" fmla="*/ 2147483647 h 112"/>
              <a:gd name="T122" fmla="*/ 0 w 284"/>
              <a:gd name="T123" fmla="*/ 2147483647 h 112"/>
              <a:gd name="T124" fmla="*/ 0 w 284"/>
              <a:gd name="T125" fmla="*/ 2147483647 h 11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84"/>
              <a:gd name="T190" fmla="*/ 0 h 112"/>
              <a:gd name="T191" fmla="*/ 284 w 284"/>
              <a:gd name="T192" fmla="*/ 112 h 112"/>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84" h="112">
                <a:moveTo>
                  <a:pt x="283" y="111"/>
                </a:moveTo>
                <a:lnTo>
                  <a:pt x="282" y="110"/>
                </a:lnTo>
                <a:lnTo>
                  <a:pt x="281" y="108"/>
                </a:lnTo>
                <a:lnTo>
                  <a:pt x="280" y="106"/>
                </a:lnTo>
                <a:lnTo>
                  <a:pt x="278" y="104"/>
                </a:lnTo>
                <a:lnTo>
                  <a:pt x="276" y="101"/>
                </a:lnTo>
                <a:lnTo>
                  <a:pt x="273" y="98"/>
                </a:lnTo>
                <a:lnTo>
                  <a:pt x="270" y="94"/>
                </a:lnTo>
                <a:lnTo>
                  <a:pt x="267" y="90"/>
                </a:lnTo>
                <a:lnTo>
                  <a:pt x="264" y="86"/>
                </a:lnTo>
                <a:lnTo>
                  <a:pt x="260" y="82"/>
                </a:lnTo>
                <a:lnTo>
                  <a:pt x="256" y="77"/>
                </a:lnTo>
                <a:lnTo>
                  <a:pt x="252" y="72"/>
                </a:lnTo>
                <a:lnTo>
                  <a:pt x="248" y="67"/>
                </a:lnTo>
                <a:lnTo>
                  <a:pt x="243" y="62"/>
                </a:lnTo>
                <a:lnTo>
                  <a:pt x="238" y="57"/>
                </a:lnTo>
                <a:lnTo>
                  <a:pt x="233" y="52"/>
                </a:lnTo>
                <a:lnTo>
                  <a:pt x="227" y="47"/>
                </a:lnTo>
                <a:lnTo>
                  <a:pt x="222" y="42"/>
                </a:lnTo>
                <a:lnTo>
                  <a:pt x="216" y="37"/>
                </a:lnTo>
                <a:lnTo>
                  <a:pt x="210" y="32"/>
                </a:lnTo>
                <a:lnTo>
                  <a:pt x="204" y="28"/>
                </a:lnTo>
                <a:lnTo>
                  <a:pt x="197" y="24"/>
                </a:lnTo>
                <a:lnTo>
                  <a:pt x="191" y="20"/>
                </a:lnTo>
                <a:lnTo>
                  <a:pt x="184" y="16"/>
                </a:lnTo>
                <a:lnTo>
                  <a:pt x="178" y="12"/>
                </a:lnTo>
                <a:lnTo>
                  <a:pt x="170" y="9"/>
                </a:lnTo>
                <a:lnTo>
                  <a:pt x="164" y="6"/>
                </a:lnTo>
                <a:lnTo>
                  <a:pt x="156" y="4"/>
                </a:lnTo>
                <a:lnTo>
                  <a:pt x="150" y="2"/>
                </a:lnTo>
                <a:lnTo>
                  <a:pt x="142" y="0"/>
                </a:lnTo>
                <a:lnTo>
                  <a:pt x="135" y="0"/>
                </a:lnTo>
                <a:lnTo>
                  <a:pt x="123" y="0"/>
                </a:lnTo>
                <a:lnTo>
                  <a:pt x="117" y="0"/>
                </a:lnTo>
                <a:lnTo>
                  <a:pt x="111" y="2"/>
                </a:lnTo>
                <a:lnTo>
                  <a:pt x="105" y="3"/>
                </a:lnTo>
                <a:lnTo>
                  <a:pt x="99" y="5"/>
                </a:lnTo>
                <a:lnTo>
                  <a:pt x="93" y="7"/>
                </a:lnTo>
                <a:lnTo>
                  <a:pt x="87" y="9"/>
                </a:lnTo>
                <a:lnTo>
                  <a:pt x="81" y="12"/>
                </a:lnTo>
                <a:lnTo>
                  <a:pt x="75" y="15"/>
                </a:lnTo>
                <a:lnTo>
                  <a:pt x="70" y="18"/>
                </a:lnTo>
                <a:lnTo>
                  <a:pt x="64" y="21"/>
                </a:lnTo>
                <a:lnTo>
                  <a:pt x="58" y="24"/>
                </a:lnTo>
                <a:lnTo>
                  <a:pt x="53" y="28"/>
                </a:lnTo>
                <a:lnTo>
                  <a:pt x="48" y="31"/>
                </a:lnTo>
                <a:lnTo>
                  <a:pt x="43" y="35"/>
                </a:lnTo>
                <a:lnTo>
                  <a:pt x="38" y="38"/>
                </a:lnTo>
                <a:lnTo>
                  <a:pt x="34" y="42"/>
                </a:lnTo>
                <a:lnTo>
                  <a:pt x="30" y="45"/>
                </a:lnTo>
                <a:lnTo>
                  <a:pt x="26" y="49"/>
                </a:lnTo>
                <a:lnTo>
                  <a:pt x="22" y="52"/>
                </a:lnTo>
                <a:lnTo>
                  <a:pt x="18" y="55"/>
                </a:lnTo>
                <a:lnTo>
                  <a:pt x="15" y="58"/>
                </a:lnTo>
                <a:lnTo>
                  <a:pt x="12" y="61"/>
                </a:lnTo>
                <a:lnTo>
                  <a:pt x="9" y="64"/>
                </a:lnTo>
                <a:lnTo>
                  <a:pt x="7" y="66"/>
                </a:lnTo>
                <a:lnTo>
                  <a:pt x="5" y="68"/>
                </a:lnTo>
                <a:lnTo>
                  <a:pt x="3" y="70"/>
                </a:lnTo>
                <a:lnTo>
                  <a:pt x="2" y="72"/>
                </a:lnTo>
                <a:lnTo>
                  <a:pt x="1" y="72"/>
                </a:lnTo>
                <a:lnTo>
                  <a:pt x="0" y="73"/>
                </a:lnTo>
                <a:lnTo>
                  <a:pt x="0" y="74"/>
                </a:lnTo>
              </a:path>
            </a:pathLst>
          </a:custGeom>
          <a:noFill/>
          <a:ln w="12700" cap="rnd">
            <a:solidFill>
              <a:schemeClr val="accent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39" name="Line 36">
            <a:extLst>
              <a:ext uri="{FF2B5EF4-FFF2-40B4-BE49-F238E27FC236}">
                <a16:creationId xmlns:a16="http://schemas.microsoft.com/office/drawing/2014/main" id="{7B787CC7-BD71-4069-8D97-96FFFAF35F7A}"/>
              </a:ext>
            </a:extLst>
          </p:cNvPr>
          <p:cNvSpPr>
            <a:spLocks noChangeShapeType="1"/>
          </p:cNvSpPr>
          <p:nvPr/>
        </p:nvSpPr>
        <p:spPr bwMode="auto">
          <a:xfrm>
            <a:off x="1823262" y="3876394"/>
            <a:ext cx="127635" cy="333952"/>
          </a:xfrm>
          <a:prstGeom prst="line">
            <a:avLst/>
          </a:prstGeom>
          <a:noFill/>
          <a:ln w="12700">
            <a:solidFill>
              <a:srgbClr val="00FF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s-ES"/>
          </a:p>
        </p:txBody>
      </p:sp>
      <p:sp>
        <p:nvSpPr>
          <p:cNvPr id="40" name="Rectangle 38">
            <a:extLst>
              <a:ext uri="{FF2B5EF4-FFF2-40B4-BE49-F238E27FC236}">
                <a16:creationId xmlns:a16="http://schemas.microsoft.com/office/drawing/2014/main" id="{1DE48FB6-D652-4143-8608-F4A3CF610637}"/>
              </a:ext>
            </a:extLst>
          </p:cNvPr>
          <p:cNvSpPr>
            <a:spLocks noChangeArrowheads="1"/>
          </p:cNvSpPr>
          <p:nvPr/>
        </p:nvSpPr>
        <p:spPr bwMode="auto">
          <a:xfrm>
            <a:off x="1110199" y="3053407"/>
            <a:ext cx="2160587" cy="93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spAutoFit/>
          </a:bodyPr>
          <a:lstStyle>
            <a:lvl1pPr defTabSz="762000" eaLnBrk="0" hangingPunct="0">
              <a:defRPr>
                <a:solidFill>
                  <a:schemeClr val="tx1"/>
                </a:solidFill>
                <a:latin typeface="Arial" panose="020B0604020202020204" pitchFamily="34" charset="0"/>
              </a:defRPr>
            </a:lvl1pPr>
            <a:lvl2pPr marL="742950" indent="-285750" defTabSz="762000" eaLnBrk="0" hangingPunct="0">
              <a:defRPr>
                <a:solidFill>
                  <a:schemeClr val="tx1"/>
                </a:solidFill>
                <a:latin typeface="Arial" panose="020B0604020202020204" pitchFamily="34" charset="0"/>
              </a:defRPr>
            </a:lvl2pPr>
            <a:lvl3pPr marL="1143000" indent="-228600" defTabSz="762000" eaLnBrk="0" hangingPunct="0">
              <a:defRPr>
                <a:solidFill>
                  <a:schemeClr val="tx1"/>
                </a:solidFill>
                <a:latin typeface="Arial" panose="020B0604020202020204" pitchFamily="34" charset="0"/>
              </a:defRPr>
            </a:lvl3pPr>
            <a:lvl4pPr marL="1600200" indent="-228600" defTabSz="762000" eaLnBrk="0" hangingPunct="0">
              <a:defRPr>
                <a:solidFill>
                  <a:schemeClr val="tx1"/>
                </a:solidFill>
                <a:latin typeface="Arial" panose="020B0604020202020204" pitchFamily="34" charset="0"/>
              </a:defRPr>
            </a:lvl4pPr>
            <a:lvl5pPr marL="2057400" indent="-228600" defTabSz="762000" eaLnBrk="0" hangingPunct="0">
              <a:defRPr>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85000"/>
              </a:lnSpc>
              <a:spcBef>
                <a:spcPct val="30000"/>
              </a:spcBef>
            </a:pPr>
            <a:r>
              <a:rPr lang="es-ES_tradnl" altLang="es-ES" sz="3200" dirty="0">
                <a:solidFill>
                  <a:srgbClr val="002060"/>
                </a:solidFill>
                <a:latin typeface="Arial Narrow" panose="020B0606020202030204" pitchFamily="34" charset="0"/>
              </a:rPr>
              <a:t>Límite del </a:t>
            </a:r>
            <a:br>
              <a:rPr lang="es-ES_tradnl" altLang="es-ES" sz="3200" dirty="0">
                <a:solidFill>
                  <a:srgbClr val="002060"/>
                </a:solidFill>
                <a:latin typeface="Arial Narrow" panose="020B0606020202030204" pitchFamily="34" charset="0"/>
              </a:rPr>
            </a:br>
            <a:r>
              <a:rPr lang="es-ES_tradnl" altLang="es-ES" sz="3200" dirty="0">
                <a:solidFill>
                  <a:srgbClr val="002060"/>
                </a:solidFill>
                <a:latin typeface="Arial Narrow" panose="020B0606020202030204" pitchFamily="34" charset="0"/>
              </a:rPr>
              <a:t>sistema</a:t>
            </a:r>
          </a:p>
        </p:txBody>
      </p:sp>
      <p:sp>
        <p:nvSpPr>
          <p:cNvPr id="2" name="Rectángulo 1">
            <a:extLst>
              <a:ext uri="{FF2B5EF4-FFF2-40B4-BE49-F238E27FC236}">
                <a16:creationId xmlns:a16="http://schemas.microsoft.com/office/drawing/2014/main" id="{13E3B290-9144-48F1-AC90-EA1B1F18D5D6}"/>
              </a:ext>
            </a:extLst>
          </p:cNvPr>
          <p:cNvSpPr/>
          <p:nvPr/>
        </p:nvSpPr>
        <p:spPr>
          <a:xfrm>
            <a:off x="571153" y="1353350"/>
            <a:ext cx="5519319" cy="1384995"/>
          </a:xfrm>
          <a:prstGeom prst="rect">
            <a:avLst/>
          </a:prstGeom>
        </p:spPr>
        <p:txBody>
          <a:bodyPr wrap="square">
            <a:spAutoFit/>
          </a:bodyPr>
          <a:lstStyle/>
          <a:p>
            <a:pPr algn="just"/>
            <a:r>
              <a:rPr lang="es-ES_tradnl" altLang="es-ES" sz="2800" b="1" i="1" dirty="0">
                <a:solidFill>
                  <a:srgbClr val="002060"/>
                </a:solidFill>
                <a:latin typeface="Arial Narrow" panose="020B0606020202030204" pitchFamily="34" charset="0"/>
              </a:rPr>
              <a:t>“Es un conjunto estructurado de objetos y (o) atributos junto con las relaciones entre ellos"</a:t>
            </a:r>
          </a:p>
        </p:txBody>
      </p:sp>
      <p:sp>
        <p:nvSpPr>
          <p:cNvPr id="41" name="Freeform 34">
            <a:extLst>
              <a:ext uri="{FF2B5EF4-FFF2-40B4-BE49-F238E27FC236}">
                <a16:creationId xmlns:a16="http://schemas.microsoft.com/office/drawing/2014/main" id="{DFB60898-165A-45FA-AB4C-4B6CB8A407AE}"/>
              </a:ext>
            </a:extLst>
          </p:cNvPr>
          <p:cNvSpPr>
            <a:spLocks/>
          </p:cNvSpPr>
          <p:nvPr/>
        </p:nvSpPr>
        <p:spPr bwMode="auto">
          <a:xfrm>
            <a:off x="3985530" y="4357338"/>
            <a:ext cx="416644" cy="180689"/>
          </a:xfrm>
          <a:custGeom>
            <a:avLst/>
            <a:gdLst>
              <a:gd name="T0" fmla="*/ 2147483647 w 284"/>
              <a:gd name="T1" fmla="*/ 2147483647 h 112"/>
              <a:gd name="T2" fmla="*/ 2147483647 w 284"/>
              <a:gd name="T3" fmla="*/ 2147483647 h 112"/>
              <a:gd name="T4" fmla="*/ 2147483647 w 284"/>
              <a:gd name="T5" fmla="*/ 2147483647 h 112"/>
              <a:gd name="T6" fmla="*/ 2147483647 w 284"/>
              <a:gd name="T7" fmla="*/ 2147483647 h 112"/>
              <a:gd name="T8" fmla="*/ 2147483647 w 284"/>
              <a:gd name="T9" fmla="*/ 2147483647 h 112"/>
              <a:gd name="T10" fmla="*/ 2147483647 w 284"/>
              <a:gd name="T11" fmla="*/ 2147483647 h 112"/>
              <a:gd name="T12" fmla="*/ 2147483647 w 284"/>
              <a:gd name="T13" fmla="*/ 2147483647 h 112"/>
              <a:gd name="T14" fmla="*/ 2147483647 w 284"/>
              <a:gd name="T15" fmla="*/ 2147483647 h 112"/>
              <a:gd name="T16" fmla="*/ 2147483647 w 284"/>
              <a:gd name="T17" fmla="*/ 2147483647 h 112"/>
              <a:gd name="T18" fmla="*/ 2147483647 w 284"/>
              <a:gd name="T19" fmla="*/ 2147483647 h 112"/>
              <a:gd name="T20" fmla="*/ 2147483647 w 284"/>
              <a:gd name="T21" fmla="*/ 2147483647 h 112"/>
              <a:gd name="T22" fmla="*/ 2147483647 w 284"/>
              <a:gd name="T23" fmla="*/ 2147483647 h 112"/>
              <a:gd name="T24" fmla="*/ 2147483647 w 284"/>
              <a:gd name="T25" fmla="*/ 2147483647 h 112"/>
              <a:gd name="T26" fmla="*/ 2147483647 w 284"/>
              <a:gd name="T27" fmla="*/ 2147483647 h 112"/>
              <a:gd name="T28" fmla="*/ 2147483647 w 284"/>
              <a:gd name="T29" fmla="*/ 2147483647 h 112"/>
              <a:gd name="T30" fmla="*/ 2147483647 w 284"/>
              <a:gd name="T31" fmla="*/ 2147483647 h 112"/>
              <a:gd name="T32" fmla="*/ 2147483647 w 284"/>
              <a:gd name="T33" fmla="*/ 2147483647 h 112"/>
              <a:gd name="T34" fmla="*/ 2147483647 w 284"/>
              <a:gd name="T35" fmla="*/ 2147483647 h 112"/>
              <a:gd name="T36" fmla="*/ 2147483647 w 284"/>
              <a:gd name="T37" fmla="*/ 2147483647 h 112"/>
              <a:gd name="T38" fmla="*/ 2147483647 w 284"/>
              <a:gd name="T39" fmla="*/ 2147483647 h 112"/>
              <a:gd name="T40" fmla="*/ 2147483647 w 284"/>
              <a:gd name="T41" fmla="*/ 2147483647 h 112"/>
              <a:gd name="T42" fmla="*/ 2147483647 w 284"/>
              <a:gd name="T43" fmla="*/ 2147483647 h 112"/>
              <a:gd name="T44" fmla="*/ 2147483647 w 284"/>
              <a:gd name="T45" fmla="*/ 2147483647 h 112"/>
              <a:gd name="T46" fmla="*/ 2147483647 w 284"/>
              <a:gd name="T47" fmla="*/ 2147483647 h 112"/>
              <a:gd name="T48" fmla="*/ 2147483647 w 284"/>
              <a:gd name="T49" fmla="*/ 2147483647 h 112"/>
              <a:gd name="T50" fmla="*/ 2147483647 w 284"/>
              <a:gd name="T51" fmla="*/ 2147483647 h 112"/>
              <a:gd name="T52" fmla="*/ 2147483647 w 284"/>
              <a:gd name="T53" fmla="*/ 2147483647 h 112"/>
              <a:gd name="T54" fmla="*/ 2147483647 w 284"/>
              <a:gd name="T55" fmla="*/ 2147483647 h 112"/>
              <a:gd name="T56" fmla="*/ 2147483647 w 284"/>
              <a:gd name="T57" fmla="*/ 2147483647 h 112"/>
              <a:gd name="T58" fmla="*/ 2147483647 w 284"/>
              <a:gd name="T59" fmla="*/ 2147483647 h 112"/>
              <a:gd name="T60" fmla="*/ 2147483647 w 284"/>
              <a:gd name="T61" fmla="*/ 0 h 112"/>
              <a:gd name="T62" fmla="*/ 2147483647 w 284"/>
              <a:gd name="T63" fmla="*/ 0 h 112"/>
              <a:gd name="T64" fmla="*/ 2147483647 w 284"/>
              <a:gd name="T65" fmla="*/ 0 h 112"/>
              <a:gd name="T66" fmla="*/ 2147483647 w 284"/>
              <a:gd name="T67" fmla="*/ 0 h 112"/>
              <a:gd name="T68" fmla="*/ 2147483647 w 284"/>
              <a:gd name="T69" fmla="*/ 2147483647 h 112"/>
              <a:gd name="T70" fmla="*/ 2147483647 w 284"/>
              <a:gd name="T71" fmla="*/ 2147483647 h 112"/>
              <a:gd name="T72" fmla="*/ 2147483647 w 284"/>
              <a:gd name="T73" fmla="*/ 2147483647 h 112"/>
              <a:gd name="T74" fmla="*/ 2147483647 w 284"/>
              <a:gd name="T75" fmla="*/ 2147483647 h 112"/>
              <a:gd name="T76" fmla="*/ 2147483647 w 284"/>
              <a:gd name="T77" fmla="*/ 2147483647 h 112"/>
              <a:gd name="T78" fmla="*/ 2147483647 w 284"/>
              <a:gd name="T79" fmla="*/ 2147483647 h 112"/>
              <a:gd name="T80" fmla="*/ 2147483647 w 284"/>
              <a:gd name="T81" fmla="*/ 2147483647 h 112"/>
              <a:gd name="T82" fmla="*/ 2147483647 w 284"/>
              <a:gd name="T83" fmla="*/ 2147483647 h 112"/>
              <a:gd name="T84" fmla="*/ 2147483647 w 284"/>
              <a:gd name="T85" fmla="*/ 2147483647 h 112"/>
              <a:gd name="T86" fmla="*/ 2147483647 w 284"/>
              <a:gd name="T87" fmla="*/ 2147483647 h 112"/>
              <a:gd name="T88" fmla="*/ 2147483647 w 284"/>
              <a:gd name="T89" fmla="*/ 2147483647 h 112"/>
              <a:gd name="T90" fmla="*/ 2147483647 w 284"/>
              <a:gd name="T91" fmla="*/ 2147483647 h 112"/>
              <a:gd name="T92" fmla="*/ 2147483647 w 284"/>
              <a:gd name="T93" fmla="*/ 2147483647 h 112"/>
              <a:gd name="T94" fmla="*/ 2147483647 w 284"/>
              <a:gd name="T95" fmla="*/ 2147483647 h 112"/>
              <a:gd name="T96" fmla="*/ 2147483647 w 284"/>
              <a:gd name="T97" fmla="*/ 2147483647 h 112"/>
              <a:gd name="T98" fmla="*/ 2147483647 w 284"/>
              <a:gd name="T99" fmla="*/ 2147483647 h 112"/>
              <a:gd name="T100" fmla="*/ 2147483647 w 284"/>
              <a:gd name="T101" fmla="*/ 2147483647 h 112"/>
              <a:gd name="T102" fmla="*/ 2147483647 w 284"/>
              <a:gd name="T103" fmla="*/ 2147483647 h 112"/>
              <a:gd name="T104" fmla="*/ 2147483647 w 284"/>
              <a:gd name="T105" fmla="*/ 2147483647 h 112"/>
              <a:gd name="T106" fmla="*/ 2147483647 w 284"/>
              <a:gd name="T107" fmla="*/ 2147483647 h 112"/>
              <a:gd name="T108" fmla="*/ 2147483647 w 284"/>
              <a:gd name="T109" fmla="*/ 2147483647 h 112"/>
              <a:gd name="T110" fmla="*/ 2147483647 w 284"/>
              <a:gd name="T111" fmla="*/ 2147483647 h 112"/>
              <a:gd name="T112" fmla="*/ 2147483647 w 284"/>
              <a:gd name="T113" fmla="*/ 2147483647 h 112"/>
              <a:gd name="T114" fmla="*/ 2147483647 w 284"/>
              <a:gd name="T115" fmla="*/ 2147483647 h 112"/>
              <a:gd name="T116" fmla="*/ 2147483647 w 284"/>
              <a:gd name="T117" fmla="*/ 2147483647 h 112"/>
              <a:gd name="T118" fmla="*/ 2147483647 w 284"/>
              <a:gd name="T119" fmla="*/ 2147483647 h 112"/>
              <a:gd name="T120" fmla="*/ 2147483647 w 284"/>
              <a:gd name="T121" fmla="*/ 2147483647 h 112"/>
              <a:gd name="T122" fmla="*/ 0 w 284"/>
              <a:gd name="T123" fmla="*/ 2147483647 h 112"/>
              <a:gd name="T124" fmla="*/ 0 w 284"/>
              <a:gd name="T125" fmla="*/ 2147483647 h 11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84"/>
              <a:gd name="T190" fmla="*/ 0 h 112"/>
              <a:gd name="T191" fmla="*/ 284 w 284"/>
              <a:gd name="T192" fmla="*/ 112 h 112"/>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84" h="112">
                <a:moveTo>
                  <a:pt x="283" y="111"/>
                </a:moveTo>
                <a:lnTo>
                  <a:pt x="282" y="110"/>
                </a:lnTo>
                <a:lnTo>
                  <a:pt x="281" y="108"/>
                </a:lnTo>
                <a:lnTo>
                  <a:pt x="280" y="106"/>
                </a:lnTo>
                <a:lnTo>
                  <a:pt x="278" y="104"/>
                </a:lnTo>
                <a:lnTo>
                  <a:pt x="276" y="101"/>
                </a:lnTo>
                <a:lnTo>
                  <a:pt x="273" y="98"/>
                </a:lnTo>
                <a:lnTo>
                  <a:pt x="270" y="94"/>
                </a:lnTo>
                <a:lnTo>
                  <a:pt x="267" y="90"/>
                </a:lnTo>
                <a:lnTo>
                  <a:pt x="264" y="86"/>
                </a:lnTo>
                <a:lnTo>
                  <a:pt x="260" y="82"/>
                </a:lnTo>
                <a:lnTo>
                  <a:pt x="256" y="77"/>
                </a:lnTo>
                <a:lnTo>
                  <a:pt x="252" y="72"/>
                </a:lnTo>
                <a:lnTo>
                  <a:pt x="248" y="67"/>
                </a:lnTo>
                <a:lnTo>
                  <a:pt x="243" y="62"/>
                </a:lnTo>
                <a:lnTo>
                  <a:pt x="238" y="57"/>
                </a:lnTo>
                <a:lnTo>
                  <a:pt x="233" y="52"/>
                </a:lnTo>
                <a:lnTo>
                  <a:pt x="227" y="47"/>
                </a:lnTo>
                <a:lnTo>
                  <a:pt x="222" y="42"/>
                </a:lnTo>
                <a:lnTo>
                  <a:pt x="216" y="37"/>
                </a:lnTo>
                <a:lnTo>
                  <a:pt x="210" y="32"/>
                </a:lnTo>
                <a:lnTo>
                  <a:pt x="204" y="28"/>
                </a:lnTo>
                <a:lnTo>
                  <a:pt x="197" y="24"/>
                </a:lnTo>
                <a:lnTo>
                  <a:pt x="191" y="20"/>
                </a:lnTo>
                <a:lnTo>
                  <a:pt x="184" y="16"/>
                </a:lnTo>
                <a:lnTo>
                  <a:pt x="178" y="12"/>
                </a:lnTo>
                <a:lnTo>
                  <a:pt x="170" y="9"/>
                </a:lnTo>
                <a:lnTo>
                  <a:pt x="164" y="6"/>
                </a:lnTo>
                <a:lnTo>
                  <a:pt x="156" y="4"/>
                </a:lnTo>
                <a:lnTo>
                  <a:pt x="150" y="2"/>
                </a:lnTo>
                <a:lnTo>
                  <a:pt x="142" y="0"/>
                </a:lnTo>
                <a:lnTo>
                  <a:pt x="135" y="0"/>
                </a:lnTo>
                <a:lnTo>
                  <a:pt x="123" y="0"/>
                </a:lnTo>
                <a:lnTo>
                  <a:pt x="117" y="0"/>
                </a:lnTo>
                <a:lnTo>
                  <a:pt x="111" y="2"/>
                </a:lnTo>
                <a:lnTo>
                  <a:pt x="105" y="3"/>
                </a:lnTo>
                <a:lnTo>
                  <a:pt x="99" y="5"/>
                </a:lnTo>
                <a:lnTo>
                  <a:pt x="93" y="7"/>
                </a:lnTo>
                <a:lnTo>
                  <a:pt x="87" y="9"/>
                </a:lnTo>
                <a:lnTo>
                  <a:pt x="81" y="12"/>
                </a:lnTo>
                <a:lnTo>
                  <a:pt x="75" y="15"/>
                </a:lnTo>
                <a:lnTo>
                  <a:pt x="70" y="18"/>
                </a:lnTo>
                <a:lnTo>
                  <a:pt x="64" y="21"/>
                </a:lnTo>
                <a:lnTo>
                  <a:pt x="58" y="24"/>
                </a:lnTo>
                <a:lnTo>
                  <a:pt x="53" y="28"/>
                </a:lnTo>
                <a:lnTo>
                  <a:pt x="48" y="31"/>
                </a:lnTo>
                <a:lnTo>
                  <a:pt x="43" y="35"/>
                </a:lnTo>
                <a:lnTo>
                  <a:pt x="38" y="38"/>
                </a:lnTo>
                <a:lnTo>
                  <a:pt x="34" y="42"/>
                </a:lnTo>
                <a:lnTo>
                  <a:pt x="30" y="45"/>
                </a:lnTo>
                <a:lnTo>
                  <a:pt x="26" y="49"/>
                </a:lnTo>
                <a:lnTo>
                  <a:pt x="22" y="52"/>
                </a:lnTo>
                <a:lnTo>
                  <a:pt x="18" y="55"/>
                </a:lnTo>
                <a:lnTo>
                  <a:pt x="15" y="58"/>
                </a:lnTo>
                <a:lnTo>
                  <a:pt x="12" y="61"/>
                </a:lnTo>
                <a:lnTo>
                  <a:pt x="9" y="64"/>
                </a:lnTo>
                <a:lnTo>
                  <a:pt x="7" y="66"/>
                </a:lnTo>
                <a:lnTo>
                  <a:pt x="5" y="68"/>
                </a:lnTo>
                <a:lnTo>
                  <a:pt x="3" y="70"/>
                </a:lnTo>
                <a:lnTo>
                  <a:pt x="2" y="72"/>
                </a:lnTo>
                <a:lnTo>
                  <a:pt x="1" y="72"/>
                </a:lnTo>
                <a:lnTo>
                  <a:pt x="0" y="73"/>
                </a:lnTo>
                <a:lnTo>
                  <a:pt x="0" y="74"/>
                </a:lnTo>
              </a:path>
            </a:pathLst>
          </a:custGeom>
          <a:noFill/>
          <a:ln w="12700" cap="rnd">
            <a:solidFill>
              <a:schemeClr val="accent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42" name="Freeform 34">
            <a:extLst>
              <a:ext uri="{FF2B5EF4-FFF2-40B4-BE49-F238E27FC236}">
                <a16:creationId xmlns:a16="http://schemas.microsoft.com/office/drawing/2014/main" id="{38449A6D-4409-4A79-AFD7-1EFED0E676A4}"/>
              </a:ext>
            </a:extLst>
          </p:cNvPr>
          <p:cNvSpPr>
            <a:spLocks/>
          </p:cNvSpPr>
          <p:nvPr/>
        </p:nvSpPr>
        <p:spPr bwMode="auto">
          <a:xfrm>
            <a:off x="3328236" y="4784130"/>
            <a:ext cx="416644" cy="180689"/>
          </a:xfrm>
          <a:custGeom>
            <a:avLst/>
            <a:gdLst>
              <a:gd name="T0" fmla="*/ 2147483647 w 284"/>
              <a:gd name="T1" fmla="*/ 2147483647 h 112"/>
              <a:gd name="T2" fmla="*/ 2147483647 w 284"/>
              <a:gd name="T3" fmla="*/ 2147483647 h 112"/>
              <a:gd name="T4" fmla="*/ 2147483647 w 284"/>
              <a:gd name="T5" fmla="*/ 2147483647 h 112"/>
              <a:gd name="T6" fmla="*/ 2147483647 w 284"/>
              <a:gd name="T7" fmla="*/ 2147483647 h 112"/>
              <a:gd name="T8" fmla="*/ 2147483647 w 284"/>
              <a:gd name="T9" fmla="*/ 2147483647 h 112"/>
              <a:gd name="T10" fmla="*/ 2147483647 w 284"/>
              <a:gd name="T11" fmla="*/ 2147483647 h 112"/>
              <a:gd name="T12" fmla="*/ 2147483647 w 284"/>
              <a:gd name="T13" fmla="*/ 2147483647 h 112"/>
              <a:gd name="T14" fmla="*/ 2147483647 w 284"/>
              <a:gd name="T15" fmla="*/ 2147483647 h 112"/>
              <a:gd name="T16" fmla="*/ 2147483647 w 284"/>
              <a:gd name="T17" fmla="*/ 2147483647 h 112"/>
              <a:gd name="T18" fmla="*/ 2147483647 w 284"/>
              <a:gd name="T19" fmla="*/ 2147483647 h 112"/>
              <a:gd name="T20" fmla="*/ 2147483647 w 284"/>
              <a:gd name="T21" fmla="*/ 2147483647 h 112"/>
              <a:gd name="T22" fmla="*/ 2147483647 w 284"/>
              <a:gd name="T23" fmla="*/ 2147483647 h 112"/>
              <a:gd name="T24" fmla="*/ 2147483647 w 284"/>
              <a:gd name="T25" fmla="*/ 2147483647 h 112"/>
              <a:gd name="T26" fmla="*/ 2147483647 w 284"/>
              <a:gd name="T27" fmla="*/ 2147483647 h 112"/>
              <a:gd name="T28" fmla="*/ 2147483647 w 284"/>
              <a:gd name="T29" fmla="*/ 2147483647 h 112"/>
              <a:gd name="T30" fmla="*/ 2147483647 w 284"/>
              <a:gd name="T31" fmla="*/ 2147483647 h 112"/>
              <a:gd name="T32" fmla="*/ 2147483647 w 284"/>
              <a:gd name="T33" fmla="*/ 2147483647 h 112"/>
              <a:gd name="T34" fmla="*/ 2147483647 w 284"/>
              <a:gd name="T35" fmla="*/ 2147483647 h 112"/>
              <a:gd name="T36" fmla="*/ 2147483647 w 284"/>
              <a:gd name="T37" fmla="*/ 2147483647 h 112"/>
              <a:gd name="T38" fmla="*/ 2147483647 w 284"/>
              <a:gd name="T39" fmla="*/ 2147483647 h 112"/>
              <a:gd name="T40" fmla="*/ 2147483647 w 284"/>
              <a:gd name="T41" fmla="*/ 2147483647 h 112"/>
              <a:gd name="T42" fmla="*/ 2147483647 w 284"/>
              <a:gd name="T43" fmla="*/ 2147483647 h 112"/>
              <a:gd name="T44" fmla="*/ 2147483647 w 284"/>
              <a:gd name="T45" fmla="*/ 2147483647 h 112"/>
              <a:gd name="T46" fmla="*/ 2147483647 w 284"/>
              <a:gd name="T47" fmla="*/ 2147483647 h 112"/>
              <a:gd name="T48" fmla="*/ 2147483647 w 284"/>
              <a:gd name="T49" fmla="*/ 2147483647 h 112"/>
              <a:gd name="T50" fmla="*/ 2147483647 w 284"/>
              <a:gd name="T51" fmla="*/ 2147483647 h 112"/>
              <a:gd name="T52" fmla="*/ 2147483647 w 284"/>
              <a:gd name="T53" fmla="*/ 2147483647 h 112"/>
              <a:gd name="T54" fmla="*/ 2147483647 w 284"/>
              <a:gd name="T55" fmla="*/ 2147483647 h 112"/>
              <a:gd name="T56" fmla="*/ 2147483647 w 284"/>
              <a:gd name="T57" fmla="*/ 2147483647 h 112"/>
              <a:gd name="T58" fmla="*/ 2147483647 w 284"/>
              <a:gd name="T59" fmla="*/ 2147483647 h 112"/>
              <a:gd name="T60" fmla="*/ 2147483647 w 284"/>
              <a:gd name="T61" fmla="*/ 0 h 112"/>
              <a:gd name="T62" fmla="*/ 2147483647 w 284"/>
              <a:gd name="T63" fmla="*/ 0 h 112"/>
              <a:gd name="T64" fmla="*/ 2147483647 w 284"/>
              <a:gd name="T65" fmla="*/ 0 h 112"/>
              <a:gd name="T66" fmla="*/ 2147483647 w 284"/>
              <a:gd name="T67" fmla="*/ 0 h 112"/>
              <a:gd name="T68" fmla="*/ 2147483647 w 284"/>
              <a:gd name="T69" fmla="*/ 2147483647 h 112"/>
              <a:gd name="T70" fmla="*/ 2147483647 w 284"/>
              <a:gd name="T71" fmla="*/ 2147483647 h 112"/>
              <a:gd name="T72" fmla="*/ 2147483647 w 284"/>
              <a:gd name="T73" fmla="*/ 2147483647 h 112"/>
              <a:gd name="T74" fmla="*/ 2147483647 w 284"/>
              <a:gd name="T75" fmla="*/ 2147483647 h 112"/>
              <a:gd name="T76" fmla="*/ 2147483647 w 284"/>
              <a:gd name="T77" fmla="*/ 2147483647 h 112"/>
              <a:gd name="T78" fmla="*/ 2147483647 w 284"/>
              <a:gd name="T79" fmla="*/ 2147483647 h 112"/>
              <a:gd name="T80" fmla="*/ 2147483647 w 284"/>
              <a:gd name="T81" fmla="*/ 2147483647 h 112"/>
              <a:gd name="T82" fmla="*/ 2147483647 w 284"/>
              <a:gd name="T83" fmla="*/ 2147483647 h 112"/>
              <a:gd name="T84" fmla="*/ 2147483647 w 284"/>
              <a:gd name="T85" fmla="*/ 2147483647 h 112"/>
              <a:gd name="T86" fmla="*/ 2147483647 w 284"/>
              <a:gd name="T87" fmla="*/ 2147483647 h 112"/>
              <a:gd name="T88" fmla="*/ 2147483647 w 284"/>
              <a:gd name="T89" fmla="*/ 2147483647 h 112"/>
              <a:gd name="T90" fmla="*/ 2147483647 w 284"/>
              <a:gd name="T91" fmla="*/ 2147483647 h 112"/>
              <a:gd name="T92" fmla="*/ 2147483647 w 284"/>
              <a:gd name="T93" fmla="*/ 2147483647 h 112"/>
              <a:gd name="T94" fmla="*/ 2147483647 w 284"/>
              <a:gd name="T95" fmla="*/ 2147483647 h 112"/>
              <a:gd name="T96" fmla="*/ 2147483647 w 284"/>
              <a:gd name="T97" fmla="*/ 2147483647 h 112"/>
              <a:gd name="T98" fmla="*/ 2147483647 w 284"/>
              <a:gd name="T99" fmla="*/ 2147483647 h 112"/>
              <a:gd name="T100" fmla="*/ 2147483647 w 284"/>
              <a:gd name="T101" fmla="*/ 2147483647 h 112"/>
              <a:gd name="T102" fmla="*/ 2147483647 w 284"/>
              <a:gd name="T103" fmla="*/ 2147483647 h 112"/>
              <a:gd name="T104" fmla="*/ 2147483647 w 284"/>
              <a:gd name="T105" fmla="*/ 2147483647 h 112"/>
              <a:gd name="T106" fmla="*/ 2147483647 w 284"/>
              <a:gd name="T107" fmla="*/ 2147483647 h 112"/>
              <a:gd name="T108" fmla="*/ 2147483647 w 284"/>
              <a:gd name="T109" fmla="*/ 2147483647 h 112"/>
              <a:gd name="T110" fmla="*/ 2147483647 w 284"/>
              <a:gd name="T111" fmla="*/ 2147483647 h 112"/>
              <a:gd name="T112" fmla="*/ 2147483647 w 284"/>
              <a:gd name="T113" fmla="*/ 2147483647 h 112"/>
              <a:gd name="T114" fmla="*/ 2147483647 w 284"/>
              <a:gd name="T115" fmla="*/ 2147483647 h 112"/>
              <a:gd name="T116" fmla="*/ 2147483647 w 284"/>
              <a:gd name="T117" fmla="*/ 2147483647 h 112"/>
              <a:gd name="T118" fmla="*/ 2147483647 w 284"/>
              <a:gd name="T119" fmla="*/ 2147483647 h 112"/>
              <a:gd name="T120" fmla="*/ 2147483647 w 284"/>
              <a:gd name="T121" fmla="*/ 2147483647 h 112"/>
              <a:gd name="T122" fmla="*/ 0 w 284"/>
              <a:gd name="T123" fmla="*/ 2147483647 h 112"/>
              <a:gd name="T124" fmla="*/ 0 w 284"/>
              <a:gd name="T125" fmla="*/ 2147483647 h 11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84"/>
              <a:gd name="T190" fmla="*/ 0 h 112"/>
              <a:gd name="T191" fmla="*/ 284 w 284"/>
              <a:gd name="T192" fmla="*/ 112 h 112"/>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84" h="112">
                <a:moveTo>
                  <a:pt x="283" y="111"/>
                </a:moveTo>
                <a:lnTo>
                  <a:pt x="282" y="110"/>
                </a:lnTo>
                <a:lnTo>
                  <a:pt x="281" y="108"/>
                </a:lnTo>
                <a:lnTo>
                  <a:pt x="280" y="106"/>
                </a:lnTo>
                <a:lnTo>
                  <a:pt x="278" y="104"/>
                </a:lnTo>
                <a:lnTo>
                  <a:pt x="276" y="101"/>
                </a:lnTo>
                <a:lnTo>
                  <a:pt x="273" y="98"/>
                </a:lnTo>
                <a:lnTo>
                  <a:pt x="270" y="94"/>
                </a:lnTo>
                <a:lnTo>
                  <a:pt x="267" y="90"/>
                </a:lnTo>
                <a:lnTo>
                  <a:pt x="264" y="86"/>
                </a:lnTo>
                <a:lnTo>
                  <a:pt x="260" y="82"/>
                </a:lnTo>
                <a:lnTo>
                  <a:pt x="256" y="77"/>
                </a:lnTo>
                <a:lnTo>
                  <a:pt x="252" y="72"/>
                </a:lnTo>
                <a:lnTo>
                  <a:pt x="248" y="67"/>
                </a:lnTo>
                <a:lnTo>
                  <a:pt x="243" y="62"/>
                </a:lnTo>
                <a:lnTo>
                  <a:pt x="238" y="57"/>
                </a:lnTo>
                <a:lnTo>
                  <a:pt x="233" y="52"/>
                </a:lnTo>
                <a:lnTo>
                  <a:pt x="227" y="47"/>
                </a:lnTo>
                <a:lnTo>
                  <a:pt x="222" y="42"/>
                </a:lnTo>
                <a:lnTo>
                  <a:pt x="216" y="37"/>
                </a:lnTo>
                <a:lnTo>
                  <a:pt x="210" y="32"/>
                </a:lnTo>
                <a:lnTo>
                  <a:pt x="204" y="28"/>
                </a:lnTo>
                <a:lnTo>
                  <a:pt x="197" y="24"/>
                </a:lnTo>
                <a:lnTo>
                  <a:pt x="191" y="20"/>
                </a:lnTo>
                <a:lnTo>
                  <a:pt x="184" y="16"/>
                </a:lnTo>
                <a:lnTo>
                  <a:pt x="178" y="12"/>
                </a:lnTo>
                <a:lnTo>
                  <a:pt x="170" y="9"/>
                </a:lnTo>
                <a:lnTo>
                  <a:pt x="164" y="6"/>
                </a:lnTo>
                <a:lnTo>
                  <a:pt x="156" y="4"/>
                </a:lnTo>
                <a:lnTo>
                  <a:pt x="150" y="2"/>
                </a:lnTo>
                <a:lnTo>
                  <a:pt x="142" y="0"/>
                </a:lnTo>
                <a:lnTo>
                  <a:pt x="135" y="0"/>
                </a:lnTo>
                <a:lnTo>
                  <a:pt x="123" y="0"/>
                </a:lnTo>
                <a:lnTo>
                  <a:pt x="117" y="0"/>
                </a:lnTo>
                <a:lnTo>
                  <a:pt x="111" y="2"/>
                </a:lnTo>
                <a:lnTo>
                  <a:pt x="105" y="3"/>
                </a:lnTo>
                <a:lnTo>
                  <a:pt x="99" y="5"/>
                </a:lnTo>
                <a:lnTo>
                  <a:pt x="93" y="7"/>
                </a:lnTo>
                <a:lnTo>
                  <a:pt x="87" y="9"/>
                </a:lnTo>
                <a:lnTo>
                  <a:pt x="81" y="12"/>
                </a:lnTo>
                <a:lnTo>
                  <a:pt x="75" y="15"/>
                </a:lnTo>
                <a:lnTo>
                  <a:pt x="70" y="18"/>
                </a:lnTo>
                <a:lnTo>
                  <a:pt x="64" y="21"/>
                </a:lnTo>
                <a:lnTo>
                  <a:pt x="58" y="24"/>
                </a:lnTo>
                <a:lnTo>
                  <a:pt x="53" y="28"/>
                </a:lnTo>
                <a:lnTo>
                  <a:pt x="48" y="31"/>
                </a:lnTo>
                <a:lnTo>
                  <a:pt x="43" y="35"/>
                </a:lnTo>
                <a:lnTo>
                  <a:pt x="38" y="38"/>
                </a:lnTo>
                <a:lnTo>
                  <a:pt x="34" y="42"/>
                </a:lnTo>
                <a:lnTo>
                  <a:pt x="30" y="45"/>
                </a:lnTo>
                <a:lnTo>
                  <a:pt x="26" y="49"/>
                </a:lnTo>
                <a:lnTo>
                  <a:pt x="22" y="52"/>
                </a:lnTo>
                <a:lnTo>
                  <a:pt x="18" y="55"/>
                </a:lnTo>
                <a:lnTo>
                  <a:pt x="15" y="58"/>
                </a:lnTo>
                <a:lnTo>
                  <a:pt x="12" y="61"/>
                </a:lnTo>
                <a:lnTo>
                  <a:pt x="9" y="64"/>
                </a:lnTo>
                <a:lnTo>
                  <a:pt x="7" y="66"/>
                </a:lnTo>
                <a:lnTo>
                  <a:pt x="5" y="68"/>
                </a:lnTo>
                <a:lnTo>
                  <a:pt x="3" y="70"/>
                </a:lnTo>
                <a:lnTo>
                  <a:pt x="2" y="72"/>
                </a:lnTo>
                <a:lnTo>
                  <a:pt x="1" y="72"/>
                </a:lnTo>
                <a:lnTo>
                  <a:pt x="0" y="73"/>
                </a:lnTo>
                <a:lnTo>
                  <a:pt x="0" y="74"/>
                </a:lnTo>
              </a:path>
            </a:pathLst>
          </a:custGeom>
          <a:noFill/>
          <a:ln w="12700" cap="rnd">
            <a:solidFill>
              <a:schemeClr val="accent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43" name="Freeform 34">
            <a:extLst>
              <a:ext uri="{FF2B5EF4-FFF2-40B4-BE49-F238E27FC236}">
                <a16:creationId xmlns:a16="http://schemas.microsoft.com/office/drawing/2014/main" id="{D4CC4835-2050-4221-86D2-14C05DFCD586}"/>
              </a:ext>
            </a:extLst>
          </p:cNvPr>
          <p:cNvSpPr>
            <a:spLocks/>
          </p:cNvSpPr>
          <p:nvPr/>
        </p:nvSpPr>
        <p:spPr bwMode="auto">
          <a:xfrm>
            <a:off x="3960507" y="5015001"/>
            <a:ext cx="416644" cy="180689"/>
          </a:xfrm>
          <a:custGeom>
            <a:avLst/>
            <a:gdLst>
              <a:gd name="T0" fmla="*/ 2147483647 w 284"/>
              <a:gd name="T1" fmla="*/ 2147483647 h 112"/>
              <a:gd name="T2" fmla="*/ 2147483647 w 284"/>
              <a:gd name="T3" fmla="*/ 2147483647 h 112"/>
              <a:gd name="T4" fmla="*/ 2147483647 w 284"/>
              <a:gd name="T5" fmla="*/ 2147483647 h 112"/>
              <a:gd name="T6" fmla="*/ 2147483647 w 284"/>
              <a:gd name="T7" fmla="*/ 2147483647 h 112"/>
              <a:gd name="T8" fmla="*/ 2147483647 w 284"/>
              <a:gd name="T9" fmla="*/ 2147483647 h 112"/>
              <a:gd name="T10" fmla="*/ 2147483647 w 284"/>
              <a:gd name="T11" fmla="*/ 2147483647 h 112"/>
              <a:gd name="T12" fmla="*/ 2147483647 w 284"/>
              <a:gd name="T13" fmla="*/ 2147483647 h 112"/>
              <a:gd name="T14" fmla="*/ 2147483647 w 284"/>
              <a:gd name="T15" fmla="*/ 2147483647 h 112"/>
              <a:gd name="T16" fmla="*/ 2147483647 w 284"/>
              <a:gd name="T17" fmla="*/ 2147483647 h 112"/>
              <a:gd name="T18" fmla="*/ 2147483647 w 284"/>
              <a:gd name="T19" fmla="*/ 2147483647 h 112"/>
              <a:gd name="T20" fmla="*/ 2147483647 w 284"/>
              <a:gd name="T21" fmla="*/ 2147483647 h 112"/>
              <a:gd name="T22" fmla="*/ 2147483647 w 284"/>
              <a:gd name="T23" fmla="*/ 2147483647 h 112"/>
              <a:gd name="T24" fmla="*/ 2147483647 w 284"/>
              <a:gd name="T25" fmla="*/ 2147483647 h 112"/>
              <a:gd name="T26" fmla="*/ 2147483647 w 284"/>
              <a:gd name="T27" fmla="*/ 2147483647 h 112"/>
              <a:gd name="T28" fmla="*/ 2147483647 w 284"/>
              <a:gd name="T29" fmla="*/ 2147483647 h 112"/>
              <a:gd name="T30" fmla="*/ 2147483647 w 284"/>
              <a:gd name="T31" fmla="*/ 2147483647 h 112"/>
              <a:gd name="T32" fmla="*/ 2147483647 w 284"/>
              <a:gd name="T33" fmla="*/ 2147483647 h 112"/>
              <a:gd name="T34" fmla="*/ 2147483647 w 284"/>
              <a:gd name="T35" fmla="*/ 2147483647 h 112"/>
              <a:gd name="T36" fmla="*/ 2147483647 w 284"/>
              <a:gd name="T37" fmla="*/ 2147483647 h 112"/>
              <a:gd name="T38" fmla="*/ 2147483647 w 284"/>
              <a:gd name="T39" fmla="*/ 2147483647 h 112"/>
              <a:gd name="T40" fmla="*/ 2147483647 w 284"/>
              <a:gd name="T41" fmla="*/ 2147483647 h 112"/>
              <a:gd name="T42" fmla="*/ 2147483647 w 284"/>
              <a:gd name="T43" fmla="*/ 2147483647 h 112"/>
              <a:gd name="T44" fmla="*/ 2147483647 w 284"/>
              <a:gd name="T45" fmla="*/ 2147483647 h 112"/>
              <a:gd name="T46" fmla="*/ 2147483647 w 284"/>
              <a:gd name="T47" fmla="*/ 2147483647 h 112"/>
              <a:gd name="T48" fmla="*/ 2147483647 w 284"/>
              <a:gd name="T49" fmla="*/ 2147483647 h 112"/>
              <a:gd name="T50" fmla="*/ 2147483647 w 284"/>
              <a:gd name="T51" fmla="*/ 2147483647 h 112"/>
              <a:gd name="T52" fmla="*/ 2147483647 w 284"/>
              <a:gd name="T53" fmla="*/ 2147483647 h 112"/>
              <a:gd name="T54" fmla="*/ 2147483647 w 284"/>
              <a:gd name="T55" fmla="*/ 2147483647 h 112"/>
              <a:gd name="T56" fmla="*/ 2147483647 w 284"/>
              <a:gd name="T57" fmla="*/ 2147483647 h 112"/>
              <a:gd name="T58" fmla="*/ 2147483647 w 284"/>
              <a:gd name="T59" fmla="*/ 2147483647 h 112"/>
              <a:gd name="T60" fmla="*/ 2147483647 w 284"/>
              <a:gd name="T61" fmla="*/ 0 h 112"/>
              <a:gd name="T62" fmla="*/ 2147483647 w 284"/>
              <a:gd name="T63" fmla="*/ 0 h 112"/>
              <a:gd name="T64" fmla="*/ 2147483647 w 284"/>
              <a:gd name="T65" fmla="*/ 0 h 112"/>
              <a:gd name="T66" fmla="*/ 2147483647 w 284"/>
              <a:gd name="T67" fmla="*/ 0 h 112"/>
              <a:gd name="T68" fmla="*/ 2147483647 w 284"/>
              <a:gd name="T69" fmla="*/ 2147483647 h 112"/>
              <a:gd name="T70" fmla="*/ 2147483647 w 284"/>
              <a:gd name="T71" fmla="*/ 2147483647 h 112"/>
              <a:gd name="T72" fmla="*/ 2147483647 w 284"/>
              <a:gd name="T73" fmla="*/ 2147483647 h 112"/>
              <a:gd name="T74" fmla="*/ 2147483647 w 284"/>
              <a:gd name="T75" fmla="*/ 2147483647 h 112"/>
              <a:gd name="T76" fmla="*/ 2147483647 w 284"/>
              <a:gd name="T77" fmla="*/ 2147483647 h 112"/>
              <a:gd name="T78" fmla="*/ 2147483647 w 284"/>
              <a:gd name="T79" fmla="*/ 2147483647 h 112"/>
              <a:gd name="T80" fmla="*/ 2147483647 w 284"/>
              <a:gd name="T81" fmla="*/ 2147483647 h 112"/>
              <a:gd name="T82" fmla="*/ 2147483647 w 284"/>
              <a:gd name="T83" fmla="*/ 2147483647 h 112"/>
              <a:gd name="T84" fmla="*/ 2147483647 w 284"/>
              <a:gd name="T85" fmla="*/ 2147483647 h 112"/>
              <a:gd name="T86" fmla="*/ 2147483647 w 284"/>
              <a:gd name="T87" fmla="*/ 2147483647 h 112"/>
              <a:gd name="T88" fmla="*/ 2147483647 w 284"/>
              <a:gd name="T89" fmla="*/ 2147483647 h 112"/>
              <a:gd name="T90" fmla="*/ 2147483647 w 284"/>
              <a:gd name="T91" fmla="*/ 2147483647 h 112"/>
              <a:gd name="T92" fmla="*/ 2147483647 w 284"/>
              <a:gd name="T93" fmla="*/ 2147483647 h 112"/>
              <a:gd name="T94" fmla="*/ 2147483647 w 284"/>
              <a:gd name="T95" fmla="*/ 2147483647 h 112"/>
              <a:gd name="T96" fmla="*/ 2147483647 w 284"/>
              <a:gd name="T97" fmla="*/ 2147483647 h 112"/>
              <a:gd name="T98" fmla="*/ 2147483647 w 284"/>
              <a:gd name="T99" fmla="*/ 2147483647 h 112"/>
              <a:gd name="T100" fmla="*/ 2147483647 w 284"/>
              <a:gd name="T101" fmla="*/ 2147483647 h 112"/>
              <a:gd name="T102" fmla="*/ 2147483647 w 284"/>
              <a:gd name="T103" fmla="*/ 2147483647 h 112"/>
              <a:gd name="T104" fmla="*/ 2147483647 w 284"/>
              <a:gd name="T105" fmla="*/ 2147483647 h 112"/>
              <a:gd name="T106" fmla="*/ 2147483647 w 284"/>
              <a:gd name="T107" fmla="*/ 2147483647 h 112"/>
              <a:gd name="T108" fmla="*/ 2147483647 w 284"/>
              <a:gd name="T109" fmla="*/ 2147483647 h 112"/>
              <a:gd name="T110" fmla="*/ 2147483647 w 284"/>
              <a:gd name="T111" fmla="*/ 2147483647 h 112"/>
              <a:gd name="T112" fmla="*/ 2147483647 w 284"/>
              <a:gd name="T113" fmla="*/ 2147483647 h 112"/>
              <a:gd name="T114" fmla="*/ 2147483647 w 284"/>
              <a:gd name="T115" fmla="*/ 2147483647 h 112"/>
              <a:gd name="T116" fmla="*/ 2147483647 w 284"/>
              <a:gd name="T117" fmla="*/ 2147483647 h 112"/>
              <a:gd name="T118" fmla="*/ 2147483647 w 284"/>
              <a:gd name="T119" fmla="*/ 2147483647 h 112"/>
              <a:gd name="T120" fmla="*/ 2147483647 w 284"/>
              <a:gd name="T121" fmla="*/ 2147483647 h 112"/>
              <a:gd name="T122" fmla="*/ 0 w 284"/>
              <a:gd name="T123" fmla="*/ 2147483647 h 112"/>
              <a:gd name="T124" fmla="*/ 0 w 284"/>
              <a:gd name="T125" fmla="*/ 2147483647 h 11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84"/>
              <a:gd name="T190" fmla="*/ 0 h 112"/>
              <a:gd name="T191" fmla="*/ 284 w 284"/>
              <a:gd name="T192" fmla="*/ 112 h 112"/>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84" h="112">
                <a:moveTo>
                  <a:pt x="283" y="111"/>
                </a:moveTo>
                <a:lnTo>
                  <a:pt x="282" y="110"/>
                </a:lnTo>
                <a:lnTo>
                  <a:pt x="281" y="108"/>
                </a:lnTo>
                <a:lnTo>
                  <a:pt x="280" y="106"/>
                </a:lnTo>
                <a:lnTo>
                  <a:pt x="278" y="104"/>
                </a:lnTo>
                <a:lnTo>
                  <a:pt x="276" y="101"/>
                </a:lnTo>
                <a:lnTo>
                  <a:pt x="273" y="98"/>
                </a:lnTo>
                <a:lnTo>
                  <a:pt x="270" y="94"/>
                </a:lnTo>
                <a:lnTo>
                  <a:pt x="267" y="90"/>
                </a:lnTo>
                <a:lnTo>
                  <a:pt x="264" y="86"/>
                </a:lnTo>
                <a:lnTo>
                  <a:pt x="260" y="82"/>
                </a:lnTo>
                <a:lnTo>
                  <a:pt x="256" y="77"/>
                </a:lnTo>
                <a:lnTo>
                  <a:pt x="252" y="72"/>
                </a:lnTo>
                <a:lnTo>
                  <a:pt x="248" y="67"/>
                </a:lnTo>
                <a:lnTo>
                  <a:pt x="243" y="62"/>
                </a:lnTo>
                <a:lnTo>
                  <a:pt x="238" y="57"/>
                </a:lnTo>
                <a:lnTo>
                  <a:pt x="233" y="52"/>
                </a:lnTo>
                <a:lnTo>
                  <a:pt x="227" y="47"/>
                </a:lnTo>
                <a:lnTo>
                  <a:pt x="222" y="42"/>
                </a:lnTo>
                <a:lnTo>
                  <a:pt x="216" y="37"/>
                </a:lnTo>
                <a:lnTo>
                  <a:pt x="210" y="32"/>
                </a:lnTo>
                <a:lnTo>
                  <a:pt x="204" y="28"/>
                </a:lnTo>
                <a:lnTo>
                  <a:pt x="197" y="24"/>
                </a:lnTo>
                <a:lnTo>
                  <a:pt x="191" y="20"/>
                </a:lnTo>
                <a:lnTo>
                  <a:pt x="184" y="16"/>
                </a:lnTo>
                <a:lnTo>
                  <a:pt x="178" y="12"/>
                </a:lnTo>
                <a:lnTo>
                  <a:pt x="170" y="9"/>
                </a:lnTo>
                <a:lnTo>
                  <a:pt x="164" y="6"/>
                </a:lnTo>
                <a:lnTo>
                  <a:pt x="156" y="4"/>
                </a:lnTo>
                <a:lnTo>
                  <a:pt x="150" y="2"/>
                </a:lnTo>
                <a:lnTo>
                  <a:pt x="142" y="0"/>
                </a:lnTo>
                <a:lnTo>
                  <a:pt x="135" y="0"/>
                </a:lnTo>
                <a:lnTo>
                  <a:pt x="123" y="0"/>
                </a:lnTo>
                <a:lnTo>
                  <a:pt x="117" y="0"/>
                </a:lnTo>
                <a:lnTo>
                  <a:pt x="111" y="2"/>
                </a:lnTo>
                <a:lnTo>
                  <a:pt x="105" y="3"/>
                </a:lnTo>
                <a:lnTo>
                  <a:pt x="99" y="5"/>
                </a:lnTo>
                <a:lnTo>
                  <a:pt x="93" y="7"/>
                </a:lnTo>
                <a:lnTo>
                  <a:pt x="87" y="9"/>
                </a:lnTo>
                <a:lnTo>
                  <a:pt x="81" y="12"/>
                </a:lnTo>
                <a:lnTo>
                  <a:pt x="75" y="15"/>
                </a:lnTo>
                <a:lnTo>
                  <a:pt x="70" y="18"/>
                </a:lnTo>
                <a:lnTo>
                  <a:pt x="64" y="21"/>
                </a:lnTo>
                <a:lnTo>
                  <a:pt x="58" y="24"/>
                </a:lnTo>
                <a:lnTo>
                  <a:pt x="53" y="28"/>
                </a:lnTo>
                <a:lnTo>
                  <a:pt x="48" y="31"/>
                </a:lnTo>
                <a:lnTo>
                  <a:pt x="43" y="35"/>
                </a:lnTo>
                <a:lnTo>
                  <a:pt x="38" y="38"/>
                </a:lnTo>
                <a:lnTo>
                  <a:pt x="34" y="42"/>
                </a:lnTo>
                <a:lnTo>
                  <a:pt x="30" y="45"/>
                </a:lnTo>
                <a:lnTo>
                  <a:pt x="26" y="49"/>
                </a:lnTo>
                <a:lnTo>
                  <a:pt x="22" y="52"/>
                </a:lnTo>
                <a:lnTo>
                  <a:pt x="18" y="55"/>
                </a:lnTo>
                <a:lnTo>
                  <a:pt x="15" y="58"/>
                </a:lnTo>
                <a:lnTo>
                  <a:pt x="12" y="61"/>
                </a:lnTo>
                <a:lnTo>
                  <a:pt x="9" y="64"/>
                </a:lnTo>
                <a:lnTo>
                  <a:pt x="7" y="66"/>
                </a:lnTo>
                <a:lnTo>
                  <a:pt x="5" y="68"/>
                </a:lnTo>
                <a:lnTo>
                  <a:pt x="3" y="70"/>
                </a:lnTo>
                <a:lnTo>
                  <a:pt x="2" y="72"/>
                </a:lnTo>
                <a:lnTo>
                  <a:pt x="1" y="72"/>
                </a:lnTo>
                <a:lnTo>
                  <a:pt x="0" y="73"/>
                </a:lnTo>
                <a:lnTo>
                  <a:pt x="0" y="74"/>
                </a:lnTo>
              </a:path>
            </a:pathLst>
          </a:custGeom>
          <a:noFill/>
          <a:ln w="12700" cap="rnd">
            <a:solidFill>
              <a:schemeClr val="accent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44" name="Freeform 34">
            <a:extLst>
              <a:ext uri="{FF2B5EF4-FFF2-40B4-BE49-F238E27FC236}">
                <a16:creationId xmlns:a16="http://schemas.microsoft.com/office/drawing/2014/main" id="{7008AA95-0659-4D13-A534-18CC3FB2E62C}"/>
              </a:ext>
            </a:extLst>
          </p:cNvPr>
          <p:cNvSpPr>
            <a:spLocks/>
          </p:cNvSpPr>
          <p:nvPr/>
        </p:nvSpPr>
        <p:spPr bwMode="auto">
          <a:xfrm>
            <a:off x="2536230" y="4274192"/>
            <a:ext cx="416644" cy="180689"/>
          </a:xfrm>
          <a:custGeom>
            <a:avLst/>
            <a:gdLst>
              <a:gd name="T0" fmla="*/ 2147483647 w 284"/>
              <a:gd name="T1" fmla="*/ 2147483647 h 112"/>
              <a:gd name="T2" fmla="*/ 2147483647 w 284"/>
              <a:gd name="T3" fmla="*/ 2147483647 h 112"/>
              <a:gd name="T4" fmla="*/ 2147483647 w 284"/>
              <a:gd name="T5" fmla="*/ 2147483647 h 112"/>
              <a:gd name="T6" fmla="*/ 2147483647 w 284"/>
              <a:gd name="T7" fmla="*/ 2147483647 h 112"/>
              <a:gd name="T8" fmla="*/ 2147483647 w 284"/>
              <a:gd name="T9" fmla="*/ 2147483647 h 112"/>
              <a:gd name="T10" fmla="*/ 2147483647 w 284"/>
              <a:gd name="T11" fmla="*/ 2147483647 h 112"/>
              <a:gd name="T12" fmla="*/ 2147483647 w 284"/>
              <a:gd name="T13" fmla="*/ 2147483647 h 112"/>
              <a:gd name="T14" fmla="*/ 2147483647 w 284"/>
              <a:gd name="T15" fmla="*/ 2147483647 h 112"/>
              <a:gd name="T16" fmla="*/ 2147483647 w 284"/>
              <a:gd name="T17" fmla="*/ 2147483647 h 112"/>
              <a:gd name="T18" fmla="*/ 2147483647 w 284"/>
              <a:gd name="T19" fmla="*/ 2147483647 h 112"/>
              <a:gd name="T20" fmla="*/ 2147483647 w 284"/>
              <a:gd name="T21" fmla="*/ 2147483647 h 112"/>
              <a:gd name="T22" fmla="*/ 2147483647 w 284"/>
              <a:gd name="T23" fmla="*/ 2147483647 h 112"/>
              <a:gd name="T24" fmla="*/ 2147483647 w 284"/>
              <a:gd name="T25" fmla="*/ 2147483647 h 112"/>
              <a:gd name="T26" fmla="*/ 2147483647 w 284"/>
              <a:gd name="T27" fmla="*/ 2147483647 h 112"/>
              <a:gd name="T28" fmla="*/ 2147483647 w 284"/>
              <a:gd name="T29" fmla="*/ 2147483647 h 112"/>
              <a:gd name="T30" fmla="*/ 2147483647 w 284"/>
              <a:gd name="T31" fmla="*/ 2147483647 h 112"/>
              <a:gd name="T32" fmla="*/ 2147483647 w 284"/>
              <a:gd name="T33" fmla="*/ 2147483647 h 112"/>
              <a:gd name="T34" fmla="*/ 2147483647 w 284"/>
              <a:gd name="T35" fmla="*/ 2147483647 h 112"/>
              <a:gd name="T36" fmla="*/ 2147483647 w 284"/>
              <a:gd name="T37" fmla="*/ 2147483647 h 112"/>
              <a:gd name="T38" fmla="*/ 2147483647 w 284"/>
              <a:gd name="T39" fmla="*/ 2147483647 h 112"/>
              <a:gd name="T40" fmla="*/ 2147483647 w 284"/>
              <a:gd name="T41" fmla="*/ 2147483647 h 112"/>
              <a:gd name="T42" fmla="*/ 2147483647 w 284"/>
              <a:gd name="T43" fmla="*/ 2147483647 h 112"/>
              <a:gd name="T44" fmla="*/ 2147483647 w 284"/>
              <a:gd name="T45" fmla="*/ 2147483647 h 112"/>
              <a:gd name="T46" fmla="*/ 2147483647 w 284"/>
              <a:gd name="T47" fmla="*/ 2147483647 h 112"/>
              <a:gd name="T48" fmla="*/ 2147483647 w 284"/>
              <a:gd name="T49" fmla="*/ 2147483647 h 112"/>
              <a:gd name="T50" fmla="*/ 2147483647 w 284"/>
              <a:gd name="T51" fmla="*/ 2147483647 h 112"/>
              <a:gd name="T52" fmla="*/ 2147483647 w 284"/>
              <a:gd name="T53" fmla="*/ 2147483647 h 112"/>
              <a:gd name="T54" fmla="*/ 2147483647 w 284"/>
              <a:gd name="T55" fmla="*/ 2147483647 h 112"/>
              <a:gd name="T56" fmla="*/ 2147483647 w 284"/>
              <a:gd name="T57" fmla="*/ 2147483647 h 112"/>
              <a:gd name="T58" fmla="*/ 2147483647 w 284"/>
              <a:gd name="T59" fmla="*/ 2147483647 h 112"/>
              <a:gd name="T60" fmla="*/ 2147483647 w 284"/>
              <a:gd name="T61" fmla="*/ 0 h 112"/>
              <a:gd name="T62" fmla="*/ 2147483647 w 284"/>
              <a:gd name="T63" fmla="*/ 0 h 112"/>
              <a:gd name="T64" fmla="*/ 2147483647 w 284"/>
              <a:gd name="T65" fmla="*/ 0 h 112"/>
              <a:gd name="T66" fmla="*/ 2147483647 w 284"/>
              <a:gd name="T67" fmla="*/ 0 h 112"/>
              <a:gd name="T68" fmla="*/ 2147483647 w 284"/>
              <a:gd name="T69" fmla="*/ 2147483647 h 112"/>
              <a:gd name="T70" fmla="*/ 2147483647 w 284"/>
              <a:gd name="T71" fmla="*/ 2147483647 h 112"/>
              <a:gd name="T72" fmla="*/ 2147483647 w 284"/>
              <a:gd name="T73" fmla="*/ 2147483647 h 112"/>
              <a:gd name="T74" fmla="*/ 2147483647 w 284"/>
              <a:gd name="T75" fmla="*/ 2147483647 h 112"/>
              <a:gd name="T76" fmla="*/ 2147483647 w 284"/>
              <a:gd name="T77" fmla="*/ 2147483647 h 112"/>
              <a:gd name="T78" fmla="*/ 2147483647 w 284"/>
              <a:gd name="T79" fmla="*/ 2147483647 h 112"/>
              <a:gd name="T80" fmla="*/ 2147483647 w 284"/>
              <a:gd name="T81" fmla="*/ 2147483647 h 112"/>
              <a:gd name="T82" fmla="*/ 2147483647 w 284"/>
              <a:gd name="T83" fmla="*/ 2147483647 h 112"/>
              <a:gd name="T84" fmla="*/ 2147483647 w 284"/>
              <a:gd name="T85" fmla="*/ 2147483647 h 112"/>
              <a:gd name="T86" fmla="*/ 2147483647 w 284"/>
              <a:gd name="T87" fmla="*/ 2147483647 h 112"/>
              <a:gd name="T88" fmla="*/ 2147483647 w 284"/>
              <a:gd name="T89" fmla="*/ 2147483647 h 112"/>
              <a:gd name="T90" fmla="*/ 2147483647 w 284"/>
              <a:gd name="T91" fmla="*/ 2147483647 h 112"/>
              <a:gd name="T92" fmla="*/ 2147483647 w 284"/>
              <a:gd name="T93" fmla="*/ 2147483647 h 112"/>
              <a:gd name="T94" fmla="*/ 2147483647 w 284"/>
              <a:gd name="T95" fmla="*/ 2147483647 h 112"/>
              <a:gd name="T96" fmla="*/ 2147483647 w 284"/>
              <a:gd name="T97" fmla="*/ 2147483647 h 112"/>
              <a:gd name="T98" fmla="*/ 2147483647 w 284"/>
              <a:gd name="T99" fmla="*/ 2147483647 h 112"/>
              <a:gd name="T100" fmla="*/ 2147483647 w 284"/>
              <a:gd name="T101" fmla="*/ 2147483647 h 112"/>
              <a:gd name="T102" fmla="*/ 2147483647 w 284"/>
              <a:gd name="T103" fmla="*/ 2147483647 h 112"/>
              <a:gd name="T104" fmla="*/ 2147483647 w 284"/>
              <a:gd name="T105" fmla="*/ 2147483647 h 112"/>
              <a:gd name="T106" fmla="*/ 2147483647 w 284"/>
              <a:gd name="T107" fmla="*/ 2147483647 h 112"/>
              <a:gd name="T108" fmla="*/ 2147483647 w 284"/>
              <a:gd name="T109" fmla="*/ 2147483647 h 112"/>
              <a:gd name="T110" fmla="*/ 2147483647 w 284"/>
              <a:gd name="T111" fmla="*/ 2147483647 h 112"/>
              <a:gd name="T112" fmla="*/ 2147483647 w 284"/>
              <a:gd name="T113" fmla="*/ 2147483647 h 112"/>
              <a:gd name="T114" fmla="*/ 2147483647 w 284"/>
              <a:gd name="T115" fmla="*/ 2147483647 h 112"/>
              <a:gd name="T116" fmla="*/ 2147483647 w 284"/>
              <a:gd name="T117" fmla="*/ 2147483647 h 112"/>
              <a:gd name="T118" fmla="*/ 2147483647 w 284"/>
              <a:gd name="T119" fmla="*/ 2147483647 h 112"/>
              <a:gd name="T120" fmla="*/ 2147483647 w 284"/>
              <a:gd name="T121" fmla="*/ 2147483647 h 112"/>
              <a:gd name="T122" fmla="*/ 0 w 284"/>
              <a:gd name="T123" fmla="*/ 2147483647 h 112"/>
              <a:gd name="T124" fmla="*/ 0 w 284"/>
              <a:gd name="T125" fmla="*/ 2147483647 h 11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84"/>
              <a:gd name="T190" fmla="*/ 0 h 112"/>
              <a:gd name="T191" fmla="*/ 284 w 284"/>
              <a:gd name="T192" fmla="*/ 112 h 112"/>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84" h="112">
                <a:moveTo>
                  <a:pt x="283" y="111"/>
                </a:moveTo>
                <a:lnTo>
                  <a:pt x="282" y="110"/>
                </a:lnTo>
                <a:lnTo>
                  <a:pt x="281" y="108"/>
                </a:lnTo>
                <a:lnTo>
                  <a:pt x="280" y="106"/>
                </a:lnTo>
                <a:lnTo>
                  <a:pt x="278" y="104"/>
                </a:lnTo>
                <a:lnTo>
                  <a:pt x="276" y="101"/>
                </a:lnTo>
                <a:lnTo>
                  <a:pt x="273" y="98"/>
                </a:lnTo>
                <a:lnTo>
                  <a:pt x="270" y="94"/>
                </a:lnTo>
                <a:lnTo>
                  <a:pt x="267" y="90"/>
                </a:lnTo>
                <a:lnTo>
                  <a:pt x="264" y="86"/>
                </a:lnTo>
                <a:lnTo>
                  <a:pt x="260" y="82"/>
                </a:lnTo>
                <a:lnTo>
                  <a:pt x="256" y="77"/>
                </a:lnTo>
                <a:lnTo>
                  <a:pt x="252" y="72"/>
                </a:lnTo>
                <a:lnTo>
                  <a:pt x="248" y="67"/>
                </a:lnTo>
                <a:lnTo>
                  <a:pt x="243" y="62"/>
                </a:lnTo>
                <a:lnTo>
                  <a:pt x="238" y="57"/>
                </a:lnTo>
                <a:lnTo>
                  <a:pt x="233" y="52"/>
                </a:lnTo>
                <a:lnTo>
                  <a:pt x="227" y="47"/>
                </a:lnTo>
                <a:lnTo>
                  <a:pt x="222" y="42"/>
                </a:lnTo>
                <a:lnTo>
                  <a:pt x="216" y="37"/>
                </a:lnTo>
                <a:lnTo>
                  <a:pt x="210" y="32"/>
                </a:lnTo>
                <a:lnTo>
                  <a:pt x="204" y="28"/>
                </a:lnTo>
                <a:lnTo>
                  <a:pt x="197" y="24"/>
                </a:lnTo>
                <a:lnTo>
                  <a:pt x="191" y="20"/>
                </a:lnTo>
                <a:lnTo>
                  <a:pt x="184" y="16"/>
                </a:lnTo>
                <a:lnTo>
                  <a:pt x="178" y="12"/>
                </a:lnTo>
                <a:lnTo>
                  <a:pt x="170" y="9"/>
                </a:lnTo>
                <a:lnTo>
                  <a:pt x="164" y="6"/>
                </a:lnTo>
                <a:lnTo>
                  <a:pt x="156" y="4"/>
                </a:lnTo>
                <a:lnTo>
                  <a:pt x="150" y="2"/>
                </a:lnTo>
                <a:lnTo>
                  <a:pt x="142" y="0"/>
                </a:lnTo>
                <a:lnTo>
                  <a:pt x="135" y="0"/>
                </a:lnTo>
                <a:lnTo>
                  <a:pt x="123" y="0"/>
                </a:lnTo>
                <a:lnTo>
                  <a:pt x="117" y="0"/>
                </a:lnTo>
                <a:lnTo>
                  <a:pt x="111" y="2"/>
                </a:lnTo>
                <a:lnTo>
                  <a:pt x="105" y="3"/>
                </a:lnTo>
                <a:lnTo>
                  <a:pt x="99" y="5"/>
                </a:lnTo>
                <a:lnTo>
                  <a:pt x="93" y="7"/>
                </a:lnTo>
                <a:lnTo>
                  <a:pt x="87" y="9"/>
                </a:lnTo>
                <a:lnTo>
                  <a:pt x="81" y="12"/>
                </a:lnTo>
                <a:lnTo>
                  <a:pt x="75" y="15"/>
                </a:lnTo>
                <a:lnTo>
                  <a:pt x="70" y="18"/>
                </a:lnTo>
                <a:lnTo>
                  <a:pt x="64" y="21"/>
                </a:lnTo>
                <a:lnTo>
                  <a:pt x="58" y="24"/>
                </a:lnTo>
                <a:lnTo>
                  <a:pt x="53" y="28"/>
                </a:lnTo>
                <a:lnTo>
                  <a:pt x="48" y="31"/>
                </a:lnTo>
                <a:lnTo>
                  <a:pt x="43" y="35"/>
                </a:lnTo>
                <a:lnTo>
                  <a:pt x="38" y="38"/>
                </a:lnTo>
                <a:lnTo>
                  <a:pt x="34" y="42"/>
                </a:lnTo>
                <a:lnTo>
                  <a:pt x="30" y="45"/>
                </a:lnTo>
                <a:lnTo>
                  <a:pt x="26" y="49"/>
                </a:lnTo>
                <a:lnTo>
                  <a:pt x="22" y="52"/>
                </a:lnTo>
                <a:lnTo>
                  <a:pt x="18" y="55"/>
                </a:lnTo>
                <a:lnTo>
                  <a:pt x="15" y="58"/>
                </a:lnTo>
                <a:lnTo>
                  <a:pt x="12" y="61"/>
                </a:lnTo>
                <a:lnTo>
                  <a:pt x="9" y="64"/>
                </a:lnTo>
                <a:lnTo>
                  <a:pt x="7" y="66"/>
                </a:lnTo>
                <a:lnTo>
                  <a:pt x="5" y="68"/>
                </a:lnTo>
                <a:lnTo>
                  <a:pt x="3" y="70"/>
                </a:lnTo>
                <a:lnTo>
                  <a:pt x="2" y="72"/>
                </a:lnTo>
                <a:lnTo>
                  <a:pt x="1" y="72"/>
                </a:lnTo>
                <a:lnTo>
                  <a:pt x="0" y="73"/>
                </a:lnTo>
                <a:lnTo>
                  <a:pt x="0" y="74"/>
                </a:lnTo>
              </a:path>
            </a:pathLst>
          </a:custGeom>
          <a:noFill/>
          <a:ln w="12700" cap="rnd">
            <a:solidFill>
              <a:schemeClr val="accent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es-ES"/>
          </a:p>
        </p:txBody>
      </p:sp>
      <p:grpSp>
        <p:nvGrpSpPr>
          <p:cNvPr id="3" name="Grupo 2">
            <a:extLst>
              <a:ext uri="{FF2B5EF4-FFF2-40B4-BE49-F238E27FC236}">
                <a16:creationId xmlns:a16="http://schemas.microsoft.com/office/drawing/2014/main" id="{2E9A8471-3DE7-21E1-54DC-0ACA4AFF8BE8}"/>
              </a:ext>
            </a:extLst>
          </p:cNvPr>
          <p:cNvGrpSpPr/>
          <p:nvPr/>
        </p:nvGrpSpPr>
        <p:grpSpPr>
          <a:xfrm>
            <a:off x="6101943" y="2424516"/>
            <a:ext cx="5900673" cy="3432327"/>
            <a:chOff x="2462189" y="383103"/>
            <a:chExt cx="5043431" cy="3064823"/>
          </a:xfrm>
        </p:grpSpPr>
        <p:sp>
          <p:nvSpPr>
            <p:cNvPr id="4" name="Rectángulo: esquinas superiores redondeadas 3">
              <a:extLst>
                <a:ext uri="{FF2B5EF4-FFF2-40B4-BE49-F238E27FC236}">
                  <a16:creationId xmlns:a16="http://schemas.microsoft.com/office/drawing/2014/main" id="{B6D34B56-F3DE-E4FE-685A-87A0B3EBDDA0}"/>
                </a:ext>
              </a:extLst>
            </p:cNvPr>
            <p:cNvSpPr/>
            <p:nvPr/>
          </p:nvSpPr>
          <p:spPr>
            <a:xfrm rot="5400000">
              <a:off x="3451493" y="-606200"/>
              <a:ext cx="3064823" cy="5043430"/>
            </a:xfrm>
            <a:prstGeom prst="round2SameRect">
              <a:avLst/>
            </a:pr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endParaRPr lang="es-PE"/>
            </a:p>
          </p:txBody>
        </p:sp>
        <p:sp>
          <p:nvSpPr>
            <p:cNvPr id="5" name="Rectángulo: esquinas superiores redondeadas 4">
              <a:extLst>
                <a:ext uri="{FF2B5EF4-FFF2-40B4-BE49-F238E27FC236}">
                  <a16:creationId xmlns:a16="http://schemas.microsoft.com/office/drawing/2014/main" id="{4E0CBFA8-F3F7-AFCF-EDF6-71F7A2696462}"/>
                </a:ext>
              </a:extLst>
            </p:cNvPr>
            <p:cNvSpPr txBox="1"/>
            <p:nvPr/>
          </p:nvSpPr>
          <p:spPr>
            <a:xfrm>
              <a:off x="2462189" y="532715"/>
              <a:ext cx="4989442" cy="276559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s-MX" sz="2800" b="1" kern="1200" dirty="0">
                  <a:latin typeface="Arial Narrow" panose="020B0606020202030204" pitchFamily="34" charset="0"/>
                  <a:cs typeface="Arial" panose="020B0604020202020204" pitchFamily="34" charset="0"/>
                </a:rPr>
                <a:t>Se pretende estudiar su desempeño:</a:t>
              </a:r>
            </a:p>
            <a:p>
              <a:pPr marL="0" lvl="1" algn="l" defTabSz="889000">
                <a:lnSpc>
                  <a:spcPct val="90000"/>
                </a:lnSpc>
                <a:spcBef>
                  <a:spcPct val="0"/>
                </a:spcBef>
                <a:spcAft>
                  <a:spcPct val="15000"/>
                </a:spcAft>
              </a:pPr>
              <a:r>
                <a:rPr lang="es-MX" sz="2800" b="1" kern="1200" dirty="0">
                  <a:latin typeface="Arial Narrow" panose="020B0606020202030204" pitchFamily="34" charset="0"/>
                  <a:cs typeface="Arial" panose="020B0604020202020204" pitchFamily="34" charset="0"/>
                </a:rPr>
                <a:t>-</a:t>
              </a:r>
              <a:r>
                <a:rPr lang="es-ES_tradnl" sz="2800" b="1" kern="1200" dirty="0">
                  <a:solidFill>
                    <a:srgbClr val="7030A0"/>
                  </a:solidFill>
                  <a:latin typeface="Arial Narrow" panose="020B0606020202030204" pitchFamily="34" charset="0"/>
                  <a:cs typeface="Arial" panose="020B0604020202020204" pitchFamily="34" charset="0"/>
                </a:rPr>
                <a:t>Medir </a:t>
              </a:r>
              <a:r>
                <a:rPr lang="es-ES_tradnl" sz="2800" b="1" kern="1200" dirty="0">
                  <a:latin typeface="Arial Narrow" panose="020B0606020202030204" pitchFamily="34" charset="0"/>
                  <a:cs typeface="Arial" panose="020B0604020202020204" pitchFamily="34" charset="0"/>
                </a:rPr>
                <a:t>      -Diseñar (si no existe)                   -</a:t>
              </a:r>
              <a:r>
                <a:rPr lang="es-ES_tradnl" sz="2800" b="1" kern="1200" dirty="0">
                  <a:solidFill>
                    <a:srgbClr val="7030A0"/>
                  </a:solidFill>
                  <a:latin typeface="Arial Narrow" panose="020B0606020202030204" pitchFamily="34" charset="0"/>
                  <a:cs typeface="Arial" panose="020B0604020202020204" pitchFamily="34" charset="0"/>
                </a:rPr>
                <a:t>Mejorar</a:t>
              </a:r>
              <a:r>
                <a:rPr lang="es-ES_tradnl" sz="2800" b="1" kern="1200" dirty="0">
                  <a:latin typeface="Arial Narrow" panose="020B0606020202030204" pitchFamily="34" charset="0"/>
                  <a:cs typeface="Arial" panose="020B0604020202020204" pitchFamily="34" charset="0"/>
                </a:rPr>
                <a:t>    -Controlar en tiempo real</a:t>
              </a:r>
              <a:endParaRPr lang="es-PE" sz="2800" b="1" kern="1200" dirty="0">
                <a:latin typeface="Arial Narrow" panose="020B0606020202030204" pitchFamily="34" charset="0"/>
                <a:cs typeface="Arial" panose="020B0604020202020204" pitchFamily="34" charset="0"/>
              </a:endParaRPr>
            </a:p>
            <a:p>
              <a:pPr marL="228600" lvl="1" indent="-228600" algn="l" defTabSz="889000">
                <a:lnSpc>
                  <a:spcPct val="90000"/>
                </a:lnSpc>
                <a:spcBef>
                  <a:spcPct val="0"/>
                </a:spcBef>
                <a:spcAft>
                  <a:spcPct val="15000"/>
                </a:spcAft>
                <a:buChar char="•"/>
              </a:pPr>
              <a:r>
                <a:rPr lang="es-MX" sz="2800" b="1" kern="1200" dirty="0">
                  <a:latin typeface="Arial Narrow" panose="020B0606020202030204" pitchFamily="34" charset="0"/>
                  <a:cs typeface="Arial" panose="020B0604020202020204" pitchFamily="34" charset="0"/>
                </a:rPr>
                <a:t>Algunas veces es </a:t>
              </a:r>
              <a:r>
                <a:rPr lang="es-MX" sz="2800" b="1" kern="1200" dirty="0">
                  <a:solidFill>
                    <a:srgbClr val="C00000"/>
                  </a:solidFill>
                  <a:latin typeface="Arial Narrow" panose="020B0606020202030204" pitchFamily="34" charset="0"/>
                  <a:cs typeface="Arial" panose="020B0604020202020204" pitchFamily="34" charset="0"/>
                </a:rPr>
                <a:t>imposible trabajar </a:t>
              </a:r>
              <a:r>
                <a:rPr lang="es-MX" sz="2800" b="1" kern="1200" dirty="0">
                  <a:latin typeface="Arial Narrow" panose="020B0606020202030204" pitchFamily="34" charset="0"/>
                  <a:cs typeface="Arial" panose="020B0604020202020204" pitchFamily="34" charset="0"/>
                </a:rPr>
                <a:t>con el sistema, por cuanto no se puede interrumpir, o es </a:t>
              </a:r>
              <a:r>
                <a:rPr lang="es-MX" sz="2800" b="1" kern="1200" dirty="0">
                  <a:solidFill>
                    <a:srgbClr val="FF0000"/>
                  </a:solidFill>
                  <a:latin typeface="Arial Narrow" panose="020B0606020202030204" pitchFamily="34" charset="0"/>
                  <a:cs typeface="Arial" panose="020B0604020202020204" pitchFamily="34" charset="0"/>
                </a:rPr>
                <a:t>muy caro</a:t>
              </a:r>
              <a:r>
                <a:rPr lang="es-MX" sz="2800" b="1" kern="1200" dirty="0">
                  <a:latin typeface="Arial Narrow" panose="020B0606020202030204" pitchFamily="34" charset="0"/>
                  <a:cs typeface="Arial" panose="020B0604020202020204" pitchFamily="34" charset="0"/>
                </a:rPr>
                <a:t>, o </a:t>
              </a:r>
              <a:r>
                <a:rPr lang="es-ES_tradnl" sz="2800" b="1" kern="1200" dirty="0">
                  <a:latin typeface="Arial Narrow" panose="020B0606020202030204" pitchFamily="34" charset="0"/>
                  <a:cs typeface="Arial" panose="020B0604020202020204" pitchFamily="34" charset="0"/>
                </a:rPr>
                <a:t>se destruye </a:t>
              </a:r>
              <a:r>
                <a:rPr lang="es-MX" sz="2800" b="1" kern="1200" dirty="0">
                  <a:latin typeface="Arial Narrow" panose="020B0606020202030204" pitchFamily="34" charset="0"/>
                  <a:cs typeface="Arial" panose="020B0604020202020204" pitchFamily="34" charset="0"/>
                </a:rPr>
                <a:t>o no existe</a:t>
              </a:r>
              <a:r>
                <a:rPr lang="es-ES" sz="2800" b="1" kern="1200" dirty="0">
                  <a:latin typeface="Arial Narrow" panose="020B0606020202030204" pitchFamily="34" charset="0"/>
                  <a:cs typeface="Arial" panose="020B0604020202020204" pitchFamily="34" charset="0"/>
                </a:rPr>
                <a:t>.</a:t>
              </a:r>
              <a:endParaRPr lang="es-PE" sz="2800" b="1" kern="1200" dirty="0">
                <a:latin typeface="Arial Narrow" panose="020B0606020202030204" pitchFamily="34" charset="0"/>
                <a:cs typeface="Arial" panose="020B0604020202020204" pitchFamily="34" charset="0"/>
              </a:endParaRPr>
            </a:p>
          </p:txBody>
        </p:sp>
      </p:grpSp>
      <p:grpSp>
        <p:nvGrpSpPr>
          <p:cNvPr id="29" name="Grupo 28">
            <a:extLst>
              <a:ext uri="{FF2B5EF4-FFF2-40B4-BE49-F238E27FC236}">
                <a16:creationId xmlns:a16="http://schemas.microsoft.com/office/drawing/2014/main" id="{4BCABC77-AC6C-F508-7EDA-AA4C4CAB7B62}"/>
              </a:ext>
            </a:extLst>
          </p:cNvPr>
          <p:cNvGrpSpPr/>
          <p:nvPr/>
        </p:nvGrpSpPr>
        <p:grpSpPr>
          <a:xfrm>
            <a:off x="6609807" y="1247965"/>
            <a:ext cx="5392810" cy="1018475"/>
            <a:chOff x="2492131" y="354734"/>
            <a:chExt cx="2587282" cy="1160337"/>
          </a:xfrm>
        </p:grpSpPr>
        <p:sp>
          <p:nvSpPr>
            <p:cNvPr id="30" name="Rectángulo: esquinas redondeadas 29">
              <a:extLst>
                <a:ext uri="{FF2B5EF4-FFF2-40B4-BE49-F238E27FC236}">
                  <a16:creationId xmlns:a16="http://schemas.microsoft.com/office/drawing/2014/main" id="{C6BA6EA7-DE5B-D7AC-6056-5370626DDCC6}"/>
                </a:ext>
              </a:extLst>
            </p:cNvPr>
            <p:cNvSpPr/>
            <p:nvPr/>
          </p:nvSpPr>
          <p:spPr>
            <a:xfrm>
              <a:off x="2492131" y="354734"/>
              <a:ext cx="2559935" cy="1160337"/>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s-PE"/>
            </a:p>
          </p:txBody>
        </p:sp>
        <p:sp>
          <p:nvSpPr>
            <p:cNvPr id="31" name="Rectángulo: esquinas redondeadas 4">
              <a:extLst>
                <a:ext uri="{FF2B5EF4-FFF2-40B4-BE49-F238E27FC236}">
                  <a16:creationId xmlns:a16="http://schemas.microsoft.com/office/drawing/2014/main" id="{A2FE1549-CE9E-2554-70AE-64BCD3F037ED}"/>
                </a:ext>
              </a:extLst>
            </p:cNvPr>
            <p:cNvSpPr txBox="1"/>
            <p:nvPr/>
          </p:nvSpPr>
          <p:spPr>
            <a:xfrm>
              <a:off x="2567752" y="384889"/>
              <a:ext cx="2511661" cy="113018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38100" rIns="76200" bIns="38100" numCol="1" spcCol="1270" anchor="ctr" anchorCtr="0">
              <a:noAutofit/>
            </a:bodyPr>
            <a:lstStyle/>
            <a:p>
              <a:pPr marL="0" lvl="0" indent="0" defTabSz="889000">
                <a:lnSpc>
                  <a:spcPct val="90000"/>
                </a:lnSpc>
                <a:spcBef>
                  <a:spcPct val="0"/>
                </a:spcBef>
                <a:spcAft>
                  <a:spcPct val="35000"/>
                </a:spcAft>
                <a:buNone/>
              </a:pPr>
              <a:r>
                <a:rPr lang="es-ES_tradnl" sz="2800" dirty="0">
                  <a:latin typeface="Arial" panose="020B0604020202020204" pitchFamily="34" charset="0"/>
                  <a:cs typeface="Arial" panose="020B0604020202020204" pitchFamily="34" charset="0"/>
                </a:rPr>
                <a:t>Ejemplo:        </a:t>
              </a:r>
              <a:r>
                <a:rPr lang="es-ES_tradnl" sz="2800" kern="1200" dirty="0">
                  <a:latin typeface="Arial" panose="020B0604020202020204" pitchFamily="34" charset="0"/>
                  <a:cs typeface="Arial" panose="020B0604020202020204" pitchFamily="34" charset="0"/>
                </a:rPr>
                <a:t>instalaciones </a:t>
              </a:r>
            </a:p>
            <a:p>
              <a:pPr marL="0" lvl="0" indent="0" algn="ctr" defTabSz="889000">
                <a:lnSpc>
                  <a:spcPct val="90000"/>
                </a:lnSpc>
                <a:spcBef>
                  <a:spcPct val="0"/>
                </a:spcBef>
                <a:spcAft>
                  <a:spcPct val="35000"/>
                </a:spcAft>
                <a:buNone/>
              </a:pPr>
              <a:r>
                <a:rPr lang="es-ES_tradnl" sz="2800" kern="1200" dirty="0">
                  <a:latin typeface="Arial" panose="020B0604020202020204" pitchFamily="34" charset="0"/>
                  <a:cs typeface="Arial" panose="020B0604020202020204" pitchFamily="34" charset="0"/>
                </a:rPr>
                <a:t>                   procesos físicos</a:t>
              </a:r>
              <a:endParaRPr lang="es-PE" sz="2800" kern="1200"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043666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3 Marcador de pie de página"/>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 altLang="es-ES">
                <a:solidFill>
                  <a:srgbClr val="002060"/>
                </a:solidFill>
              </a:rPr>
              <a:t>ANIVAL TORRE</a:t>
            </a:r>
          </a:p>
        </p:txBody>
      </p:sp>
      <p:sp>
        <p:nvSpPr>
          <p:cNvPr id="12297" name="Rectangle 10"/>
          <p:cNvSpPr>
            <a:spLocks noChangeArrowheads="1"/>
          </p:cNvSpPr>
          <p:nvPr/>
        </p:nvSpPr>
        <p:spPr bwMode="auto">
          <a:xfrm>
            <a:off x="2063552" y="1360563"/>
            <a:ext cx="2592586" cy="1231748"/>
          </a:xfrm>
          <a:prstGeom prst="rect">
            <a:avLst/>
          </a:prstGeom>
          <a:solidFill>
            <a:schemeClr val="accent4">
              <a:lumMod val="60000"/>
              <a:lumOff val="40000"/>
            </a:schemeClr>
          </a:solidFill>
          <a:ln w="9525">
            <a:noFill/>
            <a:miter lim="800000"/>
            <a:headEnd/>
            <a:tailEnd/>
          </a:ln>
        </p:spPr>
        <p:txBody>
          <a:bodyPr wrap="square" lIns="92075" tIns="46038" rIns="92075" bIns="46038" anchor="ctr">
            <a:spAutoFit/>
          </a:bodyPr>
          <a:lstStyle/>
          <a:p>
            <a:pPr algn="ctr" defTabSz="762000" eaLnBrk="0" hangingPunct="0">
              <a:lnSpc>
                <a:spcPct val="85000"/>
              </a:lnSpc>
              <a:spcBef>
                <a:spcPct val="30000"/>
              </a:spcBef>
            </a:pPr>
            <a:r>
              <a:rPr lang="es-ES_tradnl" sz="2000" dirty="0">
                <a:solidFill>
                  <a:srgbClr val="002060"/>
                </a:solidFill>
                <a:latin typeface="Arial" charset="0"/>
              </a:rPr>
              <a:t>SISTEMA</a:t>
            </a:r>
          </a:p>
          <a:p>
            <a:pPr algn="ctr" defTabSz="762000" eaLnBrk="0" hangingPunct="0">
              <a:lnSpc>
                <a:spcPct val="85000"/>
              </a:lnSpc>
              <a:spcBef>
                <a:spcPct val="30000"/>
              </a:spcBef>
            </a:pPr>
            <a:r>
              <a:rPr lang="es-ES_tradnl" sz="2000" dirty="0">
                <a:solidFill>
                  <a:srgbClr val="002060"/>
                </a:solidFill>
                <a:latin typeface="Arial" charset="0"/>
              </a:rPr>
              <a:t>Situaciones </a:t>
            </a:r>
            <a:br>
              <a:rPr lang="es-ES_tradnl" sz="2000" dirty="0">
                <a:solidFill>
                  <a:srgbClr val="002060"/>
                </a:solidFill>
                <a:latin typeface="Arial" charset="0"/>
              </a:rPr>
            </a:br>
            <a:r>
              <a:rPr lang="es-ES_tradnl" sz="2000" dirty="0">
                <a:solidFill>
                  <a:srgbClr val="002060"/>
                </a:solidFill>
                <a:latin typeface="Arial" charset="0"/>
              </a:rPr>
              <a:t>problemas </a:t>
            </a:r>
            <a:br>
              <a:rPr lang="es-ES_tradnl" sz="2000" dirty="0">
                <a:solidFill>
                  <a:srgbClr val="002060"/>
                </a:solidFill>
                <a:latin typeface="Arial" charset="0"/>
              </a:rPr>
            </a:br>
            <a:r>
              <a:rPr lang="es-ES_tradnl" sz="2000" dirty="0">
                <a:solidFill>
                  <a:srgbClr val="002060"/>
                </a:solidFill>
                <a:latin typeface="Arial" charset="0"/>
              </a:rPr>
              <a:t>del mundo real</a:t>
            </a:r>
          </a:p>
        </p:txBody>
      </p:sp>
      <p:sp>
        <p:nvSpPr>
          <p:cNvPr id="14346" name="Rectangle 11"/>
          <p:cNvSpPr>
            <a:spLocks noChangeArrowheads="1"/>
          </p:cNvSpPr>
          <p:nvPr/>
        </p:nvSpPr>
        <p:spPr bwMode="auto">
          <a:xfrm>
            <a:off x="7732713" y="4827275"/>
            <a:ext cx="2539549" cy="1231748"/>
          </a:xfrm>
          <a:prstGeom prst="rect">
            <a:avLst/>
          </a:prstGeom>
          <a:solidFill>
            <a:schemeClr val="accent4">
              <a:lumMod val="60000"/>
              <a:lumOff val="40000"/>
            </a:schemeClr>
          </a:solidFill>
          <a:ln w="9525">
            <a:noFill/>
            <a:miter lim="800000"/>
            <a:headEnd/>
            <a:tailEnd/>
          </a:ln>
          <a:extLs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nchor="ctr">
            <a:spAutoFit/>
          </a:bodyPr>
          <a:lstStyle/>
          <a:p>
            <a:pPr algn="ctr" defTabSz="762000" eaLnBrk="0" hangingPunct="0">
              <a:lnSpc>
                <a:spcPct val="85000"/>
              </a:lnSpc>
              <a:spcBef>
                <a:spcPct val="30000"/>
              </a:spcBef>
            </a:pPr>
            <a:r>
              <a:rPr lang="es-ES_tradnl" altLang="es-ES" sz="2000" dirty="0">
                <a:solidFill>
                  <a:srgbClr val="002060"/>
                </a:solidFill>
                <a:latin typeface="Arial" charset="0"/>
              </a:rPr>
              <a:t>SOLUCIÓN</a:t>
            </a:r>
          </a:p>
          <a:p>
            <a:pPr algn="ctr" defTabSz="762000" eaLnBrk="0" hangingPunct="0">
              <a:lnSpc>
                <a:spcPct val="85000"/>
              </a:lnSpc>
              <a:spcBef>
                <a:spcPct val="30000"/>
              </a:spcBef>
            </a:pPr>
            <a:r>
              <a:rPr lang="es-ES_tradnl" altLang="es-ES" sz="2000" dirty="0">
                <a:solidFill>
                  <a:srgbClr val="002060"/>
                </a:solidFill>
                <a:latin typeface="Arial" charset="0"/>
              </a:rPr>
              <a:t>Desarrollo de </a:t>
            </a:r>
            <a:br>
              <a:rPr lang="es-ES_tradnl" altLang="es-ES" sz="2000" dirty="0">
                <a:solidFill>
                  <a:srgbClr val="002060"/>
                </a:solidFill>
                <a:latin typeface="Arial" charset="0"/>
              </a:rPr>
            </a:br>
            <a:r>
              <a:rPr lang="es-ES_tradnl" altLang="es-ES" sz="2000" dirty="0">
                <a:solidFill>
                  <a:srgbClr val="002060"/>
                </a:solidFill>
                <a:latin typeface="Arial" charset="0"/>
              </a:rPr>
              <a:t>metodologías apropiadas</a:t>
            </a:r>
          </a:p>
        </p:txBody>
      </p:sp>
      <p:sp>
        <p:nvSpPr>
          <p:cNvPr id="14347" name="Rectangle 12"/>
          <p:cNvSpPr>
            <a:spLocks noChangeArrowheads="1"/>
          </p:cNvSpPr>
          <p:nvPr/>
        </p:nvSpPr>
        <p:spPr bwMode="auto">
          <a:xfrm>
            <a:off x="2044503" y="4827276"/>
            <a:ext cx="2592587" cy="1231748"/>
          </a:xfrm>
          <a:prstGeom prst="rect">
            <a:avLst/>
          </a:prstGeom>
          <a:solidFill>
            <a:schemeClr val="accent4">
              <a:lumMod val="60000"/>
              <a:lumOff val="40000"/>
            </a:schemeClr>
          </a:solidFill>
          <a:ln w="9525">
            <a:noFill/>
            <a:miter lim="800000"/>
            <a:headEnd/>
            <a:tailEnd/>
          </a:ln>
          <a:extLs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nchor="ctr">
            <a:spAutoFit/>
          </a:bodyPr>
          <a:lstStyle/>
          <a:p>
            <a:pPr algn="ctr" defTabSz="762000" eaLnBrk="0" hangingPunct="0">
              <a:lnSpc>
                <a:spcPct val="85000"/>
              </a:lnSpc>
              <a:spcBef>
                <a:spcPct val="30000"/>
              </a:spcBef>
            </a:pPr>
            <a:r>
              <a:rPr lang="es-PE" altLang="es-ES" sz="2000" dirty="0">
                <a:solidFill>
                  <a:srgbClr val="002060"/>
                </a:solidFill>
                <a:latin typeface="Arial" charset="0"/>
              </a:rPr>
              <a:t>IMPLEMENTACIÓN prueba y </a:t>
            </a:r>
          </a:p>
          <a:p>
            <a:pPr algn="ctr" defTabSz="762000" eaLnBrk="0" hangingPunct="0">
              <a:lnSpc>
                <a:spcPct val="85000"/>
              </a:lnSpc>
              <a:spcBef>
                <a:spcPct val="30000"/>
              </a:spcBef>
            </a:pPr>
            <a:r>
              <a:rPr lang="es-PE" altLang="es-ES" sz="2000" dirty="0">
                <a:solidFill>
                  <a:srgbClr val="002060"/>
                </a:solidFill>
                <a:latin typeface="Arial" charset="0"/>
              </a:rPr>
              <a:t>desarrollo </a:t>
            </a:r>
            <a:br>
              <a:rPr lang="es-PE" altLang="es-ES" sz="2000" dirty="0">
                <a:solidFill>
                  <a:srgbClr val="002060"/>
                </a:solidFill>
                <a:latin typeface="Arial" charset="0"/>
              </a:rPr>
            </a:br>
            <a:r>
              <a:rPr lang="es-PE" altLang="es-ES" sz="2000" dirty="0">
                <a:solidFill>
                  <a:srgbClr val="002060"/>
                </a:solidFill>
                <a:latin typeface="Arial" charset="0"/>
              </a:rPr>
              <a:t>(aplicando 1 y 2)</a:t>
            </a:r>
          </a:p>
        </p:txBody>
      </p:sp>
      <p:sp>
        <p:nvSpPr>
          <p:cNvPr id="14356" name="Rectangle 22"/>
          <p:cNvSpPr>
            <a:spLocks noChangeArrowheads="1"/>
          </p:cNvSpPr>
          <p:nvPr/>
        </p:nvSpPr>
        <p:spPr bwMode="auto">
          <a:xfrm>
            <a:off x="6096000" y="206739"/>
            <a:ext cx="6096000" cy="634982"/>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40" tIns="45720" rIns="91440" bIns="45720" numCol="1" rtlCol="0" anchor="ctr" anchorCtr="0" compatLnSpc="1">
            <a:prstTxWarp prst="textNoShape">
              <a:avLst/>
            </a:prstTxWarp>
            <a:noAutofit/>
          </a:bodyPr>
          <a:lstStyle/>
          <a:p>
            <a:pPr indent="-342900" algn="ctr">
              <a:lnSpc>
                <a:spcPts val="5800"/>
              </a:lnSpc>
              <a:spcBef>
                <a:spcPct val="0"/>
              </a:spcBef>
            </a:pPr>
            <a:r>
              <a:rPr lang="es-ES_tradnl" altLang="es-ES" sz="3200" dirty="0">
                <a:solidFill>
                  <a:schemeClr val="bg1"/>
                </a:solidFill>
                <a:effectLst>
                  <a:outerShdw blurRad="63500" dist="38100" dir="5400000" algn="t" rotWithShape="0">
                    <a:prstClr val="black">
                      <a:alpha val="25000"/>
                    </a:prstClr>
                  </a:outerShdw>
                </a:effectLst>
                <a:latin typeface="Bauhaus 93" pitchFamily="82" charset="0"/>
              </a:rPr>
              <a:t>Ciclo  de la investigación</a:t>
            </a:r>
          </a:p>
        </p:txBody>
      </p:sp>
      <p:sp>
        <p:nvSpPr>
          <p:cNvPr id="14357" name="Rectangle 23"/>
          <p:cNvSpPr>
            <a:spLocks noChangeArrowheads="1"/>
          </p:cNvSpPr>
          <p:nvPr/>
        </p:nvSpPr>
        <p:spPr bwMode="auto">
          <a:xfrm>
            <a:off x="7751764" y="1342859"/>
            <a:ext cx="2556802" cy="1231900"/>
          </a:xfrm>
          <a:prstGeom prst="rect">
            <a:avLst/>
          </a:prstGeom>
          <a:solidFill>
            <a:schemeClr val="accent4">
              <a:lumMod val="60000"/>
              <a:lumOff val="40000"/>
            </a:schemeClr>
          </a:solidFill>
          <a:ln w="9525">
            <a:noFill/>
            <a:miter lim="800000"/>
            <a:headEnd/>
            <a:tailEnd/>
          </a:ln>
          <a:extLs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nchor="ctr">
            <a:spAutoFit/>
          </a:bodyPr>
          <a:lstStyle/>
          <a:p>
            <a:pPr algn="ctr" defTabSz="762000" eaLnBrk="0" hangingPunct="0">
              <a:lnSpc>
                <a:spcPct val="85000"/>
              </a:lnSpc>
              <a:spcBef>
                <a:spcPct val="30000"/>
              </a:spcBef>
            </a:pPr>
            <a:r>
              <a:rPr lang="es-ES_tradnl" altLang="es-ES" sz="2000" dirty="0">
                <a:solidFill>
                  <a:srgbClr val="002060"/>
                </a:solidFill>
                <a:latin typeface="Arial" charset="0"/>
              </a:rPr>
              <a:t>MODELO</a:t>
            </a:r>
          </a:p>
          <a:p>
            <a:pPr algn="ctr" defTabSz="762000" eaLnBrk="0" hangingPunct="0">
              <a:lnSpc>
                <a:spcPct val="85000"/>
              </a:lnSpc>
              <a:spcBef>
                <a:spcPct val="30000"/>
              </a:spcBef>
            </a:pPr>
            <a:r>
              <a:rPr lang="es-ES_tradnl" altLang="es-ES" sz="2000" dirty="0">
                <a:solidFill>
                  <a:srgbClr val="002060"/>
                </a:solidFill>
                <a:latin typeface="Arial" charset="0"/>
              </a:rPr>
              <a:t>Desarrollo de </a:t>
            </a:r>
            <a:br>
              <a:rPr lang="es-ES_tradnl" altLang="es-ES" sz="2000" dirty="0">
                <a:solidFill>
                  <a:srgbClr val="002060"/>
                </a:solidFill>
                <a:latin typeface="Arial" charset="0"/>
              </a:rPr>
            </a:br>
            <a:r>
              <a:rPr lang="es-ES_tradnl" altLang="es-ES" sz="2000" dirty="0">
                <a:solidFill>
                  <a:srgbClr val="002060"/>
                </a:solidFill>
                <a:latin typeface="Arial" charset="0"/>
              </a:rPr>
              <a:t>maneras de </a:t>
            </a:r>
            <a:br>
              <a:rPr lang="es-ES_tradnl" altLang="es-ES" sz="2000" dirty="0">
                <a:solidFill>
                  <a:srgbClr val="002060"/>
                </a:solidFill>
                <a:latin typeface="Arial" charset="0"/>
              </a:rPr>
            </a:br>
            <a:r>
              <a:rPr lang="es-ES_tradnl" altLang="es-ES" sz="2000" dirty="0">
                <a:solidFill>
                  <a:srgbClr val="002060"/>
                </a:solidFill>
                <a:latin typeface="Arial" charset="0"/>
              </a:rPr>
              <a:t>describirlas</a:t>
            </a:r>
          </a:p>
        </p:txBody>
      </p:sp>
      <p:sp>
        <p:nvSpPr>
          <p:cNvPr id="14359" name="Rectangle 26"/>
          <p:cNvSpPr>
            <a:spLocks noChangeArrowheads="1"/>
          </p:cNvSpPr>
          <p:nvPr/>
        </p:nvSpPr>
        <p:spPr bwMode="auto">
          <a:xfrm>
            <a:off x="10245439" y="1558928"/>
            <a:ext cx="504825" cy="646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spAutoFit/>
          </a:bodyPr>
          <a:lstStyle>
            <a:lvl1pPr defTabSz="762000" eaLnBrk="0" hangingPunct="0">
              <a:defRPr>
                <a:solidFill>
                  <a:schemeClr val="tx1"/>
                </a:solidFill>
                <a:latin typeface="Arial" panose="020B0604020202020204" pitchFamily="34" charset="0"/>
              </a:defRPr>
            </a:lvl1pPr>
            <a:lvl2pPr marL="742950" indent="-285750" defTabSz="762000" eaLnBrk="0" hangingPunct="0">
              <a:defRPr>
                <a:solidFill>
                  <a:schemeClr val="tx1"/>
                </a:solidFill>
                <a:latin typeface="Arial" panose="020B0604020202020204" pitchFamily="34" charset="0"/>
              </a:defRPr>
            </a:lvl2pPr>
            <a:lvl3pPr marL="1143000" indent="-228600" defTabSz="762000" eaLnBrk="0" hangingPunct="0">
              <a:defRPr>
                <a:solidFill>
                  <a:schemeClr val="tx1"/>
                </a:solidFill>
                <a:latin typeface="Arial" panose="020B0604020202020204" pitchFamily="34" charset="0"/>
              </a:defRPr>
            </a:lvl3pPr>
            <a:lvl4pPr marL="1600200" indent="-228600" defTabSz="762000" eaLnBrk="0" hangingPunct="0">
              <a:defRPr>
                <a:solidFill>
                  <a:schemeClr val="tx1"/>
                </a:solidFill>
                <a:latin typeface="Arial" panose="020B0604020202020204" pitchFamily="34" charset="0"/>
              </a:defRPr>
            </a:lvl4pPr>
            <a:lvl5pPr marL="2057400" indent="-228600" defTabSz="762000" eaLnBrk="0" hangingPunct="0">
              <a:defRPr>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spcBef>
                <a:spcPct val="30000"/>
              </a:spcBef>
            </a:pPr>
            <a:r>
              <a:rPr lang="es-ES_tradnl" altLang="es-ES" sz="4000" b="1" dirty="0">
                <a:solidFill>
                  <a:srgbClr val="FF0000"/>
                </a:solidFill>
              </a:rPr>
              <a:t>1</a:t>
            </a:r>
          </a:p>
        </p:txBody>
      </p:sp>
      <p:sp>
        <p:nvSpPr>
          <p:cNvPr id="14361" name="Rectangle 28"/>
          <p:cNvSpPr>
            <a:spLocks noChangeArrowheads="1"/>
          </p:cNvSpPr>
          <p:nvPr/>
        </p:nvSpPr>
        <p:spPr bwMode="auto">
          <a:xfrm>
            <a:off x="10324021" y="5119662"/>
            <a:ext cx="347662" cy="646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spAutoFit/>
          </a:bodyPr>
          <a:lstStyle/>
          <a:p>
            <a:pPr algn="ctr" defTabSz="762000" eaLnBrk="0" hangingPunct="0">
              <a:lnSpc>
                <a:spcPct val="90000"/>
              </a:lnSpc>
              <a:spcBef>
                <a:spcPct val="30000"/>
              </a:spcBef>
            </a:pPr>
            <a:r>
              <a:rPr lang="es-ES_tradnl" altLang="es-ES" sz="4000" b="1" dirty="0">
                <a:solidFill>
                  <a:srgbClr val="FF0000"/>
                </a:solidFill>
                <a:latin typeface="Arial" panose="020B0604020202020204" pitchFamily="34" charset="0"/>
              </a:rPr>
              <a:t>2</a:t>
            </a:r>
          </a:p>
        </p:txBody>
      </p:sp>
      <p:sp>
        <p:nvSpPr>
          <p:cNvPr id="14365" name="28 Marcador de número de diapositiva"/>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1EA6B3C-3F8D-4B54-AE5F-CCA74542C8A7}" type="slidenum">
              <a:rPr lang="es-ES" altLang="es-ES">
                <a:solidFill>
                  <a:srgbClr val="002060"/>
                </a:solidFill>
              </a:rPr>
              <a:pPr eaLnBrk="1" hangingPunct="1"/>
              <a:t>35</a:t>
            </a:fld>
            <a:endParaRPr lang="es-ES" altLang="es-ES">
              <a:solidFill>
                <a:srgbClr val="002060"/>
              </a:solidFill>
            </a:endParaRPr>
          </a:p>
        </p:txBody>
      </p:sp>
      <p:sp>
        <p:nvSpPr>
          <p:cNvPr id="3" name="2 Flecha derecha"/>
          <p:cNvSpPr/>
          <p:nvPr/>
        </p:nvSpPr>
        <p:spPr>
          <a:xfrm>
            <a:off x="4919664" y="1333501"/>
            <a:ext cx="2544489" cy="9153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t>Lleva a </a:t>
            </a:r>
            <a:endParaRPr lang="es-PE" sz="2400" dirty="0"/>
          </a:p>
        </p:txBody>
      </p:sp>
      <p:sp>
        <p:nvSpPr>
          <p:cNvPr id="32" name="31 Flecha derecha"/>
          <p:cNvSpPr/>
          <p:nvPr/>
        </p:nvSpPr>
        <p:spPr>
          <a:xfrm rot="5400000" flipV="1">
            <a:off x="8219436" y="3266436"/>
            <a:ext cx="1682914" cy="9853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000" dirty="0"/>
              <a:t>Lleva a </a:t>
            </a:r>
            <a:endParaRPr lang="es-PE" sz="2000" dirty="0"/>
          </a:p>
        </p:txBody>
      </p:sp>
      <p:sp>
        <p:nvSpPr>
          <p:cNvPr id="33" name="32 Flecha derecha"/>
          <p:cNvSpPr/>
          <p:nvPr/>
        </p:nvSpPr>
        <p:spPr>
          <a:xfrm flipH="1">
            <a:off x="4900612" y="5143111"/>
            <a:ext cx="2544488" cy="92431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t>Lleva a </a:t>
            </a:r>
            <a:endParaRPr lang="es-PE" sz="2400" dirty="0"/>
          </a:p>
        </p:txBody>
      </p:sp>
      <p:sp>
        <p:nvSpPr>
          <p:cNvPr id="34" name="33 Flecha derecha"/>
          <p:cNvSpPr/>
          <p:nvPr/>
        </p:nvSpPr>
        <p:spPr>
          <a:xfrm rot="5400000" flipH="1" flipV="1">
            <a:off x="2546749" y="3289695"/>
            <a:ext cx="1683916" cy="93784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000" dirty="0"/>
              <a:t>Emprender</a:t>
            </a:r>
            <a:endParaRPr lang="es-PE" sz="2000" dirty="0"/>
          </a:p>
        </p:txBody>
      </p:sp>
      <p:sp>
        <p:nvSpPr>
          <p:cNvPr id="35" name="Rectangle 28"/>
          <p:cNvSpPr>
            <a:spLocks noChangeArrowheads="1"/>
          </p:cNvSpPr>
          <p:nvPr/>
        </p:nvSpPr>
        <p:spPr bwMode="auto">
          <a:xfrm>
            <a:off x="1694147" y="1652950"/>
            <a:ext cx="347662" cy="646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spAutoFit/>
          </a:bodyPr>
          <a:lstStyle/>
          <a:p>
            <a:pPr algn="ctr" defTabSz="762000" eaLnBrk="0" hangingPunct="0">
              <a:lnSpc>
                <a:spcPct val="90000"/>
              </a:lnSpc>
              <a:spcBef>
                <a:spcPct val="30000"/>
              </a:spcBef>
            </a:pPr>
            <a:r>
              <a:rPr lang="es-ES_tradnl" altLang="es-ES" sz="4000" b="1" dirty="0">
                <a:solidFill>
                  <a:srgbClr val="FF0000"/>
                </a:solidFill>
                <a:latin typeface="Arial" panose="020B0604020202020204" pitchFamily="34" charset="0"/>
              </a:rPr>
              <a:t>0</a:t>
            </a:r>
          </a:p>
        </p:txBody>
      </p:sp>
      <p:sp>
        <p:nvSpPr>
          <p:cNvPr id="36" name="Rectangle 28"/>
          <p:cNvSpPr>
            <a:spLocks noChangeArrowheads="1"/>
          </p:cNvSpPr>
          <p:nvPr/>
        </p:nvSpPr>
        <p:spPr bwMode="auto">
          <a:xfrm>
            <a:off x="1694147" y="5119661"/>
            <a:ext cx="347662" cy="646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spAutoFit/>
          </a:bodyPr>
          <a:lstStyle/>
          <a:p>
            <a:pPr algn="ctr" defTabSz="762000" eaLnBrk="0" hangingPunct="0">
              <a:lnSpc>
                <a:spcPct val="90000"/>
              </a:lnSpc>
              <a:spcBef>
                <a:spcPct val="30000"/>
              </a:spcBef>
            </a:pPr>
            <a:r>
              <a:rPr lang="es-ES_tradnl" altLang="es-ES" sz="4000" b="1" dirty="0">
                <a:solidFill>
                  <a:srgbClr val="FF0000"/>
                </a:solidFill>
                <a:latin typeface="Arial" panose="020B0604020202020204" pitchFamily="34" charset="0"/>
              </a:rPr>
              <a:t>3</a:t>
            </a:r>
          </a:p>
        </p:txBody>
      </p:sp>
      <p:sp>
        <p:nvSpPr>
          <p:cNvPr id="2" name="Rectángulo 1">
            <a:extLst>
              <a:ext uri="{FF2B5EF4-FFF2-40B4-BE49-F238E27FC236}">
                <a16:creationId xmlns:a16="http://schemas.microsoft.com/office/drawing/2014/main" id="{374DE9E3-93C5-46AC-B009-DC0628A42E00}"/>
              </a:ext>
            </a:extLst>
          </p:cNvPr>
          <p:cNvSpPr/>
          <p:nvPr/>
        </p:nvSpPr>
        <p:spPr>
          <a:xfrm>
            <a:off x="4413688" y="2586408"/>
            <a:ext cx="3598463" cy="2246769"/>
          </a:xfrm>
          <a:prstGeom prst="rect">
            <a:avLst/>
          </a:prstGeom>
        </p:spPr>
        <p:txBody>
          <a:bodyPr wrap="square">
            <a:spAutoFit/>
          </a:bodyPr>
          <a:lstStyle/>
          <a:p>
            <a:pPr algn="just">
              <a:spcBef>
                <a:spcPct val="0"/>
              </a:spcBef>
            </a:pPr>
            <a:r>
              <a:rPr lang="es-ES_tradnl" altLang="es-ES" sz="2800" b="1" dirty="0">
                <a:solidFill>
                  <a:srgbClr val="002060"/>
                </a:solidFill>
                <a:latin typeface="Arial Narrow" panose="020B0606020202030204" pitchFamily="34" charset="0"/>
              </a:rPr>
              <a:t>El éxito del modelador depende de que tan bien puede definir los elementos significativos del sistema.</a:t>
            </a:r>
            <a:endParaRPr lang="es-PE" altLang="es-ES" sz="2800" b="1" dirty="0">
              <a:solidFill>
                <a:srgbClr val="002060"/>
              </a:solidFill>
              <a:latin typeface="Arial Narrow" panose="020B0606020202030204" pitchFamily="34" charset="0"/>
            </a:endParaRPr>
          </a:p>
        </p:txBody>
      </p:sp>
    </p:spTree>
    <p:extLst>
      <p:ext uri="{BB962C8B-B14F-4D97-AF65-F5344CB8AC3E}">
        <p14:creationId xmlns:p14="http://schemas.microsoft.com/office/powerpoint/2010/main" val="1110384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357"/>
                                        </p:tgtEl>
                                        <p:attrNameLst>
                                          <p:attrName>style.visibility</p:attrName>
                                        </p:attrNameLst>
                                      </p:cBhvr>
                                      <p:to>
                                        <p:strVal val="visible"/>
                                      </p:to>
                                    </p:set>
                                    <p:animEffect transition="in" filter="fade">
                                      <p:cBhvr>
                                        <p:cTn id="10" dur="500"/>
                                        <p:tgtEl>
                                          <p:spTgt spid="14357"/>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34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34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1000"/>
                                        <p:tgtEl>
                                          <p:spTgt spid="34"/>
                                        </p:tgtEl>
                                      </p:cBhvr>
                                    </p:animEffect>
                                    <p:anim calcmode="lin" valueType="num">
                                      <p:cBhvr>
                                        <p:cTn id="28" dur="1000" fill="hold"/>
                                        <p:tgtEl>
                                          <p:spTgt spid="34"/>
                                        </p:tgtEl>
                                        <p:attrNameLst>
                                          <p:attrName>ppt_x</p:attrName>
                                        </p:attrNameLst>
                                      </p:cBhvr>
                                      <p:tavLst>
                                        <p:tav tm="0">
                                          <p:val>
                                            <p:strVal val="#ppt_x"/>
                                          </p:val>
                                        </p:tav>
                                        <p:tav tm="100000">
                                          <p:val>
                                            <p:strVal val="#ppt_x"/>
                                          </p:val>
                                        </p:tav>
                                      </p:tavLst>
                                    </p:anim>
                                    <p:anim calcmode="lin" valueType="num">
                                      <p:cBhvr>
                                        <p:cTn id="29" dur="1000" fill="hold"/>
                                        <p:tgtEl>
                                          <p:spTgt spid="34"/>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fade">
                                      <p:cBhvr>
                                        <p:cTn id="32" dur="1000"/>
                                        <p:tgtEl>
                                          <p:spTgt spid="2"/>
                                        </p:tgtEl>
                                      </p:cBhvr>
                                    </p:animEffect>
                                    <p:anim calcmode="lin" valueType="num">
                                      <p:cBhvr>
                                        <p:cTn id="33" dur="1000" fill="hold"/>
                                        <p:tgtEl>
                                          <p:spTgt spid="2"/>
                                        </p:tgtEl>
                                        <p:attrNameLst>
                                          <p:attrName>ppt_x</p:attrName>
                                        </p:attrNameLst>
                                      </p:cBhvr>
                                      <p:tavLst>
                                        <p:tav tm="0">
                                          <p:val>
                                            <p:strVal val="#ppt_x"/>
                                          </p:val>
                                        </p:tav>
                                        <p:tav tm="100000">
                                          <p:val>
                                            <p:strVal val="#ppt_x"/>
                                          </p:val>
                                        </p:tav>
                                      </p:tavLst>
                                    </p:anim>
                                    <p:anim calcmode="lin" valueType="num">
                                      <p:cBhvr>
                                        <p:cTn id="3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6" grpId="0" animBg="1"/>
      <p:bldP spid="14347" grpId="0" animBg="1"/>
      <p:bldP spid="14357" grpId="0" animBg="1"/>
      <p:bldP spid="3" grpId="0" animBg="1"/>
      <p:bldP spid="32" grpId="0" animBg="1"/>
      <p:bldP spid="33" grpId="0" animBg="1"/>
      <p:bldP spid="34" grpId="0" animBg="1"/>
      <p:bldP spid="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6096000" y="16777"/>
            <a:ext cx="6096000" cy="1026981"/>
          </a:xfr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pPr indent="-342900" algn="ctr">
              <a:buFont typeface="Arial" pitchFamily="34" charset="0"/>
            </a:pPr>
            <a:r>
              <a:rPr lang="es-MX" altLang="es-ES" sz="3200" dirty="0">
                <a:solidFill>
                  <a:schemeClr val="bg1"/>
                </a:solidFill>
                <a:latin typeface="Bauhaus 93" pitchFamily="82" charset="0"/>
                <a:ea typeface="+mn-ea"/>
                <a:cs typeface="+mn-cs"/>
              </a:rPr>
              <a:t>Sistema vs. Modelo</a:t>
            </a:r>
            <a:endParaRPr lang="es-ES" altLang="es-ES" sz="3200" dirty="0">
              <a:solidFill>
                <a:schemeClr val="bg1"/>
              </a:solidFill>
              <a:latin typeface="Bauhaus 93" pitchFamily="82" charset="0"/>
              <a:ea typeface="+mn-ea"/>
              <a:cs typeface="+mn-cs"/>
            </a:endParaRPr>
          </a:p>
        </p:txBody>
      </p:sp>
      <p:graphicFrame>
        <p:nvGraphicFramePr>
          <p:cNvPr id="2" name="1 Diagrama"/>
          <p:cNvGraphicFramePr/>
          <p:nvPr/>
        </p:nvGraphicFramePr>
        <p:xfrm>
          <a:off x="2827091" y="2193441"/>
          <a:ext cx="8630341" cy="33843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Imagen 4">
            <a:extLst>
              <a:ext uri="{FF2B5EF4-FFF2-40B4-BE49-F238E27FC236}">
                <a16:creationId xmlns:a16="http://schemas.microsoft.com/office/drawing/2014/main" id="{10B720DC-DDA1-46D1-BEBD-C984823BF6E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59792" y="2325061"/>
            <a:ext cx="1782600" cy="1223482"/>
          </a:xfrm>
          <a:prstGeom prst="rect">
            <a:avLst/>
          </a:prstGeom>
        </p:spPr>
      </p:pic>
      <p:pic>
        <p:nvPicPr>
          <p:cNvPr id="7" name="Imagen 6">
            <a:extLst>
              <a:ext uri="{FF2B5EF4-FFF2-40B4-BE49-F238E27FC236}">
                <a16:creationId xmlns:a16="http://schemas.microsoft.com/office/drawing/2014/main" id="{CA4CCEF1-EF9B-4716-B4C7-F520C4F5B73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59792" y="4202470"/>
            <a:ext cx="1770111" cy="1325875"/>
          </a:xfrm>
          <a:prstGeom prst="rect">
            <a:avLst/>
          </a:prstGeom>
        </p:spPr>
      </p:pic>
    </p:spTree>
    <p:extLst>
      <p:ext uri="{BB962C8B-B14F-4D97-AF65-F5344CB8AC3E}">
        <p14:creationId xmlns:p14="http://schemas.microsoft.com/office/powerpoint/2010/main" val="739030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a 1">
            <a:extLst>
              <a:ext uri="{FF2B5EF4-FFF2-40B4-BE49-F238E27FC236}">
                <a16:creationId xmlns:a16="http://schemas.microsoft.com/office/drawing/2014/main" id="{88480F36-3EA3-4FBD-9184-27BC485D267D}"/>
              </a:ext>
            </a:extLst>
          </p:cNvPr>
          <p:cNvGraphicFramePr/>
          <p:nvPr/>
        </p:nvGraphicFramePr>
        <p:xfrm>
          <a:off x="3611879" y="1228284"/>
          <a:ext cx="8281617" cy="16272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195" name="Rectangle 2"/>
          <p:cNvSpPr>
            <a:spLocks noGrp="1" noChangeArrowheads="1"/>
          </p:cNvSpPr>
          <p:nvPr>
            <p:ph type="title"/>
          </p:nvPr>
        </p:nvSpPr>
        <p:spPr>
          <a:xfrm>
            <a:off x="6096000" y="223228"/>
            <a:ext cx="6096000" cy="642937"/>
          </a:xfr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pPr algn="ctr"/>
            <a:r>
              <a:rPr lang="es-ES_tradnl" sz="3200" dirty="0">
                <a:solidFill>
                  <a:schemeClr val="bg1"/>
                </a:solidFill>
                <a:latin typeface="Bauhaus 93" pitchFamily="82" charset="0"/>
                <a:ea typeface="+mn-ea"/>
                <a:cs typeface="+mn-cs"/>
              </a:rPr>
              <a:t>Modelo matemático</a:t>
            </a:r>
          </a:p>
        </p:txBody>
      </p:sp>
      <p:sp>
        <p:nvSpPr>
          <p:cNvPr id="7" name="Rectangle 19">
            <a:extLst>
              <a:ext uri="{FF2B5EF4-FFF2-40B4-BE49-F238E27FC236}">
                <a16:creationId xmlns:a16="http://schemas.microsoft.com/office/drawing/2014/main" id="{0BF855C5-52AC-4697-8189-51012E3ECA2A}"/>
              </a:ext>
            </a:extLst>
          </p:cNvPr>
          <p:cNvSpPr txBox="1">
            <a:spLocks noRot="1" noChangeArrowheads="1"/>
          </p:cNvSpPr>
          <p:nvPr/>
        </p:nvSpPr>
        <p:spPr bwMode="auto">
          <a:xfrm>
            <a:off x="100583" y="1484809"/>
            <a:ext cx="3511296" cy="5018018"/>
          </a:xfrm>
          <a:prstGeom prst="rect">
            <a:avLst/>
          </a:prstGeom>
          <a:solidFill>
            <a:srgbClr val="FFFF00"/>
          </a:solidFill>
          <a:ln>
            <a:headEnd/>
            <a:tailEnd/>
          </a:ln>
        </p:spPr>
        <p:style>
          <a:lnRef idx="1">
            <a:schemeClr val="accent3"/>
          </a:lnRef>
          <a:fillRef idx="3">
            <a:schemeClr val="accent3"/>
          </a:fillRef>
          <a:effectRef idx="2">
            <a:schemeClr val="accent3"/>
          </a:effectRef>
          <a:fontRef idx="minor">
            <a:schemeClr val="lt1"/>
          </a:fontRef>
        </p:style>
        <p:txBody>
          <a:bodyPr anchor="ctr"/>
          <a:lstStyle/>
          <a:p>
            <a:pPr>
              <a:defRPr/>
            </a:pPr>
            <a:r>
              <a:rPr lang="es-ES_tradnl" sz="2000" b="1" dirty="0">
                <a:solidFill>
                  <a:srgbClr val="002060"/>
                </a:solidFill>
                <a:latin typeface="Arial Narrow" pitchFamily="34" charset="0"/>
              </a:rPr>
              <a:t>I) VARIABLES</a:t>
            </a:r>
            <a:endParaRPr lang="es-ES" sz="2000" dirty="0">
              <a:solidFill>
                <a:srgbClr val="002060"/>
              </a:solidFill>
              <a:latin typeface="Arial Narrow" pitchFamily="34" charset="0"/>
            </a:endParaRPr>
          </a:p>
          <a:p>
            <a:pPr>
              <a:defRPr/>
            </a:pPr>
            <a:r>
              <a:rPr lang="es-ES_tradnl" sz="2000" dirty="0">
                <a:solidFill>
                  <a:srgbClr val="002060"/>
                </a:solidFill>
                <a:latin typeface="Arial Narrow" pitchFamily="34" charset="0"/>
              </a:rPr>
              <a:t> </a:t>
            </a:r>
            <a:r>
              <a:rPr lang="es-ES_tradnl" sz="2000" dirty="0" err="1">
                <a:solidFill>
                  <a:srgbClr val="002060"/>
                </a:solidFill>
                <a:latin typeface="Arial Narrow" pitchFamily="34" charset="0"/>
              </a:rPr>
              <a:t>Xij</a:t>
            </a:r>
            <a:r>
              <a:rPr lang="es-ES_tradnl" sz="2000" dirty="0">
                <a:solidFill>
                  <a:srgbClr val="002060"/>
                </a:solidFill>
                <a:latin typeface="Arial Narrow" pitchFamily="34" charset="0"/>
              </a:rPr>
              <a:t> = # de consultores que viajan del origen i al destino j</a:t>
            </a:r>
            <a:endParaRPr lang="es-ES" sz="2000" dirty="0">
              <a:solidFill>
                <a:srgbClr val="002060"/>
              </a:solidFill>
              <a:latin typeface="Arial Narrow" pitchFamily="34" charset="0"/>
            </a:endParaRPr>
          </a:p>
          <a:p>
            <a:pPr>
              <a:defRPr/>
            </a:pPr>
            <a:r>
              <a:rPr lang="es-ES_tradnl" sz="2000" dirty="0">
                <a:solidFill>
                  <a:srgbClr val="002060"/>
                </a:solidFill>
                <a:latin typeface="Arial Narrow" pitchFamily="34" charset="0"/>
              </a:rPr>
              <a:t> </a:t>
            </a:r>
            <a:r>
              <a:rPr lang="es-ES_tradnl" sz="2000" b="1" dirty="0">
                <a:solidFill>
                  <a:srgbClr val="002060"/>
                </a:solidFill>
                <a:latin typeface="Arial Narrow" pitchFamily="34" charset="0"/>
              </a:rPr>
              <a:t>II) FUNCION OBJETIVO</a:t>
            </a:r>
            <a:endParaRPr lang="es-ES" sz="2000" dirty="0">
              <a:solidFill>
                <a:srgbClr val="002060"/>
              </a:solidFill>
              <a:latin typeface="Arial Narrow" pitchFamily="34" charset="0"/>
            </a:endParaRPr>
          </a:p>
          <a:p>
            <a:pPr>
              <a:defRPr/>
            </a:pPr>
            <a:r>
              <a:rPr lang="es-ES_tradnl" sz="2000" dirty="0">
                <a:solidFill>
                  <a:srgbClr val="002060"/>
                </a:solidFill>
                <a:latin typeface="Arial Narrow" pitchFamily="34" charset="0"/>
              </a:rPr>
              <a:t> Max 540X11+300X12+420X13+</a:t>
            </a:r>
            <a:endParaRPr lang="es-ES" sz="2000" dirty="0">
              <a:solidFill>
                <a:srgbClr val="002060"/>
              </a:solidFill>
              <a:latin typeface="Arial Narrow" pitchFamily="34" charset="0"/>
            </a:endParaRPr>
          </a:p>
          <a:p>
            <a:pPr>
              <a:defRPr/>
            </a:pPr>
            <a:r>
              <a:rPr lang="es-ES_tradnl" sz="2000" dirty="0">
                <a:solidFill>
                  <a:srgbClr val="002060"/>
                </a:solidFill>
                <a:latin typeface="Arial Narrow" pitchFamily="34" charset="0"/>
              </a:rPr>
              <a:t>500X21+330X22+330X23+</a:t>
            </a:r>
            <a:endParaRPr lang="es-ES" sz="2000" dirty="0">
              <a:solidFill>
                <a:srgbClr val="002060"/>
              </a:solidFill>
              <a:latin typeface="Arial Narrow" pitchFamily="34" charset="0"/>
            </a:endParaRPr>
          </a:p>
          <a:p>
            <a:pPr>
              <a:defRPr/>
            </a:pPr>
            <a:r>
              <a:rPr lang="es-ES_tradnl" sz="2000" dirty="0">
                <a:solidFill>
                  <a:srgbClr val="002060"/>
                </a:solidFill>
                <a:latin typeface="Arial Narrow" pitchFamily="34" charset="0"/>
              </a:rPr>
              <a:t>520X31+310X32+350X33 </a:t>
            </a:r>
            <a:endParaRPr lang="es-ES" sz="2000" dirty="0">
              <a:solidFill>
                <a:srgbClr val="002060"/>
              </a:solidFill>
              <a:latin typeface="Arial Narrow" pitchFamily="34" charset="0"/>
            </a:endParaRPr>
          </a:p>
          <a:p>
            <a:pPr>
              <a:defRPr/>
            </a:pPr>
            <a:r>
              <a:rPr lang="es-ES_tradnl" sz="2000" b="1" dirty="0">
                <a:solidFill>
                  <a:srgbClr val="002060"/>
                </a:solidFill>
                <a:latin typeface="Arial Narrow" pitchFamily="34" charset="0"/>
              </a:rPr>
              <a:t>III) RESTRICCIONES</a:t>
            </a:r>
            <a:endParaRPr lang="es-ES" sz="2000" dirty="0">
              <a:solidFill>
                <a:srgbClr val="002060"/>
              </a:solidFill>
              <a:latin typeface="Arial Narrow" pitchFamily="34" charset="0"/>
            </a:endParaRPr>
          </a:p>
          <a:p>
            <a:pPr>
              <a:defRPr/>
            </a:pPr>
            <a:r>
              <a:rPr lang="es-ES_tradnl" sz="2000" dirty="0">
                <a:solidFill>
                  <a:srgbClr val="002060"/>
                </a:solidFill>
                <a:latin typeface="Arial Narrow" pitchFamily="34" charset="0"/>
              </a:rPr>
              <a:t> X11+X12+X13 ≤ 2 </a:t>
            </a:r>
            <a:endParaRPr lang="es-ES" sz="2000" dirty="0">
              <a:solidFill>
                <a:srgbClr val="002060"/>
              </a:solidFill>
              <a:latin typeface="Arial Narrow" pitchFamily="34" charset="0"/>
            </a:endParaRPr>
          </a:p>
          <a:p>
            <a:pPr>
              <a:defRPr/>
            </a:pPr>
            <a:r>
              <a:rPr lang="es-ES_tradnl" sz="2000" dirty="0">
                <a:solidFill>
                  <a:srgbClr val="002060"/>
                </a:solidFill>
                <a:latin typeface="Arial Narrow" pitchFamily="34" charset="0"/>
              </a:rPr>
              <a:t>X21+X22+X23 ≤ 1 </a:t>
            </a:r>
            <a:endParaRPr lang="es-ES" sz="2000" dirty="0">
              <a:solidFill>
                <a:srgbClr val="002060"/>
              </a:solidFill>
              <a:latin typeface="Arial Narrow" pitchFamily="34" charset="0"/>
            </a:endParaRPr>
          </a:p>
          <a:p>
            <a:pPr>
              <a:defRPr/>
            </a:pPr>
            <a:r>
              <a:rPr lang="es-ES_tradnl" sz="2000" dirty="0">
                <a:solidFill>
                  <a:srgbClr val="002060"/>
                </a:solidFill>
                <a:latin typeface="Arial Narrow" pitchFamily="34" charset="0"/>
              </a:rPr>
              <a:t>X31+X32+X33 ≤ 4 </a:t>
            </a:r>
            <a:endParaRPr lang="es-ES" sz="2000" dirty="0">
              <a:solidFill>
                <a:srgbClr val="002060"/>
              </a:solidFill>
              <a:latin typeface="Arial Narrow" pitchFamily="34" charset="0"/>
            </a:endParaRPr>
          </a:p>
          <a:p>
            <a:pPr>
              <a:defRPr/>
            </a:pPr>
            <a:r>
              <a:rPr lang="es-ES_tradnl" sz="2000" dirty="0">
                <a:solidFill>
                  <a:srgbClr val="002060"/>
                </a:solidFill>
                <a:latin typeface="Arial Narrow" pitchFamily="34" charset="0"/>
              </a:rPr>
              <a:t>X11+X21+X31 = 3 </a:t>
            </a:r>
            <a:endParaRPr lang="es-ES" sz="2000" dirty="0">
              <a:solidFill>
                <a:srgbClr val="002060"/>
              </a:solidFill>
              <a:latin typeface="Arial Narrow" pitchFamily="34" charset="0"/>
            </a:endParaRPr>
          </a:p>
          <a:p>
            <a:pPr>
              <a:defRPr/>
            </a:pPr>
            <a:r>
              <a:rPr lang="es-ES_tradnl" sz="2000" dirty="0">
                <a:solidFill>
                  <a:srgbClr val="002060"/>
                </a:solidFill>
                <a:latin typeface="Arial Narrow" pitchFamily="34" charset="0"/>
              </a:rPr>
              <a:t>X12+X22+X32 = 2 </a:t>
            </a:r>
            <a:endParaRPr lang="es-ES" sz="2000" dirty="0">
              <a:solidFill>
                <a:srgbClr val="002060"/>
              </a:solidFill>
              <a:latin typeface="Arial Narrow" pitchFamily="34" charset="0"/>
            </a:endParaRPr>
          </a:p>
          <a:p>
            <a:pPr>
              <a:defRPr/>
            </a:pPr>
            <a:r>
              <a:rPr lang="es-ES_tradnl" sz="2000" dirty="0">
                <a:solidFill>
                  <a:srgbClr val="002060"/>
                </a:solidFill>
                <a:latin typeface="Arial Narrow" pitchFamily="34" charset="0"/>
              </a:rPr>
              <a:t>X13+X23+X33 = 1 </a:t>
            </a:r>
            <a:endParaRPr lang="es-ES" sz="2000" dirty="0">
              <a:solidFill>
                <a:srgbClr val="002060"/>
              </a:solidFill>
              <a:latin typeface="Arial Narrow" pitchFamily="34" charset="0"/>
            </a:endParaRPr>
          </a:p>
          <a:p>
            <a:pPr>
              <a:defRPr/>
            </a:pPr>
            <a:r>
              <a:rPr lang="es-ES_tradnl" sz="2000" dirty="0" err="1">
                <a:solidFill>
                  <a:srgbClr val="002060"/>
                </a:solidFill>
                <a:latin typeface="Arial Narrow" pitchFamily="34" charset="0"/>
              </a:rPr>
              <a:t>Xij</a:t>
            </a:r>
            <a:r>
              <a:rPr lang="es-ES_tradnl" sz="2000" dirty="0">
                <a:solidFill>
                  <a:srgbClr val="002060"/>
                </a:solidFill>
                <a:latin typeface="Arial Narrow" pitchFamily="34" charset="0"/>
              </a:rPr>
              <a:t> ≥ 0 ; entero</a:t>
            </a:r>
            <a:endParaRPr lang="es-PE" sz="2000" dirty="0">
              <a:solidFill>
                <a:srgbClr val="002060"/>
              </a:solidFill>
              <a:latin typeface="Arial Narrow" pitchFamily="34" charset="0"/>
              <a:cs typeface="Arial" charset="0"/>
            </a:endParaRPr>
          </a:p>
        </p:txBody>
      </p:sp>
      <p:graphicFrame>
        <p:nvGraphicFramePr>
          <p:cNvPr id="8" name="1 Marcador de contenido">
            <a:extLst>
              <a:ext uri="{FF2B5EF4-FFF2-40B4-BE49-F238E27FC236}">
                <a16:creationId xmlns:a16="http://schemas.microsoft.com/office/drawing/2014/main" id="{3405AE4A-1517-4D06-A193-CF2E1487D154}"/>
              </a:ext>
            </a:extLst>
          </p:cNvPr>
          <p:cNvGraphicFramePr>
            <a:graphicFrameLocks/>
          </p:cNvGraphicFramePr>
          <p:nvPr>
            <p:extLst>
              <p:ext uri="{D42A27DB-BD31-4B8C-83A1-F6EECF244321}">
                <p14:modId xmlns:p14="http://schemas.microsoft.com/office/powerpoint/2010/main" val="907231579"/>
              </p:ext>
            </p:extLst>
          </p:nvPr>
        </p:nvGraphicFramePr>
        <p:xfrm>
          <a:off x="3819161" y="4816551"/>
          <a:ext cx="8074335" cy="175594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pSp>
        <p:nvGrpSpPr>
          <p:cNvPr id="9" name="Grupo 8">
            <a:extLst>
              <a:ext uri="{FF2B5EF4-FFF2-40B4-BE49-F238E27FC236}">
                <a16:creationId xmlns:a16="http://schemas.microsoft.com/office/drawing/2014/main" id="{C45F121D-5BF6-417B-9C9C-0B51A4609A8F}"/>
              </a:ext>
            </a:extLst>
          </p:cNvPr>
          <p:cNvGrpSpPr/>
          <p:nvPr/>
        </p:nvGrpSpPr>
        <p:grpSpPr>
          <a:xfrm>
            <a:off x="5748294" y="2743201"/>
            <a:ext cx="6145203" cy="1976846"/>
            <a:chOff x="2888941" y="1739154"/>
            <a:chExt cx="5772355" cy="2340857"/>
          </a:xfrm>
        </p:grpSpPr>
        <p:sp>
          <p:nvSpPr>
            <p:cNvPr id="10" name="Rectángulo: esquinas superiores redondeadas 9">
              <a:extLst>
                <a:ext uri="{FF2B5EF4-FFF2-40B4-BE49-F238E27FC236}">
                  <a16:creationId xmlns:a16="http://schemas.microsoft.com/office/drawing/2014/main" id="{084B89A6-3529-4CBE-A283-8004A04E7EE8}"/>
                </a:ext>
              </a:extLst>
            </p:cNvPr>
            <p:cNvSpPr/>
            <p:nvPr/>
          </p:nvSpPr>
          <p:spPr>
            <a:xfrm rot="5400000">
              <a:off x="4604690" y="23405"/>
              <a:ext cx="2340857" cy="5772355"/>
            </a:xfrm>
            <a:prstGeom prst="round2SameRect">
              <a:avLst/>
            </a:prstGeom>
            <a:solidFill>
              <a:srgbClr val="4472C4">
                <a:alpha val="90000"/>
                <a:tint val="40000"/>
                <a:hueOff val="0"/>
                <a:satOff val="0"/>
                <a:lumOff val="0"/>
                <a:alphaOff val="0"/>
              </a:srgbClr>
            </a:solidFill>
            <a:ln w="12700" cap="flat" cmpd="sng" algn="ctr">
              <a:solidFill>
                <a:srgbClr val="4472C4">
                  <a:alpha val="90000"/>
                  <a:tint val="40000"/>
                  <a:hueOff val="0"/>
                  <a:satOff val="0"/>
                  <a:lumOff val="0"/>
                  <a:alphaOff val="0"/>
                </a:srgbClr>
              </a:solidFill>
              <a:prstDash val="solid"/>
              <a:miter lim="800000"/>
            </a:ln>
            <a:effectLst/>
          </p:spPr>
          <p:style>
            <a:lnRef idx="2">
              <a:scrgbClr r="0" g="0" b="0"/>
            </a:lnRef>
            <a:fillRef idx="1">
              <a:scrgbClr r="0" g="0" b="0"/>
            </a:fillRef>
            <a:effectRef idx="0">
              <a:scrgbClr r="0" g="0" b="0"/>
            </a:effectRef>
            <a:fontRef idx="minor">
              <a:schemeClr val="dk1">
                <a:hueOff val="0"/>
                <a:satOff val="0"/>
                <a:lumOff val="0"/>
                <a:alphaOff val="0"/>
              </a:schemeClr>
            </a:fontRef>
          </p:style>
          <p:txBody>
            <a:bodyPr/>
            <a:lstStyle/>
            <a:p>
              <a:endParaRPr lang="es-PE"/>
            </a:p>
          </p:txBody>
        </p:sp>
        <p:sp>
          <p:nvSpPr>
            <p:cNvPr id="11" name="Rectángulo: esquinas superiores redondeadas 4">
              <a:extLst>
                <a:ext uri="{FF2B5EF4-FFF2-40B4-BE49-F238E27FC236}">
                  <a16:creationId xmlns:a16="http://schemas.microsoft.com/office/drawing/2014/main" id="{FDAB6226-8F6D-4F81-8B94-F1F38AA348C1}"/>
                </a:ext>
              </a:extLst>
            </p:cNvPr>
            <p:cNvSpPr txBox="1"/>
            <p:nvPr/>
          </p:nvSpPr>
          <p:spPr>
            <a:xfrm>
              <a:off x="2888941" y="1831970"/>
              <a:ext cx="5679536" cy="2105011"/>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14300" tIns="57150" rIns="114300" bIns="57150" numCol="1" spcCol="1270" anchor="ctr" anchorCtr="0">
              <a:noAutofit/>
            </a:bodyPr>
            <a:lstStyle/>
            <a:p>
              <a:pPr marL="228600" lvl="1" indent="-228600" algn="l" defTabSz="1066800">
                <a:lnSpc>
                  <a:spcPct val="90000"/>
                </a:lnSpc>
                <a:spcBef>
                  <a:spcPct val="0"/>
                </a:spcBef>
                <a:spcAft>
                  <a:spcPct val="15000"/>
                </a:spcAft>
                <a:buChar char="•"/>
              </a:pPr>
              <a:r>
                <a:rPr lang="es-ES_tradnl" sz="2800" kern="1200" dirty="0">
                  <a:latin typeface="Arial Narrow" panose="020B0606020202030204" pitchFamily="34" charset="0"/>
                </a:rPr>
                <a:t>Es el modelo </a:t>
              </a:r>
              <a:r>
                <a:rPr lang="es-ES_tradnl" sz="2800" kern="1200" dirty="0">
                  <a:solidFill>
                    <a:prstClr val="black">
                      <a:hueOff val="0"/>
                      <a:satOff val="0"/>
                      <a:lumOff val="0"/>
                      <a:alphaOff val="0"/>
                    </a:prstClr>
                  </a:solidFill>
                  <a:latin typeface="Arial Narrow" panose="020B0606020202030204" pitchFamily="34" charset="0"/>
                </a:rPr>
                <a:t>expresado</a:t>
              </a:r>
              <a:r>
                <a:rPr lang="es-ES_tradnl" sz="2800" kern="1200" dirty="0">
                  <a:latin typeface="Arial Narrow" panose="020B0606020202030204" pitchFamily="34" charset="0"/>
                </a:rPr>
                <a:t> en términos matemáticos.</a:t>
              </a:r>
              <a:endParaRPr lang="es-PE" sz="2800" kern="1200" dirty="0">
                <a:latin typeface="Arial Narrow" panose="020B0606020202030204" pitchFamily="34" charset="0"/>
              </a:endParaRPr>
            </a:p>
            <a:p>
              <a:pPr marL="228600" lvl="1" indent="-228600" algn="l" defTabSz="1066800">
                <a:lnSpc>
                  <a:spcPct val="90000"/>
                </a:lnSpc>
                <a:spcBef>
                  <a:spcPct val="0"/>
                </a:spcBef>
                <a:spcAft>
                  <a:spcPct val="15000"/>
                </a:spcAft>
                <a:buChar char="•"/>
              </a:pPr>
              <a:r>
                <a:rPr lang="es-ES_tradnl" sz="2800" kern="1200" dirty="0">
                  <a:latin typeface="Arial Narrow" panose="020B0606020202030204" pitchFamily="34" charset="0"/>
                </a:rPr>
                <a:t>Hace más claras la estructura y relaciones.</a:t>
              </a:r>
              <a:endParaRPr lang="es-PE" sz="2800" kern="1200" dirty="0">
                <a:latin typeface="Arial Narrow" panose="020B0606020202030204" pitchFamily="34" charset="0"/>
              </a:endParaRPr>
            </a:p>
            <a:p>
              <a:pPr marL="228600" lvl="1" indent="-228600" algn="l" defTabSz="1066800">
                <a:lnSpc>
                  <a:spcPct val="90000"/>
                </a:lnSpc>
                <a:spcBef>
                  <a:spcPct val="0"/>
                </a:spcBef>
                <a:spcAft>
                  <a:spcPct val="15000"/>
                </a:spcAft>
                <a:buChar char="•"/>
              </a:pPr>
              <a:r>
                <a:rPr lang="es-ES_tradnl" sz="2800" kern="1200" dirty="0">
                  <a:latin typeface="Arial Narrow" panose="020B0606020202030204" pitchFamily="34" charset="0"/>
                </a:rPr>
                <a:t>Facilita el uso de técnicas matemáticas</a:t>
              </a:r>
              <a:endParaRPr lang="es-PE" sz="2800" kern="1200" dirty="0">
                <a:latin typeface="Arial Narrow" panose="020B0606020202030204" pitchFamily="34" charset="0"/>
              </a:endParaRPr>
            </a:p>
          </p:txBody>
        </p:sp>
      </p:grpSp>
      <p:grpSp>
        <p:nvGrpSpPr>
          <p:cNvPr id="12" name="Grupo 11">
            <a:extLst>
              <a:ext uri="{FF2B5EF4-FFF2-40B4-BE49-F238E27FC236}">
                <a16:creationId xmlns:a16="http://schemas.microsoft.com/office/drawing/2014/main" id="{57D90E79-2B67-48E0-A6A8-F38CD589677B}"/>
              </a:ext>
            </a:extLst>
          </p:cNvPr>
          <p:cNvGrpSpPr/>
          <p:nvPr/>
        </p:nvGrpSpPr>
        <p:grpSpPr>
          <a:xfrm>
            <a:off x="3639217" y="2743201"/>
            <a:ext cx="2038772" cy="1976848"/>
            <a:chOff x="8705" y="1671075"/>
            <a:chExt cx="2884410" cy="2037565"/>
          </a:xfrm>
        </p:grpSpPr>
        <p:sp>
          <p:nvSpPr>
            <p:cNvPr id="13" name="Rectángulo: esquinas redondeadas 12">
              <a:extLst>
                <a:ext uri="{FF2B5EF4-FFF2-40B4-BE49-F238E27FC236}">
                  <a16:creationId xmlns:a16="http://schemas.microsoft.com/office/drawing/2014/main" id="{8392B468-DB07-40B3-9D2B-023EC9183188}"/>
                </a:ext>
              </a:extLst>
            </p:cNvPr>
            <p:cNvSpPr/>
            <p:nvPr/>
          </p:nvSpPr>
          <p:spPr>
            <a:xfrm>
              <a:off x="8705" y="1671075"/>
              <a:ext cx="2884410" cy="2037565"/>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s-PE"/>
            </a:p>
          </p:txBody>
        </p:sp>
        <p:sp>
          <p:nvSpPr>
            <p:cNvPr id="14" name="Rectángulo: esquinas redondeadas 4">
              <a:extLst>
                <a:ext uri="{FF2B5EF4-FFF2-40B4-BE49-F238E27FC236}">
                  <a16:creationId xmlns:a16="http://schemas.microsoft.com/office/drawing/2014/main" id="{9066E0E3-263A-4713-B1EE-B055BDBB543E}"/>
                </a:ext>
              </a:extLst>
            </p:cNvPr>
            <p:cNvSpPr txBox="1"/>
            <p:nvPr/>
          </p:nvSpPr>
          <p:spPr>
            <a:xfrm>
              <a:off x="108171" y="1770541"/>
              <a:ext cx="2685478" cy="183863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33350" tIns="66675" rIns="133350" bIns="66675" numCol="1" spcCol="1270" anchor="ctr" anchorCtr="0">
              <a:noAutofit/>
            </a:bodyPr>
            <a:lstStyle/>
            <a:p>
              <a:pPr marL="0" lvl="0" indent="0" algn="ctr" defTabSz="1555750">
                <a:lnSpc>
                  <a:spcPct val="90000"/>
                </a:lnSpc>
                <a:spcBef>
                  <a:spcPct val="0"/>
                </a:spcBef>
                <a:spcAft>
                  <a:spcPct val="35000"/>
                </a:spcAft>
                <a:buNone/>
              </a:pPr>
              <a:r>
                <a:rPr lang="es-ES_tradnl" sz="2800" kern="1200" dirty="0">
                  <a:latin typeface="Arial Narrow" panose="020B0606020202030204" pitchFamily="34" charset="0"/>
                </a:rPr>
                <a:t>Modelo matemático: </a:t>
              </a:r>
              <a:endParaRPr lang="es-PE" sz="2800" kern="1200" dirty="0">
                <a:latin typeface="Arial Narrow" panose="020B0606020202030204" pitchFamily="34" charset="0"/>
              </a:endParaRPr>
            </a:p>
          </p:txBody>
        </p:sp>
      </p:grpSp>
    </p:spTree>
    <p:extLst>
      <p:ext uri="{BB962C8B-B14F-4D97-AF65-F5344CB8AC3E}">
        <p14:creationId xmlns:p14="http://schemas.microsoft.com/office/powerpoint/2010/main" val="35319002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P spid="7" grpId="0" animBg="1"/>
      <p:bldGraphic spid="8" grpId="0">
        <p:bldAsOne/>
      </p:bldGraphic>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Modelo matemático - Wikipedia, la enciclopedia libre">
            <a:extLst>
              <a:ext uri="{FF2B5EF4-FFF2-40B4-BE49-F238E27FC236}">
                <a16:creationId xmlns:a16="http://schemas.microsoft.com/office/drawing/2014/main" id="{A2C2A9E8-FAD5-32B1-5BCB-DEAB55FC95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82059" y="3285405"/>
            <a:ext cx="2737048" cy="193746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Diagrama 1">
            <a:extLst>
              <a:ext uri="{FF2B5EF4-FFF2-40B4-BE49-F238E27FC236}">
                <a16:creationId xmlns:a16="http://schemas.microsoft.com/office/drawing/2014/main" id="{233D4FB5-3658-4DB6-AC24-AC2E3FF34DD6}"/>
              </a:ext>
            </a:extLst>
          </p:cNvPr>
          <p:cNvGraphicFramePr/>
          <p:nvPr/>
        </p:nvGraphicFramePr>
        <p:xfrm>
          <a:off x="2864" y="1280160"/>
          <a:ext cx="9280473" cy="22542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1267" name="Picture 2" descr="Boceto%2520Bentley">
            <a:hlinkClick r:id="rId8"/>
          </p:cNvPr>
          <p:cNvPicPr>
            <a:picLocks noChangeAspect="1" noChangeArrowheads="1"/>
          </p:cNvPicPr>
          <p:nvPr/>
        </p:nvPicPr>
        <p:blipFill>
          <a:blip r:embed="rId9"/>
          <a:srcRect/>
          <a:stretch>
            <a:fillRect/>
          </a:stretch>
        </p:blipFill>
        <p:spPr bwMode="auto">
          <a:xfrm>
            <a:off x="9283336" y="5169542"/>
            <a:ext cx="2316481" cy="1688458"/>
          </a:xfrm>
          <a:prstGeom prst="rect">
            <a:avLst/>
          </a:prstGeom>
          <a:noFill/>
          <a:ln w="9525">
            <a:noFill/>
            <a:miter lim="800000"/>
            <a:headEnd/>
            <a:tailEnd/>
          </a:ln>
        </p:spPr>
      </p:pic>
      <p:sp>
        <p:nvSpPr>
          <p:cNvPr id="6" name="Rectangle 2"/>
          <p:cNvSpPr>
            <a:spLocks noGrp="1" noChangeArrowheads="1"/>
          </p:cNvSpPr>
          <p:nvPr>
            <p:ph type="title"/>
          </p:nvPr>
        </p:nvSpPr>
        <p:spPr>
          <a:xfrm>
            <a:off x="6096000" y="214839"/>
            <a:ext cx="6096000" cy="642937"/>
          </a:xfr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pPr algn="ctr"/>
            <a:r>
              <a:rPr lang="es-ES_tradnl" sz="3200" dirty="0">
                <a:solidFill>
                  <a:schemeClr val="bg1"/>
                </a:solidFill>
                <a:latin typeface="Bauhaus 93" pitchFamily="82" charset="0"/>
                <a:ea typeface="+mn-ea"/>
                <a:cs typeface="+mn-cs"/>
              </a:rPr>
              <a:t>Modelo matemático</a:t>
            </a:r>
          </a:p>
        </p:txBody>
      </p:sp>
      <p:pic>
        <p:nvPicPr>
          <p:cNvPr id="4" name="Imagen 3">
            <a:extLst>
              <a:ext uri="{FF2B5EF4-FFF2-40B4-BE49-F238E27FC236}">
                <a16:creationId xmlns:a16="http://schemas.microsoft.com/office/drawing/2014/main" id="{B289D3AE-85B9-4D7B-3B7F-3962C98E8839}"/>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283336" y="1491539"/>
            <a:ext cx="2734493" cy="1721924"/>
          </a:xfrm>
          <a:prstGeom prst="rect">
            <a:avLst/>
          </a:prstGeom>
        </p:spPr>
      </p:pic>
      <p:grpSp>
        <p:nvGrpSpPr>
          <p:cNvPr id="5" name="Grupo 4">
            <a:extLst>
              <a:ext uri="{FF2B5EF4-FFF2-40B4-BE49-F238E27FC236}">
                <a16:creationId xmlns:a16="http://schemas.microsoft.com/office/drawing/2014/main" id="{4BB4EEB8-FD88-5302-C040-A478C2DB8DD2}"/>
              </a:ext>
            </a:extLst>
          </p:cNvPr>
          <p:cNvGrpSpPr/>
          <p:nvPr/>
        </p:nvGrpSpPr>
        <p:grpSpPr>
          <a:xfrm>
            <a:off x="3072607" y="3574741"/>
            <a:ext cx="6119647" cy="2547514"/>
            <a:chOff x="3053763" y="1867253"/>
            <a:chExt cx="6119647" cy="2547514"/>
          </a:xfrm>
        </p:grpSpPr>
        <p:sp>
          <p:nvSpPr>
            <p:cNvPr id="10" name="Rectángulo: esquinas superiores redondeadas 9">
              <a:extLst>
                <a:ext uri="{FF2B5EF4-FFF2-40B4-BE49-F238E27FC236}">
                  <a16:creationId xmlns:a16="http://schemas.microsoft.com/office/drawing/2014/main" id="{CF74426A-17FC-58B5-C256-2B5752150F68}"/>
                </a:ext>
              </a:extLst>
            </p:cNvPr>
            <p:cNvSpPr/>
            <p:nvPr/>
          </p:nvSpPr>
          <p:spPr>
            <a:xfrm rot="5400000">
              <a:off x="4839830" y="81186"/>
              <a:ext cx="2547514" cy="6119647"/>
            </a:xfrm>
            <a:prstGeom prst="round2SameRect">
              <a:avLst/>
            </a:pr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endParaRPr lang="es-PE"/>
            </a:p>
          </p:txBody>
        </p:sp>
        <p:sp>
          <p:nvSpPr>
            <p:cNvPr id="11" name="Rectángulo: esquinas superiores redondeadas 4">
              <a:extLst>
                <a:ext uri="{FF2B5EF4-FFF2-40B4-BE49-F238E27FC236}">
                  <a16:creationId xmlns:a16="http://schemas.microsoft.com/office/drawing/2014/main" id="{3F865C66-E9FE-58AB-58AF-C0A295C9877D}"/>
                </a:ext>
              </a:extLst>
            </p:cNvPr>
            <p:cNvSpPr txBox="1"/>
            <p:nvPr/>
          </p:nvSpPr>
          <p:spPr>
            <a:xfrm>
              <a:off x="3053764" y="1991612"/>
              <a:ext cx="5995288" cy="2298796"/>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247650" tIns="123825" rIns="247650" bIns="123825" numCol="1" spcCol="1270" anchor="ctr" anchorCtr="0">
              <a:noAutofit/>
            </a:bodyPr>
            <a:lstStyle/>
            <a:p>
              <a:pPr marL="285750" lvl="1" indent="-285750" algn="l" defTabSz="1244600">
                <a:lnSpc>
                  <a:spcPct val="90000"/>
                </a:lnSpc>
                <a:spcBef>
                  <a:spcPct val="0"/>
                </a:spcBef>
                <a:spcAft>
                  <a:spcPct val="15000"/>
                </a:spcAft>
                <a:buChar char="•"/>
              </a:pPr>
              <a:r>
                <a:rPr lang="es-ES_tradnl" sz="2800" kern="1200" dirty="0"/>
                <a:t>Se mejora con la práctica.</a:t>
              </a:r>
              <a:endParaRPr lang="es-PE" sz="2800" kern="1200" dirty="0"/>
            </a:p>
            <a:p>
              <a:pPr marL="285750" lvl="1" indent="-285750" algn="l" defTabSz="1244600">
                <a:lnSpc>
                  <a:spcPct val="90000"/>
                </a:lnSpc>
                <a:spcBef>
                  <a:spcPct val="0"/>
                </a:spcBef>
                <a:spcAft>
                  <a:spcPct val="15000"/>
                </a:spcAft>
                <a:buChar char="•"/>
              </a:pPr>
              <a:r>
                <a:rPr lang="es-ES_tradnl" sz="2800" kern="1200" dirty="0"/>
                <a:t>Es una visión de la realidad.</a:t>
              </a:r>
              <a:endParaRPr lang="es-PE" sz="2800" kern="1200" dirty="0"/>
            </a:p>
            <a:p>
              <a:pPr marL="285750" lvl="1" indent="-285750" algn="l" defTabSz="1244600">
                <a:lnSpc>
                  <a:spcPct val="90000"/>
                </a:lnSpc>
                <a:spcBef>
                  <a:spcPct val="0"/>
                </a:spcBef>
                <a:spcAft>
                  <a:spcPct val="15000"/>
                </a:spcAft>
                <a:buChar char="•"/>
              </a:pPr>
              <a:r>
                <a:rPr lang="es-ES_tradnl" sz="2800" kern="1200" dirty="0"/>
                <a:t>Tiene estilo, elegancia, simplicidad.</a:t>
              </a:r>
              <a:endParaRPr lang="es-PE" sz="2800" kern="1200" dirty="0"/>
            </a:p>
            <a:p>
              <a:pPr marL="285750" lvl="1" indent="-285750" algn="l" defTabSz="1244600">
                <a:lnSpc>
                  <a:spcPct val="90000"/>
                </a:lnSpc>
                <a:spcBef>
                  <a:spcPct val="0"/>
                </a:spcBef>
                <a:spcAft>
                  <a:spcPct val="15000"/>
                </a:spcAft>
                <a:buChar char="•"/>
              </a:pPr>
              <a:r>
                <a:rPr lang="es-ES_tradnl" sz="2800" kern="1200" dirty="0"/>
                <a:t>Se usa creativamente herramientas.</a:t>
              </a:r>
              <a:endParaRPr lang="es-PE" sz="2800" kern="1200" dirty="0"/>
            </a:p>
            <a:p>
              <a:pPr marL="285750" lvl="1" indent="-285750" algn="l" defTabSz="1244600">
                <a:lnSpc>
                  <a:spcPct val="90000"/>
                </a:lnSpc>
                <a:spcBef>
                  <a:spcPct val="0"/>
                </a:spcBef>
                <a:spcAft>
                  <a:spcPct val="15000"/>
                </a:spcAft>
                <a:buChar char="•"/>
              </a:pPr>
              <a:r>
                <a:rPr lang="es-ES_tradnl" sz="2800" kern="1200" dirty="0"/>
                <a:t>Se mejora con la experiencia.</a:t>
              </a:r>
              <a:endParaRPr lang="es-PE" sz="2800" kern="1200" dirty="0"/>
            </a:p>
          </p:txBody>
        </p:sp>
      </p:grpSp>
      <p:grpSp>
        <p:nvGrpSpPr>
          <p:cNvPr id="7" name="Grupo 6">
            <a:extLst>
              <a:ext uri="{FF2B5EF4-FFF2-40B4-BE49-F238E27FC236}">
                <a16:creationId xmlns:a16="http://schemas.microsoft.com/office/drawing/2014/main" id="{09169528-1874-6083-18F2-9CEE10DA160F}"/>
              </a:ext>
            </a:extLst>
          </p:cNvPr>
          <p:cNvGrpSpPr/>
          <p:nvPr/>
        </p:nvGrpSpPr>
        <p:grpSpPr>
          <a:xfrm>
            <a:off x="125905" y="3545459"/>
            <a:ext cx="2946702" cy="2606078"/>
            <a:chOff x="107061" y="1837971"/>
            <a:chExt cx="2946702" cy="2606078"/>
          </a:xfrm>
        </p:grpSpPr>
        <p:sp>
          <p:nvSpPr>
            <p:cNvPr id="8" name="Rectángulo: esquinas redondeadas 7">
              <a:extLst>
                <a:ext uri="{FF2B5EF4-FFF2-40B4-BE49-F238E27FC236}">
                  <a16:creationId xmlns:a16="http://schemas.microsoft.com/office/drawing/2014/main" id="{D5D0D046-6FD1-C07D-210F-9912FB59AB98}"/>
                </a:ext>
              </a:extLst>
            </p:cNvPr>
            <p:cNvSpPr/>
            <p:nvPr/>
          </p:nvSpPr>
          <p:spPr>
            <a:xfrm>
              <a:off x="107061" y="1837971"/>
              <a:ext cx="2946702" cy="2606078"/>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s-PE"/>
            </a:p>
          </p:txBody>
        </p:sp>
        <p:sp>
          <p:nvSpPr>
            <p:cNvPr id="9" name="Rectángulo: esquinas redondeadas 6">
              <a:extLst>
                <a:ext uri="{FF2B5EF4-FFF2-40B4-BE49-F238E27FC236}">
                  <a16:creationId xmlns:a16="http://schemas.microsoft.com/office/drawing/2014/main" id="{D657767F-8935-3DAA-D44C-88AB35761EF1}"/>
                </a:ext>
              </a:extLst>
            </p:cNvPr>
            <p:cNvSpPr txBox="1"/>
            <p:nvPr/>
          </p:nvSpPr>
          <p:spPr>
            <a:xfrm>
              <a:off x="234279" y="1965189"/>
              <a:ext cx="2692266" cy="235164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52400" tIns="76200" rIns="152400" bIns="76200" numCol="1" spcCol="1270" anchor="ctr" anchorCtr="0">
              <a:noAutofit/>
            </a:bodyPr>
            <a:lstStyle/>
            <a:p>
              <a:pPr marL="0" lvl="0" indent="0" algn="ctr" defTabSz="1778000">
                <a:lnSpc>
                  <a:spcPct val="90000"/>
                </a:lnSpc>
                <a:spcBef>
                  <a:spcPct val="0"/>
                </a:spcBef>
                <a:spcAft>
                  <a:spcPct val="35000"/>
                </a:spcAft>
                <a:buNone/>
              </a:pPr>
              <a:r>
                <a:rPr lang="es-ES_tradnl" sz="4000" kern="1200" dirty="0"/>
                <a:t>Es un arte, porque</a:t>
              </a:r>
              <a:endParaRPr lang="es-PE" sz="4000" kern="1200" dirty="0"/>
            </a:p>
          </p:txBody>
        </p:sp>
      </p:grpSp>
    </p:spTree>
    <p:extLst>
      <p:ext uri="{BB962C8B-B14F-4D97-AF65-F5344CB8AC3E}">
        <p14:creationId xmlns:p14="http://schemas.microsoft.com/office/powerpoint/2010/main" val="457013718"/>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4 Marcador de número de diapositiva"/>
          <p:cNvSpPr>
            <a:spLocks noGrp="1"/>
          </p:cNvSpPr>
          <p:nvPr>
            <p:ph type="sldNum" sz="quarter" idx="12"/>
          </p:nvPr>
        </p:nvSpPr>
        <p:spPr>
          <a:xfrm>
            <a:off x="9740900" y="6248400"/>
            <a:ext cx="533400" cy="609600"/>
          </a:xfrm>
          <a:noFill/>
        </p:spPr>
        <p:txBody>
          <a:bodyPr/>
          <a:lstStyle/>
          <a:p>
            <a:fld id="{5D15F8F8-3096-4CBB-8A09-1EB0714BABF5}" type="slidenum">
              <a:rPr lang="es-ES" smtClean="0"/>
              <a:pPr/>
              <a:t>39</a:t>
            </a:fld>
            <a:endParaRPr lang="es-ES" dirty="0"/>
          </a:p>
        </p:txBody>
      </p:sp>
      <p:graphicFrame>
        <p:nvGraphicFramePr>
          <p:cNvPr id="5" name="4 Tabla"/>
          <p:cNvGraphicFramePr>
            <a:graphicFrameLocks noGrp="1"/>
          </p:cNvGraphicFramePr>
          <p:nvPr/>
        </p:nvGraphicFramePr>
        <p:xfrm>
          <a:off x="1105990" y="1397001"/>
          <a:ext cx="10049690" cy="3822909"/>
        </p:xfrm>
        <a:graphic>
          <a:graphicData uri="http://schemas.openxmlformats.org/drawingml/2006/table">
            <a:tbl>
              <a:tblPr firstRow="1" bandRow="1">
                <a:tableStyleId>{5C22544A-7EE6-4342-B048-85BDC9FD1C3A}</a:tableStyleId>
              </a:tblPr>
              <a:tblGrid>
                <a:gridCol w="4693919">
                  <a:extLst>
                    <a:ext uri="{9D8B030D-6E8A-4147-A177-3AD203B41FA5}">
                      <a16:colId xmlns:a16="http://schemas.microsoft.com/office/drawing/2014/main" val="20000"/>
                    </a:ext>
                  </a:extLst>
                </a:gridCol>
                <a:gridCol w="5355771">
                  <a:extLst>
                    <a:ext uri="{9D8B030D-6E8A-4147-A177-3AD203B41FA5}">
                      <a16:colId xmlns:a16="http://schemas.microsoft.com/office/drawing/2014/main" val="20001"/>
                    </a:ext>
                  </a:extLst>
                </a:gridCol>
              </a:tblGrid>
              <a:tr h="863027">
                <a:tc>
                  <a:txBody>
                    <a:bodyPr/>
                    <a:lstStyle/>
                    <a:p>
                      <a:pPr marL="0" lvl="1" algn="ctr">
                        <a:spcBef>
                          <a:spcPct val="0"/>
                        </a:spcBef>
                        <a:buFontTx/>
                        <a:buNone/>
                      </a:pPr>
                      <a:r>
                        <a:rPr lang="es-ES" sz="2800" b="1" dirty="0">
                          <a:solidFill>
                            <a:schemeClr val="bg1"/>
                          </a:solidFill>
                          <a:latin typeface="Arial Narrow" pitchFamily="34" charset="0"/>
                        </a:rPr>
                        <a:t>Decisiones estratégicas</a:t>
                      </a:r>
                    </a:p>
                    <a:p>
                      <a:pPr marL="0" lvl="1" algn="ctr">
                        <a:spcBef>
                          <a:spcPct val="0"/>
                        </a:spcBef>
                        <a:buFontTx/>
                        <a:buNone/>
                      </a:pPr>
                      <a:r>
                        <a:rPr lang="es-ES" sz="2800" b="1" dirty="0">
                          <a:solidFill>
                            <a:schemeClr val="bg1"/>
                          </a:solidFill>
                          <a:latin typeface="Arial Narrow" pitchFamily="34" charset="0"/>
                        </a:rPr>
                        <a:t>LARGO PLAZO</a:t>
                      </a:r>
                    </a:p>
                  </a:txBody>
                  <a:tcPr>
                    <a:solidFill>
                      <a:srgbClr val="002060"/>
                    </a:solidFill>
                  </a:tcPr>
                </a:tc>
                <a:tc>
                  <a:txBody>
                    <a:bodyPr/>
                    <a:lstStyle/>
                    <a:p>
                      <a:pPr marL="0" lvl="1" algn="ctr">
                        <a:spcBef>
                          <a:spcPct val="0"/>
                        </a:spcBef>
                        <a:buFontTx/>
                        <a:buNone/>
                      </a:pPr>
                      <a:r>
                        <a:rPr lang="es-ES" sz="2800" b="1" dirty="0">
                          <a:solidFill>
                            <a:schemeClr val="bg1"/>
                          </a:solidFill>
                          <a:latin typeface="Arial Narrow" pitchFamily="34" charset="0"/>
                        </a:rPr>
                        <a:t>Decisiones operacionales</a:t>
                      </a:r>
                    </a:p>
                    <a:p>
                      <a:pPr marL="0" lvl="1" algn="ctr">
                        <a:spcBef>
                          <a:spcPct val="0"/>
                        </a:spcBef>
                        <a:buFontTx/>
                        <a:buNone/>
                      </a:pPr>
                      <a:r>
                        <a:rPr lang="es-ES" sz="2800" b="1" dirty="0">
                          <a:solidFill>
                            <a:schemeClr val="bg1"/>
                          </a:solidFill>
                          <a:latin typeface="Arial Narrow" pitchFamily="34" charset="0"/>
                        </a:rPr>
                        <a:t>CORTO PLAZO</a:t>
                      </a:r>
                      <a:endParaRPr lang="es-ES" sz="2800" dirty="0">
                        <a:solidFill>
                          <a:schemeClr val="bg1"/>
                        </a:solidFill>
                      </a:endParaRPr>
                    </a:p>
                  </a:txBody>
                  <a:tcPr>
                    <a:solidFill>
                      <a:srgbClr val="002060"/>
                    </a:solidFill>
                  </a:tcPr>
                </a:tc>
                <a:extLst>
                  <a:ext uri="{0D108BD9-81ED-4DB2-BD59-A6C34878D82A}">
                    <a16:rowId xmlns:a16="http://schemas.microsoft.com/office/drawing/2014/main" val="10000"/>
                  </a:ext>
                </a:extLst>
              </a:tr>
              <a:tr h="2878029">
                <a:tc>
                  <a:txBody>
                    <a:bodyPr/>
                    <a:lstStyle/>
                    <a:p>
                      <a:pPr marL="0" lvl="1" algn="ctr">
                        <a:spcBef>
                          <a:spcPct val="0"/>
                        </a:spcBef>
                        <a:buFontTx/>
                        <a:buNone/>
                      </a:pPr>
                      <a:r>
                        <a:rPr lang="es-ES" sz="2800" dirty="0">
                          <a:latin typeface="Arial Narrow" pitchFamily="34" charset="0"/>
                        </a:rPr>
                        <a:t>¿Debería reemplazarse un sistema existente?</a:t>
                      </a:r>
                    </a:p>
                    <a:p>
                      <a:pPr marL="0" lvl="1" algn="ctr">
                        <a:spcBef>
                          <a:spcPct val="0"/>
                        </a:spcBef>
                        <a:buFontTx/>
                        <a:buNone/>
                      </a:pPr>
                      <a:r>
                        <a:rPr lang="es-ES" sz="2800" dirty="0">
                          <a:latin typeface="Arial Narrow" pitchFamily="34" charset="0"/>
                        </a:rPr>
                        <a:t>¿Debería cambiarse la política de Administración?</a:t>
                      </a:r>
                    </a:p>
                    <a:p>
                      <a:pPr marL="0" lvl="1" algn="ctr">
                        <a:spcBef>
                          <a:spcPct val="0"/>
                        </a:spcBef>
                        <a:buFontTx/>
                        <a:buNone/>
                      </a:pPr>
                      <a:r>
                        <a:rPr lang="es-ES" sz="2800" dirty="0">
                          <a:latin typeface="Arial Narrow" pitchFamily="34" charset="0"/>
                        </a:rPr>
                        <a:t>¿Debería hacer una alianza estratégica?</a:t>
                      </a:r>
                      <a:endParaRPr lang="es-ES" sz="2800" dirty="0"/>
                    </a:p>
                  </a:txBody>
                  <a:tcPr/>
                </a:tc>
                <a:tc>
                  <a:txBody>
                    <a:bodyPr/>
                    <a:lstStyle/>
                    <a:p>
                      <a:pPr marL="0" lvl="1" algn="ctr">
                        <a:spcBef>
                          <a:spcPct val="0"/>
                        </a:spcBef>
                        <a:buFontTx/>
                        <a:buNone/>
                      </a:pPr>
                      <a:r>
                        <a:rPr lang="es-ES" sz="2800" dirty="0">
                          <a:latin typeface="Arial Narrow" pitchFamily="34" charset="0"/>
                        </a:rPr>
                        <a:t>¿Cómo programar la fuerza de trabajo?</a:t>
                      </a:r>
                    </a:p>
                    <a:p>
                      <a:pPr marL="0" lvl="1" algn="ctr">
                        <a:spcBef>
                          <a:spcPct val="0"/>
                        </a:spcBef>
                        <a:buFontTx/>
                        <a:buNone/>
                      </a:pPr>
                      <a:r>
                        <a:rPr lang="es-ES" sz="2800" dirty="0">
                          <a:latin typeface="Arial Narrow" pitchFamily="34" charset="0"/>
                        </a:rPr>
                        <a:t>¿Cuál es el plan de producción óptimo?</a:t>
                      </a:r>
                    </a:p>
                    <a:p>
                      <a:pPr marL="0" lvl="1" algn="ctr">
                        <a:spcBef>
                          <a:spcPct val="0"/>
                        </a:spcBef>
                        <a:buFontTx/>
                        <a:buNone/>
                      </a:pPr>
                      <a:r>
                        <a:rPr lang="es-ES" sz="2800" dirty="0">
                          <a:latin typeface="Arial Narrow" pitchFamily="34" charset="0"/>
                        </a:rPr>
                        <a:t>¿Cuál es plan de embarque más económico? </a:t>
                      </a:r>
                    </a:p>
                    <a:p>
                      <a:pPr marL="0" lvl="1" algn="ctr">
                        <a:spcBef>
                          <a:spcPct val="0"/>
                        </a:spcBef>
                        <a:buFontTx/>
                        <a:buNone/>
                      </a:pPr>
                      <a:r>
                        <a:rPr lang="es-ES" sz="2800" dirty="0">
                          <a:latin typeface="Arial Narrow" pitchFamily="34" charset="0"/>
                        </a:rPr>
                        <a:t>¿A cuanto debe venderse la mercadería?</a:t>
                      </a:r>
                      <a:endParaRPr lang="es-PE" sz="2800" dirty="0">
                        <a:latin typeface="Arial Narrow" pitchFamily="34" charset="0"/>
                      </a:endParaRPr>
                    </a:p>
                  </a:txBody>
                  <a:tcPr/>
                </a:tc>
                <a:extLst>
                  <a:ext uri="{0D108BD9-81ED-4DB2-BD59-A6C34878D82A}">
                    <a16:rowId xmlns:a16="http://schemas.microsoft.com/office/drawing/2014/main" val="10001"/>
                  </a:ext>
                </a:extLst>
              </a:tr>
            </a:tbl>
          </a:graphicData>
        </a:graphic>
      </p:graphicFrame>
      <p:pic>
        <p:nvPicPr>
          <p:cNvPr id="12302" name="Picture 14" descr="conferenceroom_meeting_md_wht"/>
          <p:cNvPicPr>
            <a:picLocks noChangeAspect="1" noChangeArrowheads="1" noCrop="1"/>
          </p:cNvPicPr>
          <p:nvPr/>
        </p:nvPicPr>
        <p:blipFill>
          <a:blip r:embed="rId3"/>
          <a:srcRect/>
          <a:stretch>
            <a:fillRect/>
          </a:stretch>
        </p:blipFill>
        <p:spPr bwMode="auto">
          <a:xfrm>
            <a:off x="4601318" y="5219910"/>
            <a:ext cx="3349364" cy="1638089"/>
          </a:xfrm>
          <a:prstGeom prst="rect">
            <a:avLst/>
          </a:prstGeom>
          <a:noFill/>
          <a:ln w="9525">
            <a:noFill/>
            <a:miter lim="800000"/>
            <a:headEnd/>
            <a:tailEnd/>
          </a:ln>
        </p:spPr>
      </p:pic>
      <p:sp>
        <p:nvSpPr>
          <p:cNvPr id="6" name="Rectangle 2"/>
          <p:cNvSpPr>
            <a:spLocks noGrp="1" noChangeArrowheads="1"/>
          </p:cNvSpPr>
          <p:nvPr>
            <p:ph type="title"/>
          </p:nvPr>
        </p:nvSpPr>
        <p:spPr>
          <a:xfrm>
            <a:off x="6096000" y="221511"/>
            <a:ext cx="6096000" cy="642937"/>
          </a:xfr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pPr algn="ctr"/>
            <a:r>
              <a:rPr lang="es-ES_tradnl" sz="3200" dirty="0">
                <a:solidFill>
                  <a:schemeClr val="bg1"/>
                </a:solidFill>
                <a:latin typeface="Bauhaus 93" pitchFamily="82" charset="0"/>
                <a:ea typeface="+mn-ea"/>
                <a:cs typeface="+mn-cs"/>
              </a:rPr>
              <a:t>Usos de los Modelos</a:t>
            </a:r>
          </a:p>
        </p:txBody>
      </p:sp>
    </p:spTree>
    <p:extLst>
      <p:ext uri="{BB962C8B-B14F-4D97-AF65-F5344CB8AC3E}">
        <p14:creationId xmlns:p14="http://schemas.microsoft.com/office/powerpoint/2010/main" val="252678953"/>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4 Marcador de número de diapositiva"/>
          <p:cNvSpPr>
            <a:spLocks noGrp="1"/>
          </p:cNvSpPr>
          <p:nvPr>
            <p:ph type="sldNum" sz="quarter" idx="12"/>
          </p:nvPr>
        </p:nvSpPr>
        <p:spPr>
          <a:xfrm>
            <a:off x="9740900" y="6248400"/>
            <a:ext cx="533400" cy="609600"/>
          </a:xfrm>
          <a:noFill/>
        </p:spPr>
        <p:txBody>
          <a:bodyPr/>
          <a:lstStyle/>
          <a:p>
            <a:fld id="{4230C28F-72FC-4A4F-B412-0FAEDACBFA45}" type="slidenum">
              <a:rPr lang="es-ES" smtClean="0"/>
              <a:pPr/>
              <a:t>40</a:t>
            </a:fld>
            <a:endParaRPr lang="es-ES" dirty="0"/>
          </a:p>
        </p:txBody>
      </p:sp>
      <p:graphicFrame>
        <p:nvGraphicFramePr>
          <p:cNvPr id="5" name="4 Tabla"/>
          <p:cNvGraphicFramePr>
            <a:graphicFrameLocks noGrp="1"/>
          </p:cNvGraphicFramePr>
          <p:nvPr/>
        </p:nvGraphicFramePr>
        <p:xfrm>
          <a:off x="1098958" y="1441451"/>
          <a:ext cx="10041623" cy="2743200"/>
        </p:xfrm>
        <a:graphic>
          <a:graphicData uri="http://schemas.openxmlformats.org/drawingml/2006/table">
            <a:tbl>
              <a:tblPr firstRow="1" bandRow="1">
                <a:tableStyleId>{5C22544A-7EE6-4342-B048-85BDC9FD1C3A}</a:tableStyleId>
              </a:tblPr>
              <a:tblGrid>
                <a:gridCol w="4999838">
                  <a:extLst>
                    <a:ext uri="{9D8B030D-6E8A-4147-A177-3AD203B41FA5}">
                      <a16:colId xmlns:a16="http://schemas.microsoft.com/office/drawing/2014/main" val="20000"/>
                    </a:ext>
                  </a:extLst>
                </a:gridCol>
                <a:gridCol w="5041785">
                  <a:extLst>
                    <a:ext uri="{9D8B030D-6E8A-4147-A177-3AD203B41FA5}">
                      <a16:colId xmlns:a16="http://schemas.microsoft.com/office/drawing/2014/main" val="20001"/>
                    </a:ext>
                  </a:extLst>
                </a:gridCol>
              </a:tblGrid>
              <a:tr h="414089">
                <a:tc>
                  <a:txBody>
                    <a:bodyPr/>
                    <a:lstStyle/>
                    <a:p>
                      <a:pPr marL="0" lvl="1" algn="ctr">
                        <a:spcBef>
                          <a:spcPct val="0"/>
                        </a:spcBef>
                        <a:buFontTx/>
                        <a:buNone/>
                      </a:pPr>
                      <a:r>
                        <a:rPr lang="es-ES" sz="2800" b="1" dirty="0">
                          <a:solidFill>
                            <a:schemeClr val="bg1"/>
                          </a:solidFill>
                          <a:latin typeface="Arial Narrow" pitchFamily="34" charset="0"/>
                        </a:rPr>
                        <a:t>Ventajas</a:t>
                      </a:r>
                    </a:p>
                  </a:txBody>
                  <a:tcPr>
                    <a:solidFill>
                      <a:srgbClr val="002060"/>
                    </a:solidFill>
                  </a:tcPr>
                </a:tc>
                <a:tc>
                  <a:txBody>
                    <a:bodyPr/>
                    <a:lstStyle/>
                    <a:p>
                      <a:pPr marL="0" lvl="1" algn="ctr">
                        <a:spcBef>
                          <a:spcPct val="0"/>
                        </a:spcBef>
                        <a:buFontTx/>
                        <a:buNone/>
                      </a:pPr>
                      <a:r>
                        <a:rPr lang="es-ES" sz="2800" b="1" dirty="0">
                          <a:solidFill>
                            <a:schemeClr val="bg1"/>
                          </a:solidFill>
                          <a:latin typeface="Arial Narrow" pitchFamily="34" charset="0"/>
                        </a:rPr>
                        <a:t>Desventajas</a:t>
                      </a:r>
                      <a:endParaRPr lang="es-ES" sz="2800" dirty="0">
                        <a:solidFill>
                          <a:schemeClr val="bg1"/>
                        </a:solidFill>
                      </a:endParaRPr>
                    </a:p>
                  </a:txBody>
                  <a:tcPr>
                    <a:solidFill>
                      <a:srgbClr val="002060"/>
                    </a:solidFill>
                  </a:tcPr>
                </a:tc>
                <a:extLst>
                  <a:ext uri="{0D108BD9-81ED-4DB2-BD59-A6C34878D82A}">
                    <a16:rowId xmlns:a16="http://schemas.microsoft.com/office/drawing/2014/main" val="10000"/>
                  </a:ext>
                </a:extLst>
              </a:tr>
              <a:tr h="2086733">
                <a:tc>
                  <a:txBody>
                    <a:bodyPr/>
                    <a:lstStyle/>
                    <a:p>
                      <a:pPr marL="342900" lvl="1" indent="-342900" algn="l">
                        <a:spcBef>
                          <a:spcPct val="0"/>
                        </a:spcBef>
                        <a:buFont typeface="Arial" panose="020B0604020202020204" pitchFamily="34" charset="0"/>
                        <a:buChar char="•"/>
                      </a:pPr>
                      <a:r>
                        <a:rPr lang="es-ES" sz="2800" dirty="0">
                          <a:latin typeface="Arial Narrow" pitchFamily="34" charset="0"/>
                        </a:rPr>
                        <a:t>Un  método  óptimo  para lograr un objetivo.</a:t>
                      </a:r>
                    </a:p>
                    <a:p>
                      <a:pPr marL="342900" lvl="1" indent="-342900" algn="l">
                        <a:spcBef>
                          <a:spcPct val="0"/>
                        </a:spcBef>
                        <a:buFont typeface="Arial" panose="020B0604020202020204" pitchFamily="34" charset="0"/>
                        <a:buChar char="•"/>
                      </a:pPr>
                      <a:r>
                        <a:rPr lang="es-ES" sz="2800" dirty="0">
                          <a:latin typeface="Arial Narrow" pitchFamily="34" charset="0"/>
                        </a:rPr>
                        <a:t>Una   forma   de   evaluar preguntas de sensibilidad de la forma: “¿Qué  sucedería  sí ..?”</a:t>
                      </a:r>
                      <a:endParaRPr lang="es-ES" sz="2800" dirty="0"/>
                    </a:p>
                  </a:txBody>
                  <a:tcPr/>
                </a:tc>
                <a:tc>
                  <a:txBody>
                    <a:bodyPr/>
                    <a:lstStyle/>
                    <a:p>
                      <a:pPr marL="0" lvl="1" algn="l">
                        <a:spcBef>
                          <a:spcPct val="0"/>
                        </a:spcBef>
                        <a:buFont typeface="Arial" pitchFamily="34" charset="0"/>
                        <a:buChar char="•"/>
                      </a:pPr>
                      <a:r>
                        <a:rPr lang="es-ES_tradnl" sz="2800" dirty="0">
                          <a:latin typeface="Arial Narrow" pitchFamily="34" charset="0"/>
                        </a:rPr>
                        <a:t>Selección de aspectos de la realidad.</a:t>
                      </a:r>
                    </a:p>
                    <a:p>
                      <a:pPr marL="0" lvl="1" algn="l">
                        <a:spcBef>
                          <a:spcPct val="0"/>
                        </a:spcBef>
                        <a:buFont typeface="Arial" pitchFamily="34" charset="0"/>
                        <a:buChar char="•"/>
                      </a:pPr>
                      <a:r>
                        <a:rPr lang="es-ES_tradnl" sz="2800" dirty="0">
                          <a:latin typeface="Arial Narrow" pitchFamily="34" charset="0"/>
                        </a:rPr>
                        <a:t>Inviable considerar todo el sistema.</a:t>
                      </a:r>
                    </a:p>
                    <a:p>
                      <a:pPr marL="0" lvl="1" algn="l">
                        <a:spcBef>
                          <a:spcPct val="0"/>
                        </a:spcBef>
                        <a:buFont typeface="Arial" pitchFamily="34" charset="0"/>
                        <a:buChar char="•"/>
                      </a:pPr>
                      <a:r>
                        <a:rPr lang="es-ES_tradnl" sz="2800" dirty="0">
                          <a:latin typeface="Arial Narrow" pitchFamily="34" charset="0"/>
                        </a:rPr>
                        <a:t>Errores en modelos matemáticos.</a:t>
                      </a:r>
                    </a:p>
                    <a:p>
                      <a:pPr marL="0" lvl="1" algn="l">
                        <a:spcBef>
                          <a:spcPct val="0"/>
                        </a:spcBef>
                        <a:buFont typeface="Arial" pitchFamily="34" charset="0"/>
                        <a:buChar char="•"/>
                      </a:pPr>
                      <a:r>
                        <a:rPr lang="es-ES_tradnl" sz="2800" dirty="0">
                          <a:latin typeface="Arial Narrow" pitchFamily="34" charset="0"/>
                        </a:rPr>
                        <a:t>Modelos sencillos y aproximados.</a:t>
                      </a:r>
                    </a:p>
                  </a:txBody>
                  <a:tcPr/>
                </a:tc>
                <a:extLst>
                  <a:ext uri="{0D108BD9-81ED-4DB2-BD59-A6C34878D82A}">
                    <a16:rowId xmlns:a16="http://schemas.microsoft.com/office/drawing/2014/main" val="10001"/>
                  </a:ext>
                </a:extLst>
              </a:tr>
            </a:tbl>
          </a:graphicData>
        </a:graphic>
      </p:graphicFrame>
      <p:pic>
        <p:nvPicPr>
          <p:cNvPr id="13327" name="Picture 4" descr="cliente"/>
          <p:cNvPicPr>
            <a:picLocks noGrp="1" noChangeAspect="1" noChangeArrowheads="1"/>
          </p:cNvPicPr>
          <p:nvPr>
            <p:ph sz="half" idx="4294967295"/>
          </p:nvPr>
        </p:nvPicPr>
        <p:blipFill>
          <a:blip r:embed="rId3"/>
          <a:srcRect/>
          <a:stretch>
            <a:fillRect/>
          </a:stretch>
        </p:blipFill>
        <p:spPr>
          <a:xfrm>
            <a:off x="5230527" y="4686761"/>
            <a:ext cx="1778483" cy="1445667"/>
          </a:xfrm>
        </p:spPr>
      </p:pic>
      <p:sp>
        <p:nvSpPr>
          <p:cNvPr id="9" name="Rectangle 2"/>
          <p:cNvSpPr>
            <a:spLocks noGrp="1" noChangeArrowheads="1"/>
          </p:cNvSpPr>
          <p:nvPr>
            <p:ph type="title"/>
          </p:nvPr>
        </p:nvSpPr>
        <p:spPr>
          <a:xfrm>
            <a:off x="6096000" y="226903"/>
            <a:ext cx="6096000" cy="642938"/>
          </a:xfr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pPr algn="ctr"/>
            <a:r>
              <a:rPr lang="es-ES_tradnl" sz="3200" dirty="0">
                <a:solidFill>
                  <a:schemeClr val="bg1"/>
                </a:solidFill>
                <a:latin typeface="Bauhaus 93" pitchFamily="82" charset="0"/>
                <a:ea typeface="+mn-ea"/>
                <a:cs typeface="+mn-cs"/>
              </a:rPr>
              <a:t>Ventajas y desventajas</a:t>
            </a:r>
            <a:br>
              <a:rPr lang="es-ES_tradnl" sz="3200" dirty="0">
                <a:solidFill>
                  <a:schemeClr val="bg1"/>
                </a:solidFill>
                <a:latin typeface="Bauhaus 93" pitchFamily="82" charset="0"/>
                <a:ea typeface="+mn-ea"/>
                <a:cs typeface="+mn-cs"/>
              </a:rPr>
            </a:br>
            <a:r>
              <a:rPr lang="es-ES_tradnl" sz="3200" dirty="0">
                <a:solidFill>
                  <a:schemeClr val="bg1"/>
                </a:solidFill>
                <a:latin typeface="Bauhaus 93" pitchFamily="82" charset="0"/>
                <a:ea typeface="+mn-ea"/>
                <a:cs typeface="+mn-cs"/>
              </a:rPr>
              <a:t>de los Modelos</a:t>
            </a:r>
          </a:p>
        </p:txBody>
      </p:sp>
    </p:spTree>
    <p:extLst>
      <p:ext uri="{BB962C8B-B14F-4D97-AF65-F5344CB8AC3E}">
        <p14:creationId xmlns:p14="http://schemas.microsoft.com/office/powerpoint/2010/main" val="969930883"/>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4 Marcador de número de diapositiva"/>
          <p:cNvSpPr>
            <a:spLocks noGrp="1"/>
          </p:cNvSpPr>
          <p:nvPr>
            <p:ph type="sldNum" sz="quarter" idx="12"/>
          </p:nvPr>
        </p:nvSpPr>
        <p:spPr>
          <a:xfrm>
            <a:off x="9740900" y="6248400"/>
            <a:ext cx="533400" cy="609600"/>
          </a:xfrm>
          <a:noFill/>
        </p:spPr>
        <p:txBody>
          <a:bodyPr/>
          <a:lstStyle/>
          <a:p>
            <a:fld id="{E009CA69-7A94-470B-B7D9-8CB2AD39BEF6}" type="slidenum">
              <a:rPr lang="es-ES" smtClean="0"/>
              <a:pPr/>
              <a:t>41</a:t>
            </a:fld>
            <a:endParaRPr lang="es-ES" dirty="0"/>
          </a:p>
        </p:txBody>
      </p:sp>
      <p:graphicFrame>
        <p:nvGraphicFramePr>
          <p:cNvPr id="5" name="4 Tabla"/>
          <p:cNvGraphicFramePr>
            <a:graphicFrameLocks noGrp="1"/>
          </p:cNvGraphicFramePr>
          <p:nvPr/>
        </p:nvGraphicFramePr>
        <p:xfrm>
          <a:off x="548641" y="1397000"/>
          <a:ext cx="11286308" cy="4450080"/>
        </p:xfrm>
        <a:graphic>
          <a:graphicData uri="http://schemas.openxmlformats.org/drawingml/2006/table">
            <a:tbl>
              <a:tblPr firstRow="1" bandRow="1">
                <a:tableStyleId>{5C22544A-7EE6-4342-B048-85BDC9FD1C3A}</a:tableStyleId>
              </a:tblPr>
              <a:tblGrid>
                <a:gridCol w="3875313">
                  <a:extLst>
                    <a:ext uri="{9D8B030D-6E8A-4147-A177-3AD203B41FA5}">
                      <a16:colId xmlns:a16="http://schemas.microsoft.com/office/drawing/2014/main" val="20000"/>
                    </a:ext>
                  </a:extLst>
                </a:gridCol>
                <a:gridCol w="3614943">
                  <a:extLst>
                    <a:ext uri="{9D8B030D-6E8A-4147-A177-3AD203B41FA5}">
                      <a16:colId xmlns:a16="http://schemas.microsoft.com/office/drawing/2014/main" val="20001"/>
                    </a:ext>
                  </a:extLst>
                </a:gridCol>
                <a:gridCol w="3796052">
                  <a:extLst>
                    <a:ext uri="{9D8B030D-6E8A-4147-A177-3AD203B41FA5}">
                      <a16:colId xmlns:a16="http://schemas.microsoft.com/office/drawing/2014/main" val="20002"/>
                    </a:ext>
                  </a:extLst>
                </a:gridCol>
              </a:tblGrid>
              <a:tr h="246050">
                <a:tc gridSpan="3">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s-ES" sz="2800" dirty="0">
                          <a:solidFill>
                            <a:schemeClr val="bg1"/>
                          </a:solidFill>
                        </a:rPr>
                        <a:t>Aplicaciones</a:t>
                      </a:r>
                    </a:p>
                  </a:txBody>
                  <a:tcPr>
                    <a:solidFill>
                      <a:srgbClr val="002060"/>
                    </a:solidFill>
                  </a:tcPr>
                </a:tc>
                <a:tc hMerge="1">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endParaRPr kumimoji="0" lang="es-ES" sz="2400" b="1" i="0" u="none" strike="noStrike" kern="1200" cap="none" spc="0" normalizeH="0" baseline="0" noProof="0" dirty="0">
                        <a:ln>
                          <a:noFill/>
                        </a:ln>
                        <a:solidFill>
                          <a:prstClr val="white"/>
                        </a:solidFill>
                        <a:effectLst/>
                        <a:uLnTx/>
                        <a:uFillTx/>
                        <a:latin typeface="Calibri" panose="020F0502020204030204"/>
                        <a:ea typeface="+mn-ea"/>
                        <a:cs typeface="+mn-cs"/>
                      </a:endParaRPr>
                    </a:p>
                  </a:txBody>
                  <a:tcPr>
                    <a:solidFill>
                      <a:srgbClr val="002060"/>
                    </a:solidFill>
                  </a:tcPr>
                </a:tc>
                <a:tc hMerge="1">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endParaRPr kumimoji="0" lang="es-ES" sz="2400" b="1" i="0" u="none" strike="noStrike" kern="1200" cap="none" spc="0" normalizeH="0" baseline="0" noProof="0" dirty="0">
                        <a:ln>
                          <a:noFill/>
                        </a:ln>
                        <a:solidFill>
                          <a:prstClr val="white"/>
                        </a:solidFill>
                        <a:effectLst/>
                        <a:uLnTx/>
                        <a:uFillTx/>
                        <a:latin typeface="Calibri" panose="020F0502020204030204"/>
                        <a:ea typeface="+mn-ea"/>
                        <a:cs typeface="+mn-cs"/>
                      </a:endParaRPr>
                    </a:p>
                  </a:txBody>
                  <a:tcPr>
                    <a:solidFill>
                      <a:srgbClr val="002060"/>
                    </a:solidFill>
                  </a:tcPr>
                </a:tc>
                <a:extLst>
                  <a:ext uri="{0D108BD9-81ED-4DB2-BD59-A6C34878D82A}">
                    <a16:rowId xmlns:a16="http://schemas.microsoft.com/office/drawing/2014/main" val="10000"/>
                  </a:ext>
                </a:extLst>
              </a:tr>
              <a:tr h="3172922">
                <a:tc>
                  <a:txBody>
                    <a:bodyPr/>
                    <a:lstStyle/>
                    <a:p>
                      <a:pPr marL="342900" lvl="1" indent="-342900" algn="l">
                        <a:spcBef>
                          <a:spcPct val="0"/>
                        </a:spcBef>
                        <a:buFont typeface="Arial" panose="020B0604020202020204" pitchFamily="34" charset="0"/>
                        <a:buChar char="•"/>
                      </a:pPr>
                      <a:r>
                        <a:rPr lang="es-ES_tradnl" sz="2800" b="0" kern="1200" dirty="0">
                          <a:solidFill>
                            <a:srgbClr val="002060"/>
                          </a:solidFill>
                          <a:latin typeface="Arial Narrow" pitchFamily="34" charset="0"/>
                          <a:ea typeface="+mn-ea"/>
                          <a:cs typeface="+mn-cs"/>
                        </a:rPr>
                        <a:t>Planificación de la producción.</a:t>
                      </a:r>
                    </a:p>
                    <a:p>
                      <a:pPr marL="342900" lvl="1" indent="-342900" algn="l">
                        <a:spcBef>
                          <a:spcPct val="0"/>
                        </a:spcBef>
                        <a:buFont typeface="Arial" panose="020B0604020202020204" pitchFamily="34" charset="0"/>
                        <a:buChar char="•"/>
                      </a:pPr>
                      <a:r>
                        <a:rPr lang="es-ES_tradnl" sz="2800" b="0" kern="1200" dirty="0">
                          <a:solidFill>
                            <a:srgbClr val="002060"/>
                          </a:solidFill>
                          <a:latin typeface="Arial Narrow" pitchFamily="34" charset="0"/>
                          <a:ea typeface="+mn-ea"/>
                          <a:cs typeface="+mn-cs"/>
                        </a:rPr>
                        <a:t>Optimización de carteras.</a:t>
                      </a:r>
                    </a:p>
                    <a:p>
                      <a:pPr marL="342900" lvl="1" indent="-342900" algn="l">
                        <a:spcBef>
                          <a:spcPct val="0"/>
                        </a:spcBef>
                        <a:buFont typeface="Arial" panose="020B0604020202020204" pitchFamily="34" charset="0"/>
                        <a:buChar char="•"/>
                      </a:pPr>
                      <a:r>
                        <a:rPr lang="es-ES_tradnl" sz="2800" b="0" kern="1200" dirty="0">
                          <a:solidFill>
                            <a:srgbClr val="002060"/>
                          </a:solidFill>
                          <a:latin typeface="Arial Narrow" pitchFamily="34" charset="0"/>
                          <a:ea typeface="+mn-ea"/>
                          <a:cs typeface="+mn-cs"/>
                        </a:rPr>
                        <a:t>Análisis de riesgo.</a:t>
                      </a:r>
                    </a:p>
                    <a:p>
                      <a:pPr marL="342900" lvl="1" indent="-342900" algn="l">
                        <a:spcBef>
                          <a:spcPct val="0"/>
                        </a:spcBef>
                        <a:buFont typeface="Arial" panose="020B0604020202020204" pitchFamily="34" charset="0"/>
                        <a:buChar char="•"/>
                      </a:pPr>
                      <a:r>
                        <a:rPr lang="es-ES_tradnl" sz="2800" b="0" kern="1200" dirty="0">
                          <a:solidFill>
                            <a:srgbClr val="002060"/>
                          </a:solidFill>
                          <a:latin typeface="Arial Narrow" pitchFamily="34" charset="0"/>
                          <a:ea typeface="+mn-ea"/>
                          <a:cs typeface="+mn-cs"/>
                        </a:rPr>
                        <a:t>Planificación de redes de comunicaciones.</a:t>
                      </a:r>
                    </a:p>
                    <a:p>
                      <a:pPr marL="342900" lvl="1" indent="-342900" algn="l">
                        <a:spcBef>
                          <a:spcPct val="0"/>
                        </a:spcBef>
                        <a:buFont typeface="Arial" panose="020B0604020202020204" pitchFamily="34" charset="0"/>
                        <a:buChar char="•"/>
                      </a:pPr>
                      <a:r>
                        <a:rPr lang="es-ES_tradnl" sz="2800" b="0" kern="1200" dirty="0">
                          <a:solidFill>
                            <a:srgbClr val="002060"/>
                          </a:solidFill>
                          <a:latin typeface="Arial Narrow" pitchFamily="34" charset="0"/>
                          <a:ea typeface="+mn-ea"/>
                          <a:cs typeface="+mn-cs"/>
                        </a:rPr>
                        <a:t>Generación de ofertas en mercados competitivos</a:t>
                      </a:r>
                      <a:endParaRPr lang="es-ES" sz="2800" b="0" kern="1200" dirty="0">
                        <a:solidFill>
                          <a:srgbClr val="002060"/>
                        </a:solidFill>
                        <a:latin typeface="Arial Narrow" pitchFamily="34" charset="0"/>
                        <a:ea typeface="+mn-ea"/>
                        <a:cs typeface="+mn-cs"/>
                      </a:endParaRPr>
                    </a:p>
                  </a:txBody>
                  <a:tcPr/>
                </a:tc>
                <a:tc>
                  <a:txBody>
                    <a:bodyPr/>
                    <a:lstStyle/>
                    <a:p>
                      <a:pPr marL="342900" lvl="1" indent="-342900" algn="l">
                        <a:spcBef>
                          <a:spcPct val="0"/>
                        </a:spcBef>
                        <a:buFont typeface="Arial" panose="020B0604020202020204" pitchFamily="34" charset="0"/>
                        <a:buChar char="•"/>
                      </a:pPr>
                      <a:r>
                        <a:rPr lang="es-ES_tradnl" sz="2800" b="0" dirty="0">
                          <a:solidFill>
                            <a:srgbClr val="002060"/>
                          </a:solidFill>
                          <a:latin typeface="Arial Narrow" pitchFamily="34" charset="0"/>
                        </a:rPr>
                        <a:t>Diseño de productos financieros.</a:t>
                      </a:r>
                    </a:p>
                    <a:p>
                      <a:pPr marL="342900" lvl="1" indent="-342900" algn="l">
                        <a:spcBef>
                          <a:spcPct val="0"/>
                        </a:spcBef>
                        <a:buFont typeface="Arial" panose="020B0604020202020204" pitchFamily="34" charset="0"/>
                        <a:buChar char="•"/>
                      </a:pPr>
                      <a:r>
                        <a:rPr lang="es-ES_tradnl" sz="2800" b="0" kern="1200" dirty="0">
                          <a:solidFill>
                            <a:srgbClr val="002060"/>
                          </a:solidFill>
                          <a:latin typeface="Arial Narrow" pitchFamily="34" charset="0"/>
                          <a:ea typeface="+mn-ea"/>
                          <a:cs typeface="+mn-cs"/>
                        </a:rPr>
                        <a:t>Diseño de nuevos productos </a:t>
                      </a:r>
                      <a:r>
                        <a:rPr lang="es-ES_tradnl" sz="2800" dirty="0">
                          <a:solidFill>
                            <a:srgbClr val="002060"/>
                          </a:solidFill>
                          <a:latin typeface="Arial Narrow" pitchFamily="34" charset="0"/>
                        </a:rPr>
                        <a:t>(préstamos, operaciones de leasing, derivados).</a:t>
                      </a:r>
                    </a:p>
                    <a:p>
                      <a:pPr marL="342900" lvl="1" indent="-342900" algn="l">
                        <a:spcBef>
                          <a:spcPct val="0"/>
                        </a:spcBef>
                        <a:buFont typeface="Arial" panose="020B0604020202020204" pitchFamily="34" charset="0"/>
                        <a:buChar char="•"/>
                      </a:pPr>
                      <a:r>
                        <a:rPr lang="es-ES_tradnl" sz="2800" b="0" kern="1200" dirty="0">
                          <a:solidFill>
                            <a:srgbClr val="002060"/>
                          </a:solidFill>
                          <a:latin typeface="Arial Narrow" pitchFamily="34" charset="0"/>
                          <a:ea typeface="+mn-ea"/>
                          <a:cs typeface="+mn-cs"/>
                        </a:rPr>
                        <a:t>Modelado de diferentes alternativas con información incierta.</a:t>
                      </a:r>
                      <a:endParaRPr lang="es-ES_tradnl" sz="2800" dirty="0">
                        <a:solidFill>
                          <a:srgbClr val="002060"/>
                        </a:solidFill>
                        <a:latin typeface="Arial Narrow" pitchFamily="34" charset="0"/>
                      </a:endParaRPr>
                    </a:p>
                  </a:txBody>
                  <a:tcPr/>
                </a:tc>
                <a:tc>
                  <a:txBody>
                    <a:bodyPr/>
                    <a:lstStyle/>
                    <a:p>
                      <a:pPr marL="342900" lvl="1" indent="-342900" algn="l">
                        <a:spcBef>
                          <a:spcPct val="0"/>
                        </a:spcBef>
                        <a:buFont typeface="Arial" panose="020B0604020202020204" pitchFamily="34" charset="0"/>
                        <a:buChar char="•"/>
                      </a:pPr>
                      <a:r>
                        <a:rPr lang="es-ES_tradnl" sz="2800" b="0" dirty="0">
                          <a:solidFill>
                            <a:srgbClr val="002060"/>
                          </a:solidFill>
                          <a:latin typeface="Arial Narrow" pitchFamily="34" charset="0"/>
                        </a:rPr>
                        <a:t>Planificación de la generación eléctrica.</a:t>
                      </a:r>
                    </a:p>
                    <a:p>
                      <a:pPr marL="342900" lvl="1" indent="-342900" algn="l">
                        <a:spcBef>
                          <a:spcPct val="0"/>
                        </a:spcBef>
                        <a:buFont typeface="Arial" panose="020B0604020202020204" pitchFamily="34" charset="0"/>
                        <a:buChar char="•"/>
                      </a:pPr>
                      <a:r>
                        <a:rPr lang="es-ES_tradnl" sz="2800" dirty="0">
                          <a:solidFill>
                            <a:srgbClr val="002060"/>
                          </a:solidFill>
                          <a:latin typeface="Arial Narrow" pitchFamily="34" charset="0"/>
                        </a:rPr>
                        <a:t>Aprovechamiento de recursos disponibles a largo plazo.</a:t>
                      </a:r>
                    </a:p>
                    <a:p>
                      <a:pPr marL="342900" lvl="1" indent="-342900" algn="l">
                        <a:spcBef>
                          <a:spcPct val="0"/>
                        </a:spcBef>
                        <a:buFont typeface="Arial" panose="020B0604020202020204" pitchFamily="34" charset="0"/>
                        <a:buChar char="•"/>
                      </a:pPr>
                      <a:r>
                        <a:rPr lang="es-ES_tradnl" sz="2800" b="0" kern="1200" dirty="0">
                          <a:solidFill>
                            <a:srgbClr val="002060"/>
                          </a:solidFill>
                          <a:latin typeface="Arial Narrow" pitchFamily="34" charset="0"/>
                          <a:ea typeface="+mn-ea"/>
                          <a:cs typeface="+mn-cs"/>
                        </a:rPr>
                        <a:t>Generación de ofertas en  mercados competitivos.</a:t>
                      </a:r>
                      <a:r>
                        <a:rPr lang="es-ES_tradnl" sz="2800" b="0" kern="1200" baseline="0" dirty="0">
                          <a:solidFill>
                            <a:srgbClr val="002060"/>
                          </a:solidFill>
                          <a:latin typeface="Arial Narrow" pitchFamily="34" charset="0"/>
                          <a:ea typeface="+mn-ea"/>
                          <a:cs typeface="+mn-cs"/>
                        </a:rPr>
                        <a:t> (</a:t>
                      </a:r>
                      <a:r>
                        <a:rPr lang="es-ES_tradnl" sz="2800" dirty="0">
                          <a:solidFill>
                            <a:srgbClr val="002060"/>
                          </a:solidFill>
                          <a:latin typeface="Arial Narrow" pitchFamily="34" charset="0"/>
                        </a:rPr>
                        <a:t>cantidades y precios).</a:t>
                      </a:r>
                    </a:p>
                  </a:txBody>
                  <a:tcPr/>
                </a:tc>
                <a:extLst>
                  <a:ext uri="{0D108BD9-81ED-4DB2-BD59-A6C34878D82A}">
                    <a16:rowId xmlns:a16="http://schemas.microsoft.com/office/drawing/2014/main" val="10001"/>
                  </a:ext>
                </a:extLst>
              </a:tr>
            </a:tbl>
          </a:graphicData>
        </a:graphic>
      </p:graphicFrame>
      <p:sp>
        <p:nvSpPr>
          <p:cNvPr id="8" name="Rectangle 2"/>
          <p:cNvSpPr>
            <a:spLocks noGrp="1" noChangeArrowheads="1"/>
          </p:cNvSpPr>
          <p:nvPr>
            <p:ph type="title"/>
          </p:nvPr>
        </p:nvSpPr>
        <p:spPr>
          <a:xfrm>
            <a:off x="6096000" y="214045"/>
            <a:ext cx="6096000" cy="642937"/>
          </a:xfr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pPr algn="ctr"/>
            <a:r>
              <a:rPr lang="es-ES_tradnl" sz="3200" dirty="0">
                <a:solidFill>
                  <a:schemeClr val="bg1"/>
                </a:solidFill>
                <a:latin typeface="Bauhaus 93" pitchFamily="82" charset="0"/>
                <a:ea typeface="+mn-ea"/>
                <a:cs typeface="+mn-cs"/>
              </a:rPr>
              <a:t>Aplicación de los modelo matemáticos</a:t>
            </a:r>
          </a:p>
        </p:txBody>
      </p:sp>
    </p:spTree>
    <p:extLst>
      <p:ext uri="{BB962C8B-B14F-4D97-AF65-F5344CB8AC3E}">
        <p14:creationId xmlns:p14="http://schemas.microsoft.com/office/powerpoint/2010/main" val="1176982954"/>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90947" name="Group 35"/>
          <p:cNvGraphicFramePr>
            <a:graphicFrameLocks noGrp="1"/>
          </p:cNvGraphicFramePr>
          <p:nvPr>
            <p:extLst>
              <p:ext uri="{D42A27DB-BD31-4B8C-83A1-F6EECF244321}">
                <p14:modId xmlns:p14="http://schemas.microsoft.com/office/powerpoint/2010/main" val="3411005449"/>
              </p:ext>
            </p:extLst>
          </p:nvPr>
        </p:nvGraphicFramePr>
        <p:xfrm>
          <a:off x="2147582" y="1340769"/>
          <a:ext cx="8981972" cy="4580180"/>
        </p:xfrm>
        <a:graphic>
          <a:graphicData uri="http://schemas.openxmlformats.org/drawingml/2006/table">
            <a:tbl>
              <a:tblPr/>
              <a:tblGrid>
                <a:gridCol w="2755344">
                  <a:extLst>
                    <a:ext uri="{9D8B030D-6E8A-4147-A177-3AD203B41FA5}">
                      <a16:colId xmlns:a16="http://schemas.microsoft.com/office/drawing/2014/main" val="20000"/>
                    </a:ext>
                  </a:extLst>
                </a:gridCol>
                <a:gridCol w="6226628">
                  <a:extLst>
                    <a:ext uri="{9D8B030D-6E8A-4147-A177-3AD203B41FA5}">
                      <a16:colId xmlns:a16="http://schemas.microsoft.com/office/drawing/2014/main" val="20001"/>
                    </a:ext>
                  </a:extLst>
                </a:gridCol>
              </a:tblGrid>
              <a:tr h="914751">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s-ES" sz="2800" b="1" kern="1200" dirty="0">
                          <a:solidFill>
                            <a:schemeClr val="bg1"/>
                          </a:solidFill>
                          <a:latin typeface="Arial Narrow" pitchFamily="34" charset="0"/>
                          <a:ea typeface="+mn-ea"/>
                          <a:cs typeface="+mn-cs"/>
                        </a:rPr>
                        <a:t>Según los datos</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002060"/>
                    </a:solidFill>
                  </a:tcPr>
                </a:tc>
                <a:tc>
                  <a:txBody>
                    <a:bodyPr/>
                    <a:lstStyle/>
                    <a:p>
                      <a:pPr marL="457200" marR="0" lvl="2" indent="0" algn="ctr" defTabSz="914400" rtl="0" eaLnBrk="1" fontAlgn="base" latinLnBrk="0" hangingPunct="1">
                        <a:lnSpc>
                          <a:spcPct val="95000"/>
                        </a:lnSpc>
                        <a:spcBef>
                          <a:spcPct val="0"/>
                        </a:spcBef>
                        <a:spcAft>
                          <a:spcPct val="0"/>
                        </a:spcAft>
                        <a:buClrTx/>
                        <a:buSzTx/>
                        <a:buFont typeface="Arial" pitchFamily="34" charset="0"/>
                        <a:buNone/>
                        <a:tabLst>
                          <a:tab pos="-457200" algn="l"/>
                        </a:tabLst>
                      </a:pPr>
                      <a:r>
                        <a:rPr lang="es-ES" sz="2800" b="0" kern="1200" dirty="0">
                          <a:solidFill>
                            <a:schemeClr val="tx1"/>
                          </a:solidFill>
                          <a:latin typeface="Arial Narrow" pitchFamily="34" charset="0"/>
                          <a:ea typeface="+mn-ea"/>
                          <a:cs typeface="+mn-cs"/>
                        </a:rPr>
                        <a:t>Los modelos pueden ser:       Determinísticos o Estocásticos</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accent1">
                        <a:lumMod val="20000"/>
                        <a:lumOff val="80000"/>
                      </a:schemeClr>
                    </a:solidFill>
                  </a:tcPr>
                </a:tc>
                <a:extLst>
                  <a:ext uri="{0D108BD9-81ED-4DB2-BD59-A6C34878D82A}">
                    <a16:rowId xmlns:a16="http://schemas.microsoft.com/office/drawing/2014/main" val="10000"/>
                  </a:ext>
                </a:extLst>
              </a:tr>
              <a:tr h="1775669">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s-ES" sz="2800" b="1" kern="1200" dirty="0">
                          <a:solidFill>
                            <a:schemeClr val="bg1"/>
                          </a:solidFill>
                          <a:latin typeface="Arial Narrow" pitchFamily="34" charset="0"/>
                          <a:ea typeface="+mn-ea"/>
                          <a:cs typeface="+mn-cs"/>
                        </a:rPr>
                        <a:t>Según las restricciones</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accent6">
                        <a:lumMod val="50000"/>
                      </a:schemeClr>
                    </a:solidFill>
                  </a:tcPr>
                </a:tc>
                <a:tc>
                  <a:txBody>
                    <a:bodyPr/>
                    <a:lstStyle/>
                    <a:p>
                      <a:pPr marL="457200" marR="0" lvl="2" indent="0" algn="ctr" defTabSz="914400" rtl="0" eaLnBrk="1" fontAlgn="base" latinLnBrk="0" hangingPunct="1">
                        <a:lnSpc>
                          <a:spcPct val="95000"/>
                        </a:lnSpc>
                        <a:spcBef>
                          <a:spcPct val="0"/>
                        </a:spcBef>
                        <a:spcAft>
                          <a:spcPct val="0"/>
                        </a:spcAft>
                        <a:buClrTx/>
                        <a:buSzTx/>
                        <a:buFont typeface="Arial" pitchFamily="34" charset="0"/>
                        <a:buNone/>
                        <a:tabLst>
                          <a:tab pos="-457200" algn="l"/>
                        </a:tabLst>
                      </a:pPr>
                      <a:r>
                        <a:rPr lang="es-ES" sz="2800" b="0" kern="1200" dirty="0">
                          <a:solidFill>
                            <a:schemeClr val="tx1"/>
                          </a:solidFill>
                          <a:latin typeface="Arial Narrow" pitchFamily="34" charset="0"/>
                          <a:ea typeface="+mn-ea"/>
                          <a:cs typeface="+mn-cs"/>
                        </a:rPr>
                        <a:t>Los modelos pueden ser: </a:t>
                      </a:r>
                    </a:p>
                    <a:p>
                      <a:pPr marL="457200" marR="0" lvl="2" indent="0" algn="ctr" defTabSz="914400" rtl="0" eaLnBrk="1" fontAlgn="base" latinLnBrk="0" hangingPunct="1">
                        <a:lnSpc>
                          <a:spcPct val="95000"/>
                        </a:lnSpc>
                        <a:spcBef>
                          <a:spcPct val="0"/>
                        </a:spcBef>
                        <a:spcAft>
                          <a:spcPct val="0"/>
                        </a:spcAft>
                        <a:buClrTx/>
                        <a:buSzTx/>
                        <a:buFont typeface="Arial" pitchFamily="34" charset="0"/>
                        <a:buNone/>
                        <a:tabLst>
                          <a:tab pos="-457200" algn="l"/>
                        </a:tabLst>
                      </a:pPr>
                      <a:r>
                        <a:rPr lang="es-ES" sz="2800" b="0" kern="1200" dirty="0">
                          <a:solidFill>
                            <a:schemeClr val="tx1"/>
                          </a:solidFill>
                          <a:latin typeface="Arial Narrow" pitchFamily="34" charset="0"/>
                          <a:ea typeface="+mn-ea"/>
                          <a:cs typeface="+mn-cs"/>
                        </a:rPr>
                        <a:t>Irrestrictos o Restringidos </a:t>
                      </a:r>
                    </a:p>
                    <a:p>
                      <a:pPr marL="457200" marR="0" lvl="2" indent="0" algn="ctr" defTabSz="914400" rtl="0" eaLnBrk="1" fontAlgn="base" latinLnBrk="0" hangingPunct="1">
                        <a:lnSpc>
                          <a:spcPct val="95000"/>
                        </a:lnSpc>
                        <a:spcBef>
                          <a:spcPct val="0"/>
                        </a:spcBef>
                        <a:spcAft>
                          <a:spcPct val="0"/>
                        </a:spcAft>
                        <a:buClrTx/>
                        <a:buSzTx/>
                        <a:buFont typeface="Arial" pitchFamily="34" charset="0"/>
                        <a:buNone/>
                        <a:tabLst>
                          <a:tab pos="-457200" algn="l"/>
                        </a:tabLst>
                      </a:pPr>
                      <a:r>
                        <a:rPr lang="es-ES" sz="2800" b="0" kern="1200" dirty="0">
                          <a:solidFill>
                            <a:schemeClr val="tx1"/>
                          </a:solidFill>
                          <a:latin typeface="Arial Narrow" pitchFamily="34" charset="0"/>
                          <a:ea typeface="+mn-ea"/>
                          <a:cs typeface="+mn-cs"/>
                        </a:rPr>
                        <a:t>Los Restringidos pueden ser:</a:t>
                      </a:r>
                    </a:p>
                    <a:p>
                      <a:pPr marL="457200" marR="0" lvl="2" indent="0" algn="ctr" defTabSz="914400" rtl="0" eaLnBrk="1" fontAlgn="base" latinLnBrk="0" hangingPunct="1">
                        <a:lnSpc>
                          <a:spcPct val="95000"/>
                        </a:lnSpc>
                        <a:spcBef>
                          <a:spcPct val="0"/>
                        </a:spcBef>
                        <a:spcAft>
                          <a:spcPct val="0"/>
                        </a:spcAft>
                        <a:buClrTx/>
                        <a:buSzTx/>
                        <a:buFont typeface="Arial" pitchFamily="34" charset="0"/>
                        <a:buNone/>
                        <a:tabLst>
                          <a:tab pos="-457200" algn="l"/>
                        </a:tabLst>
                      </a:pPr>
                      <a:r>
                        <a:rPr lang="es-ES" sz="2800" b="0" kern="1200" dirty="0">
                          <a:solidFill>
                            <a:schemeClr val="tx1"/>
                          </a:solidFill>
                          <a:latin typeface="Arial Narrow" pitchFamily="34" charset="0"/>
                          <a:ea typeface="+mn-ea"/>
                          <a:cs typeface="+mn-cs"/>
                        </a:rPr>
                        <a:t>Lineales  o No lineales</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accent5">
                        <a:lumMod val="20000"/>
                        <a:lumOff val="80000"/>
                      </a:schemeClr>
                    </a:solidFill>
                  </a:tcPr>
                </a:tc>
                <a:extLst>
                  <a:ext uri="{0D108BD9-81ED-4DB2-BD59-A6C34878D82A}">
                    <a16:rowId xmlns:a16="http://schemas.microsoft.com/office/drawing/2014/main" val="10001"/>
                  </a:ext>
                </a:extLst>
              </a:tr>
              <a:tr h="930675">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s-ES" sz="2800" b="1" kern="1200" dirty="0">
                          <a:solidFill>
                            <a:schemeClr val="bg1"/>
                          </a:solidFill>
                          <a:latin typeface="Arial Narrow" pitchFamily="34" charset="0"/>
                          <a:ea typeface="+mn-ea"/>
                          <a:cs typeface="+mn-cs"/>
                        </a:rPr>
                        <a:t>Según la función objetivo</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002060"/>
                    </a:solidFill>
                  </a:tcPr>
                </a:tc>
                <a:tc>
                  <a:txBody>
                    <a:bodyPr/>
                    <a:lstStyle/>
                    <a:p>
                      <a:pPr marL="457200" marR="0" lvl="2" indent="0" algn="ctr" defTabSz="914400" rtl="0" eaLnBrk="1" fontAlgn="base" latinLnBrk="0" hangingPunct="1">
                        <a:lnSpc>
                          <a:spcPct val="95000"/>
                        </a:lnSpc>
                        <a:spcBef>
                          <a:spcPct val="0"/>
                        </a:spcBef>
                        <a:spcAft>
                          <a:spcPct val="0"/>
                        </a:spcAft>
                        <a:buClrTx/>
                        <a:buSzTx/>
                        <a:buFont typeface="Arial" pitchFamily="34" charset="0"/>
                        <a:buNone/>
                        <a:tabLst>
                          <a:tab pos="-457200" algn="l"/>
                        </a:tabLst>
                      </a:pPr>
                      <a:r>
                        <a:rPr lang="es-ES" sz="2800" b="0" kern="1200" dirty="0">
                          <a:solidFill>
                            <a:schemeClr val="tx1"/>
                          </a:solidFill>
                          <a:latin typeface="Arial Narrow" pitchFamily="34" charset="0"/>
                          <a:ea typeface="+mn-ea"/>
                          <a:cs typeface="+mn-cs"/>
                        </a:rPr>
                        <a:t>Los modelos pueden ser:</a:t>
                      </a:r>
                    </a:p>
                    <a:p>
                      <a:pPr marL="457200" marR="0" lvl="2" indent="0" algn="ctr" defTabSz="914400" rtl="0" eaLnBrk="1" fontAlgn="base" latinLnBrk="0" hangingPunct="1">
                        <a:lnSpc>
                          <a:spcPct val="95000"/>
                        </a:lnSpc>
                        <a:spcBef>
                          <a:spcPct val="0"/>
                        </a:spcBef>
                        <a:spcAft>
                          <a:spcPct val="0"/>
                        </a:spcAft>
                        <a:buClrTx/>
                        <a:buSzTx/>
                        <a:buFont typeface="Arial" pitchFamily="34" charset="0"/>
                        <a:buNone/>
                        <a:tabLst>
                          <a:tab pos="-457200" algn="l"/>
                        </a:tabLst>
                      </a:pPr>
                      <a:r>
                        <a:rPr lang="es-ES" sz="2800" b="0" kern="1200" dirty="0">
                          <a:solidFill>
                            <a:schemeClr val="tx1"/>
                          </a:solidFill>
                          <a:latin typeface="Arial Narrow" pitchFamily="34" charset="0"/>
                          <a:ea typeface="+mn-ea"/>
                          <a:cs typeface="+mn-cs"/>
                        </a:rPr>
                        <a:t>Lineal o No lineal</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681667">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s-ES" sz="2800" b="1" kern="1200" dirty="0">
                          <a:solidFill>
                            <a:schemeClr val="bg1"/>
                          </a:solidFill>
                          <a:latin typeface="Arial Narrow" pitchFamily="34" charset="0"/>
                          <a:ea typeface="+mn-ea"/>
                          <a:cs typeface="+mn-cs"/>
                        </a:rPr>
                        <a:t>Según las variables</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accent6">
                        <a:lumMod val="50000"/>
                      </a:schemeClr>
                    </a:solidFill>
                  </a:tcPr>
                </a:tc>
                <a:tc>
                  <a:txBody>
                    <a:bodyPr/>
                    <a:lstStyle/>
                    <a:p>
                      <a:pPr marL="457200" marR="0" lvl="2" indent="0" algn="ctr" defTabSz="914400" rtl="0" eaLnBrk="1" fontAlgn="base" latinLnBrk="0" hangingPunct="1">
                        <a:lnSpc>
                          <a:spcPct val="95000"/>
                        </a:lnSpc>
                        <a:spcBef>
                          <a:spcPct val="0"/>
                        </a:spcBef>
                        <a:spcAft>
                          <a:spcPct val="0"/>
                        </a:spcAft>
                        <a:buClrTx/>
                        <a:buSzTx/>
                        <a:buFont typeface="Arial" pitchFamily="34" charset="0"/>
                        <a:buNone/>
                        <a:tabLst>
                          <a:tab pos="-457200" algn="l"/>
                        </a:tabLst>
                      </a:pPr>
                      <a:r>
                        <a:rPr lang="es-ES" sz="2800" b="0" kern="1200" dirty="0">
                          <a:solidFill>
                            <a:schemeClr val="tx1"/>
                          </a:solidFill>
                          <a:latin typeface="Arial Narrow" pitchFamily="34" charset="0"/>
                          <a:ea typeface="+mn-ea"/>
                          <a:cs typeface="+mn-cs"/>
                        </a:rPr>
                        <a:t>Los modelos pueden ser:</a:t>
                      </a:r>
                    </a:p>
                    <a:p>
                      <a:pPr marL="457200" marR="0" lvl="2" indent="0" algn="ctr" defTabSz="914400" rtl="0" eaLnBrk="1" fontAlgn="base" latinLnBrk="0" hangingPunct="1">
                        <a:lnSpc>
                          <a:spcPct val="95000"/>
                        </a:lnSpc>
                        <a:spcBef>
                          <a:spcPct val="0"/>
                        </a:spcBef>
                        <a:spcAft>
                          <a:spcPct val="0"/>
                        </a:spcAft>
                        <a:buClrTx/>
                        <a:buSzTx/>
                        <a:buFont typeface="Arial" pitchFamily="34" charset="0"/>
                        <a:buNone/>
                        <a:tabLst>
                          <a:tab pos="-457200" algn="l"/>
                        </a:tabLst>
                      </a:pPr>
                      <a:r>
                        <a:rPr lang="es-ES" sz="2800" b="0" kern="1200" dirty="0">
                          <a:solidFill>
                            <a:schemeClr val="tx1"/>
                          </a:solidFill>
                          <a:latin typeface="Arial Narrow" pitchFamily="34" charset="0"/>
                          <a:ea typeface="+mn-ea"/>
                          <a:cs typeface="+mn-cs"/>
                        </a:rPr>
                        <a:t>Continuas o Enteras</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accent5">
                        <a:lumMod val="20000"/>
                        <a:lumOff val="80000"/>
                      </a:schemeClr>
                    </a:solidFill>
                  </a:tcPr>
                </a:tc>
                <a:extLst>
                  <a:ext uri="{0D108BD9-81ED-4DB2-BD59-A6C34878D82A}">
                    <a16:rowId xmlns:a16="http://schemas.microsoft.com/office/drawing/2014/main" val="10003"/>
                  </a:ext>
                </a:extLst>
              </a:tr>
            </a:tbl>
          </a:graphicData>
        </a:graphic>
      </p:graphicFrame>
      <p:sp>
        <p:nvSpPr>
          <p:cNvPr id="6" name="Rectangle 2"/>
          <p:cNvSpPr>
            <a:spLocks noGrp="1" noChangeArrowheads="1"/>
          </p:cNvSpPr>
          <p:nvPr>
            <p:ph type="title"/>
          </p:nvPr>
        </p:nvSpPr>
        <p:spPr>
          <a:xfrm>
            <a:off x="6096000" y="221510"/>
            <a:ext cx="6096000" cy="642938"/>
          </a:xfr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pPr algn="ctr"/>
            <a:r>
              <a:rPr lang="es-ES_tradnl" sz="3200" dirty="0">
                <a:solidFill>
                  <a:schemeClr val="bg1"/>
                </a:solidFill>
                <a:latin typeface="Bauhaus 93" pitchFamily="82" charset="0"/>
                <a:ea typeface="+mn-ea"/>
                <a:cs typeface="+mn-cs"/>
              </a:rPr>
              <a:t>Clasificación de los modelo matemáticos</a:t>
            </a:r>
          </a:p>
        </p:txBody>
      </p:sp>
    </p:spTree>
    <p:extLst>
      <p:ext uri="{BB962C8B-B14F-4D97-AF65-F5344CB8AC3E}">
        <p14:creationId xmlns:p14="http://schemas.microsoft.com/office/powerpoint/2010/main" val="1965763296"/>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4 Marcador de número de diapositiva"/>
          <p:cNvSpPr>
            <a:spLocks noGrp="1"/>
          </p:cNvSpPr>
          <p:nvPr>
            <p:ph type="sldNum" sz="quarter" idx="12"/>
          </p:nvPr>
        </p:nvSpPr>
        <p:spPr>
          <a:xfrm>
            <a:off x="9740900" y="6248400"/>
            <a:ext cx="533400" cy="609600"/>
          </a:xfrm>
          <a:noFill/>
        </p:spPr>
        <p:txBody>
          <a:bodyPr/>
          <a:lstStyle/>
          <a:p>
            <a:fld id="{E480AAB1-F624-4C05-AAB7-BC92EC10CDEF}" type="slidenum">
              <a:rPr lang="es-ES" smtClean="0"/>
              <a:pPr/>
              <a:t>43</a:t>
            </a:fld>
            <a:endParaRPr lang="es-ES" dirty="0"/>
          </a:p>
        </p:txBody>
      </p:sp>
      <p:graphicFrame>
        <p:nvGraphicFramePr>
          <p:cNvPr id="5" name="4 Tabla"/>
          <p:cNvGraphicFramePr>
            <a:graphicFrameLocks noGrp="1"/>
          </p:cNvGraphicFramePr>
          <p:nvPr>
            <p:extLst>
              <p:ext uri="{D42A27DB-BD31-4B8C-83A1-F6EECF244321}">
                <p14:modId xmlns:p14="http://schemas.microsoft.com/office/powerpoint/2010/main" val="2400274076"/>
              </p:ext>
            </p:extLst>
          </p:nvPr>
        </p:nvGraphicFramePr>
        <p:xfrm>
          <a:off x="1496227" y="1536337"/>
          <a:ext cx="9199546" cy="4648386"/>
        </p:xfrm>
        <a:graphic>
          <a:graphicData uri="http://schemas.openxmlformats.org/drawingml/2006/table">
            <a:tbl>
              <a:tblPr firstRow="1" bandRow="1">
                <a:tableStyleId>{5C22544A-7EE6-4342-B048-85BDC9FD1C3A}</a:tableStyleId>
              </a:tblPr>
              <a:tblGrid>
                <a:gridCol w="4599773">
                  <a:extLst>
                    <a:ext uri="{9D8B030D-6E8A-4147-A177-3AD203B41FA5}">
                      <a16:colId xmlns:a16="http://schemas.microsoft.com/office/drawing/2014/main" val="20000"/>
                    </a:ext>
                  </a:extLst>
                </a:gridCol>
                <a:gridCol w="4599773">
                  <a:extLst>
                    <a:ext uri="{9D8B030D-6E8A-4147-A177-3AD203B41FA5}">
                      <a16:colId xmlns:a16="http://schemas.microsoft.com/office/drawing/2014/main" val="20001"/>
                    </a:ext>
                  </a:extLst>
                </a:gridCol>
              </a:tblGrid>
              <a:tr h="716466">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s-ES_tradnl" sz="2800" b="1" kern="1200" dirty="0">
                          <a:solidFill>
                            <a:schemeClr val="bg1"/>
                          </a:solidFill>
                          <a:latin typeface="Arial Narrow" pitchFamily="34" charset="0"/>
                          <a:ea typeface="+mn-ea"/>
                          <a:cs typeface="+mn-cs"/>
                        </a:rPr>
                        <a:t>Determinísticos</a:t>
                      </a:r>
                      <a:endParaRPr lang="es-ES" sz="2800" b="1" kern="1200" dirty="0">
                        <a:solidFill>
                          <a:schemeClr val="bg1"/>
                        </a:solidFill>
                        <a:latin typeface="Arial Narrow" pitchFamily="34" charset="0"/>
                        <a:ea typeface="+mn-ea"/>
                        <a:cs typeface="+mn-cs"/>
                      </a:endParaRPr>
                    </a:p>
                  </a:txBody>
                  <a:tcPr>
                    <a:solidFill>
                      <a:schemeClr val="accent5">
                        <a:lumMod val="50000"/>
                      </a:schemeClr>
                    </a:solidFill>
                  </a:tcPr>
                </a:tc>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s-ES_tradnl" sz="2800" b="1" dirty="0">
                          <a:solidFill>
                            <a:schemeClr val="bg1"/>
                          </a:solidFill>
                          <a:latin typeface="Arial Narrow" pitchFamily="34" charset="0"/>
                        </a:rPr>
                        <a:t>Probabilísticos</a:t>
                      </a:r>
                      <a:endParaRPr lang="es-ES" sz="2800" dirty="0">
                        <a:solidFill>
                          <a:schemeClr val="bg1"/>
                        </a:solidFill>
                      </a:endParaRPr>
                    </a:p>
                  </a:txBody>
                  <a:tcPr>
                    <a:solidFill>
                      <a:srgbClr val="002060"/>
                    </a:solidFill>
                  </a:tcPr>
                </a:tc>
                <a:extLst>
                  <a:ext uri="{0D108BD9-81ED-4DB2-BD59-A6C34878D82A}">
                    <a16:rowId xmlns:a16="http://schemas.microsoft.com/office/drawing/2014/main" val="10000"/>
                  </a:ext>
                </a:extLst>
              </a:tr>
              <a:tr h="3172922">
                <a:tc>
                  <a:txBody>
                    <a:bodyPr/>
                    <a:lstStyle/>
                    <a:p>
                      <a:pPr marL="285750" lvl="0" indent="-285750" algn="l" defTabSz="914400" rtl="0" eaLnBrk="1" latinLnBrk="0" hangingPunct="1">
                        <a:lnSpc>
                          <a:spcPct val="100000"/>
                        </a:lnSpc>
                        <a:spcBef>
                          <a:spcPct val="0"/>
                        </a:spcBef>
                        <a:buSzPct val="75000"/>
                        <a:buFontTx/>
                        <a:buChar char="–"/>
                      </a:pPr>
                      <a:r>
                        <a:rPr lang="es-ES_tradnl" sz="2800" kern="1200" dirty="0">
                          <a:solidFill>
                            <a:schemeClr val="dk1"/>
                          </a:solidFill>
                          <a:latin typeface="Arial Narrow" pitchFamily="34" charset="0"/>
                          <a:ea typeface="+mn-ea"/>
                          <a:cs typeface="+mn-cs"/>
                        </a:rPr>
                        <a:t>Programación matemática</a:t>
                      </a:r>
                    </a:p>
                    <a:p>
                      <a:pPr marL="285750" lvl="0" indent="-285750" algn="l" defTabSz="914400" rtl="0" eaLnBrk="1" latinLnBrk="0" hangingPunct="1">
                        <a:spcBef>
                          <a:spcPct val="0"/>
                        </a:spcBef>
                        <a:buSzPct val="75000"/>
                        <a:buFontTx/>
                        <a:buChar char="–"/>
                      </a:pPr>
                      <a:r>
                        <a:rPr lang="es-ES_tradnl" sz="2800" kern="1200" dirty="0">
                          <a:solidFill>
                            <a:schemeClr val="dk1"/>
                          </a:solidFill>
                          <a:latin typeface="Arial Narrow" pitchFamily="34" charset="0"/>
                          <a:ea typeface="+mn-ea"/>
                          <a:cs typeface="+mn-cs"/>
                        </a:rPr>
                        <a:t>Programación lineal</a:t>
                      </a:r>
                    </a:p>
                    <a:p>
                      <a:pPr marL="285750" lvl="0" indent="-285750" algn="l" defTabSz="914400" rtl="0" eaLnBrk="1" latinLnBrk="0" hangingPunct="1">
                        <a:spcBef>
                          <a:spcPct val="0"/>
                        </a:spcBef>
                        <a:buSzPct val="75000"/>
                        <a:buFontTx/>
                        <a:buChar char="–"/>
                      </a:pPr>
                      <a:r>
                        <a:rPr lang="es-ES_tradnl" sz="2800" kern="1200" dirty="0">
                          <a:solidFill>
                            <a:schemeClr val="dk1"/>
                          </a:solidFill>
                          <a:latin typeface="Arial Narrow" pitchFamily="34" charset="0"/>
                          <a:ea typeface="+mn-ea"/>
                          <a:cs typeface="+mn-cs"/>
                        </a:rPr>
                        <a:t>Programación entera</a:t>
                      </a:r>
                    </a:p>
                    <a:p>
                      <a:pPr marL="285750" lvl="0" indent="-285750" algn="l" defTabSz="914400" rtl="0" eaLnBrk="1" latinLnBrk="0" hangingPunct="1">
                        <a:spcBef>
                          <a:spcPct val="0"/>
                        </a:spcBef>
                        <a:buSzPct val="75000"/>
                        <a:buFontTx/>
                        <a:buChar char="–"/>
                      </a:pPr>
                      <a:r>
                        <a:rPr lang="es-ES_tradnl" sz="2800" kern="1200" dirty="0">
                          <a:solidFill>
                            <a:schemeClr val="dk1"/>
                          </a:solidFill>
                          <a:latin typeface="Arial Narrow" pitchFamily="34" charset="0"/>
                          <a:ea typeface="+mn-ea"/>
                          <a:cs typeface="+mn-cs"/>
                        </a:rPr>
                        <a:t>Programación dinámica</a:t>
                      </a:r>
                    </a:p>
                    <a:p>
                      <a:pPr marL="285750" lvl="0" indent="-285750" algn="l" defTabSz="914400" rtl="0" eaLnBrk="1" latinLnBrk="0" hangingPunct="1">
                        <a:spcBef>
                          <a:spcPct val="0"/>
                        </a:spcBef>
                        <a:buSzPct val="75000"/>
                        <a:buFontTx/>
                        <a:buChar char="–"/>
                      </a:pPr>
                      <a:r>
                        <a:rPr lang="es-ES_tradnl" sz="2800" kern="1200" dirty="0">
                          <a:solidFill>
                            <a:schemeClr val="dk1"/>
                          </a:solidFill>
                          <a:latin typeface="Arial Narrow" pitchFamily="34" charset="0"/>
                          <a:ea typeface="+mn-ea"/>
                          <a:cs typeface="+mn-cs"/>
                        </a:rPr>
                        <a:t>Programación no lineal</a:t>
                      </a:r>
                    </a:p>
                    <a:p>
                      <a:pPr marL="285750" lvl="0" indent="-285750" algn="l" defTabSz="914400" rtl="0" eaLnBrk="1" latinLnBrk="0" hangingPunct="1">
                        <a:spcBef>
                          <a:spcPct val="0"/>
                        </a:spcBef>
                        <a:buSzPct val="75000"/>
                        <a:buFontTx/>
                        <a:buChar char="–"/>
                      </a:pPr>
                      <a:r>
                        <a:rPr lang="es-ES_tradnl" sz="2800" kern="1200" dirty="0">
                          <a:solidFill>
                            <a:schemeClr val="dk1"/>
                          </a:solidFill>
                          <a:latin typeface="Arial Narrow" pitchFamily="34" charset="0"/>
                          <a:ea typeface="+mn-ea"/>
                          <a:cs typeface="+mn-cs"/>
                        </a:rPr>
                        <a:t>Programación multiobjetivo</a:t>
                      </a:r>
                    </a:p>
                    <a:p>
                      <a:pPr marL="285750" lvl="0" indent="-285750" algn="l" defTabSz="914400" rtl="0" eaLnBrk="1" latinLnBrk="0" hangingPunct="1">
                        <a:lnSpc>
                          <a:spcPct val="100000"/>
                        </a:lnSpc>
                        <a:spcBef>
                          <a:spcPct val="0"/>
                        </a:spcBef>
                        <a:buSzPct val="75000"/>
                        <a:buFontTx/>
                        <a:buChar char="–"/>
                      </a:pPr>
                      <a:r>
                        <a:rPr lang="es-ES_tradnl" sz="2800" kern="1200" dirty="0">
                          <a:solidFill>
                            <a:schemeClr val="dk1"/>
                          </a:solidFill>
                          <a:latin typeface="Arial Narrow" pitchFamily="34" charset="0"/>
                          <a:ea typeface="+mn-ea"/>
                          <a:cs typeface="+mn-cs"/>
                        </a:rPr>
                        <a:t>Modelos de transporte</a:t>
                      </a:r>
                    </a:p>
                    <a:p>
                      <a:pPr marL="285750" lvl="0" indent="-285750" algn="l" defTabSz="914400" rtl="0" eaLnBrk="1" latinLnBrk="0" hangingPunct="1">
                        <a:lnSpc>
                          <a:spcPct val="100000"/>
                        </a:lnSpc>
                        <a:spcBef>
                          <a:spcPct val="0"/>
                        </a:spcBef>
                        <a:buSzPct val="75000"/>
                        <a:buFontTx/>
                        <a:buChar char="–"/>
                      </a:pPr>
                      <a:r>
                        <a:rPr lang="es-ES_tradnl" sz="2800" kern="1200" dirty="0">
                          <a:solidFill>
                            <a:schemeClr val="dk1"/>
                          </a:solidFill>
                          <a:latin typeface="Arial Narrow" pitchFamily="34" charset="0"/>
                          <a:ea typeface="+mn-ea"/>
                          <a:cs typeface="+mn-cs"/>
                        </a:rPr>
                        <a:t>Modelos de redes</a:t>
                      </a:r>
                    </a:p>
                    <a:p>
                      <a:pPr algn="l"/>
                      <a:endParaRPr lang="es-ES" sz="2800" dirty="0"/>
                    </a:p>
                  </a:txBody>
                  <a:tcPr>
                    <a:solidFill>
                      <a:schemeClr val="accent5">
                        <a:lumMod val="20000"/>
                        <a:lumOff val="80000"/>
                      </a:schemeClr>
                    </a:solidFill>
                  </a:tcPr>
                </a:tc>
                <a:tc>
                  <a:txBody>
                    <a:bodyPr/>
                    <a:lstStyle/>
                    <a:p>
                      <a:pPr marL="285750" lvl="0" indent="-285750">
                        <a:buSzPct val="75000"/>
                        <a:buFontTx/>
                        <a:buChar char="–"/>
                      </a:pPr>
                      <a:r>
                        <a:rPr lang="es-ES_tradnl" sz="2800" dirty="0">
                          <a:latin typeface="Arial Narrow" pitchFamily="34" charset="0"/>
                        </a:rPr>
                        <a:t>Programación estocástica</a:t>
                      </a:r>
                    </a:p>
                    <a:p>
                      <a:pPr marL="285750" lvl="0" indent="-285750">
                        <a:buSzPct val="75000"/>
                        <a:buFontTx/>
                        <a:buChar char="–"/>
                      </a:pPr>
                      <a:r>
                        <a:rPr lang="es-ES_tradnl" sz="2800" dirty="0">
                          <a:latin typeface="Arial Narrow" pitchFamily="34" charset="0"/>
                        </a:rPr>
                        <a:t>Administración de proyectos</a:t>
                      </a:r>
                    </a:p>
                    <a:p>
                      <a:pPr marL="285750" lvl="0" indent="-285750">
                        <a:buSzPct val="75000"/>
                        <a:buFontTx/>
                        <a:buChar char="–"/>
                      </a:pPr>
                      <a:r>
                        <a:rPr lang="es-ES_tradnl" sz="2800" dirty="0">
                          <a:latin typeface="Arial Narrow" pitchFamily="34" charset="0"/>
                        </a:rPr>
                        <a:t>Control de inventarios</a:t>
                      </a:r>
                    </a:p>
                    <a:p>
                      <a:pPr marL="285750" lvl="0" indent="-285750">
                        <a:buSzPct val="75000"/>
                        <a:buFontTx/>
                        <a:buChar char="–"/>
                      </a:pPr>
                      <a:r>
                        <a:rPr lang="es-ES_tradnl" sz="2800" dirty="0">
                          <a:latin typeface="Arial Narrow" pitchFamily="34" charset="0"/>
                        </a:rPr>
                        <a:t>Fenómenos de espera (colas)</a:t>
                      </a:r>
                    </a:p>
                    <a:p>
                      <a:pPr marL="285750" lvl="0" indent="-285750">
                        <a:buSzPct val="75000"/>
                        <a:buFontTx/>
                        <a:buChar char="–"/>
                      </a:pPr>
                      <a:r>
                        <a:rPr lang="es-ES_tradnl" sz="2800" dirty="0">
                          <a:latin typeface="Arial Narrow" pitchFamily="34" charset="0"/>
                        </a:rPr>
                        <a:t>Teoría de juegos</a:t>
                      </a:r>
                    </a:p>
                    <a:p>
                      <a:pPr marL="285750" lvl="0" indent="-285750">
                        <a:buSzPct val="75000"/>
                        <a:buFontTx/>
                        <a:buChar char="–"/>
                      </a:pPr>
                      <a:r>
                        <a:rPr lang="es-ES_tradnl" sz="2800" dirty="0">
                          <a:latin typeface="Arial Narrow" pitchFamily="34" charset="0"/>
                        </a:rPr>
                        <a:t>Simulación</a:t>
                      </a:r>
                    </a:p>
                    <a:p>
                      <a:pPr marL="0" lvl="1" algn="l">
                        <a:spcBef>
                          <a:spcPct val="0"/>
                        </a:spcBef>
                        <a:buFontTx/>
                        <a:buNone/>
                      </a:pPr>
                      <a:endParaRPr lang="es-ES" sz="2800" dirty="0"/>
                    </a:p>
                  </a:txBody>
                  <a:tcPr/>
                </a:tc>
                <a:extLst>
                  <a:ext uri="{0D108BD9-81ED-4DB2-BD59-A6C34878D82A}">
                    <a16:rowId xmlns:a16="http://schemas.microsoft.com/office/drawing/2014/main" val="10001"/>
                  </a:ext>
                </a:extLst>
              </a:tr>
            </a:tbl>
          </a:graphicData>
        </a:graphic>
      </p:graphicFrame>
      <p:sp>
        <p:nvSpPr>
          <p:cNvPr id="8" name="Rectangle 2"/>
          <p:cNvSpPr>
            <a:spLocks noGrp="1" noChangeArrowheads="1"/>
          </p:cNvSpPr>
          <p:nvPr>
            <p:ph type="title"/>
          </p:nvPr>
        </p:nvSpPr>
        <p:spPr>
          <a:xfrm>
            <a:off x="6096000" y="109057"/>
            <a:ext cx="6096000" cy="849369"/>
          </a:xfr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pPr algn="ctr"/>
            <a:r>
              <a:rPr lang="es-ES_tradnl" sz="3200" dirty="0">
                <a:solidFill>
                  <a:schemeClr val="bg1"/>
                </a:solidFill>
                <a:latin typeface="Bauhaus 93" pitchFamily="82" charset="0"/>
                <a:ea typeface="+mn-ea"/>
                <a:cs typeface="+mn-cs"/>
              </a:rPr>
              <a:t>Clasificación de los modelo matemáticos</a:t>
            </a:r>
          </a:p>
        </p:txBody>
      </p:sp>
    </p:spTree>
    <p:extLst>
      <p:ext uri="{BB962C8B-B14F-4D97-AF65-F5344CB8AC3E}">
        <p14:creationId xmlns:p14="http://schemas.microsoft.com/office/powerpoint/2010/main" val="3598586491"/>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4 Marcador de número de diapositiva"/>
          <p:cNvSpPr>
            <a:spLocks noGrp="1"/>
          </p:cNvSpPr>
          <p:nvPr>
            <p:ph type="sldNum" sz="quarter" idx="12"/>
          </p:nvPr>
        </p:nvSpPr>
        <p:spPr>
          <a:xfrm>
            <a:off x="9740900" y="6248400"/>
            <a:ext cx="533400" cy="609600"/>
          </a:xfrm>
          <a:noFill/>
        </p:spPr>
        <p:txBody>
          <a:bodyPr/>
          <a:lstStyle/>
          <a:p>
            <a:fld id="{EE7AEB82-CBBD-4350-8E11-40136CCA1685}" type="slidenum">
              <a:rPr lang="es-ES" smtClean="0"/>
              <a:pPr/>
              <a:t>44</a:t>
            </a:fld>
            <a:endParaRPr lang="es-ES" dirty="0"/>
          </a:p>
        </p:txBody>
      </p:sp>
      <p:graphicFrame>
        <p:nvGraphicFramePr>
          <p:cNvPr id="5" name="4 Tabla"/>
          <p:cNvGraphicFramePr>
            <a:graphicFrameLocks noGrp="1"/>
          </p:cNvGraphicFramePr>
          <p:nvPr>
            <p:extLst>
              <p:ext uri="{D42A27DB-BD31-4B8C-83A1-F6EECF244321}">
                <p14:modId xmlns:p14="http://schemas.microsoft.com/office/powerpoint/2010/main" val="2496085008"/>
              </p:ext>
            </p:extLst>
          </p:nvPr>
        </p:nvGraphicFramePr>
        <p:xfrm>
          <a:off x="1680754" y="1356174"/>
          <a:ext cx="9413966" cy="5501826"/>
        </p:xfrm>
        <a:graphic>
          <a:graphicData uri="http://schemas.openxmlformats.org/drawingml/2006/table">
            <a:tbl>
              <a:tblPr firstRow="1" bandRow="1">
                <a:tableStyleId>{5C22544A-7EE6-4342-B048-85BDC9FD1C3A}</a:tableStyleId>
              </a:tblPr>
              <a:tblGrid>
                <a:gridCol w="4397829">
                  <a:extLst>
                    <a:ext uri="{9D8B030D-6E8A-4147-A177-3AD203B41FA5}">
                      <a16:colId xmlns:a16="http://schemas.microsoft.com/office/drawing/2014/main" val="20000"/>
                    </a:ext>
                  </a:extLst>
                </a:gridCol>
                <a:gridCol w="5016137">
                  <a:extLst>
                    <a:ext uri="{9D8B030D-6E8A-4147-A177-3AD203B41FA5}">
                      <a16:colId xmlns:a16="http://schemas.microsoft.com/office/drawing/2014/main" val="20001"/>
                    </a:ext>
                  </a:extLst>
                </a:gridCol>
              </a:tblGrid>
              <a:tr h="716466">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s-ES_tradnl" sz="2800" b="1" kern="1200" dirty="0">
                          <a:solidFill>
                            <a:schemeClr val="bg1"/>
                          </a:solidFill>
                          <a:latin typeface="Arial Narrow" pitchFamily="34" charset="0"/>
                          <a:ea typeface="+mn-ea"/>
                          <a:cs typeface="+mn-cs"/>
                        </a:rPr>
                        <a:t>Modelos</a:t>
                      </a:r>
                      <a:endParaRPr lang="es-ES" sz="2800" b="1" kern="1200" dirty="0">
                        <a:solidFill>
                          <a:schemeClr val="bg1"/>
                        </a:solidFill>
                        <a:latin typeface="Arial Narrow" pitchFamily="34" charset="0"/>
                        <a:ea typeface="+mn-ea"/>
                        <a:cs typeface="+mn-cs"/>
                      </a:endParaRPr>
                    </a:p>
                  </a:txBody>
                  <a:tcPr>
                    <a:solidFill>
                      <a:schemeClr val="accent5">
                        <a:lumMod val="50000"/>
                      </a:schemeClr>
                    </a:solidFill>
                  </a:tcPr>
                </a:tc>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s-ES_tradnl" sz="2800" b="1" kern="1200" dirty="0">
                          <a:solidFill>
                            <a:schemeClr val="bg1"/>
                          </a:solidFill>
                          <a:latin typeface="Arial Narrow" pitchFamily="34" charset="0"/>
                          <a:ea typeface="+mn-ea"/>
                          <a:cs typeface="+mn-cs"/>
                        </a:rPr>
                        <a:t>Problemas</a:t>
                      </a:r>
                      <a:endParaRPr lang="es-ES" sz="2800" b="1" kern="1200" dirty="0">
                        <a:solidFill>
                          <a:schemeClr val="bg1"/>
                        </a:solidFill>
                        <a:latin typeface="Arial Narrow" pitchFamily="34" charset="0"/>
                        <a:ea typeface="+mn-ea"/>
                        <a:cs typeface="+mn-cs"/>
                      </a:endParaRPr>
                    </a:p>
                  </a:txBody>
                  <a:tcPr>
                    <a:solidFill>
                      <a:srgbClr val="002060"/>
                    </a:solidFill>
                  </a:tcPr>
                </a:tc>
                <a:extLst>
                  <a:ext uri="{0D108BD9-81ED-4DB2-BD59-A6C34878D82A}">
                    <a16:rowId xmlns:a16="http://schemas.microsoft.com/office/drawing/2014/main" val="10000"/>
                  </a:ext>
                </a:extLst>
              </a:tr>
              <a:tr h="3172922">
                <a:tc>
                  <a:txBody>
                    <a:bodyPr/>
                    <a:lstStyle/>
                    <a:p>
                      <a:pPr>
                        <a:lnSpc>
                          <a:spcPct val="100000"/>
                        </a:lnSpc>
                        <a:spcBef>
                          <a:spcPct val="0"/>
                        </a:spcBef>
                      </a:pPr>
                      <a:r>
                        <a:rPr lang="es-ES" sz="2800" dirty="0">
                          <a:latin typeface="Arial Narrow" pitchFamily="34" charset="0"/>
                        </a:rPr>
                        <a:t>M. para mezcla de productos</a:t>
                      </a:r>
                    </a:p>
                    <a:p>
                      <a:pPr>
                        <a:lnSpc>
                          <a:spcPct val="100000"/>
                        </a:lnSpc>
                        <a:spcBef>
                          <a:spcPct val="0"/>
                        </a:spcBef>
                      </a:pPr>
                      <a:r>
                        <a:rPr lang="es-ES" sz="2800" dirty="0">
                          <a:latin typeface="Arial Narrow" pitchFamily="34" charset="0"/>
                        </a:rPr>
                        <a:t>M. para fabricación o compra</a:t>
                      </a:r>
                      <a:endParaRPr lang="es-MX" sz="2800" dirty="0">
                        <a:latin typeface="Arial Narrow" pitchFamily="34" charset="0"/>
                      </a:endParaRPr>
                    </a:p>
                    <a:p>
                      <a:pPr>
                        <a:lnSpc>
                          <a:spcPct val="100000"/>
                        </a:lnSpc>
                        <a:spcBef>
                          <a:spcPct val="0"/>
                        </a:spcBef>
                      </a:pPr>
                      <a:r>
                        <a:rPr lang="es-ES" sz="2800" dirty="0">
                          <a:latin typeface="Arial Narrow" pitchFamily="34" charset="0"/>
                        </a:rPr>
                        <a:t>M. para dietas</a:t>
                      </a:r>
                    </a:p>
                    <a:p>
                      <a:pPr>
                        <a:lnSpc>
                          <a:spcPct val="100000"/>
                        </a:lnSpc>
                        <a:spcBef>
                          <a:spcPct val="0"/>
                        </a:spcBef>
                      </a:pPr>
                      <a:r>
                        <a:rPr lang="es-ES" sz="2800" dirty="0">
                          <a:latin typeface="Arial Narrow" pitchFamily="34" charset="0"/>
                        </a:rPr>
                        <a:t>M. para administración de valores</a:t>
                      </a:r>
                    </a:p>
                    <a:p>
                      <a:pPr>
                        <a:lnSpc>
                          <a:spcPct val="100000"/>
                        </a:lnSpc>
                        <a:spcBef>
                          <a:spcPct val="0"/>
                        </a:spcBef>
                      </a:pPr>
                      <a:r>
                        <a:rPr lang="es-MX" sz="2800" dirty="0">
                          <a:latin typeface="Arial Narrow" pitchFamily="34" charset="0"/>
                        </a:rPr>
                        <a:t>M. para planeación de producción agregada.</a:t>
                      </a:r>
                      <a:endParaRPr lang="es-ES" sz="2800" dirty="0"/>
                    </a:p>
                  </a:txBody>
                  <a:tcPr>
                    <a:solidFill>
                      <a:schemeClr val="accent5">
                        <a:lumMod val="20000"/>
                        <a:lumOff val="80000"/>
                      </a:schemeClr>
                    </a:solidFill>
                  </a:tcPr>
                </a:tc>
                <a:tc>
                  <a:txBody>
                    <a:bodyPr/>
                    <a:lstStyle/>
                    <a:p>
                      <a:pPr>
                        <a:lnSpc>
                          <a:spcPct val="100000"/>
                        </a:lnSpc>
                        <a:spcBef>
                          <a:spcPct val="0"/>
                        </a:spcBef>
                      </a:pPr>
                      <a:r>
                        <a:rPr lang="es-ES_tradnl" sz="2800" dirty="0">
                          <a:latin typeface="Arial Narrow" pitchFamily="34" charset="0"/>
                        </a:rPr>
                        <a:t>P. del transporte</a:t>
                      </a:r>
                    </a:p>
                    <a:p>
                      <a:pPr>
                        <a:lnSpc>
                          <a:spcPct val="100000"/>
                        </a:lnSpc>
                        <a:spcBef>
                          <a:spcPct val="0"/>
                        </a:spcBef>
                      </a:pPr>
                      <a:r>
                        <a:rPr lang="es-ES_tradnl" sz="2800" dirty="0">
                          <a:latin typeface="Arial Narrow" pitchFamily="34" charset="0"/>
                        </a:rPr>
                        <a:t>P. de flujo con coste mínimo en red</a:t>
                      </a:r>
                    </a:p>
                    <a:p>
                      <a:pPr>
                        <a:lnSpc>
                          <a:spcPct val="100000"/>
                        </a:lnSpc>
                        <a:spcBef>
                          <a:spcPct val="0"/>
                        </a:spcBef>
                      </a:pPr>
                      <a:r>
                        <a:rPr lang="es-ES_tradnl" sz="2800" dirty="0">
                          <a:latin typeface="Arial Narrow" pitchFamily="34" charset="0"/>
                        </a:rPr>
                        <a:t>P. de asignación</a:t>
                      </a:r>
                    </a:p>
                    <a:p>
                      <a:pPr>
                        <a:lnSpc>
                          <a:spcPct val="100000"/>
                        </a:lnSpc>
                        <a:spcBef>
                          <a:spcPct val="0"/>
                        </a:spcBef>
                      </a:pPr>
                      <a:r>
                        <a:rPr lang="es-ES_tradnl" sz="2800" dirty="0">
                          <a:latin typeface="Arial Narrow" pitchFamily="34" charset="0"/>
                        </a:rPr>
                        <a:t>P. de la mochila (knapsack)</a:t>
                      </a:r>
                    </a:p>
                    <a:p>
                      <a:pPr>
                        <a:lnSpc>
                          <a:spcPct val="100000"/>
                        </a:lnSpc>
                        <a:spcBef>
                          <a:spcPct val="0"/>
                        </a:spcBef>
                      </a:pPr>
                      <a:r>
                        <a:rPr lang="es-ES_tradnl" sz="2800" dirty="0">
                          <a:latin typeface="Arial Narrow" pitchFamily="34" charset="0"/>
                        </a:rPr>
                        <a:t>P. del emparejamiento (matching)</a:t>
                      </a:r>
                    </a:p>
                    <a:p>
                      <a:pPr>
                        <a:lnSpc>
                          <a:spcPct val="100000"/>
                        </a:lnSpc>
                        <a:spcBef>
                          <a:spcPct val="0"/>
                        </a:spcBef>
                      </a:pPr>
                      <a:r>
                        <a:rPr lang="es-ES_tradnl" sz="2800" dirty="0">
                          <a:latin typeface="Arial Narrow" pitchFamily="34" charset="0"/>
                        </a:rPr>
                        <a:t>P. del recubrimiento (set-covering)</a:t>
                      </a:r>
                    </a:p>
                    <a:p>
                      <a:pPr>
                        <a:lnSpc>
                          <a:spcPct val="100000"/>
                        </a:lnSpc>
                        <a:spcBef>
                          <a:spcPct val="0"/>
                        </a:spcBef>
                      </a:pPr>
                      <a:r>
                        <a:rPr lang="es-ES_tradnl" sz="2800" dirty="0">
                          <a:latin typeface="Arial Narrow" pitchFamily="34" charset="0"/>
                        </a:rPr>
                        <a:t>P. del empaquetado (set-packing)</a:t>
                      </a:r>
                    </a:p>
                    <a:p>
                      <a:pPr>
                        <a:lnSpc>
                          <a:spcPct val="100000"/>
                        </a:lnSpc>
                        <a:spcBef>
                          <a:spcPct val="0"/>
                        </a:spcBef>
                      </a:pPr>
                      <a:r>
                        <a:rPr lang="es-ES_tradnl" sz="2800" dirty="0">
                          <a:latin typeface="Arial Narrow" pitchFamily="34" charset="0"/>
                        </a:rPr>
                        <a:t>P. de partición (set-partitioning)</a:t>
                      </a:r>
                    </a:p>
                    <a:p>
                      <a:pPr>
                        <a:lnSpc>
                          <a:spcPct val="100000"/>
                        </a:lnSpc>
                        <a:spcBef>
                          <a:spcPct val="0"/>
                        </a:spcBef>
                      </a:pPr>
                      <a:r>
                        <a:rPr lang="es-ES_tradnl" sz="2800" dirty="0">
                          <a:latin typeface="Arial Narrow" pitchFamily="34" charset="0"/>
                        </a:rPr>
                        <a:t>P. del coste fijo (fixed-charge)</a:t>
                      </a:r>
                    </a:p>
                    <a:p>
                      <a:pPr>
                        <a:lnSpc>
                          <a:spcPct val="100000"/>
                        </a:lnSpc>
                        <a:spcBef>
                          <a:spcPct val="0"/>
                        </a:spcBef>
                      </a:pPr>
                      <a:r>
                        <a:rPr lang="es-ES_tradnl" sz="2800" dirty="0">
                          <a:latin typeface="Arial Narrow" pitchFamily="34" charset="0"/>
                        </a:rPr>
                        <a:t>P. del viajante (TSP)</a:t>
                      </a:r>
                    </a:p>
                    <a:p>
                      <a:pPr>
                        <a:lnSpc>
                          <a:spcPct val="100000"/>
                        </a:lnSpc>
                        <a:spcBef>
                          <a:spcPct val="0"/>
                        </a:spcBef>
                      </a:pPr>
                      <a:r>
                        <a:rPr lang="es-ES_tradnl" sz="2800" dirty="0">
                          <a:latin typeface="Arial Narrow" pitchFamily="34" charset="0"/>
                        </a:rPr>
                        <a:t>P. de rutas óptimas.</a:t>
                      </a:r>
                    </a:p>
                  </a:txBody>
                  <a:tcPr/>
                </a:tc>
                <a:extLst>
                  <a:ext uri="{0D108BD9-81ED-4DB2-BD59-A6C34878D82A}">
                    <a16:rowId xmlns:a16="http://schemas.microsoft.com/office/drawing/2014/main" val="10001"/>
                  </a:ext>
                </a:extLst>
              </a:tr>
            </a:tbl>
          </a:graphicData>
        </a:graphic>
      </p:graphicFrame>
      <p:sp>
        <p:nvSpPr>
          <p:cNvPr id="7" name="Rectangle 2"/>
          <p:cNvSpPr>
            <a:spLocks noGrp="1" noChangeArrowheads="1"/>
          </p:cNvSpPr>
          <p:nvPr>
            <p:ph type="title"/>
          </p:nvPr>
        </p:nvSpPr>
        <p:spPr>
          <a:xfrm>
            <a:off x="6096000" y="213121"/>
            <a:ext cx="6096000" cy="642937"/>
          </a:xfr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pPr algn="ctr"/>
            <a:r>
              <a:rPr lang="es-ES_tradnl" sz="3200" dirty="0">
                <a:solidFill>
                  <a:schemeClr val="bg1"/>
                </a:solidFill>
                <a:latin typeface="Bauhaus 93" pitchFamily="82" charset="0"/>
                <a:ea typeface="+mn-ea"/>
                <a:cs typeface="+mn-cs"/>
              </a:rPr>
              <a:t>Modelo de Programación Lineal</a:t>
            </a:r>
          </a:p>
        </p:txBody>
      </p:sp>
    </p:spTree>
    <p:extLst>
      <p:ext uri="{BB962C8B-B14F-4D97-AF65-F5344CB8AC3E}">
        <p14:creationId xmlns:p14="http://schemas.microsoft.com/office/powerpoint/2010/main" val="1630285071"/>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5"/>
          <p:cNvSpPr>
            <a:spLocks noGrp="1" noChangeArrowheads="1"/>
          </p:cNvSpPr>
          <p:nvPr>
            <p:ph type="title"/>
          </p:nvPr>
        </p:nvSpPr>
        <p:spPr>
          <a:xfrm>
            <a:off x="6096000" y="151002"/>
            <a:ext cx="6096000" cy="762830"/>
          </a:xfr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pPr indent="-342900" algn="ctr">
              <a:buFont typeface="Arial" pitchFamily="34" charset="0"/>
            </a:pPr>
            <a:r>
              <a:rPr lang="es-ES_tradnl" sz="3200" dirty="0">
                <a:solidFill>
                  <a:schemeClr val="bg1"/>
                </a:solidFill>
                <a:latin typeface="Bauhaus 93" pitchFamily="82" charset="0"/>
                <a:ea typeface="+mn-ea"/>
                <a:cs typeface="+mn-cs"/>
              </a:rPr>
              <a:t>Clasificación de los modelos</a:t>
            </a:r>
            <a:endParaRPr lang="en-US" sz="3200" dirty="0">
              <a:solidFill>
                <a:schemeClr val="bg1"/>
              </a:solidFill>
              <a:latin typeface="Bauhaus 93" pitchFamily="82" charset="0"/>
              <a:ea typeface="+mn-ea"/>
              <a:cs typeface="+mn-cs"/>
            </a:endParaRPr>
          </a:p>
        </p:txBody>
      </p:sp>
      <p:graphicFrame>
        <p:nvGraphicFramePr>
          <p:cNvPr id="17411" name="Object 3"/>
          <p:cNvGraphicFramePr>
            <a:graphicFrameLocks noGrp="1" noChangeAspect="1"/>
          </p:cNvGraphicFramePr>
          <p:nvPr>
            <p:ph type="clipArt" sz="half" idx="1"/>
            <p:extLst>
              <p:ext uri="{D42A27DB-BD31-4B8C-83A1-F6EECF244321}">
                <p14:modId xmlns:p14="http://schemas.microsoft.com/office/powerpoint/2010/main" val="1411468440"/>
              </p:ext>
            </p:extLst>
          </p:nvPr>
        </p:nvGraphicFramePr>
        <p:xfrm>
          <a:off x="2135560" y="1700809"/>
          <a:ext cx="7929562" cy="4125913"/>
        </p:xfrm>
        <a:graphic>
          <a:graphicData uri="http://schemas.openxmlformats.org/presentationml/2006/ole">
            <mc:AlternateContent xmlns:mc="http://schemas.openxmlformats.org/markup-compatibility/2006">
              <mc:Choice xmlns:v="urn:schemas-microsoft-com:vml" Requires="v">
                <p:oleObj name="Document" r:id="rId3" imgW="5577480" imgH="3812262" progId="Word.Document.8">
                  <p:embed/>
                </p:oleObj>
              </mc:Choice>
              <mc:Fallback>
                <p:oleObj name="Document" r:id="rId3" imgW="5577480" imgH="3812262" progId="Word.Document.8">
                  <p:embed/>
                  <p:pic>
                    <p:nvPicPr>
                      <p:cNvPr id="17411"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5560" y="1700809"/>
                        <a:ext cx="7929562" cy="4125913"/>
                      </a:xfrm>
                      <a:prstGeom prst="rect">
                        <a:avLst/>
                      </a:prstGeom>
                      <a:solidFill>
                        <a:schemeClr val="accent5">
                          <a:lumMod val="20000"/>
                          <a:lumOff val="80000"/>
                        </a:schemeClr>
                      </a:solidFill>
                      <a:ln w="9525">
                        <a:solidFill>
                          <a:srgbClr val="000000"/>
                        </a:solidFill>
                        <a:miter lim="800000"/>
                        <a:headEnd/>
                        <a:tailEnd/>
                      </a:ln>
                    </p:spPr>
                  </p:pic>
                </p:oleObj>
              </mc:Fallback>
            </mc:AlternateContent>
          </a:graphicData>
        </a:graphic>
      </p:graphicFrame>
      <p:sp>
        <p:nvSpPr>
          <p:cNvPr id="1027" name="4 Marcador de pie de página"/>
          <p:cNvSpPr>
            <a:spLocks noGrp="1"/>
          </p:cNvSpPr>
          <p:nvPr>
            <p:ph type="ftr" sz="quarter" idx="11"/>
          </p:nvPr>
        </p:nvSpPr>
        <p:spPr/>
        <p:txBody>
          <a:bodyPr/>
          <a:lstStyle/>
          <a:p>
            <a:pPr>
              <a:defRPr/>
            </a:pPr>
            <a:r>
              <a:rPr lang="es-ES"/>
              <a:t>ANIVAL TORRE</a:t>
            </a:r>
          </a:p>
        </p:txBody>
      </p:sp>
      <p:sp>
        <p:nvSpPr>
          <p:cNvPr id="5" name="4 Marcador de número de diapositiva"/>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637F792-4F6F-4D85-BCDA-2CD2E34DABFA}" type="slidenum">
              <a:rPr lang="es-ES" altLang="es-ES">
                <a:solidFill>
                  <a:srgbClr val="045C75"/>
                </a:solidFill>
              </a:rPr>
              <a:pPr eaLnBrk="1" hangingPunct="1"/>
              <a:t>45</a:t>
            </a:fld>
            <a:endParaRPr lang="es-ES" altLang="es-ES">
              <a:solidFill>
                <a:srgbClr val="045C75"/>
              </a:solidFill>
            </a:endParaRPr>
          </a:p>
        </p:txBody>
      </p:sp>
      <p:sp>
        <p:nvSpPr>
          <p:cNvPr id="2" name="CuadroTexto 1">
            <a:extLst>
              <a:ext uri="{FF2B5EF4-FFF2-40B4-BE49-F238E27FC236}">
                <a16:creationId xmlns:a16="http://schemas.microsoft.com/office/drawing/2014/main" id="{BF0C05FF-A323-4E80-73D9-B7B384C2E2E4}"/>
              </a:ext>
            </a:extLst>
          </p:cNvPr>
          <p:cNvSpPr txBox="1"/>
          <p:nvPr/>
        </p:nvSpPr>
        <p:spPr>
          <a:xfrm>
            <a:off x="2046515" y="5859256"/>
            <a:ext cx="1454331" cy="523220"/>
          </a:xfrm>
          <a:prstGeom prst="rect">
            <a:avLst/>
          </a:prstGeom>
          <a:noFill/>
        </p:spPr>
        <p:txBody>
          <a:bodyPr wrap="square" rtlCol="0">
            <a:spAutoFit/>
          </a:bodyPr>
          <a:lstStyle/>
          <a:p>
            <a:r>
              <a:rPr lang="es-ES" sz="2800" b="1" i="1" dirty="0"/>
              <a:t>REAL</a:t>
            </a:r>
            <a:endParaRPr lang="es-PE" sz="2800" b="1" i="1" dirty="0"/>
          </a:p>
        </p:txBody>
      </p:sp>
      <p:sp>
        <p:nvSpPr>
          <p:cNvPr id="3" name="CuadroTexto 2">
            <a:extLst>
              <a:ext uri="{FF2B5EF4-FFF2-40B4-BE49-F238E27FC236}">
                <a16:creationId xmlns:a16="http://schemas.microsoft.com/office/drawing/2014/main" id="{3AF5894B-7E21-604B-89A4-BB05CA84F78A}"/>
              </a:ext>
            </a:extLst>
          </p:cNvPr>
          <p:cNvSpPr txBox="1"/>
          <p:nvPr/>
        </p:nvSpPr>
        <p:spPr>
          <a:xfrm>
            <a:off x="8260080" y="5859256"/>
            <a:ext cx="1963783" cy="523220"/>
          </a:xfrm>
          <a:prstGeom prst="rect">
            <a:avLst/>
          </a:prstGeom>
          <a:noFill/>
        </p:spPr>
        <p:txBody>
          <a:bodyPr wrap="square" rtlCol="0">
            <a:spAutoFit/>
          </a:bodyPr>
          <a:lstStyle/>
          <a:p>
            <a:r>
              <a:rPr lang="es-ES" sz="2800" b="1" i="1" dirty="0"/>
              <a:t>ABSTRACTO</a:t>
            </a:r>
            <a:endParaRPr lang="es-PE" sz="2800" b="1" i="1" dirty="0"/>
          </a:p>
        </p:txBody>
      </p:sp>
    </p:spTree>
    <p:extLst>
      <p:ext uri="{BB962C8B-B14F-4D97-AF65-F5344CB8AC3E}">
        <p14:creationId xmlns:p14="http://schemas.microsoft.com/office/powerpoint/2010/main" val="3362224635"/>
      </p:ext>
    </p:extLst>
  </p:cSld>
  <p:clrMapOvr>
    <a:masterClrMapping/>
  </p:clrMapOvr>
  <p:transition>
    <p:wipe dir="d"/>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a:xfrm>
            <a:off x="6096000" y="214311"/>
            <a:ext cx="6096000" cy="642938"/>
          </a:xfr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pPr indent="-342900" algn="ctr">
              <a:buFont typeface="Arial" pitchFamily="34" charset="0"/>
            </a:pPr>
            <a:r>
              <a:rPr lang="es-ES" sz="3200" dirty="0">
                <a:solidFill>
                  <a:schemeClr val="bg1"/>
                </a:solidFill>
                <a:latin typeface="Bauhaus 93" pitchFamily="82" charset="0"/>
                <a:ea typeface="+mn-ea"/>
                <a:cs typeface="+mn-cs"/>
              </a:rPr>
              <a:t>Modelos físicos</a:t>
            </a:r>
          </a:p>
        </p:txBody>
      </p:sp>
      <p:graphicFrame>
        <p:nvGraphicFramePr>
          <p:cNvPr id="2" name="Marcador de contenido 1">
            <a:extLst>
              <a:ext uri="{FF2B5EF4-FFF2-40B4-BE49-F238E27FC236}">
                <a16:creationId xmlns:a16="http://schemas.microsoft.com/office/drawing/2014/main" id="{4C49A5E8-B5E0-4C63-BEAF-E1A14598859F}"/>
              </a:ext>
            </a:extLst>
          </p:cNvPr>
          <p:cNvGraphicFramePr>
            <a:graphicFrameLocks noGrp="1"/>
          </p:cNvGraphicFramePr>
          <p:nvPr>
            <p:ph idx="1"/>
          </p:nvPr>
        </p:nvGraphicFramePr>
        <p:xfrm>
          <a:off x="3303909" y="1547097"/>
          <a:ext cx="8888091" cy="442238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5362" name="3 Marcador de pie de página"/>
          <p:cNvSpPr>
            <a:spLocks noGrp="1"/>
          </p:cNvSpPr>
          <p:nvPr>
            <p:ph type="ftr" sz="quarter" idx="11"/>
          </p:nvPr>
        </p:nvSpPr>
        <p:spPr/>
        <p:txBody>
          <a:bodyPr/>
          <a:lstStyle/>
          <a:p>
            <a:pPr>
              <a:defRPr/>
            </a:pPr>
            <a:r>
              <a:rPr lang="es-ES"/>
              <a:t>ANIVAL TORRE</a:t>
            </a:r>
          </a:p>
        </p:txBody>
      </p:sp>
      <p:pic>
        <p:nvPicPr>
          <p:cNvPr id="18438" name="Picture 3" descr="D:\DIBUJO\trabajos-diseño\3D-Silla ergo\3D-silla ergo2.jp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2424" y="2678906"/>
            <a:ext cx="2609851" cy="2283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6 Marcador de número de diapositiva"/>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E965046-C7EE-487A-A473-C9BAA1715EF1}" type="slidenum">
              <a:rPr lang="es-ES" altLang="es-ES">
                <a:solidFill>
                  <a:srgbClr val="045C75"/>
                </a:solidFill>
              </a:rPr>
              <a:pPr eaLnBrk="1" hangingPunct="1"/>
              <a:t>46</a:t>
            </a:fld>
            <a:endParaRPr lang="es-ES" altLang="es-ES">
              <a:solidFill>
                <a:srgbClr val="045C75"/>
              </a:solidFill>
            </a:endParaRPr>
          </a:p>
        </p:txBody>
      </p:sp>
    </p:spTree>
    <p:extLst>
      <p:ext uri="{BB962C8B-B14F-4D97-AF65-F5344CB8AC3E}">
        <p14:creationId xmlns:p14="http://schemas.microsoft.com/office/powerpoint/2010/main" val="9961091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6096000" y="136525"/>
            <a:ext cx="6096000" cy="785812"/>
          </a:xfr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pPr indent="-342900" algn="ctr">
              <a:buFont typeface="Arial" pitchFamily="34" charset="0"/>
            </a:pPr>
            <a:r>
              <a:rPr lang="es-ES" sz="3200" dirty="0">
                <a:solidFill>
                  <a:schemeClr val="bg1"/>
                </a:solidFill>
                <a:latin typeface="Bauhaus 93" pitchFamily="82" charset="0"/>
                <a:ea typeface="+mn-ea"/>
                <a:cs typeface="+mn-cs"/>
              </a:rPr>
              <a:t>Modelos a escala</a:t>
            </a:r>
          </a:p>
        </p:txBody>
      </p:sp>
      <p:graphicFrame>
        <p:nvGraphicFramePr>
          <p:cNvPr id="2" name="Marcador de contenido 1">
            <a:extLst>
              <a:ext uri="{FF2B5EF4-FFF2-40B4-BE49-F238E27FC236}">
                <a16:creationId xmlns:a16="http://schemas.microsoft.com/office/drawing/2014/main" id="{233BCC58-AD21-4BFF-A58E-42BB6DE30B54}"/>
              </a:ext>
            </a:extLst>
          </p:cNvPr>
          <p:cNvGraphicFramePr>
            <a:graphicFrameLocks noGrp="1"/>
          </p:cNvGraphicFramePr>
          <p:nvPr>
            <p:ph idx="1"/>
            <p:extLst>
              <p:ext uri="{D42A27DB-BD31-4B8C-83A1-F6EECF244321}">
                <p14:modId xmlns:p14="http://schemas.microsoft.com/office/powerpoint/2010/main" val="2750323601"/>
              </p:ext>
            </p:extLst>
          </p:nvPr>
        </p:nvGraphicFramePr>
        <p:xfrm>
          <a:off x="3605349" y="1643063"/>
          <a:ext cx="8116388" cy="373012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6386" name="3 Marcador de pie de página"/>
          <p:cNvSpPr>
            <a:spLocks noGrp="1"/>
          </p:cNvSpPr>
          <p:nvPr>
            <p:ph type="ftr" sz="quarter" idx="11"/>
          </p:nvPr>
        </p:nvSpPr>
        <p:spPr/>
        <p:txBody>
          <a:bodyPr/>
          <a:lstStyle/>
          <a:p>
            <a:pPr>
              <a:defRPr/>
            </a:pPr>
            <a:r>
              <a:rPr lang="es-ES"/>
              <a:t>ANIVAL TORRE</a:t>
            </a:r>
          </a:p>
        </p:txBody>
      </p:sp>
      <p:pic>
        <p:nvPicPr>
          <p:cNvPr id="19461" name="Picture 2" descr="Modelos a escala cuidados con detall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40526" y="1643064"/>
            <a:ext cx="2526575" cy="2318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2" name="Picture 3" descr="maquetas arquitectonicas creadas con estilo y cuidado"/>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40526" y="4015956"/>
            <a:ext cx="2526575" cy="2352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6 Marcador de número de diapositiva"/>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87DEFF1-A367-4884-A44F-7221784C96B6}" type="slidenum">
              <a:rPr lang="es-ES" altLang="es-ES">
                <a:solidFill>
                  <a:srgbClr val="045C75"/>
                </a:solidFill>
              </a:rPr>
              <a:pPr eaLnBrk="1" hangingPunct="1"/>
              <a:t>47</a:t>
            </a:fld>
            <a:endParaRPr lang="es-ES" altLang="es-ES">
              <a:solidFill>
                <a:srgbClr val="045C75"/>
              </a:solidFill>
            </a:endParaRPr>
          </a:p>
        </p:txBody>
      </p:sp>
    </p:spTree>
    <p:extLst>
      <p:ext uri="{BB962C8B-B14F-4D97-AF65-F5344CB8AC3E}">
        <p14:creationId xmlns:p14="http://schemas.microsoft.com/office/powerpoint/2010/main" val="2617930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3" name="Rectangle 2"/>
          <p:cNvSpPr>
            <a:spLocks noGrp="1" noChangeArrowheads="1"/>
          </p:cNvSpPr>
          <p:nvPr>
            <p:ph type="title"/>
          </p:nvPr>
        </p:nvSpPr>
        <p:spPr>
          <a:xfrm>
            <a:off x="6096000" y="268352"/>
            <a:ext cx="6096000" cy="554385"/>
          </a:xfr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pPr indent="-342900" algn="ctr">
              <a:buFont typeface="Arial" pitchFamily="34" charset="0"/>
            </a:pPr>
            <a:r>
              <a:rPr lang="es-ES" sz="3200" dirty="0">
                <a:solidFill>
                  <a:schemeClr val="bg1"/>
                </a:solidFill>
                <a:latin typeface="Bauhaus 93" pitchFamily="82" charset="0"/>
                <a:ea typeface="+mn-ea"/>
                <a:cs typeface="+mn-cs"/>
              </a:rPr>
              <a:t>Modelos analógicos</a:t>
            </a:r>
          </a:p>
        </p:txBody>
      </p:sp>
      <p:graphicFrame>
        <p:nvGraphicFramePr>
          <p:cNvPr id="2" name="Marcador de contenido 1">
            <a:extLst>
              <a:ext uri="{FF2B5EF4-FFF2-40B4-BE49-F238E27FC236}">
                <a16:creationId xmlns:a16="http://schemas.microsoft.com/office/drawing/2014/main" id="{0198B36D-0111-46A4-BCE5-CC6D6071C309}"/>
              </a:ext>
            </a:extLst>
          </p:cNvPr>
          <p:cNvGraphicFramePr>
            <a:graphicFrameLocks noGrp="1"/>
          </p:cNvGraphicFramePr>
          <p:nvPr>
            <p:ph idx="1"/>
            <p:extLst>
              <p:ext uri="{D42A27DB-BD31-4B8C-83A1-F6EECF244321}">
                <p14:modId xmlns:p14="http://schemas.microsoft.com/office/powerpoint/2010/main" val="1695859777"/>
              </p:ext>
            </p:extLst>
          </p:nvPr>
        </p:nvGraphicFramePr>
        <p:xfrm>
          <a:off x="3370219" y="1466491"/>
          <a:ext cx="8025276" cy="173580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7410" name="3 Marcador de pie de página"/>
          <p:cNvSpPr>
            <a:spLocks noGrp="1"/>
          </p:cNvSpPr>
          <p:nvPr>
            <p:ph type="ftr" sz="quarter" idx="11"/>
          </p:nvPr>
        </p:nvSpPr>
        <p:spPr/>
        <p:txBody>
          <a:bodyPr/>
          <a:lstStyle/>
          <a:p>
            <a:pPr>
              <a:defRPr/>
            </a:pPr>
            <a:r>
              <a:rPr lang="es-ES"/>
              <a:t>ANIVAL TORRE</a:t>
            </a:r>
          </a:p>
        </p:txBody>
      </p:sp>
      <p:grpSp>
        <p:nvGrpSpPr>
          <p:cNvPr id="20485" name="4 Grupo"/>
          <p:cNvGrpSpPr>
            <a:grpSpLocks/>
          </p:cNvGrpSpPr>
          <p:nvPr/>
        </p:nvGrpSpPr>
        <p:grpSpPr bwMode="auto">
          <a:xfrm>
            <a:off x="435429" y="1738620"/>
            <a:ext cx="2458682" cy="4688306"/>
            <a:chOff x="7524750" y="3357563"/>
            <a:chExt cx="792163" cy="1871662"/>
          </a:xfrm>
        </p:grpSpPr>
        <p:sp>
          <p:nvSpPr>
            <p:cNvPr id="20488" name="Line 87"/>
            <p:cNvSpPr>
              <a:spLocks noChangeShapeType="1"/>
            </p:cNvSpPr>
            <p:nvPr/>
          </p:nvSpPr>
          <p:spPr bwMode="auto">
            <a:xfrm>
              <a:off x="7524750" y="5229225"/>
              <a:ext cx="792163"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s-ES"/>
            </a:p>
          </p:txBody>
        </p:sp>
        <p:sp>
          <p:nvSpPr>
            <p:cNvPr id="20489" name="Rectangle 88"/>
            <p:cNvSpPr>
              <a:spLocks noChangeArrowheads="1"/>
            </p:cNvSpPr>
            <p:nvPr/>
          </p:nvSpPr>
          <p:spPr bwMode="auto">
            <a:xfrm>
              <a:off x="7765238" y="3357563"/>
              <a:ext cx="377825" cy="201612"/>
            </a:xfrm>
            <a:prstGeom prst="rect">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s-ES" altLang="es-ES"/>
            </a:p>
          </p:txBody>
        </p:sp>
        <p:sp>
          <p:nvSpPr>
            <p:cNvPr id="20490" name="Freeform 90"/>
            <p:cNvSpPr>
              <a:spLocks/>
            </p:cNvSpPr>
            <p:nvPr/>
          </p:nvSpPr>
          <p:spPr bwMode="auto">
            <a:xfrm>
              <a:off x="7954779" y="3573463"/>
              <a:ext cx="95250" cy="576262"/>
            </a:xfrm>
            <a:custGeom>
              <a:avLst/>
              <a:gdLst>
                <a:gd name="T0" fmla="*/ 0 w 60"/>
                <a:gd name="T1" fmla="*/ 0 h 341"/>
                <a:gd name="T2" fmla="*/ 0 w 60"/>
                <a:gd name="T3" fmla="*/ 2147483647 h 341"/>
                <a:gd name="T4" fmla="*/ 2147483647 w 60"/>
                <a:gd name="T5" fmla="*/ 2147483647 h 341"/>
                <a:gd name="T6" fmla="*/ 2147483647 w 60"/>
                <a:gd name="T7" fmla="*/ 2147483647 h 341"/>
                <a:gd name="T8" fmla="*/ 2147483647 w 60"/>
                <a:gd name="T9" fmla="*/ 2147483647 h 341"/>
                <a:gd name="T10" fmla="*/ 2147483647 w 60"/>
                <a:gd name="T11" fmla="*/ 2147483647 h 341"/>
                <a:gd name="T12" fmla="*/ 2147483647 w 60"/>
                <a:gd name="T13" fmla="*/ 2147483647 h 341"/>
                <a:gd name="T14" fmla="*/ 2147483647 w 60"/>
                <a:gd name="T15" fmla="*/ 2147483647 h 341"/>
                <a:gd name="T16" fmla="*/ 2147483647 w 60"/>
                <a:gd name="T17" fmla="*/ 2147483647 h 341"/>
                <a:gd name="T18" fmla="*/ 2147483647 w 60"/>
                <a:gd name="T19" fmla="*/ 2147483647 h 341"/>
                <a:gd name="T20" fmla="*/ 2147483647 w 60"/>
                <a:gd name="T21" fmla="*/ 2147483647 h 34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0"/>
                <a:gd name="T34" fmla="*/ 0 h 341"/>
                <a:gd name="T35" fmla="*/ 60 w 60"/>
                <a:gd name="T36" fmla="*/ 341 h 34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0" h="341">
                  <a:moveTo>
                    <a:pt x="0" y="0"/>
                  </a:moveTo>
                  <a:lnTo>
                    <a:pt x="0" y="128"/>
                  </a:lnTo>
                  <a:lnTo>
                    <a:pt x="59" y="153"/>
                  </a:lnTo>
                  <a:lnTo>
                    <a:pt x="4" y="166"/>
                  </a:lnTo>
                  <a:lnTo>
                    <a:pt x="55" y="179"/>
                  </a:lnTo>
                  <a:lnTo>
                    <a:pt x="13" y="195"/>
                  </a:lnTo>
                  <a:lnTo>
                    <a:pt x="51" y="208"/>
                  </a:lnTo>
                  <a:lnTo>
                    <a:pt x="4" y="217"/>
                  </a:lnTo>
                  <a:lnTo>
                    <a:pt x="55" y="234"/>
                  </a:lnTo>
                  <a:lnTo>
                    <a:pt x="4" y="247"/>
                  </a:lnTo>
                  <a:lnTo>
                    <a:pt x="4" y="340"/>
                  </a:lnTo>
                </a:path>
              </a:pathLst>
            </a:cu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s-ES"/>
            </a:p>
          </p:txBody>
        </p:sp>
        <p:sp>
          <p:nvSpPr>
            <p:cNvPr id="20491" name="Freeform 91"/>
            <p:cNvSpPr>
              <a:spLocks/>
            </p:cNvSpPr>
            <p:nvPr/>
          </p:nvSpPr>
          <p:spPr bwMode="auto">
            <a:xfrm>
              <a:off x="7956550" y="4335209"/>
              <a:ext cx="144463" cy="894016"/>
            </a:xfrm>
            <a:custGeom>
              <a:avLst/>
              <a:gdLst>
                <a:gd name="T0" fmla="*/ 0 w 60"/>
                <a:gd name="T1" fmla="*/ 0 h 239"/>
                <a:gd name="T2" fmla="*/ 0 w 60"/>
                <a:gd name="T3" fmla="*/ 2147483647 h 239"/>
                <a:gd name="T4" fmla="*/ 2147483647 w 60"/>
                <a:gd name="T5" fmla="*/ 2147483647 h 239"/>
                <a:gd name="T6" fmla="*/ 2147483647 w 60"/>
                <a:gd name="T7" fmla="*/ 2147483647 h 239"/>
                <a:gd name="T8" fmla="*/ 2147483647 w 60"/>
                <a:gd name="T9" fmla="*/ 2147483647 h 239"/>
                <a:gd name="T10" fmla="*/ 2147483647 w 60"/>
                <a:gd name="T11" fmla="*/ 2147483647 h 239"/>
                <a:gd name="T12" fmla="*/ 2147483647 w 60"/>
                <a:gd name="T13" fmla="*/ 2147483647 h 239"/>
                <a:gd name="T14" fmla="*/ 2147483647 w 60"/>
                <a:gd name="T15" fmla="*/ 2147483647 h 239"/>
                <a:gd name="T16" fmla="*/ 2147483647 w 60"/>
                <a:gd name="T17" fmla="*/ 2147483647 h 239"/>
                <a:gd name="T18" fmla="*/ 2147483647 w 60"/>
                <a:gd name="T19" fmla="*/ 2147483647 h 239"/>
                <a:gd name="T20" fmla="*/ 2147483647 w 60"/>
                <a:gd name="T21" fmla="*/ 2147483647 h 23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0"/>
                <a:gd name="T34" fmla="*/ 0 h 239"/>
                <a:gd name="T35" fmla="*/ 60 w 60"/>
                <a:gd name="T36" fmla="*/ 239 h 23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0" h="239">
                  <a:moveTo>
                    <a:pt x="0" y="0"/>
                  </a:moveTo>
                  <a:lnTo>
                    <a:pt x="0" y="89"/>
                  </a:lnTo>
                  <a:lnTo>
                    <a:pt x="59" y="107"/>
                  </a:lnTo>
                  <a:lnTo>
                    <a:pt x="4" y="116"/>
                  </a:lnTo>
                  <a:lnTo>
                    <a:pt x="55" y="125"/>
                  </a:lnTo>
                  <a:lnTo>
                    <a:pt x="13" y="137"/>
                  </a:lnTo>
                  <a:lnTo>
                    <a:pt x="51" y="146"/>
                  </a:lnTo>
                  <a:lnTo>
                    <a:pt x="4" y="152"/>
                  </a:lnTo>
                  <a:lnTo>
                    <a:pt x="55" y="164"/>
                  </a:lnTo>
                  <a:lnTo>
                    <a:pt x="4" y="173"/>
                  </a:lnTo>
                  <a:lnTo>
                    <a:pt x="4" y="238"/>
                  </a:lnTo>
                </a:path>
              </a:pathLst>
            </a:cu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s-ES"/>
            </a:p>
          </p:txBody>
        </p:sp>
        <p:sp>
          <p:nvSpPr>
            <p:cNvPr id="20492" name="Line 92"/>
            <p:cNvSpPr>
              <a:spLocks noChangeShapeType="1"/>
            </p:cNvSpPr>
            <p:nvPr/>
          </p:nvSpPr>
          <p:spPr bwMode="auto">
            <a:xfrm flipH="1">
              <a:off x="7954779" y="3557335"/>
              <a:ext cx="0" cy="232027"/>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s-ES"/>
            </a:p>
          </p:txBody>
        </p:sp>
        <p:sp>
          <p:nvSpPr>
            <p:cNvPr id="20495" name="Rectangle 95"/>
            <p:cNvSpPr>
              <a:spLocks noChangeArrowheads="1"/>
            </p:cNvSpPr>
            <p:nvPr/>
          </p:nvSpPr>
          <p:spPr bwMode="auto">
            <a:xfrm>
              <a:off x="7850632" y="3370504"/>
              <a:ext cx="203645" cy="159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defTabSz="762000" eaLnBrk="0" hangingPunct="0">
                <a:defRPr>
                  <a:solidFill>
                    <a:schemeClr val="tx1"/>
                  </a:solidFill>
                  <a:latin typeface="Arial" panose="020B0604020202020204" pitchFamily="34" charset="0"/>
                </a:defRPr>
              </a:lvl1pPr>
              <a:lvl2pPr marL="742950" indent="-285750" defTabSz="762000" eaLnBrk="0" hangingPunct="0">
                <a:defRPr>
                  <a:solidFill>
                    <a:schemeClr val="tx1"/>
                  </a:solidFill>
                  <a:latin typeface="Arial" panose="020B0604020202020204" pitchFamily="34" charset="0"/>
                </a:defRPr>
              </a:lvl2pPr>
              <a:lvl3pPr marL="1143000" indent="-228600" defTabSz="762000" eaLnBrk="0" hangingPunct="0">
                <a:defRPr>
                  <a:solidFill>
                    <a:schemeClr val="tx1"/>
                  </a:solidFill>
                  <a:latin typeface="Arial" panose="020B0604020202020204" pitchFamily="34" charset="0"/>
                </a:defRPr>
              </a:lvl3pPr>
              <a:lvl4pPr marL="1600200" indent="-228600" defTabSz="762000" eaLnBrk="0" hangingPunct="0">
                <a:defRPr>
                  <a:solidFill>
                    <a:schemeClr val="tx1"/>
                  </a:solidFill>
                  <a:latin typeface="Arial" panose="020B0604020202020204" pitchFamily="34" charset="0"/>
                </a:defRPr>
              </a:lvl4pPr>
              <a:lvl5pPr marL="2057400" indent="-228600" defTabSz="762000" eaLnBrk="0" hangingPunct="0">
                <a:defRPr>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85000"/>
                </a:lnSpc>
                <a:spcBef>
                  <a:spcPct val="30000"/>
                </a:spcBef>
              </a:pPr>
              <a:r>
                <a:rPr lang="es-ES_tradnl" altLang="es-ES" sz="1600" dirty="0" err="1">
                  <a:solidFill>
                    <a:srgbClr val="002060"/>
                  </a:solidFill>
                </a:rPr>
                <a:t>M</a:t>
              </a:r>
              <a:r>
                <a:rPr lang="es-ES_tradnl" altLang="es-ES" sz="1600" baseline="-25000" dirty="0" err="1">
                  <a:solidFill>
                    <a:srgbClr val="002060"/>
                  </a:solidFill>
                </a:rPr>
                <a:t>1</a:t>
              </a:r>
              <a:endParaRPr lang="es-ES_tradnl" altLang="es-ES" sz="1600" baseline="-25000" dirty="0">
                <a:solidFill>
                  <a:srgbClr val="002060"/>
                </a:solidFill>
              </a:endParaRPr>
            </a:p>
          </p:txBody>
        </p:sp>
        <p:sp>
          <p:nvSpPr>
            <p:cNvPr id="20496" name="Rectangle 96"/>
            <p:cNvSpPr>
              <a:spLocks noChangeArrowheads="1"/>
            </p:cNvSpPr>
            <p:nvPr/>
          </p:nvSpPr>
          <p:spPr bwMode="auto">
            <a:xfrm>
              <a:off x="7840766" y="4144790"/>
              <a:ext cx="235323" cy="195355"/>
            </a:xfrm>
            <a:prstGeom prst="rect">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r>
                <a:rPr lang="es-ES_tradnl" altLang="es-ES"/>
                <a:t>M2</a:t>
              </a:r>
            </a:p>
          </p:txBody>
        </p:sp>
        <p:sp>
          <p:nvSpPr>
            <p:cNvPr id="20497" name="Rectangle 98"/>
            <p:cNvSpPr>
              <a:spLocks noChangeArrowheads="1"/>
            </p:cNvSpPr>
            <p:nvPr/>
          </p:nvSpPr>
          <p:spPr bwMode="auto">
            <a:xfrm>
              <a:off x="8027979" y="3789363"/>
              <a:ext cx="208686" cy="185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defTabSz="762000" eaLnBrk="0" hangingPunct="0">
                <a:defRPr>
                  <a:solidFill>
                    <a:schemeClr val="tx1"/>
                  </a:solidFill>
                  <a:latin typeface="Arial" panose="020B0604020202020204" pitchFamily="34" charset="0"/>
                </a:defRPr>
              </a:lvl1pPr>
              <a:lvl2pPr marL="742950" indent="-285750" defTabSz="762000" eaLnBrk="0" hangingPunct="0">
                <a:defRPr>
                  <a:solidFill>
                    <a:schemeClr val="tx1"/>
                  </a:solidFill>
                  <a:latin typeface="Arial" panose="020B0604020202020204" pitchFamily="34" charset="0"/>
                </a:defRPr>
              </a:lvl2pPr>
              <a:lvl3pPr marL="1143000" indent="-228600" defTabSz="762000" eaLnBrk="0" hangingPunct="0">
                <a:defRPr>
                  <a:solidFill>
                    <a:schemeClr val="tx1"/>
                  </a:solidFill>
                  <a:latin typeface="Arial" panose="020B0604020202020204" pitchFamily="34" charset="0"/>
                </a:defRPr>
              </a:lvl3pPr>
              <a:lvl4pPr marL="1600200" indent="-228600" defTabSz="762000" eaLnBrk="0" hangingPunct="0">
                <a:defRPr>
                  <a:solidFill>
                    <a:schemeClr val="tx1"/>
                  </a:solidFill>
                  <a:latin typeface="Arial" panose="020B0604020202020204" pitchFamily="34" charset="0"/>
                </a:defRPr>
              </a:lvl4pPr>
              <a:lvl5pPr marL="2057400" indent="-228600" defTabSz="762000" eaLnBrk="0" hangingPunct="0">
                <a:defRPr>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85000"/>
                </a:lnSpc>
                <a:spcBef>
                  <a:spcPct val="30000"/>
                </a:spcBef>
              </a:pPr>
              <a:r>
                <a:rPr lang="es-ES_tradnl" altLang="es-ES" sz="1400">
                  <a:solidFill>
                    <a:srgbClr val="002060"/>
                  </a:solidFill>
                </a:rPr>
                <a:t>K1</a:t>
              </a:r>
            </a:p>
          </p:txBody>
        </p:sp>
        <p:sp>
          <p:nvSpPr>
            <p:cNvPr id="20498" name="Rectangle 99"/>
            <p:cNvSpPr>
              <a:spLocks noChangeArrowheads="1"/>
            </p:cNvSpPr>
            <p:nvPr/>
          </p:nvSpPr>
          <p:spPr bwMode="auto">
            <a:xfrm>
              <a:off x="8076089" y="4782217"/>
              <a:ext cx="208686" cy="185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defTabSz="762000" eaLnBrk="0" hangingPunct="0">
                <a:defRPr>
                  <a:solidFill>
                    <a:schemeClr val="tx1"/>
                  </a:solidFill>
                  <a:latin typeface="Arial" panose="020B0604020202020204" pitchFamily="34" charset="0"/>
                </a:defRPr>
              </a:lvl1pPr>
              <a:lvl2pPr marL="742950" indent="-285750" defTabSz="762000" eaLnBrk="0" hangingPunct="0">
                <a:defRPr>
                  <a:solidFill>
                    <a:schemeClr val="tx1"/>
                  </a:solidFill>
                  <a:latin typeface="Arial" panose="020B0604020202020204" pitchFamily="34" charset="0"/>
                </a:defRPr>
              </a:lvl2pPr>
              <a:lvl3pPr marL="1143000" indent="-228600" defTabSz="762000" eaLnBrk="0" hangingPunct="0">
                <a:defRPr>
                  <a:solidFill>
                    <a:schemeClr val="tx1"/>
                  </a:solidFill>
                  <a:latin typeface="Arial" panose="020B0604020202020204" pitchFamily="34" charset="0"/>
                </a:defRPr>
              </a:lvl3pPr>
              <a:lvl4pPr marL="1600200" indent="-228600" defTabSz="762000" eaLnBrk="0" hangingPunct="0">
                <a:defRPr>
                  <a:solidFill>
                    <a:schemeClr val="tx1"/>
                  </a:solidFill>
                  <a:latin typeface="Arial" panose="020B0604020202020204" pitchFamily="34" charset="0"/>
                </a:defRPr>
              </a:lvl4pPr>
              <a:lvl5pPr marL="2057400" indent="-228600" defTabSz="762000" eaLnBrk="0" hangingPunct="0">
                <a:defRPr>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85000"/>
                </a:lnSpc>
                <a:spcBef>
                  <a:spcPct val="30000"/>
                </a:spcBef>
              </a:pPr>
              <a:r>
                <a:rPr lang="es-ES_tradnl" altLang="es-ES" sz="1400" dirty="0" err="1">
                  <a:solidFill>
                    <a:srgbClr val="002060"/>
                  </a:solidFill>
                </a:rPr>
                <a:t>K2</a:t>
              </a:r>
              <a:endParaRPr lang="es-ES_tradnl" altLang="es-ES" sz="1400" dirty="0">
                <a:solidFill>
                  <a:srgbClr val="002060"/>
                </a:solidFill>
              </a:endParaRPr>
            </a:p>
          </p:txBody>
        </p:sp>
        <p:sp>
          <p:nvSpPr>
            <p:cNvPr id="20499" name="Rectangle 100"/>
            <p:cNvSpPr>
              <a:spLocks noChangeArrowheads="1"/>
            </p:cNvSpPr>
            <p:nvPr/>
          </p:nvSpPr>
          <p:spPr bwMode="auto">
            <a:xfrm>
              <a:off x="7721137" y="3828857"/>
              <a:ext cx="195713" cy="14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nchor="ctr">
              <a:spAutoFit/>
            </a:bodyPr>
            <a:lstStyle>
              <a:lvl1pPr defTabSz="762000" eaLnBrk="0" hangingPunct="0">
                <a:defRPr>
                  <a:solidFill>
                    <a:schemeClr val="tx1"/>
                  </a:solidFill>
                  <a:latin typeface="Arial" panose="020B0604020202020204" pitchFamily="34" charset="0"/>
                </a:defRPr>
              </a:lvl1pPr>
              <a:lvl2pPr marL="742950" indent="-285750" defTabSz="762000" eaLnBrk="0" hangingPunct="0">
                <a:defRPr>
                  <a:solidFill>
                    <a:schemeClr val="tx1"/>
                  </a:solidFill>
                  <a:latin typeface="Arial" panose="020B0604020202020204" pitchFamily="34" charset="0"/>
                </a:defRPr>
              </a:lvl2pPr>
              <a:lvl3pPr marL="1143000" indent="-228600" defTabSz="762000" eaLnBrk="0" hangingPunct="0">
                <a:defRPr>
                  <a:solidFill>
                    <a:schemeClr val="tx1"/>
                  </a:solidFill>
                  <a:latin typeface="Arial" panose="020B0604020202020204" pitchFamily="34" charset="0"/>
                </a:defRPr>
              </a:lvl3pPr>
              <a:lvl4pPr marL="1600200" indent="-228600" defTabSz="762000" eaLnBrk="0" hangingPunct="0">
                <a:defRPr>
                  <a:solidFill>
                    <a:schemeClr val="tx1"/>
                  </a:solidFill>
                  <a:latin typeface="Arial" panose="020B0604020202020204" pitchFamily="34" charset="0"/>
                </a:defRPr>
              </a:lvl4pPr>
              <a:lvl5pPr marL="2057400" indent="-228600" defTabSz="762000" eaLnBrk="0" hangingPunct="0">
                <a:defRPr>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85000"/>
                </a:lnSpc>
                <a:spcBef>
                  <a:spcPct val="30000"/>
                </a:spcBef>
              </a:pPr>
              <a:r>
                <a:rPr lang="es-ES_tradnl" altLang="es-ES" sz="1400" dirty="0">
                  <a:solidFill>
                    <a:srgbClr val="002060"/>
                  </a:solidFill>
                </a:rPr>
                <a:t>D</a:t>
              </a:r>
            </a:p>
          </p:txBody>
        </p:sp>
      </p:grpSp>
      <p:pic>
        <p:nvPicPr>
          <p:cNvPr id="20486"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35761" y="3655706"/>
            <a:ext cx="7459733" cy="2771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19 Marcador de número de diapositiva"/>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2D4AF65-3527-44DA-9153-8F8484716B1F}" type="slidenum">
              <a:rPr lang="es-ES" altLang="es-ES">
                <a:solidFill>
                  <a:srgbClr val="045C75"/>
                </a:solidFill>
              </a:rPr>
              <a:pPr eaLnBrk="1" hangingPunct="1"/>
              <a:t>48</a:t>
            </a:fld>
            <a:endParaRPr lang="es-ES" altLang="es-ES">
              <a:solidFill>
                <a:srgbClr val="045C75"/>
              </a:solidFill>
            </a:endParaRPr>
          </a:p>
        </p:txBody>
      </p:sp>
    </p:spTree>
    <p:extLst>
      <p:ext uri="{BB962C8B-B14F-4D97-AF65-F5344CB8AC3E}">
        <p14:creationId xmlns:p14="http://schemas.microsoft.com/office/powerpoint/2010/main" val="32144852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
          <p:cNvSpPr>
            <a:spLocks noGrp="1" noChangeArrowheads="1"/>
          </p:cNvSpPr>
          <p:nvPr>
            <p:ph type="title"/>
          </p:nvPr>
        </p:nvSpPr>
        <p:spPr>
          <a:xfrm>
            <a:off x="6096000" y="136525"/>
            <a:ext cx="6096000" cy="785812"/>
          </a:xfr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pPr indent="-342900" algn="ctr">
              <a:buFont typeface="Arial" pitchFamily="34" charset="0"/>
            </a:pPr>
            <a:r>
              <a:rPr lang="es-ES" sz="3200" dirty="0">
                <a:solidFill>
                  <a:schemeClr val="bg1"/>
                </a:solidFill>
                <a:latin typeface="Bauhaus 93" pitchFamily="82" charset="0"/>
                <a:ea typeface="+mn-ea"/>
                <a:cs typeface="+mn-cs"/>
              </a:rPr>
              <a:t>Modelos administrativos</a:t>
            </a:r>
          </a:p>
        </p:txBody>
      </p:sp>
      <p:graphicFrame>
        <p:nvGraphicFramePr>
          <p:cNvPr id="2" name="Marcador de contenido 1">
            <a:extLst>
              <a:ext uri="{FF2B5EF4-FFF2-40B4-BE49-F238E27FC236}">
                <a16:creationId xmlns:a16="http://schemas.microsoft.com/office/drawing/2014/main" id="{B955A2BB-0CB1-452E-9ED4-EBD5F3EED597}"/>
              </a:ext>
            </a:extLst>
          </p:cNvPr>
          <p:cNvGraphicFramePr>
            <a:graphicFrameLocks noGrp="1"/>
          </p:cNvGraphicFramePr>
          <p:nvPr>
            <p:ph idx="1"/>
            <p:extLst>
              <p:ext uri="{D42A27DB-BD31-4B8C-83A1-F6EECF244321}">
                <p14:modId xmlns:p14="http://schemas.microsoft.com/office/powerpoint/2010/main" val="2072961839"/>
              </p:ext>
            </p:extLst>
          </p:nvPr>
        </p:nvGraphicFramePr>
        <p:xfrm>
          <a:off x="3597852" y="1602377"/>
          <a:ext cx="7755948" cy="40014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8434" name="3 Marcador de pie de página"/>
          <p:cNvSpPr>
            <a:spLocks noGrp="1"/>
          </p:cNvSpPr>
          <p:nvPr>
            <p:ph type="ftr" sz="quarter" idx="11"/>
          </p:nvPr>
        </p:nvSpPr>
        <p:spPr/>
        <p:txBody>
          <a:bodyPr/>
          <a:lstStyle/>
          <a:p>
            <a:pPr>
              <a:defRPr/>
            </a:pPr>
            <a:r>
              <a:rPr lang="es-ES"/>
              <a:t>ANIVAL TORRE</a:t>
            </a:r>
          </a:p>
        </p:txBody>
      </p:sp>
      <p:sp>
        <p:nvSpPr>
          <p:cNvPr id="6" name="5 Marcador de número de diapositiva"/>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5C65BA5-0A56-4BBB-ADDA-5BDCD4A2154F}" type="slidenum">
              <a:rPr lang="es-ES" altLang="es-ES">
                <a:solidFill>
                  <a:srgbClr val="045C75"/>
                </a:solidFill>
              </a:rPr>
              <a:pPr eaLnBrk="1" hangingPunct="1"/>
              <a:t>49</a:t>
            </a:fld>
            <a:endParaRPr lang="es-ES" altLang="es-ES">
              <a:solidFill>
                <a:srgbClr val="045C75"/>
              </a:solidFill>
            </a:endParaRPr>
          </a:p>
        </p:txBody>
      </p:sp>
      <p:pic>
        <p:nvPicPr>
          <p:cNvPr id="1026" name="Picture 2" descr="Detalle 102+ imagen administrativa dibujos - Thptletrongtan.edu.vn">
            <a:extLst>
              <a:ext uri="{FF2B5EF4-FFF2-40B4-BE49-F238E27FC236}">
                <a16:creationId xmlns:a16="http://schemas.microsoft.com/office/drawing/2014/main" id="{D5884959-1498-EE3D-4524-8A1BE518229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flipH="1">
            <a:off x="177383" y="2268523"/>
            <a:ext cx="3309757" cy="22058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059580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1 Marcador de pie de página"/>
          <p:cNvSpPr>
            <a:spLocks noGrp="1"/>
          </p:cNvSpPr>
          <p:nvPr>
            <p:ph type="ftr" sz="quarter" idx="11"/>
          </p:nvPr>
        </p:nvSpPr>
        <p:spPr>
          <a:xfrm>
            <a:off x="3210465" y="6356350"/>
            <a:ext cx="4114800" cy="365125"/>
          </a:xfrm>
        </p:spPr>
        <p:txBody>
          <a:bodyPr/>
          <a:lstStyle/>
          <a:p>
            <a:pPr>
              <a:defRPr/>
            </a:pPr>
            <a:r>
              <a:rPr lang="es-ES"/>
              <a:t>ANIVAL TORRE</a:t>
            </a:r>
          </a:p>
        </p:txBody>
      </p:sp>
      <p:graphicFrame>
        <p:nvGraphicFramePr>
          <p:cNvPr id="2" name="Diagrama 1">
            <a:extLst>
              <a:ext uri="{FF2B5EF4-FFF2-40B4-BE49-F238E27FC236}">
                <a16:creationId xmlns:a16="http://schemas.microsoft.com/office/drawing/2014/main" id="{1F30A8CB-34FF-4FC8-BD35-6D7C8AC36415}"/>
              </a:ext>
            </a:extLst>
          </p:cNvPr>
          <p:cNvGraphicFramePr/>
          <p:nvPr>
            <p:extLst>
              <p:ext uri="{D42A27DB-BD31-4B8C-83A1-F6EECF244321}">
                <p14:modId xmlns:p14="http://schemas.microsoft.com/office/powerpoint/2010/main" val="487930510"/>
              </p:ext>
            </p:extLst>
          </p:nvPr>
        </p:nvGraphicFramePr>
        <p:xfrm>
          <a:off x="557538" y="1302669"/>
          <a:ext cx="11076923" cy="223952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2533" name="Picture 2" descr="imagen modelo personaj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94991" y="4046835"/>
            <a:ext cx="1490764" cy="1931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4" name="Picture 3" descr="imagen modelo personaje 1"/>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0253795" y="4069060"/>
            <a:ext cx="1490762" cy="1931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5" name="Picture 4" descr="imagen modelo personaje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332329" y="4057947"/>
            <a:ext cx="1490763" cy="1931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6" name="Rectangle 2"/>
          <p:cNvSpPr txBox="1">
            <a:spLocks noChangeArrowheads="1"/>
          </p:cNvSpPr>
          <p:nvPr/>
        </p:nvSpPr>
        <p:spPr bwMode="auto">
          <a:xfrm>
            <a:off x="6095999" y="139032"/>
            <a:ext cx="6096001" cy="785812"/>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40" tIns="45720" rIns="91440" bIns="45720" numCol="1" rtlCol="0" anchor="ctr" anchorCtr="0" compatLnSpc="1">
            <a:prstTxWarp prst="textNoShape">
              <a:avLst/>
            </a:prstTxWarp>
            <a:noAutofit/>
          </a:bodyPr>
          <a:lstStyle>
            <a:lvl1pPr indent="-342900" algn="ctr">
              <a:lnSpc>
                <a:spcPts val="5800"/>
              </a:lnSpc>
              <a:spcBef>
                <a:spcPct val="0"/>
              </a:spcBef>
              <a:buFont typeface="Arial" pitchFamily="34" charset="0"/>
              <a:buNone/>
              <a:defRPr sz="3200">
                <a:solidFill>
                  <a:schemeClr val="bg1"/>
                </a:solidFill>
                <a:effectLst>
                  <a:outerShdw blurRad="63500" dist="38100" dir="5400000" algn="t" rotWithShape="0">
                    <a:prstClr val="black">
                      <a:alpha val="25000"/>
                    </a:prstClr>
                  </a:outerShdw>
                </a:effectLst>
                <a:latin typeface="Bauhaus 93" pitchFamily="82" charset="0"/>
              </a:defRPr>
            </a:lvl1pPr>
          </a:lstStyle>
          <a:p>
            <a:r>
              <a:rPr lang="es-ES" altLang="es-ES" dirty="0"/>
              <a:t>Modelos con computadoras</a:t>
            </a:r>
          </a:p>
        </p:txBody>
      </p:sp>
      <p:sp>
        <p:nvSpPr>
          <p:cNvPr id="10" name="9 Marcador de número de diapositiva"/>
          <p:cNvSpPr>
            <a:spLocks noGrp="1"/>
          </p:cNvSpPr>
          <p:nvPr>
            <p:ph type="sldNum" sz="quarter" idx="12"/>
          </p:nvPr>
        </p:nvSpPr>
        <p:spPr>
          <a:xfrm>
            <a:off x="7782465" y="6356350"/>
            <a:ext cx="2743200" cy="365125"/>
          </a:xfrm>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16F20EC-892A-44E8-8BCB-963B053D847F}" type="slidenum">
              <a:rPr lang="es-ES" altLang="es-ES">
                <a:solidFill>
                  <a:srgbClr val="045C75"/>
                </a:solidFill>
              </a:rPr>
              <a:pPr eaLnBrk="1" hangingPunct="1"/>
              <a:t>50</a:t>
            </a:fld>
            <a:endParaRPr lang="es-ES" altLang="es-ES">
              <a:solidFill>
                <a:srgbClr val="045C75"/>
              </a:solidFill>
            </a:endParaRPr>
          </a:p>
        </p:txBody>
      </p:sp>
      <p:pic>
        <p:nvPicPr>
          <p:cNvPr id="2050" name="Picture 2" descr="Matemáticamente, computadoras clásicas pueden resolver retos cuánticos">
            <a:extLst>
              <a:ext uri="{FF2B5EF4-FFF2-40B4-BE49-F238E27FC236}">
                <a16:creationId xmlns:a16="http://schemas.microsoft.com/office/drawing/2014/main" id="{C98568AE-3667-0AAD-8FA7-D0A9C2E5070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57538" y="3632868"/>
            <a:ext cx="5538461" cy="28038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16455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2"/>
          <p:cNvSpPr>
            <a:spLocks noGrp="1" noChangeArrowheads="1"/>
          </p:cNvSpPr>
          <p:nvPr>
            <p:ph type="title"/>
          </p:nvPr>
        </p:nvSpPr>
        <p:spPr>
          <a:xfrm>
            <a:off x="6096000" y="143668"/>
            <a:ext cx="6096000" cy="785813"/>
          </a:xfr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pPr indent="-342900" algn="ctr">
              <a:buFont typeface="Arial" pitchFamily="34" charset="0"/>
            </a:pPr>
            <a:r>
              <a:rPr lang="es-ES" sz="3200" dirty="0">
                <a:solidFill>
                  <a:schemeClr val="bg1"/>
                </a:solidFill>
                <a:latin typeface="Bauhaus 93" pitchFamily="82" charset="0"/>
                <a:ea typeface="+mn-ea"/>
                <a:cs typeface="+mn-cs"/>
              </a:rPr>
              <a:t>Modelos matemáticos</a:t>
            </a:r>
          </a:p>
        </p:txBody>
      </p:sp>
      <p:graphicFrame>
        <p:nvGraphicFramePr>
          <p:cNvPr id="2" name="Marcador de contenido 1">
            <a:extLst>
              <a:ext uri="{FF2B5EF4-FFF2-40B4-BE49-F238E27FC236}">
                <a16:creationId xmlns:a16="http://schemas.microsoft.com/office/drawing/2014/main" id="{80E31EEA-01A5-4F8B-8A43-CD5AE5154C76}"/>
              </a:ext>
            </a:extLst>
          </p:cNvPr>
          <p:cNvGraphicFramePr>
            <a:graphicFrameLocks noGrp="1"/>
          </p:cNvGraphicFramePr>
          <p:nvPr>
            <p:ph idx="1"/>
          </p:nvPr>
        </p:nvGraphicFramePr>
        <p:xfrm>
          <a:off x="3617164" y="1484809"/>
          <a:ext cx="8403201" cy="42146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0482" name="3 Marcador de pie de página"/>
          <p:cNvSpPr>
            <a:spLocks noGrp="1"/>
          </p:cNvSpPr>
          <p:nvPr>
            <p:ph type="ftr" sz="quarter" idx="11"/>
          </p:nvPr>
        </p:nvSpPr>
        <p:spPr/>
        <p:txBody>
          <a:bodyPr/>
          <a:lstStyle/>
          <a:p>
            <a:pPr>
              <a:defRPr/>
            </a:pPr>
            <a:r>
              <a:rPr lang="es-ES"/>
              <a:t>ANIVAL TORRE</a:t>
            </a:r>
          </a:p>
        </p:txBody>
      </p:sp>
      <p:sp>
        <p:nvSpPr>
          <p:cNvPr id="6" name="5 Marcador de número de diapositiva"/>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3CEA193-0A9E-4D67-99E8-B883A127A3CF}" type="slidenum">
              <a:rPr lang="es-ES" altLang="es-ES">
                <a:solidFill>
                  <a:srgbClr val="045C75"/>
                </a:solidFill>
              </a:rPr>
              <a:pPr eaLnBrk="1" hangingPunct="1"/>
              <a:t>51</a:t>
            </a:fld>
            <a:endParaRPr lang="es-ES" altLang="es-ES">
              <a:solidFill>
                <a:srgbClr val="045C75"/>
              </a:solidFill>
            </a:endParaRPr>
          </a:p>
        </p:txBody>
      </p:sp>
      <p:sp>
        <p:nvSpPr>
          <p:cNvPr id="3" name="Rectangle 19">
            <a:extLst>
              <a:ext uri="{FF2B5EF4-FFF2-40B4-BE49-F238E27FC236}">
                <a16:creationId xmlns:a16="http://schemas.microsoft.com/office/drawing/2014/main" id="{C6A2E4AB-153E-92FF-63C9-2B7753FE01DB}"/>
              </a:ext>
            </a:extLst>
          </p:cNvPr>
          <p:cNvSpPr txBox="1">
            <a:spLocks noRot="1" noChangeArrowheads="1"/>
          </p:cNvSpPr>
          <p:nvPr/>
        </p:nvSpPr>
        <p:spPr bwMode="auto">
          <a:xfrm>
            <a:off x="100583" y="1484809"/>
            <a:ext cx="3511296" cy="5018018"/>
          </a:xfrm>
          <a:prstGeom prst="rect">
            <a:avLst/>
          </a:prstGeom>
          <a:solidFill>
            <a:srgbClr val="FFFF00"/>
          </a:solidFill>
          <a:ln>
            <a:headEnd/>
            <a:tailEnd/>
          </a:ln>
        </p:spPr>
        <p:style>
          <a:lnRef idx="1">
            <a:schemeClr val="accent3"/>
          </a:lnRef>
          <a:fillRef idx="3">
            <a:schemeClr val="accent3"/>
          </a:fillRef>
          <a:effectRef idx="2">
            <a:schemeClr val="accent3"/>
          </a:effectRef>
          <a:fontRef idx="minor">
            <a:schemeClr val="lt1"/>
          </a:fontRef>
        </p:style>
        <p:txBody>
          <a:bodyPr anchor="ctr"/>
          <a:lstStyle/>
          <a:p>
            <a:pPr>
              <a:defRPr/>
            </a:pPr>
            <a:r>
              <a:rPr lang="es-ES_tradnl" sz="2000" b="1" dirty="0">
                <a:solidFill>
                  <a:srgbClr val="002060"/>
                </a:solidFill>
                <a:latin typeface="Arial Narrow" pitchFamily="34" charset="0"/>
              </a:rPr>
              <a:t>I) VARIABLES</a:t>
            </a:r>
            <a:endParaRPr lang="es-ES" sz="2000" dirty="0">
              <a:solidFill>
                <a:srgbClr val="002060"/>
              </a:solidFill>
              <a:latin typeface="Arial Narrow" pitchFamily="34" charset="0"/>
            </a:endParaRPr>
          </a:p>
          <a:p>
            <a:pPr>
              <a:defRPr/>
            </a:pPr>
            <a:r>
              <a:rPr lang="es-ES_tradnl" sz="2000" dirty="0">
                <a:solidFill>
                  <a:srgbClr val="002060"/>
                </a:solidFill>
                <a:latin typeface="Arial Narrow" pitchFamily="34" charset="0"/>
              </a:rPr>
              <a:t> </a:t>
            </a:r>
            <a:r>
              <a:rPr lang="es-ES_tradnl" sz="2000" dirty="0" err="1">
                <a:solidFill>
                  <a:srgbClr val="002060"/>
                </a:solidFill>
                <a:latin typeface="Arial Narrow" pitchFamily="34" charset="0"/>
              </a:rPr>
              <a:t>Xij</a:t>
            </a:r>
            <a:r>
              <a:rPr lang="es-ES_tradnl" sz="2000" dirty="0">
                <a:solidFill>
                  <a:srgbClr val="002060"/>
                </a:solidFill>
                <a:latin typeface="Arial Narrow" pitchFamily="34" charset="0"/>
              </a:rPr>
              <a:t> = # de consultores que viajan del origen i al destino j</a:t>
            </a:r>
            <a:endParaRPr lang="es-ES" sz="2000" dirty="0">
              <a:solidFill>
                <a:srgbClr val="002060"/>
              </a:solidFill>
              <a:latin typeface="Arial Narrow" pitchFamily="34" charset="0"/>
            </a:endParaRPr>
          </a:p>
          <a:p>
            <a:pPr>
              <a:defRPr/>
            </a:pPr>
            <a:r>
              <a:rPr lang="es-ES_tradnl" sz="2000" dirty="0">
                <a:solidFill>
                  <a:srgbClr val="002060"/>
                </a:solidFill>
                <a:latin typeface="Arial Narrow" pitchFamily="34" charset="0"/>
              </a:rPr>
              <a:t> </a:t>
            </a:r>
            <a:r>
              <a:rPr lang="es-ES_tradnl" sz="2000" b="1" dirty="0">
                <a:solidFill>
                  <a:srgbClr val="002060"/>
                </a:solidFill>
                <a:latin typeface="Arial Narrow" pitchFamily="34" charset="0"/>
              </a:rPr>
              <a:t>II) FUNCION OBJETIVO</a:t>
            </a:r>
            <a:endParaRPr lang="es-ES" sz="2000" dirty="0">
              <a:solidFill>
                <a:srgbClr val="002060"/>
              </a:solidFill>
              <a:latin typeface="Arial Narrow" pitchFamily="34" charset="0"/>
            </a:endParaRPr>
          </a:p>
          <a:p>
            <a:pPr>
              <a:defRPr/>
            </a:pPr>
            <a:r>
              <a:rPr lang="es-ES_tradnl" sz="2000" dirty="0">
                <a:solidFill>
                  <a:srgbClr val="002060"/>
                </a:solidFill>
                <a:latin typeface="Arial Narrow" pitchFamily="34" charset="0"/>
              </a:rPr>
              <a:t> Max 540X11+300X12+420X13+</a:t>
            </a:r>
            <a:endParaRPr lang="es-ES" sz="2000" dirty="0">
              <a:solidFill>
                <a:srgbClr val="002060"/>
              </a:solidFill>
              <a:latin typeface="Arial Narrow" pitchFamily="34" charset="0"/>
            </a:endParaRPr>
          </a:p>
          <a:p>
            <a:pPr>
              <a:defRPr/>
            </a:pPr>
            <a:r>
              <a:rPr lang="es-ES_tradnl" sz="2000" dirty="0">
                <a:solidFill>
                  <a:srgbClr val="002060"/>
                </a:solidFill>
                <a:latin typeface="Arial Narrow" pitchFamily="34" charset="0"/>
              </a:rPr>
              <a:t>500X21+330X22+330X23+</a:t>
            </a:r>
            <a:endParaRPr lang="es-ES" sz="2000" dirty="0">
              <a:solidFill>
                <a:srgbClr val="002060"/>
              </a:solidFill>
              <a:latin typeface="Arial Narrow" pitchFamily="34" charset="0"/>
            </a:endParaRPr>
          </a:p>
          <a:p>
            <a:pPr>
              <a:defRPr/>
            </a:pPr>
            <a:r>
              <a:rPr lang="es-ES_tradnl" sz="2000" dirty="0">
                <a:solidFill>
                  <a:srgbClr val="002060"/>
                </a:solidFill>
                <a:latin typeface="Arial Narrow" pitchFamily="34" charset="0"/>
              </a:rPr>
              <a:t>520X31+310X32+350X33 </a:t>
            </a:r>
            <a:endParaRPr lang="es-ES" sz="2000" dirty="0">
              <a:solidFill>
                <a:srgbClr val="002060"/>
              </a:solidFill>
              <a:latin typeface="Arial Narrow" pitchFamily="34" charset="0"/>
            </a:endParaRPr>
          </a:p>
          <a:p>
            <a:pPr>
              <a:defRPr/>
            </a:pPr>
            <a:r>
              <a:rPr lang="es-ES_tradnl" sz="2000" b="1" dirty="0">
                <a:solidFill>
                  <a:srgbClr val="002060"/>
                </a:solidFill>
                <a:latin typeface="Arial Narrow" pitchFamily="34" charset="0"/>
              </a:rPr>
              <a:t>III) RESTRICCIONES</a:t>
            </a:r>
            <a:endParaRPr lang="es-ES" sz="2000" dirty="0">
              <a:solidFill>
                <a:srgbClr val="002060"/>
              </a:solidFill>
              <a:latin typeface="Arial Narrow" pitchFamily="34" charset="0"/>
            </a:endParaRPr>
          </a:p>
          <a:p>
            <a:pPr>
              <a:defRPr/>
            </a:pPr>
            <a:r>
              <a:rPr lang="es-ES_tradnl" sz="2000" dirty="0">
                <a:solidFill>
                  <a:srgbClr val="002060"/>
                </a:solidFill>
                <a:latin typeface="Arial Narrow" pitchFamily="34" charset="0"/>
              </a:rPr>
              <a:t> X11+X12+X13 ≤ 2 </a:t>
            </a:r>
            <a:endParaRPr lang="es-ES" sz="2000" dirty="0">
              <a:solidFill>
                <a:srgbClr val="002060"/>
              </a:solidFill>
              <a:latin typeface="Arial Narrow" pitchFamily="34" charset="0"/>
            </a:endParaRPr>
          </a:p>
          <a:p>
            <a:pPr>
              <a:defRPr/>
            </a:pPr>
            <a:r>
              <a:rPr lang="es-ES_tradnl" sz="2000" dirty="0">
                <a:solidFill>
                  <a:srgbClr val="002060"/>
                </a:solidFill>
                <a:latin typeface="Arial Narrow" pitchFamily="34" charset="0"/>
              </a:rPr>
              <a:t>X21+X22+X23 ≤ 1 </a:t>
            </a:r>
            <a:endParaRPr lang="es-ES" sz="2000" dirty="0">
              <a:solidFill>
                <a:srgbClr val="002060"/>
              </a:solidFill>
              <a:latin typeface="Arial Narrow" pitchFamily="34" charset="0"/>
            </a:endParaRPr>
          </a:p>
          <a:p>
            <a:pPr>
              <a:defRPr/>
            </a:pPr>
            <a:r>
              <a:rPr lang="es-ES_tradnl" sz="2000" dirty="0">
                <a:solidFill>
                  <a:srgbClr val="002060"/>
                </a:solidFill>
                <a:latin typeface="Arial Narrow" pitchFamily="34" charset="0"/>
              </a:rPr>
              <a:t>X31+X32+X33 ≤ 4 </a:t>
            </a:r>
            <a:endParaRPr lang="es-ES" sz="2000" dirty="0">
              <a:solidFill>
                <a:srgbClr val="002060"/>
              </a:solidFill>
              <a:latin typeface="Arial Narrow" pitchFamily="34" charset="0"/>
            </a:endParaRPr>
          </a:p>
          <a:p>
            <a:pPr>
              <a:defRPr/>
            </a:pPr>
            <a:r>
              <a:rPr lang="es-ES_tradnl" sz="2000" dirty="0">
                <a:solidFill>
                  <a:srgbClr val="002060"/>
                </a:solidFill>
                <a:latin typeface="Arial Narrow" pitchFamily="34" charset="0"/>
              </a:rPr>
              <a:t>X11+X21+X31 = 3 </a:t>
            </a:r>
            <a:endParaRPr lang="es-ES" sz="2000" dirty="0">
              <a:solidFill>
                <a:srgbClr val="002060"/>
              </a:solidFill>
              <a:latin typeface="Arial Narrow" pitchFamily="34" charset="0"/>
            </a:endParaRPr>
          </a:p>
          <a:p>
            <a:pPr>
              <a:defRPr/>
            </a:pPr>
            <a:r>
              <a:rPr lang="es-ES_tradnl" sz="2000" dirty="0">
                <a:solidFill>
                  <a:srgbClr val="002060"/>
                </a:solidFill>
                <a:latin typeface="Arial Narrow" pitchFamily="34" charset="0"/>
              </a:rPr>
              <a:t>X12+X22+X32 = 2 </a:t>
            </a:r>
            <a:endParaRPr lang="es-ES" sz="2000" dirty="0">
              <a:solidFill>
                <a:srgbClr val="002060"/>
              </a:solidFill>
              <a:latin typeface="Arial Narrow" pitchFamily="34" charset="0"/>
            </a:endParaRPr>
          </a:p>
          <a:p>
            <a:pPr>
              <a:defRPr/>
            </a:pPr>
            <a:r>
              <a:rPr lang="es-ES_tradnl" sz="2000" dirty="0">
                <a:solidFill>
                  <a:srgbClr val="002060"/>
                </a:solidFill>
                <a:latin typeface="Arial Narrow" pitchFamily="34" charset="0"/>
              </a:rPr>
              <a:t>X13+X23+X33 = 1 </a:t>
            </a:r>
            <a:endParaRPr lang="es-ES" sz="2000" dirty="0">
              <a:solidFill>
                <a:srgbClr val="002060"/>
              </a:solidFill>
              <a:latin typeface="Arial Narrow" pitchFamily="34" charset="0"/>
            </a:endParaRPr>
          </a:p>
          <a:p>
            <a:pPr>
              <a:defRPr/>
            </a:pPr>
            <a:r>
              <a:rPr lang="es-ES_tradnl" sz="2000" dirty="0" err="1">
                <a:solidFill>
                  <a:srgbClr val="002060"/>
                </a:solidFill>
                <a:latin typeface="Arial Narrow" pitchFamily="34" charset="0"/>
              </a:rPr>
              <a:t>Xij</a:t>
            </a:r>
            <a:r>
              <a:rPr lang="es-ES_tradnl" sz="2000" dirty="0">
                <a:solidFill>
                  <a:srgbClr val="002060"/>
                </a:solidFill>
                <a:latin typeface="Arial Narrow" pitchFamily="34" charset="0"/>
              </a:rPr>
              <a:t> ≥ 0 ; entero</a:t>
            </a:r>
            <a:endParaRPr lang="es-PE" sz="2000" dirty="0">
              <a:solidFill>
                <a:srgbClr val="002060"/>
              </a:solidFill>
              <a:latin typeface="Arial Narrow" pitchFamily="34" charset="0"/>
              <a:cs typeface="Arial" charset="0"/>
            </a:endParaRPr>
          </a:p>
        </p:txBody>
      </p:sp>
    </p:spTree>
    <p:extLst>
      <p:ext uri="{BB962C8B-B14F-4D97-AF65-F5344CB8AC3E}">
        <p14:creationId xmlns:p14="http://schemas.microsoft.com/office/powerpoint/2010/main" val="3094703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1 Marcador de pie de página"/>
          <p:cNvSpPr>
            <a:spLocks noGrp="1"/>
          </p:cNvSpPr>
          <p:nvPr>
            <p:ph type="ftr" sz="quarter" idx="11"/>
          </p:nvPr>
        </p:nvSpPr>
        <p:spPr/>
        <p:txBody>
          <a:bodyPr/>
          <a:lstStyle/>
          <a:p>
            <a:pPr>
              <a:defRPr/>
            </a:pPr>
            <a:r>
              <a:rPr lang="es-ES" sz="2800"/>
              <a:t>ANIVAL TORRE</a:t>
            </a:r>
          </a:p>
        </p:txBody>
      </p:sp>
      <p:graphicFrame>
        <p:nvGraphicFramePr>
          <p:cNvPr id="2" name="1 Diagrama"/>
          <p:cNvGraphicFramePr/>
          <p:nvPr/>
        </p:nvGraphicFramePr>
        <p:xfrm>
          <a:off x="3036498" y="1358150"/>
          <a:ext cx="7693022" cy="12775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4580" name="Rectangle 4"/>
          <p:cNvSpPr>
            <a:spLocks noChangeArrowheads="1"/>
          </p:cNvSpPr>
          <p:nvPr/>
        </p:nvSpPr>
        <p:spPr bwMode="auto">
          <a:xfrm>
            <a:off x="6096000" y="0"/>
            <a:ext cx="6096000" cy="1073153"/>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40" tIns="45720" rIns="91440" bIns="45720" numCol="1" rtlCol="0" anchor="ctr" anchorCtr="0" compatLnSpc="1">
            <a:prstTxWarp prst="textNoShape">
              <a:avLst/>
            </a:prstTxWarp>
            <a:noAutofit/>
          </a:bodyPr>
          <a:lstStyle/>
          <a:p>
            <a:pPr indent="-342900" algn="ctr">
              <a:spcBef>
                <a:spcPct val="0"/>
              </a:spcBef>
            </a:pPr>
            <a:r>
              <a:rPr lang="es-ES_tradnl" altLang="es-ES" sz="3200" dirty="0">
                <a:solidFill>
                  <a:schemeClr val="bg1"/>
                </a:solidFill>
                <a:effectLst>
                  <a:outerShdw blurRad="63500" dist="38100" dir="5400000" algn="t" rotWithShape="0">
                    <a:prstClr val="black">
                      <a:alpha val="25000"/>
                    </a:prstClr>
                  </a:outerShdw>
                </a:effectLst>
                <a:latin typeface="Bauhaus 93" pitchFamily="82" charset="0"/>
              </a:rPr>
              <a:t>¿Por qué son necesarios los modelos?</a:t>
            </a:r>
          </a:p>
        </p:txBody>
      </p:sp>
      <p:sp>
        <p:nvSpPr>
          <p:cNvPr id="5" name="4 Marcador de número de diapositiva"/>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D419ADF-9DC4-4127-BBCD-F850B1D6EE56}" type="slidenum">
              <a:rPr lang="es-ES" altLang="es-ES" sz="2800">
                <a:solidFill>
                  <a:srgbClr val="045C75"/>
                </a:solidFill>
              </a:rPr>
              <a:pPr eaLnBrk="1" hangingPunct="1"/>
              <a:t>52</a:t>
            </a:fld>
            <a:endParaRPr lang="es-ES" altLang="es-ES" sz="2800">
              <a:solidFill>
                <a:srgbClr val="045C75"/>
              </a:solidFill>
            </a:endParaRPr>
          </a:p>
        </p:txBody>
      </p:sp>
      <p:grpSp>
        <p:nvGrpSpPr>
          <p:cNvPr id="6" name="Grupo 5">
            <a:extLst>
              <a:ext uri="{FF2B5EF4-FFF2-40B4-BE49-F238E27FC236}">
                <a16:creationId xmlns:a16="http://schemas.microsoft.com/office/drawing/2014/main" id="{1C79DC68-8143-4E40-8ECD-FE74CF3AFBC0}"/>
              </a:ext>
            </a:extLst>
          </p:cNvPr>
          <p:cNvGrpSpPr/>
          <p:nvPr/>
        </p:nvGrpSpPr>
        <p:grpSpPr>
          <a:xfrm>
            <a:off x="3019245" y="5088913"/>
            <a:ext cx="7716580" cy="1474772"/>
            <a:chOff x="0" y="3211825"/>
            <a:chExt cx="9227890" cy="1474772"/>
          </a:xfrm>
        </p:grpSpPr>
        <p:sp>
          <p:nvSpPr>
            <p:cNvPr id="7" name="Rectángulo: esquinas redondeadas 6">
              <a:extLst>
                <a:ext uri="{FF2B5EF4-FFF2-40B4-BE49-F238E27FC236}">
                  <a16:creationId xmlns:a16="http://schemas.microsoft.com/office/drawing/2014/main" id="{C0B98A13-9903-43C8-9B0C-9580FEF06A36}"/>
                </a:ext>
              </a:extLst>
            </p:cNvPr>
            <p:cNvSpPr/>
            <p:nvPr/>
          </p:nvSpPr>
          <p:spPr>
            <a:xfrm>
              <a:off x="0" y="3264245"/>
              <a:ext cx="9227890" cy="1277515"/>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s-PE"/>
            </a:p>
          </p:txBody>
        </p:sp>
        <p:sp>
          <p:nvSpPr>
            <p:cNvPr id="8" name="Rectángulo: esquinas redondeadas 4">
              <a:extLst>
                <a:ext uri="{FF2B5EF4-FFF2-40B4-BE49-F238E27FC236}">
                  <a16:creationId xmlns:a16="http://schemas.microsoft.com/office/drawing/2014/main" id="{70515F55-AE5C-4BEE-8C6C-ADAA22964772}"/>
                </a:ext>
              </a:extLst>
            </p:cNvPr>
            <p:cNvSpPr txBox="1"/>
            <p:nvPr/>
          </p:nvSpPr>
          <p:spPr>
            <a:xfrm>
              <a:off x="49347" y="3211825"/>
              <a:ext cx="9129196" cy="147477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s-CL" sz="2800" kern="1200" dirty="0"/>
                <a:t>Porque es la técnica de modelación matemática  más útil,  de mayor reconocimiento en el estudio de sistemas.</a:t>
              </a:r>
              <a:endParaRPr lang="es-PE" sz="2800" kern="1200" dirty="0"/>
            </a:p>
          </p:txBody>
        </p:sp>
      </p:grpSp>
      <p:grpSp>
        <p:nvGrpSpPr>
          <p:cNvPr id="9" name="Grupo 8">
            <a:extLst>
              <a:ext uri="{FF2B5EF4-FFF2-40B4-BE49-F238E27FC236}">
                <a16:creationId xmlns:a16="http://schemas.microsoft.com/office/drawing/2014/main" id="{53B38AA5-20B8-4CF7-B6FA-8E66590F2890}"/>
              </a:ext>
            </a:extLst>
          </p:cNvPr>
          <p:cNvGrpSpPr/>
          <p:nvPr/>
        </p:nvGrpSpPr>
        <p:grpSpPr>
          <a:xfrm>
            <a:off x="3027872" y="3812714"/>
            <a:ext cx="7690700" cy="1216800"/>
            <a:chOff x="0" y="3082320"/>
            <a:chExt cx="9227890" cy="1216800"/>
          </a:xfrm>
        </p:grpSpPr>
        <p:sp>
          <p:nvSpPr>
            <p:cNvPr id="10" name="Rectángulo: esquinas redondeadas 9">
              <a:extLst>
                <a:ext uri="{FF2B5EF4-FFF2-40B4-BE49-F238E27FC236}">
                  <a16:creationId xmlns:a16="http://schemas.microsoft.com/office/drawing/2014/main" id="{9053CF42-0F1F-491B-A8BF-E26C3A59D091}"/>
                </a:ext>
              </a:extLst>
            </p:cNvPr>
            <p:cNvSpPr/>
            <p:nvPr/>
          </p:nvSpPr>
          <p:spPr>
            <a:xfrm>
              <a:off x="0" y="3082320"/>
              <a:ext cx="9227890" cy="121680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s-PE"/>
            </a:p>
          </p:txBody>
        </p:sp>
        <p:sp>
          <p:nvSpPr>
            <p:cNvPr id="11" name="Rectángulo: esquinas redondeadas 4">
              <a:extLst>
                <a:ext uri="{FF2B5EF4-FFF2-40B4-BE49-F238E27FC236}">
                  <a16:creationId xmlns:a16="http://schemas.microsoft.com/office/drawing/2014/main" id="{1AA9AD43-7664-4853-AF8B-F3CE02D6088C}"/>
                </a:ext>
              </a:extLst>
            </p:cNvPr>
            <p:cNvSpPr txBox="1"/>
            <p:nvPr/>
          </p:nvSpPr>
          <p:spPr>
            <a:xfrm>
              <a:off x="59399" y="3141719"/>
              <a:ext cx="9109092" cy="109800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s-CL" sz="2800" kern="1200"/>
                <a:t>Porque es mejor una respuesta aproximada al problema correcto que una respuesta correcta al problema aproximado.</a:t>
              </a:r>
              <a:endParaRPr lang="es-PE" sz="2800" kern="1200"/>
            </a:p>
          </p:txBody>
        </p:sp>
      </p:grpSp>
      <p:grpSp>
        <p:nvGrpSpPr>
          <p:cNvPr id="12" name="Grupo 11">
            <a:extLst>
              <a:ext uri="{FF2B5EF4-FFF2-40B4-BE49-F238E27FC236}">
                <a16:creationId xmlns:a16="http://schemas.microsoft.com/office/drawing/2014/main" id="{4F550CEC-4B97-4CD9-BEDF-341A6FFCE708}"/>
              </a:ext>
            </a:extLst>
          </p:cNvPr>
          <p:cNvGrpSpPr/>
          <p:nvPr/>
        </p:nvGrpSpPr>
        <p:grpSpPr>
          <a:xfrm>
            <a:off x="3027871" y="2714064"/>
            <a:ext cx="7682073" cy="1010880"/>
            <a:chOff x="0" y="1638131"/>
            <a:chExt cx="9227890" cy="1216800"/>
          </a:xfrm>
        </p:grpSpPr>
        <p:sp>
          <p:nvSpPr>
            <p:cNvPr id="13" name="Rectángulo: esquinas redondeadas 12">
              <a:extLst>
                <a:ext uri="{FF2B5EF4-FFF2-40B4-BE49-F238E27FC236}">
                  <a16:creationId xmlns:a16="http://schemas.microsoft.com/office/drawing/2014/main" id="{CE5747D2-46BB-4891-AC35-4E4F4D548837}"/>
                </a:ext>
              </a:extLst>
            </p:cNvPr>
            <p:cNvSpPr/>
            <p:nvPr/>
          </p:nvSpPr>
          <p:spPr>
            <a:xfrm>
              <a:off x="0" y="1638131"/>
              <a:ext cx="9227890" cy="121680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s-PE"/>
            </a:p>
          </p:txBody>
        </p:sp>
        <p:sp>
          <p:nvSpPr>
            <p:cNvPr id="14" name="Rectángulo: esquinas redondeadas 4">
              <a:extLst>
                <a:ext uri="{FF2B5EF4-FFF2-40B4-BE49-F238E27FC236}">
                  <a16:creationId xmlns:a16="http://schemas.microsoft.com/office/drawing/2014/main" id="{AA103669-0DC3-4E87-B745-3CBE2C60C8A0}"/>
                </a:ext>
              </a:extLst>
            </p:cNvPr>
            <p:cNvSpPr txBox="1"/>
            <p:nvPr/>
          </p:nvSpPr>
          <p:spPr>
            <a:xfrm>
              <a:off x="59399" y="1697530"/>
              <a:ext cx="9109092" cy="109800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s-CL" sz="2800" kern="1200" dirty="0"/>
                <a:t>Porque la Simulación requiere de modelos para modelar sistemas complejos.</a:t>
              </a:r>
              <a:endParaRPr lang="es-PE" sz="2800" kern="1200" dirty="0"/>
            </a:p>
          </p:txBody>
        </p:sp>
      </p:grpSp>
      <p:pic>
        <p:nvPicPr>
          <p:cNvPr id="4" name="Imagen 3">
            <a:extLst>
              <a:ext uri="{FF2B5EF4-FFF2-40B4-BE49-F238E27FC236}">
                <a16:creationId xmlns:a16="http://schemas.microsoft.com/office/drawing/2014/main" id="{41C2093F-FEFF-4A29-83AC-FBA914F06DA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31226" y="1440341"/>
            <a:ext cx="1285875" cy="1285875"/>
          </a:xfrm>
          <a:prstGeom prst="rect">
            <a:avLst/>
          </a:prstGeom>
        </p:spPr>
      </p:pic>
      <p:pic>
        <p:nvPicPr>
          <p:cNvPr id="16" name="Imagen 15">
            <a:extLst>
              <a:ext uri="{FF2B5EF4-FFF2-40B4-BE49-F238E27FC236}">
                <a16:creationId xmlns:a16="http://schemas.microsoft.com/office/drawing/2014/main" id="{5215F620-8F9E-4D0E-9AA0-652ABED2ED4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52063" y="2829465"/>
            <a:ext cx="2083434" cy="1199072"/>
          </a:xfrm>
          <a:prstGeom prst="rect">
            <a:avLst/>
          </a:prstGeom>
        </p:spPr>
      </p:pic>
      <p:pic>
        <p:nvPicPr>
          <p:cNvPr id="18" name="Imagen 17">
            <a:extLst>
              <a:ext uri="{FF2B5EF4-FFF2-40B4-BE49-F238E27FC236}">
                <a16:creationId xmlns:a16="http://schemas.microsoft.com/office/drawing/2014/main" id="{749EFCE9-2135-4F1C-AA6C-FA4C632C38D2}"/>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46287" y="4147867"/>
            <a:ext cx="2095321" cy="1174631"/>
          </a:xfrm>
          <a:prstGeom prst="rect">
            <a:avLst/>
          </a:prstGeom>
        </p:spPr>
      </p:pic>
      <p:pic>
        <p:nvPicPr>
          <p:cNvPr id="20" name="Imagen 19">
            <a:extLst>
              <a:ext uri="{FF2B5EF4-FFF2-40B4-BE49-F238E27FC236}">
                <a16:creationId xmlns:a16="http://schemas.microsoft.com/office/drawing/2014/main" id="{B13FA962-C963-4A89-B81F-6BC55132A6F6}"/>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35684" y="5365630"/>
            <a:ext cx="2149056" cy="1155940"/>
          </a:xfrm>
          <a:prstGeom prst="rect">
            <a:avLst/>
          </a:prstGeom>
        </p:spPr>
      </p:pic>
    </p:spTree>
    <p:extLst>
      <p:ext uri="{BB962C8B-B14F-4D97-AF65-F5344CB8AC3E}">
        <p14:creationId xmlns:p14="http://schemas.microsoft.com/office/powerpoint/2010/main" val="3915875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 calcmode="lin" valueType="num">
                                      <p:cBhvr additive="base">
                                        <p:cTn id="17" dur="500" fill="hold"/>
                                        <p:tgtEl>
                                          <p:spTgt spid="18"/>
                                        </p:tgtEl>
                                        <p:attrNameLst>
                                          <p:attrName>ppt_x</p:attrName>
                                        </p:attrNameLst>
                                      </p:cBhvr>
                                      <p:tavLst>
                                        <p:tav tm="0">
                                          <p:val>
                                            <p:strVal val="#ppt_x"/>
                                          </p:val>
                                        </p:tav>
                                        <p:tav tm="100000">
                                          <p:val>
                                            <p:strVal val="#ppt_x"/>
                                          </p:val>
                                        </p:tav>
                                      </p:tavLst>
                                    </p:anim>
                                    <p:anim calcmode="lin" valueType="num">
                                      <p:cBhvr additive="base">
                                        <p:cTn id="18" dur="500" fill="hold"/>
                                        <p:tgtEl>
                                          <p:spTgt spid="18"/>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ppt_x"/>
                                          </p:val>
                                        </p:tav>
                                        <p:tav tm="100000">
                                          <p:val>
                                            <p:strVal val="#ppt_x"/>
                                          </p:val>
                                        </p:tav>
                                      </p:tavLst>
                                    </p:anim>
                                    <p:anim calcmode="lin" valueType="num">
                                      <p:cBhvr additive="base">
                                        <p:cTn id="2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 calcmode="lin" valueType="num">
                                      <p:cBhvr additive="base">
                                        <p:cTn id="27" dur="500" fill="hold"/>
                                        <p:tgtEl>
                                          <p:spTgt spid="20"/>
                                        </p:tgtEl>
                                        <p:attrNameLst>
                                          <p:attrName>ppt_x</p:attrName>
                                        </p:attrNameLst>
                                      </p:cBhvr>
                                      <p:tavLst>
                                        <p:tav tm="0">
                                          <p:val>
                                            <p:strVal val="#ppt_x"/>
                                          </p:val>
                                        </p:tav>
                                        <p:tav tm="100000">
                                          <p:val>
                                            <p:strVal val="#ppt_x"/>
                                          </p:val>
                                        </p:tav>
                                      </p:tavLst>
                                    </p:anim>
                                    <p:anim calcmode="lin" valueType="num">
                                      <p:cBhvr additive="base">
                                        <p:cTn id="28" dur="500" fill="hold"/>
                                        <p:tgtEl>
                                          <p:spTgt spid="20"/>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ppt_x"/>
                                          </p:val>
                                        </p:tav>
                                        <p:tav tm="100000">
                                          <p:val>
                                            <p:strVal val="#ppt_x"/>
                                          </p:val>
                                        </p:tav>
                                      </p:tavLst>
                                    </p:anim>
                                    <p:anim calcmode="lin" valueType="num">
                                      <p:cBhvr additive="base">
                                        <p:cTn id="3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1 Marcador de contenido"/>
          <p:cNvGraphicFramePr>
            <a:graphicFrameLocks noGrp="1"/>
          </p:cNvGraphicFramePr>
          <p:nvPr>
            <p:ph idx="1"/>
          </p:nvPr>
        </p:nvGraphicFramePr>
        <p:xfrm>
          <a:off x="3457384" y="1554593"/>
          <a:ext cx="8302225" cy="449372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3554" name="3 Marcador de pie de página"/>
          <p:cNvSpPr>
            <a:spLocks noGrp="1"/>
          </p:cNvSpPr>
          <p:nvPr>
            <p:ph type="ftr" sz="quarter" idx="11"/>
          </p:nvPr>
        </p:nvSpPr>
        <p:spPr/>
        <p:txBody>
          <a:bodyPr/>
          <a:lstStyle/>
          <a:p>
            <a:pPr>
              <a:defRPr/>
            </a:pPr>
            <a:r>
              <a:rPr lang="es-ES"/>
              <a:t>ANIVAL TORRE</a:t>
            </a:r>
          </a:p>
        </p:txBody>
      </p:sp>
      <p:sp>
        <p:nvSpPr>
          <p:cNvPr id="87042" name="Rectangle 2"/>
          <p:cNvSpPr>
            <a:spLocks noChangeArrowheads="1"/>
          </p:cNvSpPr>
          <p:nvPr/>
        </p:nvSpPr>
        <p:spPr bwMode="auto">
          <a:xfrm>
            <a:off x="2209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s-ES"/>
          </a:p>
        </p:txBody>
      </p:sp>
      <p:sp>
        <p:nvSpPr>
          <p:cNvPr id="87043" name="Rectangle 3"/>
          <p:cNvSpPr>
            <a:spLocks noChangeArrowheads="1"/>
          </p:cNvSpPr>
          <p:nvPr/>
        </p:nvSpPr>
        <p:spPr bwMode="auto">
          <a:xfrm>
            <a:off x="4648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s-ES"/>
          </a:p>
        </p:txBody>
      </p:sp>
      <p:sp>
        <p:nvSpPr>
          <p:cNvPr id="26630" name="Rectangle 4"/>
          <p:cNvSpPr>
            <a:spLocks noChangeArrowheads="1"/>
          </p:cNvSpPr>
          <p:nvPr/>
        </p:nvSpPr>
        <p:spPr bwMode="auto">
          <a:xfrm>
            <a:off x="6096000" y="226807"/>
            <a:ext cx="6096000" cy="6477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40" tIns="45720" rIns="91440" bIns="45720" numCol="1" rtlCol="0" anchor="ctr" anchorCtr="0" compatLnSpc="1">
            <a:prstTxWarp prst="textNoShape">
              <a:avLst/>
            </a:prstTxWarp>
            <a:noAutofit/>
          </a:bodyPr>
          <a:lstStyle/>
          <a:p>
            <a:pPr indent="-342900" algn="ctr">
              <a:lnSpc>
                <a:spcPts val="5800"/>
              </a:lnSpc>
              <a:spcBef>
                <a:spcPct val="0"/>
              </a:spcBef>
            </a:pPr>
            <a:r>
              <a:rPr lang="es-ES_tradnl" altLang="es-ES" sz="3600" dirty="0">
                <a:solidFill>
                  <a:schemeClr val="bg1"/>
                </a:solidFill>
                <a:effectLst>
                  <a:outerShdw blurRad="63500" dist="38100" dir="5400000" algn="t" rotWithShape="0">
                    <a:prstClr val="black">
                      <a:alpha val="25000"/>
                    </a:prstClr>
                  </a:outerShdw>
                </a:effectLst>
                <a:latin typeface="Bauhaus 93" pitchFamily="82" charset="0"/>
              </a:rPr>
              <a:t>¿Qué es la simulación</a:t>
            </a:r>
          </a:p>
        </p:txBody>
      </p:sp>
      <p:sp>
        <p:nvSpPr>
          <p:cNvPr id="7" name="6 Marcador de número de diapositiva"/>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2D5FEB5-9BCD-4F76-9450-B3ED012327BF}" type="slidenum">
              <a:rPr lang="es-ES" altLang="es-ES">
                <a:solidFill>
                  <a:srgbClr val="045C75"/>
                </a:solidFill>
              </a:rPr>
              <a:pPr eaLnBrk="1" hangingPunct="1"/>
              <a:t>53</a:t>
            </a:fld>
            <a:endParaRPr lang="es-ES" altLang="es-ES">
              <a:solidFill>
                <a:srgbClr val="045C75"/>
              </a:solidFill>
            </a:endParaRPr>
          </a:p>
        </p:txBody>
      </p:sp>
      <p:pic>
        <p:nvPicPr>
          <p:cNvPr id="2050" name="Picture 2" descr="Resultado de imagen de SIMULACION">
            <a:extLst>
              <a:ext uri="{FF2B5EF4-FFF2-40B4-BE49-F238E27FC236}">
                <a16:creationId xmlns:a16="http://schemas.microsoft.com/office/drawing/2014/main" id="{D442A4EB-87AB-17E1-1AD9-43093559D04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4914" y="2283923"/>
            <a:ext cx="3029281" cy="2767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9087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87042"/>
                                        </p:tgtEl>
                                        <p:attrNameLst>
                                          <p:attrName>style.visibility</p:attrName>
                                        </p:attrNameLst>
                                      </p:cBhvr>
                                      <p:to>
                                        <p:strVal val="visible"/>
                                      </p:to>
                                    </p:set>
                                    <p:anim calcmode="lin" valueType="num">
                                      <p:cBhvr additive="base">
                                        <p:cTn id="7" dur="500" fill="hold"/>
                                        <p:tgtEl>
                                          <p:spTgt spid="87042"/>
                                        </p:tgtEl>
                                        <p:attrNameLst>
                                          <p:attrName>ppt_x</p:attrName>
                                        </p:attrNameLst>
                                      </p:cBhvr>
                                      <p:tavLst>
                                        <p:tav tm="0">
                                          <p:val>
                                            <p:strVal val="#ppt_x"/>
                                          </p:val>
                                        </p:tav>
                                        <p:tav tm="100000">
                                          <p:val>
                                            <p:strVal val="#ppt_x"/>
                                          </p:val>
                                        </p:tav>
                                      </p:tavLst>
                                    </p:anim>
                                    <p:anim calcmode="lin" valueType="num">
                                      <p:cBhvr additive="base">
                                        <p:cTn id="8" dur="500" fill="hold"/>
                                        <p:tgtEl>
                                          <p:spTgt spid="8704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nodePh="1">
                                  <p:stCondLst>
                                    <p:cond delay="0"/>
                                  </p:stCondLst>
                                  <p:endCondLst>
                                    <p:cond evt="begin" delay="0">
                                      <p:tn val="11"/>
                                    </p:cond>
                                  </p:endCondLst>
                                  <p:childTnLst>
                                    <p:set>
                                      <p:cBhvr>
                                        <p:cTn id="12" dur="1" fill="hold">
                                          <p:stCondLst>
                                            <p:cond delay="0"/>
                                          </p:stCondLst>
                                        </p:cTn>
                                        <p:tgtEl>
                                          <p:spTgt spid="87043"/>
                                        </p:tgtEl>
                                        <p:attrNameLst>
                                          <p:attrName>style.visibility</p:attrName>
                                        </p:attrNameLst>
                                      </p:cBhvr>
                                      <p:to>
                                        <p:strVal val="visible"/>
                                      </p:to>
                                    </p:set>
                                    <p:anim calcmode="lin" valueType="num">
                                      <p:cBhvr additive="base">
                                        <p:cTn id="13" dur="500" fill="hold"/>
                                        <p:tgtEl>
                                          <p:spTgt spid="87043"/>
                                        </p:tgtEl>
                                        <p:attrNameLst>
                                          <p:attrName>ppt_x</p:attrName>
                                        </p:attrNameLst>
                                      </p:cBhvr>
                                      <p:tavLst>
                                        <p:tav tm="0">
                                          <p:val>
                                            <p:strVal val="#ppt_x"/>
                                          </p:val>
                                        </p:tav>
                                        <p:tav tm="100000">
                                          <p:val>
                                            <p:strVal val="#ppt_x"/>
                                          </p:val>
                                        </p:tav>
                                      </p:tavLst>
                                    </p:anim>
                                    <p:anim calcmode="lin" valueType="num">
                                      <p:cBhvr additive="base">
                                        <p:cTn id="14" dur="500" fill="hold"/>
                                        <p:tgtEl>
                                          <p:spTgt spid="870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2" grpId="0" animBg="1"/>
      <p:bldP spid="87043" grpId="0" animBg="1"/>
    </p:bld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52EE79D-6909-4D83-94FE-08737D6C4039}"/>
              </a:ext>
            </a:extLst>
          </p:cNvPr>
          <p:cNvSpPr>
            <a:spLocks noChangeArrowheads="1"/>
          </p:cNvSpPr>
          <p:nvPr/>
        </p:nvSpPr>
        <p:spPr bwMode="auto">
          <a:xfrm>
            <a:off x="6096000" y="226807"/>
            <a:ext cx="6096000" cy="6477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40" tIns="45720" rIns="91440" bIns="45720" numCol="1" rtlCol="0" anchor="ctr" anchorCtr="0" compatLnSpc="1">
            <a:prstTxWarp prst="textNoShape">
              <a:avLst/>
            </a:prstTxWarp>
            <a:noAutofit/>
          </a:bodyPr>
          <a:lstStyle/>
          <a:p>
            <a:pPr indent="-342900" algn="ctr">
              <a:lnSpc>
                <a:spcPts val="5800"/>
              </a:lnSpc>
              <a:spcBef>
                <a:spcPct val="0"/>
              </a:spcBef>
            </a:pPr>
            <a:r>
              <a:rPr lang="es-ES_tradnl" altLang="es-ES" sz="3200" dirty="0">
                <a:solidFill>
                  <a:schemeClr val="bg1"/>
                </a:solidFill>
                <a:effectLst>
                  <a:outerShdw blurRad="63500" dist="38100" dir="5400000" algn="t" rotWithShape="0">
                    <a:prstClr val="black">
                      <a:alpha val="25000"/>
                    </a:prstClr>
                  </a:outerShdw>
                </a:effectLst>
                <a:latin typeface="Bauhaus 93" pitchFamily="82" charset="0"/>
              </a:rPr>
              <a:t>¿Qué es la simulación</a:t>
            </a:r>
          </a:p>
        </p:txBody>
      </p:sp>
      <p:grpSp>
        <p:nvGrpSpPr>
          <p:cNvPr id="4" name="Grupo 3">
            <a:extLst>
              <a:ext uri="{FF2B5EF4-FFF2-40B4-BE49-F238E27FC236}">
                <a16:creationId xmlns:a16="http://schemas.microsoft.com/office/drawing/2014/main" id="{312AAB33-3B85-46B3-8B8A-F0E5BB3A6988}"/>
              </a:ext>
            </a:extLst>
          </p:cNvPr>
          <p:cNvGrpSpPr/>
          <p:nvPr/>
        </p:nvGrpSpPr>
        <p:grpSpPr>
          <a:xfrm>
            <a:off x="2886974" y="3610774"/>
            <a:ext cx="8745044" cy="3140900"/>
            <a:chOff x="0" y="1625397"/>
            <a:chExt cx="8229600" cy="2359670"/>
          </a:xfrm>
        </p:grpSpPr>
        <p:sp>
          <p:nvSpPr>
            <p:cNvPr id="6" name="Rectángulo: esquinas redondeadas 5">
              <a:extLst>
                <a:ext uri="{FF2B5EF4-FFF2-40B4-BE49-F238E27FC236}">
                  <a16:creationId xmlns:a16="http://schemas.microsoft.com/office/drawing/2014/main" id="{03CF0FCE-A6C3-438C-A850-7DDB3104D30A}"/>
                </a:ext>
              </a:extLst>
            </p:cNvPr>
            <p:cNvSpPr/>
            <p:nvPr/>
          </p:nvSpPr>
          <p:spPr>
            <a:xfrm>
              <a:off x="0" y="1625397"/>
              <a:ext cx="8229600" cy="235967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s-PE"/>
            </a:p>
          </p:txBody>
        </p:sp>
        <p:sp>
          <p:nvSpPr>
            <p:cNvPr id="7" name="Rectángulo: esquinas redondeadas 4">
              <a:extLst>
                <a:ext uri="{FF2B5EF4-FFF2-40B4-BE49-F238E27FC236}">
                  <a16:creationId xmlns:a16="http://schemas.microsoft.com/office/drawing/2014/main" id="{0BAEC7EC-4079-420B-9434-685A60B5807D}"/>
                </a:ext>
              </a:extLst>
            </p:cNvPr>
            <p:cNvSpPr txBox="1"/>
            <p:nvPr/>
          </p:nvSpPr>
          <p:spPr>
            <a:xfrm>
              <a:off x="115190" y="1740587"/>
              <a:ext cx="7999220" cy="212929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3820" tIns="83820" rIns="83820" bIns="83820" numCol="1" spcCol="1270" anchor="ctr" anchorCtr="0">
              <a:noAutofit/>
            </a:bodyPr>
            <a:lstStyle/>
            <a:p>
              <a:pPr marL="0" lvl="0" indent="0" algn="l" defTabSz="977900" rtl="0">
                <a:lnSpc>
                  <a:spcPct val="90000"/>
                </a:lnSpc>
                <a:spcBef>
                  <a:spcPct val="0"/>
                </a:spcBef>
                <a:spcAft>
                  <a:spcPct val="35000"/>
                </a:spcAft>
                <a:buNone/>
              </a:pPr>
              <a:r>
                <a:rPr lang="es-MX" sz="2800" i="1" kern="1200" dirty="0"/>
                <a:t>“La práctica de construir modelos para representar los sistemas del mundo real existentes, o de sistema futuros hipotéticos, y de la experimentación con estos modelos para explicar la conducta del sistema, mejorar el desempeño del sistema, o diseñar nuevos sistemas con desempeños deseables.” (</a:t>
              </a:r>
              <a:r>
                <a:rPr lang="es-MX" sz="2800" i="1" kern="1200" dirty="0" err="1"/>
                <a:t>Khoshnevis</a:t>
              </a:r>
              <a:r>
                <a:rPr lang="es-MX" sz="2800" i="1" kern="1200" dirty="0"/>
                <a:t>, 1994)</a:t>
              </a:r>
              <a:endParaRPr lang="es-PE" sz="2800" kern="1200" dirty="0"/>
            </a:p>
          </p:txBody>
        </p:sp>
      </p:grpSp>
      <p:grpSp>
        <p:nvGrpSpPr>
          <p:cNvPr id="8" name="Grupo 7">
            <a:extLst>
              <a:ext uri="{FF2B5EF4-FFF2-40B4-BE49-F238E27FC236}">
                <a16:creationId xmlns:a16="http://schemas.microsoft.com/office/drawing/2014/main" id="{0F087A7D-CB50-42B8-A3BC-768A14791D0C}"/>
              </a:ext>
            </a:extLst>
          </p:cNvPr>
          <p:cNvGrpSpPr/>
          <p:nvPr/>
        </p:nvGrpSpPr>
        <p:grpSpPr>
          <a:xfrm>
            <a:off x="2855341" y="1466080"/>
            <a:ext cx="8776677" cy="2044871"/>
            <a:chOff x="0" y="114658"/>
            <a:chExt cx="8229600" cy="3925840"/>
          </a:xfrm>
        </p:grpSpPr>
        <p:sp>
          <p:nvSpPr>
            <p:cNvPr id="9" name="Rectángulo: esquinas redondeadas 8">
              <a:extLst>
                <a:ext uri="{FF2B5EF4-FFF2-40B4-BE49-F238E27FC236}">
                  <a16:creationId xmlns:a16="http://schemas.microsoft.com/office/drawing/2014/main" id="{441B3914-23AE-473C-8654-4D67AB4DAFC2}"/>
                </a:ext>
              </a:extLst>
            </p:cNvPr>
            <p:cNvSpPr/>
            <p:nvPr/>
          </p:nvSpPr>
          <p:spPr>
            <a:xfrm>
              <a:off x="0" y="114658"/>
              <a:ext cx="8229600" cy="392584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s-PE"/>
            </a:p>
          </p:txBody>
        </p:sp>
        <p:sp>
          <p:nvSpPr>
            <p:cNvPr id="10" name="Rectángulo: esquinas redondeadas 4">
              <a:extLst>
                <a:ext uri="{FF2B5EF4-FFF2-40B4-BE49-F238E27FC236}">
                  <a16:creationId xmlns:a16="http://schemas.microsoft.com/office/drawing/2014/main" id="{AD3643B5-5E7B-4753-9106-C7194505EA8D}"/>
                </a:ext>
              </a:extLst>
            </p:cNvPr>
            <p:cNvSpPr txBox="1"/>
            <p:nvPr/>
          </p:nvSpPr>
          <p:spPr>
            <a:xfrm>
              <a:off x="191644" y="306302"/>
              <a:ext cx="7846312" cy="354255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44780" tIns="144780" rIns="144780" bIns="144780" numCol="1" spcCol="1270" anchor="ctr" anchorCtr="0">
              <a:noAutofit/>
            </a:bodyPr>
            <a:lstStyle/>
            <a:p>
              <a:pPr marL="0" lvl="0" indent="0" algn="l" defTabSz="1689100" rtl="0">
                <a:lnSpc>
                  <a:spcPct val="90000"/>
                </a:lnSpc>
                <a:spcBef>
                  <a:spcPct val="0"/>
                </a:spcBef>
                <a:spcAft>
                  <a:spcPct val="35000"/>
                </a:spcAft>
                <a:buNone/>
              </a:pPr>
              <a:r>
                <a:rPr lang="es-MX" sz="2800" i="1" kern="1200" dirty="0"/>
                <a:t>“En una simulación, usamos el computador para evaluar un modelo numéricamente, y los datos son recogidos en orden a estimar las verdaderas características del modelo.” (</a:t>
              </a:r>
              <a:r>
                <a:rPr lang="es-MX" sz="2800" i="1" kern="1200" dirty="0" err="1"/>
                <a:t>Law</a:t>
              </a:r>
              <a:r>
                <a:rPr lang="es-MX" sz="2800" i="1" kern="1200" dirty="0"/>
                <a:t> y </a:t>
              </a:r>
              <a:r>
                <a:rPr lang="es-MX" sz="2800" i="1" kern="1200" dirty="0" err="1"/>
                <a:t>Kelton</a:t>
              </a:r>
              <a:r>
                <a:rPr lang="es-MX" sz="2800" i="1" kern="1200" dirty="0"/>
                <a:t>, 1991)</a:t>
              </a:r>
              <a:endParaRPr lang="es-PE" sz="2800" kern="1200" dirty="0"/>
            </a:p>
          </p:txBody>
        </p:sp>
      </p:grpSp>
      <p:pic>
        <p:nvPicPr>
          <p:cNvPr id="13" name="Imagen 12">
            <a:extLst>
              <a:ext uri="{FF2B5EF4-FFF2-40B4-BE49-F238E27FC236}">
                <a16:creationId xmlns:a16="http://schemas.microsoft.com/office/drawing/2014/main" id="{3B1E37C3-6FFB-4E26-9ECD-2F3FB99A25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5509" y="1387797"/>
            <a:ext cx="1826433" cy="2511346"/>
          </a:xfrm>
          <a:prstGeom prst="rect">
            <a:avLst/>
          </a:prstGeom>
        </p:spPr>
      </p:pic>
      <p:pic>
        <p:nvPicPr>
          <p:cNvPr id="15" name="Imagen 14">
            <a:extLst>
              <a:ext uri="{FF2B5EF4-FFF2-40B4-BE49-F238E27FC236}">
                <a16:creationId xmlns:a16="http://schemas.microsoft.com/office/drawing/2014/main" id="{81A1698C-30DF-47E4-8101-0413EFCB40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5783" y="3979742"/>
            <a:ext cx="1795703" cy="2690858"/>
          </a:xfrm>
          <a:prstGeom prst="rect">
            <a:avLst/>
          </a:prstGeom>
        </p:spPr>
      </p:pic>
    </p:spTree>
    <p:extLst>
      <p:ext uri="{BB962C8B-B14F-4D97-AF65-F5344CB8AC3E}">
        <p14:creationId xmlns:p14="http://schemas.microsoft.com/office/powerpoint/2010/main" val="3398093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597D019-3F82-4752-B62F-3A1AF07BF734}"/>
              </a:ext>
            </a:extLst>
          </p:cNvPr>
          <p:cNvSpPr>
            <a:spLocks noChangeArrowheads="1"/>
          </p:cNvSpPr>
          <p:nvPr/>
        </p:nvSpPr>
        <p:spPr bwMode="auto">
          <a:xfrm>
            <a:off x="6096000" y="226807"/>
            <a:ext cx="6096000" cy="6477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40" tIns="45720" rIns="91440" bIns="45720" numCol="1" rtlCol="0" anchor="ctr" anchorCtr="0" compatLnSpc="1">
            <a:prstTxWarp prst="textNoShape">
              <a:avLst/>
            </a:prstTxWarp>
            <a:noAutofit/>
          </a:bodyPr>
          <a:lstStyle/>
          <a:p>
            <a:pPr indent="-342900" algn="ctr">
              <a:lnSpc>
                <a:spcPts val="5800"/>
              </a:lnSpc>
              <a:spcBef>
                <a:spcPct val="0"/>
              </a:spcBef>
            </a:pPr>
            <a:r>
              <a:rPr lang="es-ES_tradnl" altLang="es-ES" sz="3200" dirty="0">
                <a:solidFill>
                  <a:schemeClr val="bg1"/>
                </a:solidFill>
                <a:effectLst>
                  <a:outerShdw blurRad="63500" dist="38100" dir="5400000" algn="t" rotWithShape="0">
                    <a:prstClr val="black">
                      <a:alpha val="25000"/>
                    </a:prstClr>
                  </a:outerShdw>
                </a:effectLst>
                <a:latin typeface="Bauhaus 93" pitchFamily="82" charset="0"/>
              </a:rPr>
              <a:t>¿Qué es la simulación</a:t>
            </a:r>
          </a:p>
        </p:txBody>
      </p:sp>
      <p:grpSp>
        <p:nvGrpSpPr>
          <p:cNvPr id="4" name="Grupo 3">
            <a:extLst>
              <a:ext uri="{FF2B5EF4-FFF2-40B4-BE49-F238E27FC236}">
                <a16:creationId xmlns:a16="http://schemas.microsoft.com/office/drawing/2014/main" id="{5B530FB7-F003-47BD-8E03-8AE122BCB1AE}"/>
              </a:ext>
            </a:extLst>
          </p:cNvPr>
          <p:cNvGrpSpPr/>
          <p:nvPr/>
        </p:nvGrpSpPr>
        <p:grpSpPr>
          <a:xfrm>
            <a:off x="2527754" y="4328116"/>
            <a:ext cx="9175196" cy="2049145"/>
            <a:chOff x="0" y="2064564"/>
            <a:chExt cx="8060506" cy="2049145"/>
          </a:xfrm>
        </p:grpSpPr>
        <p:sp>
          <p:nvSpPr>
            <p:cNvPr id="6" name="Rectángulo: esquinas redondeadas 5">
              <a:extLst>
                <a:ext uri="{FF2B5EF4-FFF2-40B4-BE49-F238E27FC236}">
                  <a16:creationId xmlns:a16="http://schemas.microsoft.com/office/drawing/2014/main" id="{7BCD7A19-0F1E-4ADE-8EC8-94C2E75D6D44}"/>
                </a:ext>
              </a:extLst>
            </p:cNvPr>
            <p:cNvSpPr/>
            <p:nvPr/>
          </p:nvSpPr>
          <p:spPr>
            <a:xfrm>
              <a:off x="0" y="2064564"/>
              <a:ext cx="8060506" cy="2049145"/>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s-PE"/>
            </a:p>
          </p:txBody>
        </p:sp>
        <p:sp>
          <p:nvSpPr>
            <p:cNvPr id="7" name="Rectángulo: esquinas redondeadas 4">
              <a:extLst>
                <a:ext uri="{FF2B5EF4-FFF2-40B4-BE49-F238E27FC236}">
                  <a16:creationId xmlns:a16="http://schemas.microsoft.com/office/drawing/2014/main" id="{5B63093B-1CAF-4FC6-84CB-3078E807F58E}"/>
                </a:ext>
              </a:extLst>
            </p:cNvPr>
            <p:cNvSpPr txBox="1"/>
            <p:nvPr/>
          </p:nvSpPr>
          <p:spPr>
            <a:xfrm>
              <a:off x="100031" y="2164595"/>
              <a:ext cx="7860444" cy="184908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s-ES" sz="2800" kern="1200" dirty="0"/>
                <a:t>La simulación es el proceso de construir modelos matemáticos o lógicos de un sistema o problema de decisión  y experimentar con el modelo para obtener la comprensión  del comportamiento del sistema o o para asistir en la resolución del problema de decisión. (Evans &amp; Olson, 1998).</a:t>
              </a:r>
              <a:endParaRPr lang="es-PE" sz="2800" kern="1200" dirty="0"/>
            </a:p>
          </p:txBody>
        </p:sp>
      </p:grpSp>
      <p:grpSp>
        <p:nvGrpSpPr>
          <p:cNvPr id="8" name="Grupo 7">
            <a:extLst>
              <a:ext uri="{FF2B5EF4-FFF2-40B4-BE49-F238E27FC236}">
                <a16:creationId xmlns:a16="http://schemas.microsoft.com/office/drawing/2014/main" id="{363751F0-71B5-4745-9111-F4BF457F80EA}"/>
              </a:ext>
            </a:extLst>
          </p:cNvPr>
          <p:cNvGrpSpPr/>
          <p:nvPr/>
        </p:nvGrpSpPr>
        <p:grpSpPr>
          <a:xfrm>
            <a:off x="2501867" y="1641455"/>
            <a:ext cx="9193938" cy="2091375"/>
            <a:chOff x="0" y="1011712"/>
            <a:chExt cx="8060506" cy="2091375"/>
          </a:xfrm>
        </p:grpSpPr>
        <p:sp>
          <p:nvSpPr>
            <p:cNvPr id="9" name="Rectángulo: esquinas redondeadas 8">
              <a:extLst>
                <a:ext uri="{FF2B5EF4-FFF2-40B4-BE49-F238E27FC236}">
                  <a16:creationId xmlns:a16="http://schemas.microsoft.com/office/drawing/2014/main" id="{01E2CE6B-5843-457D-BA39-5AB3BEA5A387}"/>
                </a:ext>
              </a:extLst>
            </p:cNvPr>
            <p:cNvSpPr/>
            <p:nvPr/>
          </p:nvSpPr>
          <p:spPr>
            <a:xfrm>
              <a:off x="0" y="1011712"/>
              <a:ext cx="8060506" cy="2091375"/>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s-PE"/>
            </a:p>
          </p:txBody>
        </p:sp>
        <p:sp>
          <p:nvSpPr>
            <p:cNvPr id="10" name="Rectángulo: esquinas redondeadas 4">
              <a:extLst>
                <a:ext uri="{FF2B5EF4-FFF2-40B4-BE49-F238E27FC236}">
                  <a16:creationId xmlns:a16="http://schemas.microsoft.com/office/drawing/2014/main" id="{2DBA30DF-1003-4D86-8827-B57B9D9CD5DC}"/>
                </a:ext>
              </a:extLst>
            </p:cNvPr>
            <p:cNvSpPr txBox="1"/>
            <p:nvPr/>
          </p:nvSpPr>
          <p:spPr>
            <a:xfrm>
              <a:off x="102093" y="1113805"/>
              <a:ext cx="7856320" cy="188718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s-MX" sz="2800" i="1" kern="1200" dirty="0"/>
                <a:t>“La simulación de eventos discretos, concierne al modelamiento de un sistema que se desarrolla en el tiempo, por una representación en la cual las variables de estado cambian instantáneamente en puntos separados en el tiempo.”(</a:t>
              </a:r>
              <a:r>
                <a:rPr lang="es-MX" sz="2800" i="1" kern="1200" dirty="0" err="1"/>
                <a:t>Law</a:t>
              </a:r>
              <a:r>
                <a:rPr lang="es-MX" sz="2800" i="1" kern="1200" dirty="0"/>
                <a:t> y </a:t>
              </a:r>
              <a:r>
                <a:rPr lang="es-MX" sz="2800" i="1" kern="1200" dirty="0" err="1"/>
                <a:t>Kelton,1991</a:t>
              </a:r>
              <a:r>
                <a:rPr lang="es-MX" sz="2800" i="1" kern="1200" dirty="0"/>
                <a:t>)</a:t>
              </a:r>
              <a:endParaRPr lang="es-PE" sz="2800" kern="1200" dirty="0"/>
            </a:p>
          </p:txBody>
        </p:sp>
      </p:grpSp>
      <p:pic>
        <p:nvPicPr>
          <p:cNvPr id="11" name="Imagen 10">
            <a:extLst>
              <a:ext uri="{FF2B5EF4-FFF2-40B4-BE49-F238E27FC236}">
                <a16:creationId xmlns:a16="http://schemas.microsoft.com/office/drawing/2014/main" id="{67BBF452-CB93-47BE-BBFB-A02BA7F31E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5509" y="1387797"/>
            <a:ext cx="1826433" cy="2330188"/>
          </a:xfrm>
          <a:prstGeom prst="rect">
            <a:avLst/>
          </a:prstGeom>
        </p:spPr>
      </p:pic>
      <p:pic>
        <p:nvPicPr>
          <p:cNvPr id="14" name="Imagen 13">
            <a:extLst>
              <a:ext uri="{FF2B5EF4-FFF2-40B4-BE49-F238E27FC236}">
                <a16:creationId xmlns:a16="http://schemas.microsoft.com/office/drawing/2014/main" id="{4076890A-43AC-4109-B31C-270BF14F576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8613" y="4289559"/>
            <a:ext cx="1790295" cy="2231995"/>
          </a:xfrm>
          <a:prstGeom prst="rect">
            <a:avLst/>
          </a:prstGeom>
        </p:spPr>
      </p:pic>
    </p:spTree>
    <p:extLst>
      <p:ext uri="{BB962C8B-B14F-4D97-AF65-F5344CB8AC3E}">
        <p14:creationId xmlns:p14="http://schemas.microsoft.com/office/powerpoint/2010/main" val="240227115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2" name="1 Marcador de pie de página"/>
          <p:cNvSpPr>
            <a:spLocks noGrp="1"/>
          </p:cNvSpPr>
          <p:nvPr>
            <p:ph type="ftr" sz="quarter" idx="11"/>
          </p:nvPr>
        </p:nvSpPr>
        <p:spPr/>
        <p:txBody>
          <a:bodyPr/>
          <a:lstStyle/>
          <a:p>
            <a:pPr>
              <a:defRPr/>
            </a:pPr>
            <a:r>
              <a:rPr lang="es-ES"/>
              <a:t>ANIVAL TORRE</a:t>
            </a:r>
          </a:p>
        </p:txBody>
      </p:sp>
      <p:graphicFrame>
        <p:nvGraphicFramePr>
          <p:cNvPr id="2" name="1 Diagrama"/>
          <p:cNvGraphicFramePr/>
          <p:nvPr>
            <p:extLst>
              <p:ext uri="{D42A27DB-BD31-4B8C-83A1-F6EECF244321}">
                <p14:modId xmlns:p14="http://schemas.microsoft.com/office/powerpoint/2010/main" val="1952295246"/>
              </p:ext>
            </p:extLst>
          </p:nvPr>
        </p:nvGraphicFramePr>
        <p:xfrm>
          <a:off x="1905000" y="1409565"/>
          <a:ext cx="9448800" cy="46603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8677" name="Picture 5" descr="webmaster"/>
          <p:cNvPicPr>
            <a:picLocks noChangeAspect="1" noChangeArrowheads="1" noCrop="1"/>
          </p:cNvPicPr>
          <p:nvPr/>
        </p:nvPicPr>
        <p:blipFill>
          <a:blip r:embed="rId8">
            <a:extLst>
              <a:ext uri="{28A0092B-C50C-407E-A947-70E740481C1C}">
                <a14:useLocalDpi xmlns:a14="http://schemas.microsoft.com/office/drawing/2010/main" val="0"/>
              </a:ext>
            </a:extLst>
          </a:blip>
          <a:srcRect/>
          <a:stretch>
            <a:fillRect/>
          </a:stretch>
        </p:blipFill>
        <p:spPr bwMode="auto">
          <a:xfrm>
            <a:off x="452846" y="2246812"/>
            <a:ext cx="1331913" cy="216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5 Marcador de número de diapositiva"/>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C115CCB-F238-457C-80B7-28052F0F37AE}" type="slidenum">
              <a:rPr lang="es-ES" altLang="es-ES">
                <a:solidFill>
                  <a:srgbClr val="045C75"/>
                </a:solidFill>
              </a:rPr>
              <a:pPr eaLnBrk="1" hangingPunct="1"/>
              <a:t>56</a:t>
            </a:fld>
            <a:endParaRPr lang="es-ES" altLang="es-ES">
              <a:solidFill>
                <a:srgbClr val="045C75"/>
              </a:solidFill>
            </a:endParaRPr>
          </a:p>
        </p:txBody>
      </p:sp>
      <p:sp>
        <p:nvSpPr>
          <p:cNvPr id="8" name="Rectangle 4">
            <a:extLst>
              <a:ext uri="{FF2B5EF4-FFF2-40B4-BE49-F238E27FC236}">
                <a16:creationId xmlns:a16="http://schemas.microsoft.com/office/drawing/2014/main" id="{8E9AA161-5AE7-4C9C-8DEA-55A4A3C3047A}"/>
              </a:ext>
            </a:extLst>
          </p:cNvPr>
          <p:cNvSpPr>
            <a:spLocks noChangeArrowheads="1"/>
          </p:cNvSpPr>
          <p:nvPr/>
        </p:nvSpPr>
        <p:spPr bwMode="auto">
          <a:xfrm>
            <a:off x="6096000" y="226807"/>
            <a:ext cx="6096000" cy="6477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40" tIns="45720" rIns="91440" bIns="45720" numCol="1" rtlCol="0" anchor="ctr" anchorCtr="0" compatLnSpc="1">
            <a:prstTxWarp prst="textNoShape">
              <a:avLst/>
            </a:prstTxWarp>
            <a:noAutofit/>
          </a:bodyPr>
          <a:lstStyle/>
          <a:p>
            <a:pPr indent="-342900" algn="ctr">
              <a:lnSpc>
                <a:spcPts val="5800"/>
              </a:lnSpc>
              <a:spcBef>
                <a:spcPct val="0"/>
              </a:spcBef>
            </a:pPr>
            <a:r>
              <a:rPr lang="es-ES_tradnl" altLang="es-ES" sz="3200" dirty="0">
                <a:solidFill>
                  <a:schemeClr val="bg1"/>
                </a:solidFill>
                <a:effectLst>
                  <a:outerShdw blurRad="63500" dist="38100" dir="5400000" algn="t" rotWithShape="0">
                    <a:prstClr val="black">
                      <a:alpha val="25000"/>
                    </a:prstClr>
                  </a:outerShdw>
                </a:effectLst>
                <a:latin typeface="Bauhaus 93" pitchFamily="82" charset="0"/>
              </a:rPr>
              <a:t>Importancia de la simulación</a:t>
            </a:r>
          </a:p>
        </p:txBody>
      </p:sp>
    </p:spTree>
    <p:extLst>
      <p:ext uri="{BB962C8B-B14F-4D97-AF65-F5344CB8AC3E}">
        <p14:creationId xmlns:p14="http://schemas.microsoft.com/office/powerpoint/2010/main" val="406502389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6" name="1 Marcador de pie de página"/>
          <p:cNvSpPr>
            <a:spLocks noGrp="1"/>
          </p:cNvSpPr>
          <p:nvPr>
            <p:ph type="ftr" sz="quarter" idx="11"/>
          </p:nvPr>
        </p:nvSpPr>
        <p:spPr/>
        <p:txBody>
          <a:bodyPr/>
          <a:lstStyle/>
          <a:p>
            <a:pPr>
              <a:defRPr/>
            </a:pPr>
            <a:r>
              <a:rPr lang="es-ES"/>
              <a:t>ANIVAL TORRE</a:t>
            </a:r>
          </a:p>
        </p:txBody>
      </p:sp>
      <p:graphicFrame>
        <p:nvGraphicFramePr>
          <p:cNvPr id="2" name="1 Diagrama"/>
          <p:cNvGraphicFramePr/>
          <p:nvPr/>
        </p:nvGraphicFramePr>
        <p:xfrm>
          <a:off x="1254642" y="1500188"/>
          <a:ext cx="10015869" cy="46454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6628" name="Text Box 3"/>
          <p:cNvSpPr txBox="1">
            <a:spLocks noChangeArrowheads="1"/>
          </p:cNvSpPr>
          <p:nvPr/>
        </p:nvSpPr>
        <p:spPr bwMode="auto">
          <a:xfrm>
            <a:off x="6096000" y="162327"/>
            <a:ext cx="6096000" cy="751552"/>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defPPr>
              <a:defRPr lang="es-ES"/>
            </a:defPPr>
            <a:lvl1pPr indent="-342900" algn="ctr">
              <a:lnSpc>
                <a:spcPts val="5800"/>
              </a:lnSpc>
              <a:spcBef>
                <a:spcPct val="0"/>
              </a:spcBef>
              <a:buFont typeface="Arial" pitchFamily="34" charset="0"/>
              <a:buNone/>
              <a:defRPr sz="3200">
                <a:solidFill>
                  <a:schemeClr val="bg1"/>
                </a:solidFill>
                <a:effectLst>
                  <a:outerShdw blurRad="63500" dist="38100" dir="5400000" algn="t" rotWithShape="0">
                    <a:prstClr val="black">
                      <a:alpha val="25000"/>
                    </a:prstClr>
                  </a:outerShdw>
                </a:effectLst>
                <a:latin typeface="Bauhaus 93" pitchFamily="82" charset="0"/>
              </a:defRPr>
            </a:lvl1pPr>
          </a:lstStyle>
          <a:p>
            <a:r>
              <a:rPr lang="es-ES_tradnl" dirty="0"/>
              <a:t>¿Cuándo Simular?</a:t>
            </a:r>
          </a:p>
        </p:txBody>
      </p:sp>
      <p:sp>
        <p:nvSpPr>
          <p:cNvPr id="5" name="4 Marcador de número de diapositiva"/>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92DDCA0-5FA7-4638-8A9C-79E87291EF80}" type="slidenum">
              <a:rPr lang="es-ES" altLang="es-ES">
                <a:solidFill>
                  <a:srgbClr val="045C75"/>
                </a:solidFill>
              </a:rPr>
              <a:pPr eaLnBrk="1" hangingPunct="1"/>
              <a:t>57</a:t>
            </a:fld>
            <a:endParaRPr lang="es-ES" altLang="es-ES">
              <a:solidFill>
                <a:srgbClr val="045C75"/>
              </a:solidFill>
            </a:endParaRPr>
          </a:p>
        </p:txBody>
      </p:sp>
    </p:spTree>
    <p:extLst>
      <p:ext uri="{BB962C8B-B14F-4D97-AF65-F5344CB8AC3E}">
        <p14:creationId xmlns:p14="http://schemas.microsoft.com/office/powerpoint/2010/main" val="80368945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6096000" y="171177"/>
            <a:ext cx="6078537" cy="733425"/>
          </a:xfr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pPr indent="-342900" algn="ctr">
              <a:buFont typeface="Arial" pitchFamily="34" charset="0"/>
            </a:pPr>
            <a:r>
              <a:rPr lang="es-ES" altLang="es-ES" sz="3200" dirty="0">
                <a:solidFill>
                  <a:schemeClr val="bg1"/>
                </a:solidFill>
                <a:latin typeface="Bauhaus 93" pitchFamily="82" charset="0"/>
                <a:ea typeface="+mn-ea"/>
                <a:cs typeface="+mn-cs"/>
              </a:rPr>
              <a:t>¿Qué intenta la simulación ?</a:t>
            </a:r>
          </a:p>
        </p:txBody>
      </p:sp>
      <p:sp>
        <p:nvSpPr>
          <p:cNvPr id="27650" name="3 Marcador de pie de página"/>
          <p:cNvSpPr>
            <a:spLocks noGrp="1"/>
          </p:cNvSpPr>
          <p:nvPr>
            <p:ph type="ftr" sz="quarter" idx="11"/>
          </p:nvPr>
        </p:nvSpPr>
        <p:spPr/>
        <p:txBody>
          <a:bodyPr/>
          <a:lstStyle/>
          <a:p>
            <a:pPr>
              <a:defRPr/>
            </a:pPr>
            <a:r>
              <a:rPr lang="es-ES"/>
              <a:t>ANIVAL TORRE</a:t>
            </a:r>
          </a:p>
        </p:txBody>
      </p:sp>
      <p:sp>
        <p:nvSpPr>
          <p:cNvPr id="5" name="4 Marcador de número de diapositiva"/>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9A78869-BD13-4C56-9A12-88A58E5AA760}" type="slidenum">
              <a:rPr lang="es-ES" altLang="es-ES">
                <a:solidFill>
                  <a:srgbClr val="045C75"/>
                </a:solidFill>
              </a:rPr>
              <a:pPr eaLnBrk="1" hangingPunct="1"/>
              <a:t>58</a:t>
            </a:fld>
            <a:endParaRPr lang="es-ES" altLang="es-ES">
              <a:solidFill>
                <a:srgbClr val="045C75"/>
              </a:solidFill>
            </a:endParaRPr>
          </a:p>
        </p:txBody>
      </p:sp>
      <p:sp>
        <p:nvSpPr>
          <p:cNvPr id="13" name="Forma libre: forma 12">
            <a:extLst>
              <a:ext uri="{FF2B5EF4-FFF2-40B4-BE49-F238E27FC236}">
                <a16:creationId xmlns:a16="http://schemas.microsoft.com/office/drawing/2014/main" id="{709BF4AF-77CE-4610-A07A-08C39C50A91F}"/>
              </a:ext>
            </a:extLst>
          </p:cNvPr>
          <p:cNvSpPr/>
          <p:nvPr/>
        </p:nvSpPr>
        <p:spPr>
          <a:xfrm>
            <a:off x="4474660" y="1219505"/>
            <a:ext cx="3268488" cy="3267435"/>
          </a:xfrm>
          <a:custGeom>
            <a:avLst/>
            <a:gdLst>
              <a:gd name="connsiteX0" fmla="*/ 0 w 2521042"/>
              <a:gd name="connsiteY0" fmla="*/ 1222005 h 2444009"/>
              <a:gd name="connsiteX1" fmla="*/ 1260521 w 2521042"/>
              <a:gd name="connsiteY1" fmla="*/ 0 h 2444009"/>
              <a:gd name="connsiteX2" fmla="*/ 2521042 w 2521042"/>
              <a:gd name="connsiteY2" fmla="*/ 1222005 h 2444009"/>
              <a:gd name="connsiteX3" fmla="*/ 1260521 w 2521042"/>
              <a:gd name="connsiteY3" fmla="*/ 2444010 h 2444009"/>
              <a:gd name="connsiteX4" fmla="*/ 0 w 2521042"/>
              <a:gd name="connsiteY4" fmla="*/ 1222005 h 2444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1042" h="2444009">
                <a:moveTo>
                  <a:pt x="0" y="1222005"/>
                </a:moveTo>
                <a:cubicBezTo>
                  <a:pt x="0" y="547110"/>
                  <a:pt x="564354" y="0"/>
                  <a:pt x="1260521" y="0"/>
                </a:cubicBezTo>
                <a:cubicBezTo>
                  <a:pt x="1956688" y="0"/>
                  <a:pt x="2521042" y="547110"/>
                  <a:pt x="2521042" y="1222005"/>
                </a:cubicBezTo>
                <a:cubicBezTo>
                  <a:pt x="2521042" y="1896900"/>
                  <a:pt x="1956688" y="2444010"/>
                  <a:pt x="1260521" y="2444010"/>
                </a:cubicBezTo>
                <a:cubicBezTo>
                  <a:pt x="564354" y="2444010"/>
                  <a:pt x="0" y="1896900"/>
                  <a:pt x="0" y="1222005"/>
                </a:cubicBezTo>
                <a:close/>
              </a:path>
            </a:pathLst>
          </a:custGeom>
          <a:solidFill>
            <a:srgbClr val="002060"/>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05420" tIns="422847" rIns="405420" bIns="422847" numCol="1" spcCol="1270" anchor="ctr" anchorCtr="0">
            <a:noAutofit/>
          </a:bodyPr>
          <a:lstStyle/>
          <a:p>
            <a:pPr algn="ctr" defTabSz="889000">
              <a:lnSpc>
                <a:spcPct val="90000"/>
              </a:lnSpc>
              <a:spcBef>
                <a:spcPct val="0"/>
              </a:spcBef>
              <a:spcAft>
                <a:spcPct val="35000"/>
              </a:spcAft>
            </a:pPr>
            <a:r>
              <a:rPr lang="es-ES" sz="2800" b="1" dirty="0"/>
              <a:t>1.</a:t>
            </a:r>
          </a:p>
          <a:p>
            <a:pPr algn="ctr" defTabSz="889000">
              <a:lnSpc>
                <a:spcPct val="90000"/>
              </a:lnSpc>
              <a:spcBef>
                <a:spcPct val="0"/>
              </a:spcBef>
              <a:spcAft>
                <a:spcPct val="35000"/>
              </a:spcAft>
            </a:pPr>
            <a:r>
              <a:rPr lang="es-ES" sz="2800" b="1" dirty="0"/>
              <a:t>Descubrir </a:t>
            </a:r>
            <a:r>
              <a:rPr lang="es-ES" sz="2800" b="1"/>
              <a:t>el comportamiento</a:t>
            </a:r>
            <a:r>
              <a:rPr lang="es-ES" sz="2800" b="1" dirty="0"/>
              <a:t> de un sistema</a:t>
            </a:r>
            <a:endParaRPr lang="es-PE" sz="2800" b="1" dirty="0"/>
          </a:p>
        </p:txBody>
      </p:sp>
      <p:sp>
        <p:nvSpPr>
          <p:cNvPr id="14" name="Forma libre: forma 13">
            <a:extLst>
              <a:ext uri="{FF2B5EF4-FFF2-40B4-BE49-F238E27FC236}">
                <a16:creationId xmlns:a16="http://schemas.microsoft.com/office/drawing/2014/main" id="{A859B142-B6FD-4D70-A94E-742699B5D710}"/>
              </a:ext>
            </a:extLst>
          </p:cNvPr>
          <p:cNvSpPr/>
          <p:nvPr/>
        </p:nvSpPr>
        <p:spPr>
          <a:xfrm>
            <a:off x="7952954" y="2902688"/>
            <a:ext cx="3537305" cy="3668233"/>
          </a:xfrm>
          <a:custGeom>
            <a:avLst/>
            <a:gdLst>
              <a:gd name="connsiteX0" fmla="*/ 0 w 2590819"/>
              <a:gd name="connsiteY0" fmla="*/ 1382763 h 2765525"/>
              <a:gd name="connsiteX1" fmla="*/ 1295410 w 2590819"/>
              <a:gd name="connsiteY1" fmla="*/ 0 h 2765525"/>
              <a:gd name="connsiteX2" fmla="*/ 2590820 w 2590819"/>
              <a:gd name="connsiteY2" fmla="*/ 1382763 h 2765525"/>
              <a:gd name="connsiteX3" fmla="*/ 1295410 w 2590819"/>
              <a:gd name="connsiteY3" fmla="*/ 2765526 h 2765525"/>
              <a:gd name="connsiteX4" fmla="*/ 0 w 2590819"/>
              <a:gd name="connsiteY4" fmla="*/ 1382763 h 2765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0819" h="2765525">
                <a:moveTo>
                  <a:pt x="0" y="1382763"/>
                </a:moveTo>
                <a:cubicBezTo>
                  <a:pt x="0" y="619084"/>
                  <a:pt x="579975" y="0"/>
                  <a:pt x="1295410" y="0"/>
                </a:cubicBezTo>
                <a:cubicBezTo>
                  <a:pt x="2010845" y="0"/>
                  <a:pt x="2590820" y="619084"/>
                  <a:pt x="2590820" y="1382763"/>
                </a:cubicBezTo>
                <a:cubicBezTo>
                  <a:pt x="2590820" y="2146442"/>
                  <a:pt x="2010845" y="2765526"/>
                  <a:pt x="1295410" y="2765526"/>
                </a:cubicBezTo>
                <a:cubicBezTo>
                  <a:pt x="579975" y="2765526"/>
                  <a:pt x="0" y="2146442"/>
                  <a:pt x="0" y="1382763"/>
                </a:cubicBezTo>
                <a:close/>
              </a:path>
            </a:pathLst>
          </a:custGeom>
          <a:solidFill>
            <a:srgbClr val="002060"/>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05420" tIns="422847" rIns="405420" bIns="422847" numCol="1" spcCol="1270" anchor="ctr" anchorCtr="0">
            <a:noAutofit/>
          </a:bodyPr>
          <a:lstStyle/>
          <a:p>
            <a:pPr algn="ctr" defTabSz="889000">
              <a:lnSpc>
                <a:spcPct val="90000"/>
              </a:lnSpc>
              <a:spcBef>
                <a:spcPct val="0"/>
              </a:spcBef>
              <a:spcAft>
                <a:spcPct val="35000"/>
              </a:spcAft>
            </a:pPr>
            <a:r>
              <a:rPr lang="es-ES" sz="2800" b="1" dirty="0"/>
              <a:t>2. </a:t>
            </a:r>
          </a:p>
          <a:p>
            <a:pPr algn="ctr" defTabSz="889000">
              <a:lnSpc>
                <a:spcPct val="90000"/>
              </a:lnSpc>
              <a:spcBef>
                <a:spcPct val="0"/>
              </a:spcBef>
              <a:spcAft>
                <a:spcPct val="35000"/>
              </a:spcAft>
            </a:pPr>
            <a:r>
              <a:rPr lang="es-ES" sz="2800" b="1" dirty="0"/>
              <a:t>Postular teorías o hipótesis que expliquen el   comportamiento observado</a:t>
            </a:r>
            <a:endParaRPr lang="es-PE" sz="2800" b="1" dirty="0"/>
          </a:p>
        </p:txBody>
      </p:sp>
      <p:sp>
        <p:nvSpPr>
          <p:cNvPr id="15" name="Forma libre: forma 14">
            <a:extLst>
              <a:ext uri="{FF2B5EF4-FFF2-40B4-BE49-F238E27FC236}">
                <a16:creationId xmlns:a16="http://schemas.microsoft.com/office/drawing/2014/main" id="{553A3310-A099-4178-8512-0DAF262729F0}"/>
              </a:ext>
            </a:extLst>
          </p:cNvPr>
          <p:cNvSpPr/>
          <p:nvPr/>
        </p:nvSpPr>
        <p:spPr>
          <a:xfrm>
            <a:off x="818704" y="2902688"/>
            <a:ext cx="3399981" cy="3514491"/>
          </a:xfrm>
          <a:custGeom>
            <a:avLst/>
            <a:gdLst>
              <a:gd name="connsiteX0" fmla="*/ 0 w 2594939"/>
              <a:gd name="connsiteY0" fmla="*/ 1356968 h 2713935"/>
              <a:gd name="connsiteX1" fmla="*/ 1297470 w 2594939"/>
              <a:gd name="connsiteY1" fmla="*/ 0 h 2713935"/>
              <a:gd name="connsiteX2" fmla="*/ 2594940 w 2594939"/>
              <a:gd name="connsiteY2" fmla="*/ 1356968 h 2713935"/>
              <a:gd name="connsiteX3" fmla="*/ 1297470 w 2594939"/>
              <a:gd name="connsiteY3" fmla="*/ 2713936 h 2713935"/>
              <a:gd name="connsiteX4" fmla="*/ 0 w 2594939"/>
              <a:gd name="connsiteY4" fmla="*/ 1356968 h 27139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4939" h="2713935">
                <a:moveTo>
                  <a:pt x="0" y="1356968"/>
                </a:moveTo>
                <a:cubicBezTo>
                  <a:pt x="0" y="607535"/>
                  <a:pt x="580897" y="0"/>
                  <a:pt x="1297470" y="0"/>
                </a:cubicBezTo>
                <a:cubicBezTo>
                  <a:pt x="2014043" y="0"/>
                  <a:pt x="2594940" y="607535"/>
                  <a:pt x="2594940" y="1356968"/>
                </a:cubicBezTo>
                <a:cubicBezTo>
                  <a:pt x="2594940" y="2106401"/>
                  <a:pt x="2014043" y="2713936"/>
                  <a:pt x="1297470" y="2713936"/>
                </a:cubicBezTo>
                <a:cubicBezTo>
                  <a:pt x="580897" y="2713936"/>
                  <a:pt x="0" y="2106401"/>
                  <a:pt x="0" y="1356968"/>
                </a:cubicBezTo>
                <a:close/>
              </a:path>
            </a:pathLst>
          </a:custGeom>
          <a:solidFill>
            <a:srgbClr val="002060"/>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05420" tIns="422847" rIns="405420" bIns="422847" numCol="1" spcCol="1270" anchor="ctr" anchorCtr="0">
            <a:noAutofit/>
          </a:bodyPr>
          <a:lstStyle/>
          <a:p>
            <a:pPr marL="0" lvl="0" indent="0" algn="ctr" defTabSz="889000" rtl="0">
              <a:lnSpc>
                <a:spcPct val="90000"/>
              </a:lnSpc>
              <a:spcBef>
                <a:spcPct val="0"/>
              </a:spcBef>
              <a:spcAft>
                <a:spcPct val="35000"/>
              </a:spcAft>
              <a:buNone/>
            </a:pPr>
            <a:r>
              <a:rPr lang="es-ES" sz="2800" b="1" kern="1200" dirty="0"/>
              <a:t>3. </a:t>
            </a:r>
          </a:p>
          <a:p>
            <a:pPr marL="0" lvl="0" indent="0" algn="ctr" defTabSz="889000" rtl="0">
              <a:lnSpc>
                <a:spcPct val="90000"/>
              </a:lnSpc>
              <a:spcBef>
                <a:spcPct val="0"/>
              </a:spcBef>
              <a:spcAft>
                <a:spcPct val="35000"/>
              </a:spcAft>
              <a:buNone/>
            </a:pPr>
            <a:r>
              <a:rPr lang="es-ES" sz="2800" b="1" kern="1200" dirty="0"/>
              <a:t>Usar esas teorías para predecir el comportamiento futuro del sistema. </a:t>
            </a:r>
            <a:endParaRPr lang="es-PE" sz="2800" b="1" kern="1200" dirty="0"/>
          </a:p>
        </p:txBody>
      </p:sp>
      <p:sp>
        <p:nvSpPr>
          <p:cNvPr id="16" name="Forma libre: forma 15">
            <a:extLst>
              <a:ext uri="{FF2B5EF4-FFF2-40B4-BE49-F238E27FC236}">
                <a16:creationId xmlns:a16="http://schemas.microsoft.com/office/drawing/2014/main" id="{3B62D7FC-DB16-45FE-8623-DD57C02CE646}"/>
              </a:ext>
            </a:extLst>
          </p:cNvPr>
          <p:cNvSpPr/>
          <p:nvPr/>
        </p:nvSpPr>
        <p:spPr>
          <a:xfrm rot="1784065">
            <a:off x="7567525" y="3402416"/>
            <a:ext cx="671378" cy="678282"/>
          </a:xfrm>
          <a:custGeom>
            <a:avLst/>
            <a:gdLst>
              <a:gd name="connsiteX0" fmla="*/ 0 w 470140"/>
              <a:gd name="connsiteY0" fmla="*/ 135656 h 678282"/>
              <a:gd name="connsiteX1" fmla="*/ 235070 w 470140"/>
              <a:gd name="connsiteY1" fmla="*/ 135656 h 678282"/>
              <a:gd name="connsiteX2" fmla="*/ 235070 w 470140"/>
              <a:gd name="connsiteY2" fmla="*/ 0 h 678282"/>
              <a:gd name="connsiteX3" fmla="*/ 470140 w 470140"/>
              <a:gd name="connsiteY3" fmla="*/ 339141 h 678282"/>
              <a:gd name="connsiteX4" fmla="*/ 235070 w 470140"/>
              <a:gd name="connsiteY4" fmla="*/ 678282 h 678282"/>
              <a:gd name="connsiteX5" fmla="*/ 235070 w 470140"/>
              <a:gd name="connsiteY5" fmla="*/ 542626 h 678282"/>
              <a:gd name="connsiteX6" fmla="*/ 0 w 470140"/>
              <a:gd name="connsiteY6" fmla="*/ 542626 h 678282"/>
              <a:gd name="connsiteX7" fmla="*/ 0 w 470140"/>
              <a:gd name="connsiteY7" fmla="*/ 135656 h 678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0140" h="678282">
                <a:moveTo>
                  <a:pt x="0" y="135656"/>
                </a:moveTo>
                <a:lnTo>
                  <a:pt x="235070" y="135656"/>
                </a:lnTo>
                <a:lnTo>
                  <a:pt x="235070" y="0"/>
                </a:lnTo>
                <a:lnTo>
                  <a:pt x="470140" y="339141"/>
                </a:lnTo>
                <a:lnTo>
                  <a:pt x="235070" y="678282"/>
                </a:lnTo>
                <a:lnTo>
                  <a:pt x="235070" y="542626"/>
                </a:lnTo>
                <a:lnTo>
                  <a:pt x="0" y="542626"/>
                </a:lnTo>
                <a:lnTo>
                  <a:pt x="0" y="135656"/>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1" tIns="135656" rIns="141042" bIns="135655" numCol="1" spcCol="1270" anchor="ctr" anchorCtr="0">
            <a:noAutofit/>
          </a:bodyPr>
          <a:lstStyle/>
          <a:p>
            <a:pPr marL="0" lvl="0" indent="0" algn="ctr" defTabSz="711200">
              <a:lnSpc>
                <a:spcPct val="90000"/>
              </a:lnSpc>
              <a:spcBef>
                <a:spcPct val="0"/>
              </a:spcBef>
              <a:spcAft>
                <a:spcPct val="35000"/>
              </a:spcAft>
              <a:buNone/>
            </a:pPr>
            <a:endParaRPr lang="es-PE" sz="1600" kern="1200"/>
          </a:p>
        </p:txBody>
      </p:sp>
      <p:sp>
        <p:nvSpPr>
          <p:cNvPr id="17" name="Forma libre: forma 16">
            <a:extLst>
              <a:ext uri="{FF2B5EF4-FFF2-40B4-BE49-F238E27FC236}">
                <a16:creationId xmlns:a16="http://schemas.microsoft.com/office/drawing/2014/main" id="{EBDC0204-5831-4DD9-90FE-1212DCF9A3F4}"/>
              </a:ext>
            </a:extLst>
          </p:cNvPr>
          <p:cNvSpPr/>
          <p:nvPr/>
        </p:nvSpPr>
        <p:spPr>
          <a:xfrm rot="21576332">
            <a:off x="4554774" y="5372573"/>
            <a:ext cx="2886443" cy="678283"/>
          </a:xfrm>
          <a:custGeom>
            <a:avLst/>
            <a:gdLst>
              <a:gd name="connsiteX0" fmla="*/ 0 w 1191267"/>
              <a:gd name="connsiteY0" fmla="*/ 135656 h 678282"/>
              <a:gd name="connsiteX1" fmla="*/ 852126 w 1191267"/>
              <a:gd name="connsiteY1" fmla="*/ 135656 h 678282"/>
              <a:gd name="connsiteX2" fmla="*/ 852126 w 1191267"/>
              <a:gd name="connsiteY2" fmla="*/ 0 h 678282"/>
              <a:gd name="connsiteX3" fmla="*/ 1191267 w 1191267"/>
              <a:gd name="connsiteY3" fmla="*/ 339141 h 678282"/>
              <a:gd name="connsiteX4" fmla="*/ 852126 w 1191267"/>
              <a:gd name="connsiteY4" fmla="*/ 678282 h 678282"/>
              <a:gd name="connsiteX5" fmla="*/ 852126 w 1191267"/>
              <a:gd name="connsiteY5" fmla="*/ 542626 h 678282"/>
              <a:gd name="connsiteX6" fmla="*/ 0 w 1191267"/>
              <a:gd name="connsiteY6" fmla="*/ 542626 h 678282"/>
              <a:gd name="connsiteX7" fmla="*/ 0 w 1191267"/>
              <a:gd name="connsiteY7" fmla="*/ 135656 h 678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91267" h="678282">
                <a:moveTo>
                  <a:pt x="1191267" y="542626"/>
                </a:moveTo>
                <a:lnTo>
                  <a:pt x="339141" y="542626"/>
                </a:lnTo>
                <a:lnTo>
                  <a:pt x="339141" y="678282"/>
                </a:lnTo>
                <a:lnTo>
                  <a:pt x="0" y="339141"/>
                </a:lnTo>
                <a:lnTo>
                  <a:pt x="339141" y="0"/>
                </a:lnTo>
                <a:lnTo>
                  <a:pt x="339141" y="135656"/>
                </a:lnTo>
                <a:lnTo>
                  <a:pt x="1191267" y="135656"/>
                </a:lnTo>
                <a:lnTo>
                  <a:pt x="1191267" y="542626"/>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203485" tIns="135657" rIns="-1" bIns="135655" numCol="1" spcCol="1270" anchor="ctr" anchorCtr="0">
            <a:noAutofit/>
          </a:bodyPr>
          <a:lstStyle/>
          <a:p>
            <a:pPr marL="0" lvl="0" indent="0" algn="ctr" defTabSz="711200">
              <a:lnSpc>
                <a:spcPct val="90000"/>
              </a:lnSpc>
              <a:spcBef>
                <a:spcPct val="0"/>
              </a:spcBef>
              <a:spcAft>
                <a:spcPct val="35000"/>
              </a:spcAft>
              <a:buNone/>
            </a:pPr>
            <a:endParaRPr lang="es-PE" sz="1600" kern="1200"/>
          </a:p>
        </p:txBody>
      </p:sp>
      <p:sp>
        <p:nvSpPr>
          <p:cNvPr id="18" name="Forma libre: forma 17">
            <a:extLst>
              <a:ext uri="{FF2B5EF4-FFF2-40B4-BE49-F238E27FC236}">
                <a16:creationId xmlns:a16="http://schemas.microsoft.com/office/drawing/2014/main" id="{982B9BEF-CC9A-41C0-8DA2-9C5104E768C1}"/>
              </a:ext>
            </a:extLst>
          </p:cNvPr>
          <p:cNvSpPr/>
          <p:nvPr/>
        </p:nvSpPr>
        <p:spPr>
          <a:xfrm rot="19770245">
            <a:off x="3956783" y="3296672"/>
            <a:ext cx="718326" cy="678282"/>
          </a:xfrm>
          <a:custGeom>
            <a:avLst/>
            <a:gdLst>
              <a:gd name="connsiteX0" fmla="*/ 0 w 342590"/>
              <a:gd name="connsiteY0" fmla="*/ 135656 h 678282"/>
              <a:gd name="connsiteX1" fmla="*/ 171295 w 342590"/>
              <a:gd name="connsiteY1" fmla="*/ 135656 h 678282"/>
              <a:gd name="connsiteX2" fmla="*/ 171295 w 342590"/>
              <a:gd name="connsiteY2" fmla="*/ 0 h 678282"/>
              <a:gd name="connsiteX3" fmla="*/ 342590 w 342590"/>
              <a:gd name="connsiteY3" fmla="*/ 339141 h 678282"/>
              <a:gd name="connsiteX4" fmla="*/ 171295 w 342590"/>
              <a:gd name="connsiteY4" fmla="*/ 678282 h 678282"/>
              <a:gd name="connsiteX5" fmla="*/ 171295 w 342590"/>
              <a:gd name="connsiteY5" fmla="*/ 542626 h 678282"/>
              <a:gd name="connsiteX6" fmla="*/ 0 w 342590"/>
              <a:gd name="connsiteY6" fmla="*/ 542626 h 678282"/>
              <a:gd name="connsiteX7" fmla="*/ 0 w 342590"/>
              <a:gd name="connsiteY7" fmla="*/ 135656 h 678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590" h="678282">
                <a:moveTo>
                  <a:pt x="0" y="135656"/>
                </a:moveTo>
                <a:lnTo>
                  <a:pt x="171295" y="135656"/>
                </a:lnTo>
                <a:lnTo>
                  <a:pt x="171295" y="0"/>
                </a:lnTo>
                <a:lnTo>
                  <a:pt x="342590" y="339141"/>
                </a:lnTo>
                <a:lnTo>
                  <a:pt x="171295" y="678282"/>
                </a:lnTo>
                <a:lnTo>
                  <a:pt x="171295" y="542626"/>
                </a:lnTo>
                <a:lnTo>
                  <a:pt x="0" y="542626"/>
                </a:lnTo>
                <a:lnTo>
                  <a:pt x="0" y="135656"/>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135655" rIns="102776" bIns="135656" numCol="1" spcCol="1270" anchor="ctr" anchorCtr="0">
            <a:noAutofit/>
          </a:bodyPr>
          <a:lstStyle/>
          <a:p>
            <a:pPr marL="0" lvl="0" indent="0" algn="ctr" defTabSz="711200">
              <a:lnSpc>
                <a:spcPct val="90000"/>
              </a:lnSpc>
              <a:spcBef>
                <a:spcPct val="0"/>
              </a:spcBef>
              <a:spcAft>
                <a:spcPct val="35000"/>
              </a:spcAft>
              <a:buNone/>
            </a:pPr>
            <a:endParaRPr lang="es-PE" sz="1600" kern="1200"/>
          </a:p>
        </p:txBody>
      </p:sp>
    </p:spTree>
    <p:extLst>
      <p:ext uri="{BB962C8B-B14F-4D97-AF65-F5344CB8AC3E}">
        <p14:creationId xmlns:p14="http://schemas.microsoft.com/office/powerpoint/2010/main" val="1525097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2" name="Rectangle 3"/>
          <p:cNvSpPr>
            <a:spLocks noGrp="1" noChangeArrowheads="1"/>
          </p:cNvSpPr>
          <p:nvPr>
            <p:ph type="title"/>
          </p:nvPr>
        </p:nvSpPr>
        <p:spPr>
          <a:xfrm>
            <a:off x="6096000" y="184944"/>
            <a:ext cx="6096000" cy="627063"/>
          </a:xfr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pPr indent="-342900" algn="ctr">
              <a:buFont typeface="Arial" pitchFamily="34" charset="0"/>
            </a:pPr>
            <a:r>
              <a:rPr lang="es-ES_tradnl" sz="3200" dirty="0">
                <a:solidFill>
                  <a:schemeClr val="bg1"/>
                </a:solidFill>
                <a:latin typeface="Bauhaus 93" pitchFamily="82" charset="0"/>
                <a:ea typeface="+mn-ea"/>
                <a:cs typeface="+mn-cs"/>
              </a:rPr>
              <a:t>Metodología de la simulación</a:t>
            </a:r>
            <a:endParaRPr lang="es-ES" sz="3200" dirty="0">
              <a:solidFill>
                <a:schemeClr val="bg1"/>
              </a:solidFill>
              <a:latin typeface="Bauhaus 93" pitchFamily="82" charset="0"/>
              <a:ea typeface="+mn-ea"/>
              <a:cs typeface="+mn-cs"/>
            </a:endParaRPr>
          </a:p>
        </p:txBody>
      </p:sp>
      <p:sp>
        <p:nvSpPr>
          <p:cNvPr id="28674" name="3 Marcador de pie de página"/>
          <p:cNvSpPr>
            <a:spLocks noGrp="1"/>
          </p:cNvSpPr>
          <p:nvPr>
            <p:ph type="ftr" sz="quarter" idx="11"/>
          </p:nvPr>
        </p:nvSpPr>
        <p:spPr/>
        <p:txBody>
          <a:bodyPr/>
          <a:lstStyle/>
          <a:p>
            <a:pPr>
              <a:defRPr/>
            </a:pPr>
            <a:r>
              <a:rPr lang="es-ES"/>
              <a:t>ANIVAL TORRE</a:t>
            </a:r>
          </a:p>
        </p:txBody>
      </p:sp>
      <p:sp>
        <p:nvSpPr>
          <p:cNvPr id="28677" name="Text Box 4"/>
          <p:cNvSpPr txBox="1">
            <a:spLocks noChangeArrowheads="1"/>
          </p:cNvSpPr>
          <p:nvPr/>
        </p:nvSpPr>
        <p:spPr bwMode="auto">
          <a:xfrm>
            <a:off x="852752" y="1615323"/>
            <a:ext cx="4638118" cy="954107"/>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a:spcBef>
                <a:spcPct val="50000"/>
              </a:spcBef>
              <a:defRPr/>
            </a:pPr>
            <a:r>
              <a:rPr lang="es-ES_tradnl" sz="2800" b="1" dirty="0">
                <a:solidFill>
                  <a:srgbClr val="002060"/>
                </a:solidFill>
                <a:latin typeface="Arial Narrow" panose="020B0606020202030204" pitchFamily="34" charset="0"/>
              </a:rPr>
              <a:t>Definición problema y plan de trabajo</a:t>
            </a:r>
          </a:p>
        </p:txBody>
      </p:sp>
      <p:sp>
        <p:nvSpPr>
          <p:cNvPr id="28678" name="Text Box 5"/>
          <p:cNvSpPr txBox="1">
            <a:spLocks noChangeArrowheads="1"/>
          </p:cNvSpPr>
          <p:nvPr/>
        </p:nvSpPr>
        <p:spPr bwMode="auto">
          <a:xfrm>
            <a:off x="852752" y="2595877"/>
            <a:ext cx="4638118" cy="523220"/>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a:spcBef>
                <a:spcPct val="50000"/>
              </a:spcBef>
              <a:defRPr/>
            </a:pPr>
            <a:r>
              <a:rPr lang="es-ES_tradnl" sz="2800" b="1">
                <a:solidFill>
                  <a:srgbClr val="002060"/>
                </a:solidFill>
                <a:latin typeface="Arial Narrow" panose="020B0606020202030204" pitchFamily="34" charset="0"/>
              </a:rPr>
              <a:t>Recoger y validar los datos</a:t>
            </a:r>
          </a:p>
        </p:txBody>
      </p:sp>
      <p:sp>
        <p:nvSpPr>
          <p:cNvPr id="28679" name="Text Box 6"/>
          <p:cNvSpPr txBox="1">
            <a:spLocks noChangeArrowheads="1"/>
          </p:cNvSpPr>
          <p:nvPr/>
        </p:nvSpPr>
        <p:spPr bwMode="auto">
          <a:xfrm>
            <a:off x="852752" y="3165136"/>
            <a:ext cx="4638118" cy="523220"/>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a:spcBef>
                <a:spcPct val="50000"/>
              </a:spcBef>
              <a:defRPr/>
            </a:pPr>
            <a:r>
              <a:rPr lang="es-ES_tradnl" sz="2800" b="1">
                <a:solidFill>
                  <a:srgbClr val="002060"/>
                </a:solidFill>
                <a:latin typeface="Arial Narrow" panose="020B0606020202030204" pitchFamily="34" charset="0"/>
              </a:rPr>
              <a:t>Definir el modelo conceptual</a:t>
            </a:r>
          </a:p>
        </p:txBody>
      </p:sp>
      <p:sp>
        <p:nvSpPr>
          <p:cNvPr id="28680" name="Text Box 7"/>
          <p:cNvSpPr txBox="1">
            <a:spLocks noChangeArrowheads="1"/>
          </p:cNvSpPr>
          <p:nvPr/>
        </p:nvSpPr>
        <p:spPr bwMode="auto">
          <a:xfrm>
            <a:off x="6534288" y="2636946"/>
            <a:ext cx="5348131" cy="523220"/>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a:spcBef>
                <a:spcPct val="50000"/>
              </a:spcBef>
              <a:defRPr/>
            </a:pPr>
            <a:r>
              <a:rPr lang="es-ES_tradnl" sz="2800" b="1" dirty="0">
                <a:solidFill>
                  <a:srgbClr val="002060"/>
                </a:solidFill>
                <a:latin typeface="Arial Narrow" panose="020B0606020202030204" pitchFamily="34" charset="0"/>
              </a:rPr>
              <a:t>Validar las distribuciones</a:t>
            </a:r>
          </a:p>
        </p:txBody>
      </p:sp>
      <p:sp>
        <p:nvSpPr>
          <p:cNvPr id="28681" name="Text Box 8"/>
          <p:cNvSpPr txBox="1">
            <a:spLocks noChangeArrowheads="1"/>
          </p:cNvSpPr>
          <p:nvPr/>
        </p:nvSpPr>
        <p:spPr bwMode="auto">
          <a:xfrm>
            <a:off x="6537465" y="3196796"/>
            <a:ext cx="5343285" cy="523220"/>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a:spcBef>
                <a:spcPct val="50000"/>
              </a:spcBef>
              <a:defRPr/>
            </a:pPr>
            <a:r>
              <a:rPr lang="es-ES_tradnl" sz="2800" b="1">
                <a:solidFill>
                  <a:srgbClr val="002060"/>
                </a:solidFill>
                <a:latin typeface="Arial Narrow" panose="020B0606020202030204" pitchFamily="34" charset="0"/>
              </a:rPr>
              <a:t>Validar el modelo conceptual</a:t>
            </a:r>
          </a:p>
        </p:txBody>
      </p:sp>
      <p:sp>
        <p:nvSpPr>
          <p:cNvPr id="28682" name="Text Box 9"/>
          <p:cNvSpPr txBox="1">
            <a:spLocks noChangeArrowheads="1"/>
          </p:cNvSpPr>
          <p:nvPr/>
        </p:nvSpPr>
        <p:spPr bwMode="auto">
          <a:xfrm>
            <a:off x="852752" y="3734944"/>
            <a:ext cx="4638118" cy="523220"/>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a:spcBef>
                <a:spcPct val="50000"/>
              </a:spcBef>
              <a:defRPr/>
            </a:pPr>
            <a:r>
              <a:rPr lang="es-ES_tradnl" sz="2800" b="1">
                <a:solidFill>
                  <a:srgbClr val="002060"/>
                </a:solidFill>
                <a:latin typeface="Arial Narrow" panose="020B0606020202030204" pitchFamily="34" charset="0"/>
              </a:rPr>
              <a:t>Construir el modelo</a:t>
            </a:r>
          </a:p>
        </p:txBody>
      </p:sp>
      <p:sp>
        <p:nvSpPr>
          <p:cNvPr id="28683" name="Text Box 10"/>
          <p:cNvSpPr txBox="1">
            <a:spLocks noChangeArrowheads="1"/>
          </p:cNvSpPr>
          <p:nvPr/>
        </p:nvSpPr>
        <p:spPr bwMode="auto">
          <a:xfrm>
            <a:off x="6534288" y="3735990"/>
            <a:ext cx="5348131" cy="523220"/>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a:spcBef>
                <a:spcPct val="50000"/>
              </a:spcBef>
              <a:defRPr/>
            </a:pPr>
            <a:r>
              <a:rPr lang="es-ES_tradnl" sz="2800" b="1">
                <a:solidFill>
                  <a:srgbClr val="002060"/>
                </a:solidFill>
                <a:latin typeface="Arial Narrow" panose="020B0606020202030204" pitchFamily="34" charset="0"/>
              </a:rPr>
              <a:t>Verificar el programa software</a:t>
            </a:r>
          </a:p>
        </p:txBody>
      </p:sp>
      <p:sp>
        <p:nvSpPr>
          <p:cNvPr id="28684" name="Text Box 11"/>
          <p:cNvSpPr txBox="1">
            <a:spLocks noChangeArrowheads="1"/>
          </p:cNvSpPr>
          <p:nvPr/>
        </p:nvSpPr>
        <p:spPr bwMode="auto">
          <a:xfrm>
            <a:off x="867040" y="4295798"/>
            <a:ext cx="4638118" cy="523220"/>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a:spcBef>
                <a:spcPct val="50000"/>
              </a:spcBef>
              <a:defRPr/>
            </a:pPr>
            <a:r>
              <a:rPr lang="es-ES_tradnl" sz="2800" b="1">
                <a:solidFill>
                  <a:srgbClr val="002060"/>
                </a:solidFill>
                <a:latin typeface="Arial Narrow" panose="020B0606020202030204" pitchFamily="34" charset="0"/>
              </a:rPr>
              <a:t>Crear pruebas pilotos</a:t>
            </a:r>
          </a:p>
        </p:txBody>
      </p:sp>
      <p:sp>
        <p:nvSpPr>
          <p:cNvPr id="28685" name="Text Box 12"/>
          <p:cNvSpPr txBox="1">
            <a:spLocks noChangeArrowheads="1"/>
          </p:cNvSpPr>
          <p:nvPr/>
        </p:nvSpPr>
        <p:spPr bwMode="auto">
          <a:xfrm>
            <a:off x="852752" y="4859473"/>
            <a:ext cx="4638118" cy="523220"/>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a:spcBef>
                <a:spcPct val="50000"/>
              </a:spcBef>
              <a:defRPr/>
            </a:pPr>
            <a:r>
              <a:rPr lang="es-ES_tradnl" sz="2800" b="1">
                <a:solidFill>
                  <a:srgbClr val="002060"/>
                </a:solidFill>
                <a:latin typeface="Arial Narrow" panose="020B0606020202030204" pitchFamily="34" charset="0"/>
              </a:rPr>
              <a:t>Diseñar los experimentos</a:t>
            </a:r>
          </a:p>
        </p:txBody>
      </p:sp>
      <p:sp>
        <p:nvSpPr>
          <p:cNvPr id="28686" name="Text Box 13"/>
          <p:cNvSpPr txBox="1">
            <a:spLocks noChangeArrowheads="1"/>
          </p:cNvSpPr>
          <p:nvPr/>
        </p:nvSpPr>
        <p:spPr bwMode="auto">
          <a:xfrm>
            <a:off x="6534289" y="4263656"/>
            <a:ext cx="5363549" cy="523220"/>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a:spcBef>
                <a:spcPct val="50000"/>
              </a:spcBef>
              <a:defRPr/>
            </a:pPr>
            <a:r>
              <a:rPr lang="es-ES_tradnl" sz="2800" b="1">
                <a:solidFill>
                  <a:srgbClr val="002060"/>
                </a:solidFill>
                <a:latin typeface="Arial Narrow" panose="020B0606020202030204" pitchFamily="34" charset="0"/>
              </a:rPr>
              <a:t>Validación del modelo de simulación</a:t>
            </a:r>
          </a:p>
        </p:txBody>
      </p:sp>
      <p:sp>
        <p:nvSpPr>
          <p:cNvPr id="28687" name="Text Box 14"/>
          <p:cNvSpPr txBox="1">
            <a:spLocks noChangeArrowheads="1"/>
          </p:cNvSpPr>
          <p:nvPr/>
        </p:nvSpPr>
        <p:spPr bwMode="auto">
          <a:xfrm>
            <a:off x="6534289" y="4803406"/>
            <a:ext cx="5372653" cy="954107"/>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a:spcBef>
                <a:spcPct val="50000"/>
              </a:spcBef>
              <a:defRPr/>
            </a:pPr>
            <a:r>
              <a:rPr lang="es-ES_tradnl" sz="2800" b="1">
                <a:solidFill>
                  <a:srgbClr val="002060"/>
                </a:solidFill>
                <a:latin typeface="Arial Narrow" panose="020B0606020202030204" pitchFamily="34" charset="0"/>
              </a:rPr>
              <a:t>Lanzar los experimentos de simulación</a:t>
            </a:r>
          </a:p>
        </p:txBody>
      </p:sp>
      <p:sp>
        <p:nvSpPr>
          <p:cNvPr id="28688" name="Text Box 15"/>
          <p:cNvSpPr txBox="1">
            <a:spLocks noChangeArrowheads="1"/>
          </p:cNvSpPr>
          <p:nvPr/>
        </p:nvSpPr>
        <p:spPr bwMode="auto">
          <a:xfrm>
            <a:off x="867039" y="5430394"/>
            <a:ext cx="4616307" cy="523220"/>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a:spcBef>
                <a:spcPct val="50000"/>
              </a:spcBef>
              <a:defRPr/>
            </a:pPr>
            <a:r>
              <a:rPr lang="es-ES_tradnl" sz="2800" b="1">
                <a:solidFill>
                  <a:srgbClr val="002060"/>
                </a:solidFill>
                <a:latin typeface="Arial Narrow" panose="020B0606020202030204" pitchFamily="34" charset="0"/>
              </a:rPr>
              <a:t>Analizar los resultados</a:t>
            </a:r>
          </a:p>
        </p:txBody>
      </p:sp>
      <p:sp>
        <p:nvSpPr>
          <p:cNvPr id="28689" name="Text Box 16"/>
          <p:cNvSpPr txBox="1">
            <a:spLocks noChangeArrowheads="1"/>
          </p:cNvSpPr>
          <p:nvPr/>
        </p:nvSpPr>
        <p:spPr bwMode="auto">
          <a:xfrm>
            <a:off x="6534289" y="5379669"/>
            <a:ext cx="5390862" cy="523220"/>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a:spcBef>
                <a:spcPct val="50000"/>
              </a:spcBef>
              <a:defRPr/>
            </a:pPr>
            <a:r>
              <a:rPr lang="es-ES_tradnl" sz="2800" b="1">
                <a:solidFill>
                  <a:srgbClr val="002060"/>
                </a:solidFill>
                <a:latin typeface="Arial Narrow" panose="020B0606020202030204" pitchFamily="34" charset="0"/>
              </a:rPr>
              <a:t>Documentar el estudio de simulación</a:t>
            </a:r>
          </a:p>
        </p:txBody>
      </p:sp>
      <p:sp>
        <p:nvSpPr>
          <p:cNvPr id="31788" name="Line 17"/>
          <p:cNvSpPr>
            <a:spLocks noChangeShapeType="1"/>
          </p:cNvSpPr>
          <p:nvPr/>
        </p:nvSpPr>
        <p:spPr bwMode="auto">
          <a:xfrm>
            <a:off x="5457819" y="2941629"/>
            <a:ext cx="1046848" cy="0"/>
          </a:xfrm>
          <a:prstGeom prst="line">
            <a:avLst/>
          </a:prstGeom>
          <a:noFill/>
          <a:ln w="76200">
            <a:solidFill>
              <a:srgbClr val="FF0000"/>
            </a:solidFill>
            <a:round/>
            <a:headEnd type="stealth" w="med" len="med"/>
            <a:tailEnd type="stealth" w="med" len="med"/>
          </a:ln>
          <a:extLst>
            <a:ext uri="{909E8E84-426E-40DD-AFC4-6F175D3DCCD1}">
              <a14:hiddenFill xmlns:a14="http://schemas.microsoft.com/office/drawing/2010/main">
                <a:noFill/>
              </a14:hiddenFill>
            </a:ext>
          </a:extLst>
        </p:spPr>
        <p:txBody>
          <a:bodyPr wrap="none" lIns="92075" tIns="46038" rIns="92075" bIns="46038" anchor="ctr"/>
          <a:lstStyle/>
          <a:p>
            <a:endParaRPr lang="es-ES" sz="2800">
              <a:latin typeface="Arial Narrow" panose="020B0606020202030204" pitchFamily="34" charset="0"/>
            </a:endParaRPr>
          </a:p>
        </p:txBody>
      </p:sp>
      <p:sp>
        <p:nvSpPr>
          <p:cNvPr id="31789" name="Line 18"/>
          <p:cNvSpPr>
            <a:spLocks noChangeShapeType="1"/>
          </p:cNvSpPr>
          <p:nvPr/>
        </p:nvSpPr>
        <p:spPr bwMode="auto">
          <a:xfrm>
            <a:off x="5439878" y="3477096"/>
            <a:ext cx="1046848" cy="0"/>
          </a:xfrm>
          <a:prstGeom prst="line">
            <a:avLst/>
          </a:prstGeom>
          <a:noFill/>
          <a:ln w="76200">
            <a:solidFill>
              <a:srgbClr val="FF0000"/>
            </a:solidFill>
            <a:round/>
            <a:headEnd type="stealth" w="med" len="med"/>
            <a:tailEnd type="stealth" w="med" len="med"/>
          </a:ln>
          <a:extLst>
            <a:ext uri="{909E8E84-426E-40DD-AFC4-6F175D3DCCD1}">
              <a14:hiddenFill xmlns:a14="http://schemas.microsoft.com/office/drawing/2010/main">
                <a:noFill/>
              </a14:hiddenFill>
            </a:ext>
          </a:extLst>
        </p:spPr>
        <p:txBody>
          <a:bodyPr wrap="none" lIns="92075" tIns="46038" rIns="92075" bIns="46038" anchor="ctr"/>
          <a:lstStyle/>
          <a:p>
            <a:endParaRPr lang="es-ES" sz="2800">
              <a:latin typeface="Arial Narrow" panose="020B0606020202030204" pitchFamily="34" charset="0"/>
            </a:endParaRPr>
          </a:p>
        </p:txBody>
      </p:sp>
      <p:sp>
        <p:nvSpPr>
          <p:cNvPr id="31790" name="Line 19"/>
          <p:cNvSpPr>
            <a:spLocks noChangeShapeType="1"/>
          </p:cNvSpPr>
          <p:nvPr/>
        </p:nvSpPr>
        <p:spPr bwMode="auto">
          <a:xfrm>
            <a:off x="5439889" y="4035275"/>
            <a:ext cx="1046848" cy="0"/>
          </a:xfrm>
          <a:prstGeom prst="line">
            <a:avLst/>
          </a:prstGeom>
          <a:noFill/>
          <a:ln w="76200">
            <a:solidFill>
              <a:srgbClr val="FF0000"/>
            </a:solidFill>
            <a:round/>
            <a:headEnd type="stealth" w="med" len="med"/>
            <a:tailEnd type="stealth" w="med" len="med"/>
          </a:ln>
          <a:extLst>
            <a:ext uri="{909E8E84-426E-40DD-AFC4-6F175D3DCCD1}">
              <a14:hiddenFill xmlns:a14="http://schemas.microsoft.com/office/drawing/2010/main">
                <a:noFill/>
              </a14:hiddenFill>
            </a:ext>
          </a:extLst>
        </p:spPr>
        <p:txBody>
          <a:bodyPr wrap="none" lIns="92075" tIns="46038" rIns="92075" bIns="46038" anchor="ctr"/>
          <a:lstStyle/>
          <a:p>
            <a:endParaRPr lang="es-ES" sz="2800">
              <a:latin typeface="Arial Narrow" panose="020B0606020202030204" pitchFamily="34" charset="0"/>
            </a:endParaRPr>
          </a:p>
        </p:txBody>
      </p:sp>
      <p:sp>
        <p:nvSpPr>
          <p:cNvPr id="31791" name="Line 20"/>
          <p:cNvSpPr>
            <a:spLocks noChangeShapeType="1"/>
          </p:cNvSpPr>
          <p:nvPr/>
        </p:nvSpPr>
        <p:spPr bwMode="auto">
          <a:xfrm>
            <a:off x="5439889" y="4618131"/>
            <a:ext cx="1046848" cy="0"/>
          </a:xfrm>
          <a:prstGeom prst="line">
            <a:avLst/>
          </a:prstGeom>
          <a:noFill/>
          <a:ln w="76200">
            <a:solidFill>
              <a:srgbClr val="FF0000"/>
            </a:solidFill>
            <a:round/>
            <a:headEnd type="stealth" w="med" len="med"/>
            <a:tailEnd type="stealth" w="med" len="med"/>
          </a:ln>
          <a:extLst>
            <a:ext uri="{909E8E84-426E-40DD-AFC4-6F175D3DCCD1}">
              <a14:hiddenFill xmlns:a14="http://schemas.microsoft.com/office/drawing/2010/main">
                <a:noFill/>
              </a14:hiddenFill>
            </a:ext>
          </a:extLst>
        </p:spPr>
        <p:txBody>
          <a:bodyPr wrap="none" lIns="92075" tIns="46038" rIns="92075" bIns="46038" anchor="ctr"/>
          <a:lstStyle/>
          <a:p>
            <a:endParaRPr lang="es-ES" sz="2800">
              <a:latin typeface="Arial Narrow" panose="020B0606020202030204" pitchFamily="34" charset="0"/>
            </a:endParaRPr>
          </a:p>
        </p:txBody>
      </p:sp>
      <p:sp>
        <p:nvSpPr>
          <p:cNvPr id="31792" name="Line 21"/>
          <p:cNvSpPr>
            <a:spLocks noChangeShapeType="1"/>
          </p:cNvSpPr>
          <p:nvPr/>
        </p:nvSpPr>
        <p:spPr bwMode="auto">
          <a:xfrm>
            <a:off x="5439889" y="5122676"/>
            <a:ext cx="1046848" cy="0"/>
          </a:xfrm>
          <a:prstGeom prst="line">
            <a:avLst/>
          </a:prstGeom>
          <a:noFill/>
          <a:ln w="76200">
            <a:solidFill>
              <a:srgbClr val="FF0000"/>
            </a:solidFill>
            <a:round/>
            <a:headEnd type="stealth" w="med" len="med"/>
            <a:tailEnd type="stealth" w="med" len="med"/>
          </a:ln>
          <a:extLst>
            <a:ext uri="{909E8E84-426E-40DD-AFC4-6F175D3DCCD1}">
              <a14:hiddenFill xmlns:a14="http://schemas.microsoft.com/office/drawing/2010/main">
                <a:noFill/>
              </a14:hiddenFill>
            </a:ext>
          </a:extLst>
        </p:spPr>
        <p:txBody>
          <a:bodyPr wrap="none" lIns="92075" tIns="46038" rIns="92075" bIns="46038" anchor="ctr"/>
          <a:lstStyle/>
          <a:p>
            <a:endParaRPr lang="es-ES" sz="2800">
              <a:latin typeface="Arial Narrow" panose="020B0606020202030204" pitchFamily="34" charset="0"/>
            </a:endParaRPr>
          </a:p>
        </p:txBody>
      </p:sp>
      <p:sp>
        <p:nvSpPr>
          <p:cNvPr id="31793" name="Line 22"/>
          <p:cNvSpPr>
            <a:spLocks noChangeShapeType="1"/>
          </p:cNvSpPr>
          <p:nvPr/>
        </p:nvSpPr>
        <p:spPr bwMode="auto">
          <a:xfrm>
            <a:off x="5457818" y="5679701"/>
            <a:ext cx="1046848" cy="0"/>
          </a:xfrm>
          <a:prstGeom prst="line">
            <a:avLst/>
          </a:prstGeom>
          <a:noFill/>
          <a:ln w="76200">
            <a:solidFill>
              <a:srgbClr val="FF0000"/>
            </a:solidFill>
            <a:round/>
            <a:headEnd type="stealth" w="med" len="med"/>
            <a:tailEnd type="stealth" w="med" len="med"/>
          </a:ln>
          <a:extLst>
            <a:ext uri="{909E8E84-426E-40DD-AFC4-6F175D3DCCD1}">
              <a14:hiddenFill xmlns:a14="http://schemas.microsoft.com/office/drawing/2010/main">
                <a:noFill/>
              </a14:hiddenFill>
            </a:ext>
          </a:extLst>
        </p:spPr>
        <p:txBody>
          <a:bodyPr wrap="none" lIns="92075" tIns="46038" rIns="92075" bIns="46038" anchor="ctr"/>
          <a:lstStyle/>
          <a:p>
            <a:endParaRPr lang="es-ES" sz="2800">
              <a:latin typeface="Arial Narrow" panose="020B0606020202030204" pitchFamily="34" charset="0"/>
            </a:endParaRPr>
          </a:p>
        </p:txBody>
      </p:sp>
      <p:sp>
        <p:nvSpPr>
          <p:cNvPr id="24" name="23 Marcador de número de diapositiva"/>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6E90251-6627-4E80-8E35-5F1C6722F25C}" type="slidenum">
              <a:rPr lang="es-ES" altLang="es-ES">
                <a:solidFill>
                  <a:srgbClr val="045C75"/>
                </a:solidFill>
              </a:rPr>
              <a:pPr eaLnBrk="1" hangingPunct="1"/>
              <a:t>59</a:t>
            </a:fld>
            <a:endParaRPr lang="es-ES" altLang="es-ES">
              <a:solidFill>
                <a:srgbClr val="045C75"/>
              </a:solidFill>
            </a:endParaRPr>
          </a:p>
        </p:txBody>
      </p:sp>
    </p:spTree>
    <p:extLst>
      <p:ext uri="{BB962C8B-B14F-4D97-AF65-F5344CB8AC3E}">
        <p14:creationId xmlns:p14="http://schemas.microsoft.com/office/powerpoint/2010/main" val="71567509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1 Marcador de pie de página"/>
          <p:cNvSpPr>
            <a:spLocks noGrp="1"/>
          </p:cNvSpPr>
          <p:nvPr>
            <p:ph type="ftr" sz="quarter" idx="11"/>
          </p:nvPr>
        </p:nvSpPr>
        <p:spPr/>
        <p:txBody>
          <a:bodyPr/>
          <a:lstStyle/>
          <a:p>
            <a:pPr>
              <a:defRPr/>
            </a:pPr>
            <a:r>
              <a:rPr lang="es-ES"/>
              <a:t>ANIVAL TORRE</a:t>
            </a:r>
          </a:p>
        </p:txBody>
      </p:sp>
      <p:grpSp>
        <p:nvGrpSpPr>
          <p:cNvPr id="32771" name="Group 2"/>
          <p:cNvGrpSpPr>
            <a:grpSpLocks/>
          </p:cNvGrpSpPr>
          <p:nvPr/>
        </p:nvGrpSpPr>
        <p:grpSpPr bwMode="auto">
          <a:xfrm>
            <a:off x="1952626" y="1773239"/>
            <a:ext cx="8391525" cy="4052887"/>
            <a:chOff x="703" y="1344"/>
            <a:chExt cx="5286" cy="2553"/>
          </a:xfrm>
        </p:grpSpPr>
        <p:sp>
          <p:nvSpPr>
            <p:cNvPr id="29701" name="Line 3"/>
            <p:cNvSpPr>
              <a:spLocks noChangeShapeType="1"/>
            </p:cNvSpPr>
            <p:nvPr/>
          </p:nvSpPr>
          <p:spPr bwMode="auto">
            <a:xfrm flipV="1">
              <a:off x="1392" y="1344"/>
              <a:ext cx="0" cy="2256"/>
            </a:xfrm>
            <a:prstGeom prst="line">
              <a:avLst/>
            </a:prstGeom>
            <a:ln w="38100">
              <a:headEnd/>
              <a:tailEnd type="triangle" w="med" len="med"/>
            </a:ln>
          </p:spPr>
          <p:style>
            <a:lnRef idx="3">
              <a:schemeClr val="accent1"/>
            </a:lnRef>
            <a:fillRef idx="0">
              <a:schemeClr val="accent1"/>
            </a:fillRef>
            <a:effectRef idx="2">
              <a:schemeClr val="accent1"/>
            </a:effectRef>
            <a:fontRef idx="minor">
              <a:schemeClr val="tx1"/>
            </a:fontRef>
          </p:style>
          <p:txBody>
            <a:bodyPr wrap="none" anchor="ctr"/>
            <a:lstStyle/>
            <a:p>
              <a:pPr>
                <a:defRPr/>
              </a:pPr>
              <a:endParaRPr lang="es-ES"/>
            </a:p>
          </p:txBody>
        </p:sp>
        <p:sp>
          <p:nvSpPr>
            <p:cNvPr id="29702" name="Line 4"/>
            <p:cNvSpPr>
              <a:spLocks noChangeShapeType="1"/>
            </p:cNvSpPr>
            <p:nvPr/>
          </p:nvSpPr>
          <p:spPr bwMode="auto">
            <a:xfrm>
              <a:off x="1392" y="3600"/>
              <a:ext cx="3024" cy="0"/>
            </a:xfrm>
            <a:prstGeom prst="line">
              <a:avLst/>
            </a:prstGeom>
            <a:ln w="38100">
              <a:headEnd/>
              <a:tailEnd type="triangle" w="med" len="med"/>
            </a:ln>
          </p:spPr>
          <p:style>
            <a:lnRef idx="3">
              <a:schemeClr val="accent1"/>
            </a:lnRef>
            <a:fillRef idx="0">
              <a:schemeClr val="accent1"/>
            </a:fillRef>
            <a:effectRef idx="2">
              <a:schemeClr val="accent1"/>
            </a:effectRef>
            <a:fontRef idx="minor">
              <a:schemeClr val="tx1"/>
            </a:fontRef>
          </p:style>
          <p:txBody>
            <a:bodyPr wrap="none" anchor="ctr"/>
            <a:lstStyle/>
            <a:p>
              <a:endParaRPr lang="es-ES"/>
            </a:p>
          </p:txBody>
        </p:sp>
        <p:sp>
          <p:nvSpPr>
            <p:cNvPr id="32776" name="Line 5"/>
            <p:cNvSpPr>
              <a:spLocks noChangeShapeType="1"/>
            </p:cNvSpPr>
            <p:nvPr/>
          </p:nvSpPr>
          <p:spPr bwMode="auto">
            <a:xfrm flipV="1">
              <a:off x="1392" y="1872"/>
              <a:ext cx="2496" cy="1728"/>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s-ES"/>
            </a:p>
          </p:txBody>
        </p:sp>
        <p:sp>
          <p:nvSpPr>
            <p:cNvPr id="32777" name="Line 6"/>
            <p:cNvSpPr>
              <a:spLocks noChangeShapeType="1"/>
            </p:cNvSpPr>
            <p:nvPr/>
          </p:nvSpPr>
          <p:spPr bwMode="auto">
            <a:xfrm flipV="1">
              <a:off x="1392" y="2928"/>
              <a:ext cx="528" cy="67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s-ES"/>
            </a:p>
          </p:txBody>
        </p:sp>
        <p:sp>
          <p:nvSpPr>
            <p:cNvPr id="32778" name="Line 7"/>
            <p:cNvSpPr>
              <a:spLocks noChangeShapeType="1"/>
            </p:cNvSpPr>
            <p:nvPr/>
          </p:nvSpPr>
          <p:spPr bwMode="auto">
            <a:xfrm flipV="1">
              <a:off x="1920" y="2592"/>
              <a:ext cx="2208" cy="33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s-ES"/>
            </a:p>
          </p:txBody>
        </p:sp>
        <p:sp>
          <p:nvSpPr>
            <p:cNvPr id="32779" name="Line 8"/>
            <p:cNvSpPr>
              <a:spLocks noChangeShapeType="1"/>
            </p:cNvSpPr>
            <p:nvPr/>
          </p:nvSpPr>
          <p:spPr bwMode="auto">
            <a:xfrm>
              <a:off x="2496" y="2502"/>
              <a:ext cx="0" cy="1200"/>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s-ES"/>
            </a:p>
          </p:txBody>
        </p:sp>
        <p:sp>
          <p:nvSpPr>
            <p:cNvPr id="32780" name="Text Box 9"/>
            <p:cNvSpPr txBox="1">
              <a:spLocks noChangeArrowheads="1"/>
            </p:cNvSpPr>
            <p:nvPr/>
          </p:nvSpPr>
          <p:spPr bwMode="auto">
            <a:xfrm>
              <a:off x="3718" y="3647"/>
              <a:ext cx="77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s-ES_tradnl" altLang="es-ES" sz="2000" b="1">
                  <a:solidFill>
                    <a:srgbClr val="002060"/>
                  </a:solidFill>
                  <a:latin typeface="Verdana" panose="020B0604030504040204" pitchFamily="34" charset="0"/>
                </a:rPr>
                <a:t>Tiempo</a:t>
              </a:r>
            </a:p>
          </p:txBody>
        </p:sp>
        <p:sp>
          <p:nvSpPr>
            <p:cNvPr id="32781" name="Text Box 10"/>
            <p:cNvSpPr txBox="1">
              <a:spLocks noChangeArrowheads="1"/>
            </p:cNvSpPr>
            <p:nvPr/>
          </p:nvSpPr>
          <p:spPr bwMode="auto">
            <a:xfrm>
              <a:off x="4032" y="2547"/>
              <a:ext cx="1957"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s-ES_tradnl" altLang="es-ES" sz="2000" b="1">
                  <a:latin typeface="Verdana" panose="020B0604030504040204" pitchFamily="34" charset="0"/>
                </a:rPr>
                <a:t>Costos de Operación</a:t>
              </a:r>
            </a:p>
            <a:p>
              <a:r>
                <a:rPr lang="es-ES_tradnl" altLang="es-ES" sz="2000" b="1">
                  <a:latin typeface="Verdana" panose="020B0604030504040204" pitchFamily="34" charset="0"/>
                </a:rPr>
                <a:t>CON   SIMULACION</a:t>
              </a:r>
            </a:p>
          </p:txBody>
        </p:sp>
        <p:sp>
          <p:nvSpPr>
            <p:cNvPr id="32782" name="Text Box 11"/>
            <p:cNvSpPr txBox="1">
              <a:spLocks noChangeArrowheads="1"/>
            </p:cNvSpPr>
            <p:nvPr/>
          </p:nvSpPr>
          <p:spPr bwMode="auto">
            <a:xfrm>
              <a:off x="703" y="1442"/>
              <a:ext cx="62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s-ES_tradnl" altLang="es-ES" sz="2000" b="1">
                  <a:solidFill>
                    <a:srgbClr val="002060"/>
                  </a:solidFill>
                  <a:latin typeface="Verdana" panose="020B0604030504040204" pitchFamily="34" charset="0"/>
                </a:rPr>
                <a:t>Costo</a:t>
              </a:r>
            </a:p>
          </p:txBody>
        </p:sp>
        <p:sp>
          <p:nvSpPr>
            <p:cNvPr id="32783" name="Text Box 12"/>
            <p:cNvSpPr txBox="1">
              <a:spLocks noChangeArrowheads="1"/>
            </p:cNvSpPr>
            <p:nvPr/>
          </p:nvSpPr>
          <p:spPr bwMode="auto">
            <a:xfrm>
              <a:off x="3943" y="1577"/>
              <a:ext cx="1957"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s-ES_tradnl" altLang="es-ES" sz="2000" b="1">
                  <a:solidFill>
                    <a:srgbClr val="FF0000"/>
                  </a:solidFill>
                  <a:latin typeface="Verdana" panose="020B0604030504040204" pitchFamily="34" charset="0"/>
                </a:rPr>
                <a:t>Costos de Operación</a:t>
              </a:r>
            </a:p>
            <a:p>
              <a:r>
                <a:rPr lang="es-ES_tradnl" altLang="es-ES" sz="2000" b="1">
                  <a:solidFill>
                    <a:srgbClr val="FF0000"/>
                  </a:solidFill>
                  <a:latin typeface="Verdana" panose="020B0604030504040204" pitchFamily="34" charset="0"/>
                </a:rPr>
                <a:t>SIN  SIMULACION</a:t>
              </a:r>
            </a:p>
          </p:txBody>
        </p:sp>
      </p:grpSp>
      <p:sp>
        <p:nvSpPr>
          <p:cNvPr id="29700" name="Text Box 13"/>
          <p:cNvSpPr txBox="1">
            <a:spLocks noChangeArrowheads="1"/>
          </p:cNvSpPr>
          <p:nvPr/>
        </p:nvSpPr>
        <p:spPr bwMode="auto">
          <a:xfrm>
            <a:off x="6096000" y="171452"/>
            <a:ext cx="6095999" cy="751552"/>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lvl1pPr indent="-342900" algn="ctr">
              <a:lnSpc>
                <a:spcPts val="5800"/>
              </a:lnSpc>
              <a:spcBef>
                <a:spcPct val="0"/>
              </a:spcBef>
              <a:buFont typeface="Arial" pitchFamily="34" charset="0"/>
              <a:buNone/>
              <a:defRPr sz="3200">
                <a:solidFill>
                  <a:schemeClr val="bg1"/>
                </a:solidFill>
                <a:effectLst>
                  <a:outerShdw blurRad="63500" dist="38100" dir="5400000" algn="t" rotWithShape="0">
                    <a:prstClr val="black">
                      <a:alpha val="25000"/>
                    </a:prstClr>
                  </a:outerShdw>
                </a:effectLst>
                <a:latin typeface="Bauhaus 93" pitchFamily="82" charset="0"/>
              </a:defRPr>
            </a:lvl1pPr>
          </a:lstStyle>
          <a:p>
            <a:r>
              <a:rPr lang="es-ES_tradnl" dirty="0"/>
              <a:t>Justificación Económica</a:t>
            </a:r>
          </a:p>
        </p:txBody>
      </p:sp>
      <p:sp>
        <p:nvSpPr>
          <p:cNvPr id="15" name="14 Marcador de número de diapositiva"/>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F12C9CB-F1D8-4C58-B110-580DFD933744}" type="slidenum">
              <a:rPr lang="es-ES" altLang="es-ES">
                <a:solidFill>
                  <a:srgbClr val="045C75"/>
                </a:solidFill>
              </a:rPr>
              <a:pPr eaLnBrk="1" hangingPunct="1"/>
              <a:t>60</a:t>
            </a:fld>
            <a:endParaRPr lang="es-ES" altLang="es-ES">
              <a:solidFill>
                <a:srgbClr val="045C75"/>
              </a:solidFill>
            </a:endParaRPr>
          </a:p>
        </p:txBody>
      </p:sp>
    </p:spTree>
    <p:extLst>
      <p:ext uri="{BB962C8B-B14F-4D97-AF65-F5344CB8AC3E}">
        <p14:creationId xmlns:p14="http://schemas.microsoft.com/office/powerpoint/2010/main" val="326390872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2" name="1 Marcador de pie de página"/>
          <p:cNvSpPr>
            <a:spLocks noGrp="1"/>
          </p:cNvSpPr>
          <p:nvPr>
            <p:ph type="ftr" sz="quarter" idx="11"/>
          </p:nvPr>
        </p:nvSpPr>
        <p:spPr/>
        <p:txBody>
          <a:bodyPr/>
          <a:lstStyle/>
          <a:p>
            <a:pPr>
              <a:defRPr/>
            </a:pPr>
            <a:r>
              <a:rPr lang="es-ES"/>
              <a:t>ANIVAL TORRE</a:t>
            </a:r>
          </a:p>
        </p:txBody>
      </p:sp>
      <p:sp>
        <p:nvSpPr>
          <p:cNvPr id="61443" name="Rectangle 2"/>
          <p:cNvSpPr>
            <a:spLocks noGrp="1" noChangeArrowheads="1"/>
          </p:cNvSpPr>
          <p:nvPr>
            <p:ph type="body" idx="4294967295"/>
          </p:nvPr>
        </p:nvSpPr>
        <p:spPr>
          <a:xfrm>
            <a:off x="2452689" y="1541872"/>
            <a:ext cx="8901111" cy="4808537"/>
          </a:xfrm>
        </p:spPr>
        <p:txBody>
          <a:bodyPr vert="horz" lIns="92075" tIns="46038" rIns="92075" bIns="46038" rtlCol="0">
            <a:noAutofit/>
          </a:bodyPr>
          <a:lstStyle/>
          <a:p>
            <a:pPr marL="693738" lvl="1" indent="-514350" algn="just" defTabSz="762000">
              <a:lnSpc>
                <a:spcPct val="80000"/>
              </a:lnSpc>
              <a:buFont typeface="+mj-lt"/>
              <a:buAutoNum type="arabicPeriod"/>
            </a:pPr>
            <a:r>
              <a:rPr lang="es-ES_tradnl" altLang="es-ES" sz="2800" dirty="0">
                <a:solidFill>
                  <a:srgbClr val="002060"/>
                </a:solidFill>
                <a:latin typeface="Arial Narrow" panose="020B0606020202030204" pitchFamily="34" charset="0"/>
              </a:rPr>
              <a:t>Es un laboratorio de aprendizaje</a:t>
            </a:r>
          </a:p>
          <a:p>
            <a:pPr marL="693738" lvl="1" indent="-514350" algn="just" defTabSz="762000">
              <a:lnSpc>
                <a:spcPct val="80000"/>
              </a:lnSpc>
              <a:buFont typeface="+mj-lt"/>
              <a:buAutoNum type="arabicPeriod"/>
            </a:pPr>
            <a:r>
              <a:rPr lang="es-ES_tradnl" altLang="es-ES" sz="2800" dirty="0">
                <a:solidFill>
                  <a:srgbClr val="002060"/>
                </a:solidFill>
                <a:latin typeface="Arial Narrow" panose="020B0606020202030204" pitchFamily="34" charset="0"/>
              </a:rPr>
              <a:t>Permite manejar procesos no homogéneos</a:t>
            </a:r>
          </a:p>
          <a:p>
            <a:pPr marL="693738" lvl="1" indent="-514350" algn="just" defTabSz="762000">
              <a:lnSpc>
                <a:spcPct val="80000"/>
              </a:lnSpc>
              <a:buFont typeface="+mj-lt"/>
              <a:buAutoNum type="arabicPeriod"/>
            </a:pPr>
            <a:r>
              <a:rPr lang="es-ES_tradnl" altLang="es-ES" sz="2800" dirty="0">
                <a:solidFill>
                  <a:srgbClr val="002060"/>
                </a:solidFill>
                <a:latin typeface="Arial Narrow" panose="020B0606020202030204" pitchFamily="34" charset="0"/>
              </a:rPr>
              <a:t>Mejora el desempeño del sistema</a:t>
            </a:r>
          </a:p>
          <a:p>
            <a:pPr marL="693738" lvl="1" indent="-514350" algn="just" defTabSz="762000">
              <a:lnSpc>
                <a:spcPct val="80000"/>
              </a:lnSpc>
              <a:buFont typeface="+mj-lt"/>
              <a:buAutoNum type="arabicPeriod"/>
            </a:pPr>
            <a:r>
              <a:rPr lang="es-ES_tradnl" altLang="es-ES" sz="2800" dirty="0">
                <a:solidFill>
                  <a:srgbClr val="002060"/>
                </a:solidFill>
                <a:latin typeface="Arial Narrow" panose="020B0606020202030204" pitchFamily="34" charset="0"/>
              </a:rPr>
              <a:t>Disminuye las inversiones y gastos de operación</a:t>
            </a:r>
          </a:p>
          <a:p>
            <a:pPr marL="693738" lvl="1" indent="-514350" algn="just" defTabSz="762000">
              <a:lnSpc>
                <a:spcPct val="80000"/>
              </a:lnSpc>
              <a:buFont typeface="+mj-lt"/>
              <a:buAutoNum type="arabicPeriod"/>
            </a:pPr>
            <a:r>
              <a:rPr lang="es-ES_tradnl" altLang="es-ES" sz="2800" dirty="0">
                <a:solidFill>
                  <a:srgbClr val="002060"/>
                </a:solidFill>
                <a:latin typeface="Arial Narrow" panose="020B0606020202030204" pitchFamily="34" charset="0"/>
              </a:rPr>
              <a:t>Reduce el tiempo de desarrollo del sistema</a:t>
            </a:r>
          </a:p>
          <a:p>
            <a:pPr marL="693738" lvl="1" indent="-514350" algn="just" defTabSz="762000">
              <a:lnSpc>
                <a:spcPct val="80000"/>
              </a:lnSpc>
              <a:buFont typeface="+mj-lt"/>
              <a:buAutoNum type="arabicPeriod"/>
            </a:pPr>
            <a:r>
              <a:rPr lang="es-ES_tradnl" altLang="es-ES" sz="2800" dirty="0">
                <a:solidFill>
                  <a:srgbClr val="002060"/>
                </a:solidFill>
                <a:latin typeface="Arial Narrow" panose="020B0606020202030204" pitchFamily="34" charset="0"/>
              </a:rPr>
              <a:t>Asegura que el sistema se comportará como se desea</a:t>
            </a:r>
          </a:p>
          <a:p>
            <a:pPr marL="693738" lvl="1" indent="-514350" algn="just" defTabSz="762000">
              <a:lnSpc>
                <a:spcPct val="80000"/>
              </a:lnSpc>
              <a:buFont typeface="+mj-lt"/>
              <a:buAutoNum type="arabicPeriod"/>
            </a:pPr>
            <a:r>
              <a:rPr lang="es-ES_tradnl" altLang="es-ES" sz="2800" dirty="0">
                <a:solidFill>
                  <a:srgbClr val="002060"/>
                </a:solidFill>
                <a:latin typeface="Arial Narrow" panose="020B0606020202030204" pitchFamily="34" charset="0"/>
              </a:rPr>
              <a:t>Permite conocer oportunamente  hechos relevantes</a:t>
            </a:r>
          </a:p>
          <a:p>
            <a:pPr marL="693738" lvl="1" indent="-514350" defTabSz="762000">
              <a:lnSpc>
                <a:spcPct val="80000"/>
              </a:lnSpc>
              <a:buFont typeface="+mj-lt"/>
              <a:buAutoNum type="arabicPeriod"/>
            </a:pPr>
            <a:r>
              <a:rPr lang="es-ES_tradnl" altLang="es-ES" sz="2800" dirty="0">
                <a:solidFill>
                  <a:srgbClr val="002060"/>
                </a:solidFill>
                <a:latin typeface="Arial Narrow" panose="020B0606020202030204" pitchFamily="34" charset="0"/>
              </a:rPr>
              <a:t>Permite analizar el posible comportamiento para modificarlo adecuadamente.</a:t>
            </a:r>
          </a:p>
          <a:p>
            <a:pPr marL="693738" lvl="1" indent="-514350" algn="just" defTabSz="762000">
              <a:buFont typeface="+mj-lt"/>
              <a:buAutoNum type="arabicPeriod"/>
              <a:defRPr/>
            </a:pPr>
            <a:r>
              <a:rPr lang="es-ES_tradnl" sz="2800" dirty="0">
                <a:solidFill>
                  <a:srgbClr val="002060"/>
                </a:solidFill>
                <a:latin typeface="Arial Narrow" pitchFamily="34" charset="0"/>
              </a:rPr>
              <a:t>Es mas barato mejorar un sistema vía simulación.</a:t>
            </a:r>
          </a:p>
          <a:p>
            <a:pPr marL="693738" lvl="1" indent="-514350" algn="just" defTabSz="762000">
              <a:buFont typeface="+mj-lt"/>
              <a:buAutoNum type="arabicPeriod"/>
              <a:defRPr/>
            </a:pPr>
            <a:r>
              <a:rPr lang="es-ES_tradnl" sz="2800" dirty="0">
                <a:solidFill>
                  <a:srgbClr val="002060"/>
                </a:solidFill>
                <a:latin typeface="Arial Narrow" pitchFamily="34" charset="0"/>
              </a:rPr>
              <a:t>Puede ser el único medio para lograr soluciones.</a:t>
            </a:r>
          </a:p>
          <a:p>
            <a:pPr marL="693738" lvl="1" indent="-514350" algn="just" defTabSz="762000">
              <a:buFont typeface="+mj-lt"/>
              <a:buAutoNum type="arabicPeriod"/>
              <a:defRPr/>
            </a:pPr>
            <a:r>
              <a:rPr lang="es-ES_tradnl" sz="2800" dirty="0">
                <a:solidFill>
                  <a:srgbClr val="002060"/>
                </a:solidFill>
                <a:latin typeface="Arial Narrow" pitchFamily="34" charset="0"/>
              </a:rPr>
              <a:t>Permite analizar sistemas de alta complejidad.</a:t>
            </a:r>
          </a:p>
          <a:p>
            <a:pPr marL="693738" lvl="1" indent="-514350" algn="just" defTabSz="762000">
              <a:lnSpc>
                <a:spcPct val="80000"/>
              </a:lnSpc>
              <a:buFont typeface="+mj-lt"/>
              <a:buAutoNum type="arabicPeriod"/>
            </a:pPr>
            <a:endParaRPr lang="es-ES_tradnl" altLang="es-ES" sz="2800" dirty="0">
              <a:solidFill>
                <a:srgbClr val="002060"/>
              </a:solidFill>
              <a:latin typeface="Arial Narrow" panose="020B0606020202030204" pitchFamily="34" charset="0"/>
            </a:endParaRPr>
          </a:p>
        </p:txBody>
      </p:sp>
      <p:sp>
        <p:nvSpPr>
          <p:cNvPr id="30724" name="Rectangle 3"/>
          <p:cNvSpPr>
            <a:spLocks noChangeArrowheads="1"/>
          </p:cNvSpPr>
          <p:nvPr/>
        </p:nvSpPr>
        <p:spPr bwMode="auto">
          <a:xfrm>
            <a:off x="6096000" y="196343"/>
            <a:ext cx="6095999" cy="649288"/>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pPr indent="-342900" algn="ctr">
              <a:lnSpc>
                <a:spcPts val="5800"/>
              </a:lnSpc>
              <a:spcBef>
                <a:spcPct val="0"/>
              </a:spcBef>
            </a:pPr>
            <a:r>
              <a:rPr lang="es-ES_tradnl" sz="3200" dirty="0">
                <a:solidFill>
                  <a:schemeClr val="bg1"/>
                </a:solidFill>
                <a:effectLst>
                  <a:outerShdw blurRad="63500" dist="38100" dir="5400000" algn="t" rotWithShape="0">
                    <a:prstClr val="black">
                      <a:alpha val="25000"/>
                    </a:prstClr>
                  </a:outerShdw>
                </a:effectLst>
                <a:latin typeface="Bauhaus 93" pitchFamily="82" charset="0"/>
              </a:rPr>
              <a:t>Ventajas de la simulación</a:t>
            </a:r>
          </a:p>
        </p:txBody>
      </p:sp>
      <p:sp>
        <p:nvSpPr>
          <p:cNvPr id="5" name="4 Marcador de número de diapositiva"/>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009AB6D-4D8C-4308-ABD0-04ED1DC723DF}" type="slidenum">
              <a:rPr lang="es-ES" altLang="es-ES">
                <a:solidFill>
                  <a:srgbClr val="045C75"/>
                </a:solidFill>
              </a:rPr>
              <a:pPr eaLnBrk="1" hangingPunct="1"/>
              <a:t>61</a:t>
            </a:fld>
            <a:endParaRPr lang="es-ES" altLang="es-ES">
              <a:solidFill>
                <a:srgbClr val="045C75"/>
              </a:solidFill>
            </a:endParaRPr>
          </a:p>
        </p:txBody>
      </p:sp>
      <p:grpSp>
        <p:nvGrpSpPr>
          <p:cNvPr id="6" name="Group 9"/>
          <p:cNvGrpSpPr>
            <a:grpSpLocks/>
          </p:cNvGrpSpPr>
          <p:nvPr/>
        </p:nvGrpSpPr>
        <p:grpSpPr bwMode="auto">
          <a:xfrm>
            <a:off x="838200" y="3141664"/>
            <a:ext cx="1254467" cy="2546755"/>
            <a:chOff x="4272" y="1344"/>
            <a:chExt cx="853" cy="2439"/>
          </a:xfrm>
        </p:grpSpPr>
        <p:sp>
          <p:nvSpPr>
            <p:cNvPr id="7" name="Freeform 10"/>
            <p:cNvSpPr>
              <a:spLocks/>
            </p:cNvSpPr>
            <p:nvPr/>
          </p:nvSpPr>
          <p:spPr bwMode="auto">
            <a:xfrm>
              <a:off x="4426" y="1746"/>
              <a:ext cx="429" cy="426"/>
            </a:xfrm>
            <a:custGeom>
              <a:avLst/>
              <a:gdLst>
                <a:gd name="T0" fmla="*/ 279 w 429"/>
                <a:gd name="T1" fmla="*/ 123 h 426"/>
                <a:gd name="T2" fmla="*/ 227 w 429"/>
                <a:gd name="T3" fmla="*/ 43 h 426"/>
                <a:gd name="T4" fmla="*/ 174 w 429"/>
                <a:gd name="T5" fmla="*/ 0 h 426"/>
                <a:gd name="T6" fmla="*/ 111 w 429"/>
                <a:gd name="T7" fmla="*/ 0 h 426"/>
                <a:gd name="T8" fmla="*/ 42 w 429"/>
                <a:gd name="T9" fmla="*/ 28 h 426"/>
                <a:gd name="T10" fmla="*/ 10 w 429"/>
                <a:gd name="T11" fmla="*/ 75 h 426"/>
                <a:gd name="T12" fmla="*/ 0 w 429"/>
                <a:gd name="T13" fmla="*/ 139 h 426"/>
                <a:gd name="T14" fmla="*/ 10 w 429"/>
                <a:gd name="T15" fmla="*/ 223 h 426"/>
                <a:gd name="T16" fmla="*/ 52 w 429"/>
                <a:gd name="T17" fmla="*/ 319 h 426"/>
                <a:gd name="T18" fmla="*/ 126 w 429"/>
                <a:gd name="T19" fmla="*/ 383 h 426"/>
                <a:gd name="T20" fmla="*/ 184 w 429"/>
                <a:gd name="T21" fmla="*/ 414 h 426"/>
                <a:gd name="T22" fmla="*/ 243 w 429"/>
                <a:gd name="T23" fmla="*/ 425 h 426"/>
                <a:gd name="T24" fmla="*/ 290 w 429"/>
                <a:gd name="T25" fmla="*/ 409 h 426"/>
                <a:gd name="T26" fmla="*/ 316 w 429"/>
                <a:gd name="T27" fmla="*/ 383 h 426"/>
                <a:gd name="T28" fmla="*/ 333 w 429"/>
                <a:gd name="T29" fmla="*/ 319 h 426"/>
                <a:gd name="T30" fmla="*/ 327 w 429"/>
                <a:gd name="T31" fmla="*/ 244 h 426"/>
                <a:gd name="T32" fmla="*/ 311 w 429"/>
                <a:gd name="T33" fmla="*/ 182 h 426"/>
                <a:gd name="T34" fmla="*/ 416 w 429"/>
                <a:gd name="T35" fmla="*/ 123 h 426"/>
                <a:gd name="T36" fmla="*/ 428 w 429"/>
                <a:gd name="T37" fmla="*/ 97 h 426"/>
                <a:gd name="T38" fmla="*/ 416 w 429"/>
                <a:gd name="T39" fmla="*/ 85 h 426"/>
                <a:gd name="T40" fmla="*/ 300 w 429"/>
                <a:gd name="T41" fmla="*/ 154 h 426"/>
                <a:gd name="T42" fmla="*/ 279 w 429"/>
                <a:gd name="T43" fmla="*/ 123 h 42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29"/>
                <a:gd name="T67" fmla="*/ 0 h 426"/>
                <a:gd name="T68" fmla="*/ 429 w 429"/>
                <a:gd name="T69" fmla="*/ 426 h 42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29" h="426">
                  <a:moveTo>
                    <a:pt x="279" y="123"/>
                  </a:moveTo>
                  <a:lnTo>
                    <a:pt x="227" y="43"/>
                  </a:lnTo>
                  <a:lnTo>
                    <a:pt x="174" y="0"/>
                  </a:lnTo>
                  <a:lnTo>
                    <a:pt x="111" y="0"/>
                  </a:lnTo>
                  <a:lnTo>
                    <a:pt x="42" y="28"/>
                  </a:lnTo>
                  <a:lnTo>
                    <a:pt x="10" y="75"/>
                  </a:lnTo>
                  <a:lnTo>
                    <a:pt x="0" y="139"/>
                  </a:lnTo>
                  <a:lnTo>
                    <a:pt x="10" y="223"/>
                  </a:lnTo>
                  <a:lnTo>
                    <a:pt x="52" y="319"/>
                  </a:lnTo>
                  <a:lnTo>
                    <a:pt x="126" y="383"/>
                  </a:lnTo>
                  <a:lnTo>
                    <a:pt x="184" y="414"/>
                  </a:lnTo>
                  <a:lnTo>
                    <a:pt x="243" y="425"/>
                  </a:lnTo>
                  <a:lnTo>
                    <a:pt x="290" y="409"/>
                  </a:lnTo>
                  <a:lnTo>
                    <a:pt x="316" y="383"/>
                  </a:lnTo>
                  <a:lnTo>
                    <a:pt x="333" y="319"/>
                  </a:lnTo>
                  <a:lnTo>
                    <a:pt x="327" y="244"/>
                  </a:lnTo>
                  <a:lnTo>
                    <a:pt x="311" y="182"/>
                  </a:lnTo>
                  <a:lnTo>
                    <a:pt x="416" y="123"/>
                  </a:lnTo>
                  <a:lnTo>
                    <a:pt x="428" y="97"/>
                  </a:lnTo>
                  <a:lnTo>
                    <a:pt x="416" y="85"/>
                  </a:lnTo>
                  <a:lnTo>
                    <a:pt x="300" y="154"/>
                  </a:lnTo>
                  <a:lnTo>
                    <a:pt x="279" y="123"/>
                  </a:lnTo>
                </a:path>
              </a:pathLst>
            </a:custGeom>
            <a:solidFill>
              <a:srgbClr val="66CC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s-ES" sz="2800"/>
            </a:p>
          </p:txBody>
        </p:sp>
        <p:sp>
          <p:nvSpPr>
            <p:cNvPr id="8" name="Freeform 11"/>
            <p:cNvSpPr>
              <a:spLocks/>
            </p:cNvSpPr>
            <p:nvPr/>
          </p:nvSpPr>
          <p:spPr bwMode="auto">
            <a:xfrm>
              <a:off x="4733" y="1344"/>
              <a:ext cx="381" cy="949"/>
            </a:xfrm>
            <a:custGeom>
              <a:avLst/>
              <a:gdLst>
                <a:gd name="T0" fmla="*/ 105 w 381"/>
                <a:gd name="T1" fmla="*/ 800 h 949"/>
                <a:gd name="T2" fmla="*/ 36 w 381"/>
                <a:gd name="T3" fmla="*/ 853 h 949"/>
                <a:gd name="T4" fmla="*/ 15 w 381"/>
                <a:gd name="T5" fmla="*/ 870 h 949"/>
                <a:gd name="T6" fmla="*/ 0 w 381"/>
                <a:gd name="T7" fmla="*/ 906 h 949"/>
                <a:gd name="T8" fmla="*/ 20 w 381"/>
                <a:gd name="T9" fmla="*/ 943 h 949"/>
                <a:gd name="T10" fmla="*/ 41 w 381"/>
                <a:gd name="T11" fmla="*/ 948 h 949"/>
                <a:gd name="T12" fmla="*/ 105 w 381"/>
                <a:gd name="T13" fmla="*/ 927 h 949"/>
                <a:gd name="T14" fmla="*/ 200 w 381"/>
                <a:gd name="T15" fmla="*/ 853 h 949"/>
                <a:gd name="T16" fmla="*/ 285 w 381"/>
                <a:gd name="T17" fmla="*/ 764 h 949"/>
                <a:gd name="T18" fmla="*/ 375 w 381"/>
                <a:gd name="T19" fmla="*/ 662 h 949"/>
                <a:gd name="T20" fmla="*/ 380 w 381"/>
                <a:gd name="T21" fmla="*/ 620 h 949"/>
                <a:gd name="T22" fmla="*/ 380 w 381"/>
                <a:gd name="T23" fmla="*/ 504 h 949"/>
                <a:gd name="T24" fmla="*/ 354 w 381"/>
                <a:gd name="T25" fmla="*/ 324 h 949"/>
                <a:gd name="T26" fmla="*/ 370 w 381"/>
                <a:gd name="T27" fmla="*/ 218 h 949"/>
                <a:gd name="T28" fmla="*/ 380 w 381"/>
                <a:gd name="T29" fmla="*/ 175 h 949"/>
                <a:gd name="T30" fmla="*/ 365 w 381"/>
                <a:gd name="T31" fmla="*/ 154 h 949"/>
                <a:gd name="T32" fmla="*/ 327 w 381"/>
                <a:gd name="T33" fmla="*/ 133 h 949"/>
                <a:gd name="T34" fmla="*/ 301 w 381"/>
                <a:gd name="T35" fmla="*/ 117 h 949"/>
                <a:gd name="T36" fmla="*/ 317 w 381"/>
                <a:gd name="T37" fmla="*/ 22 h 949"/>
                <a:gd name="T38" fmla="*/ 306 w 381"/>
                <a:gd name="T39" fmla="*/ 0 h 949"/>
                <a:gd name="T40" fmla="*/ 285 w 381"/>
                <a:gd name="T41" fmla="*/ 6 h 949"/>
                <a:gd name="T42" fmla="*/ 275 w 381"/>
                <a:gd name="T43" fmla="*/ 128 h 949"/>
                <a:gd name="T44" fmla="*/ 264 w 381"/>
                <a:gd name="T45" fmla="*/ 159 h 949"/>
                <a:gd name="T46" fmla="*/ 259 w 381"/>
                <a:gd name="T47" fmla="*/ 180 h 949"/>
                <a:gd name="T48" fmla="*/ 216 w 381"/>
                <a:gd name="T49" fmla="*/ 164 h 949"/>
                <a:gd name="T50" fmla="*/ 185 w 381"/>
                <a:gd name="T51" fmla="*/ 164 h 949"/>
                <a:gd name="T52" fmla="*/ 185 w 381"/>
                <a:gd name="T53" fmla="*/ 185 h 949"/>
                <a:gd name="T54" fmla="*/ 206 w 381"/>
                <a:gd name="T55" fmla="*/ 202 h 949"/>
                <a:gd name="T56" fmla="*/ 243 w 381"/>
                <a:gd name="T57" fmla="*/ 202 h 949"/>
                <a:gd name="T58" fmla="*/ 270 w 381"/>
                <a:gd name="T59" fmla="*/ 223 h 949"/>
                <a:gd name="T60" fmla="*/ 290 w 381"/>
                <a:gd name="T61" fmla="*/ 260 h 949"/>
                <a:gd name="T62" fmla="*/ 311 w 381"/>
                <a:gd name="T63" fmla="*/ 318 h 949"/>
                <a:gd name="T64" fmla="*/ 327 w 381"/>
                <a:gd name="T65" fmla="*/ 435 h 949"/>
                <a:gd name="T66" fmla="*/ 327 w 381"/>
                <a:gd name="T67" fmla="*/ 541 h 949"/>
                <a:gd name="T68" fmla="*/ 317 w 381"/>
                <a:gd name="T69" fmla="*/ 625 h 949"/>
                <a:gd name="T70" fmla="*/ 296 w 381"/>
                <a:gd name="T71" fmla="*/ 662 h 949"/>
                <a:gd name="T72" fmla="*/ 221 w 381"/>
                <a:gd name="T73" fmla="*/ 716 h 949"/>
                <a:gd name="T74" fmla="*/ 142 w 381"/>
                <a:gd name="T75" fmla="*/ 764 h 949"/>
                <a:gd name="T76" fmla="*/ 105 w 381"/>
                <a:gd name="T77" fmla="*/ 800 h 949"/>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381"/>
                <a:gd name="T118" fmla="*/ 0 h 949"/>
                <a:gd name="T119" fmla="*/ 381 w 381"/>
                <a:gd name="T120" fmla="*/ 949 h 949"/>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381" h="949">
                  <a:moveTo>
                    <a:pt x="105" y="800"/>
                  </a:moveTo>
                  <a:lnTo>
                    <a:pt x="36" y="853"/>
                  </a:lnTo>
                  <a:lnTo>
                    <a:pt x="15" y="870"/>
                  </a:lnTo>
                  <a:lnTo>
                    <a:pt x="0" y="906"/>
                  </a:lnTo>
                  <a:lnTo>
                    <a:pt x="20" y="943"/>
                  </a:lnTo>
                  <a:lnTo>
                    <a:pt x="41" y="948"/>
                  </a:lnTo>
                  <a:lnTo>
                    <a:pt x="105" y="927"/>
                  </a:lnTo>
                  <a:lnTo>
                    <a:pt x="200" y="853"/>
                  </a:lnTo>
                  <a:lnTo>
                    <a:pt x="285" y="764"/>
                  </a:lnTo>
                  <a:lnTo>
                    <a:pt x="375" y="662"/>
                  </a:lnTo>
                  <a:lnTo>
                    <a:pt x="380" y="620"/>
                  </a:lnTo>
                  <a:lnTo>
                    <a:pt x="380" y="504"/>
                  </a:lnTo>
                  <a:lnTo>
                    <a:pt x="354" y="324"/>
                  </a:lnTo>
                  <a:lnTo>
                    <a:pt x="370" y="218"/>
                  </a:lnTo>
                  <a:lnTo>
                    <a:pt x="380" y="175"/>
                  </a:lnTo>
                  <a:lnTo>
                    <a:pt x="365" y="154"/>
                  </a:lnTo>
                  <a:lnTo>
                    <a:pt x="327" y="133"/>
                  </a:lnTo>
                  <a:lnTo>
                    <a:pt x="301" y="117"/>
                  </a:lnTo>
                  <a:lnTo>
                    <a:pt x="317" y="22"/>
                  </a:lnTo>
                  <a:lnTo>
                    <a:pt x="306" y="0"/>
                  </a:lnTo>
                  <a:lnTo>
                    <a:pt x="285" y="6"/>
                  </a:lnTo>
                  <a:lnTo>
                    <a:pt x="275" y="128"/>
                  </a:lnTo>
                  <a:lnTo>
                    <a:pt x="264" y="159"/>
                  </a:lnTo>
                  <a:lnTo>
                    <a:pt x="259" y="180"/>
                  </a:lnTo>
                  <a:lnTo>
                    <a:pt x="216" y="164"/>
                  </a:lnTo>
                  <a:lnTo>
                    <a:pt x="185" y="164"/>
                  </a:lnTo>
                  <a:lnTo>
                    <a:pt x="185" y="185"/>
                  </a:lnTo>
                  <a:lnTo>
                    <a:pt x="206" y="202"/>
                  </a:lnTo>
                  <a:lnTo>
                    <a:pt x="243" y="202"/>
                  </a:lnTo>
                  <a:lnTo>
                    <a:pt x="270" y="223"/>
                  </a:lnTo>
                  <a:lnTo>
                    <a:pt x="290" y="260"/>
                  </a:lnTo>
                  <a:lnTo>
                    <a:pt x="311" y="318"/>
                  </a:lnTo>
                  <a:lnTo>
                    <a:pt x="327" y="435"/>
                  </a:lnTo>
                  <a:lnTo>
                    <a:pt x="327" y="541"/>
                  </a:lnTo>
                  <a:lnTo>
                    <a:pt x="317" y="625"/>
                  </a:lnTo>
                  <a:lnTo>
                    <a:pt x="296" y="662"/>
                  </a:lnTo>
                  <a:lnTo>
                    <a:pt x="221" y="716"/>
                  </a:lnTo>
                  <a:lnTo>
                    <a:pt x="142" y="764"/>
                  </a:lnTo>
                  <a:lnTo>
                    <a:pt x="105" y="800"/>
                  </a:lnTo>
                </a:path>
              </a:pathLst>
            </a:custGeom>
            <a:solidFill>
              <a:srgbClr val="66CC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s-ES" sz="2800"/>
            </a:p>
          </p:txBody>
        </p:sp>
        <p:sp>
          <p:nvSpPr>
            <p:cNvPr id="9" name="Freeform 12"/>
            <p:cNvSpPr>
              <a:spLocks/>
            </p:cNvSpPr>
            <p:nvPr/>
          </p:nvSpPr>
          <p:spPr bwMode="auto">
            <a:xfrm>
              <a:off x="4272" y="2219"/>
              <a:ext cx="345" cy="573"/>
            </a:xfrm>
            <a:custGeom>
              <a:avLst/>
              <a:gdLst>
                <a:gd name="T0" fmla="*/ 344 w 345"/>
                <a:gd name="T1" fmla="*/ 16 h 573"/>
                <a:gd name="T2" fmla="*/ 307 w 345"/>
                <a:gd name="T3" fmla="*/ 0 h 573"/>
                <a:gd name="T4" fmla="*/ 227 w 345"/>
                <a:gd name="T5" fmla="*/ 5 h 573"/>
                <a:gd name="T6" fmla="*/ 158 w 345"/>
                <a:gd name="T7" fmla="*/ 58 h 573"/>
                <a:gd name="T8" fmla="*/ 58 w 345"/>
                <a:gd name="T9" fmla="*/ 170 h 573"/>
                <a:gd name="T10" fmla="*/ 5 w 345"/>
                <a:gd name="T11" fmla="*/ 260 h 573"/>
                <a:gd name="T12" fmla="*/ 0 w 345"/>
                <a:gd name="T13" fmla="*/ 291 h 573"/>
                <a:gd name="T14" fmla="*/ 26 w 345"/>
                <a:gd name="T15" fmla="*/ 350 h 573"/>
                <a:gd name="T16" fmla="*/ 84 w 345"/>
                <a:gd name="T17" fmla="*/ 376 h 573"/>
                <a:gd name="T18" fmla="*/ 158 w 345"/>
                <a:gd name="T19" fmla="*/ 407 h 573"/>
                <a:gd name="T20" fmla="*/ 217 w 345"/>
                <a:gd name="T21" fmla="*/ 423 h 573"/>
                <a:gd name="T22" fmla="*/ 243 w 345"/>
                <a:gd name="T23" fmla="*/ 450 h 573"/>
                <a:gd name="T24" fmla="*/ 227 w 345"/>
                <a:gd name="T25" fmla="*/ 487 h 573"/>
                <a:gd name="T26" fmla="*/ 185 w 345"/>
                <a:gd name="T27" fmla="*/ 530 h 573"/>
                <a:gd name="T28" fmla="*/ 132 w 345"/>
                <a:gd name="T29" fmla="*/ 535 h 573"/>
                <a:gd name="T30" fmla="*/ 95 w 345"/>
                <a:gd name="T31" fmla="*/ 518 h 573"/>
                <a:gd name="T32" fmla="*/ 73 w 345"/>
                <a:gd name="T33" fmla="*/ 535 h 573"/>
                <a:gd name="T34" fmla="*/ 78 w 345"/>
                <a:gd name="T35" fmla="*/ 556 h 573"/>
                <a:gd name="T36" fmla="*/ 121 w 345"/>
                <a:gd name="T37" fmla="*/ 572 h 573"/>
                <a:gd name="T38" fmla="*/ 185 w 345"/>
                <a:gd name="T39" fmla="*/ 572 h 573"/>
                <a:gd name="T40" fmla="*/ 243 w 345"/>
                <a:gd name="T41" fmla="*/ 556 h 573"/>
                <a:gd name="T42" fmla="*/ 275 w 345"/>
                <a:gd name="T43" fmla="*/ 535 h 573"/>
                <a:gd name="T44" fmla="*/ 296 w 345"/>
                <a:gd name="T45" fmla="*/ 497 h 573"/>
                <a:gd name="T46" fmla="*/ 307 w 345"/>
                <a:gd name="T47" fmla="*/ 456 h 573"/>
                <a:gd name="T48" fmla="*/ 280 w 345"/>
                <a:gd name="T49" fmla="*/ 418 h 573"/>
                <a:gd name="T50" fmla="*/ 217 w 345"/>
                <a:gd name="T51" fmla="*/ 392 h 573"/>
                <a:gd name="T52" fmla="*/ 142 w 345"/>
                <a:gd name="T53" fmla="*/ 371 h 573"/>
                <a:gd name="T54" fmla="*/ 78 w 345"/>
                <a:gd name="T55" fmla="*/ 334 h 573"/>
                <a:gd name="T56" fmla="*/ 63 w 345"/>
                <a:gd name="T57" fmla="*/ 302 h 573"/>
                <a:gd name="T58" fmla="*/ 73 w 345"/>
                <a:gd name="T59" fmla="*/ 244 h 573"/>
                <a:gd name="T60" fmla="*/ 121 w 345"/>
                <a:gd name="T61" fmla="*/ 170 h 573"/>
                <a:gd name="T62" fmla="*/ 180 w 345"/>
                <a:gd name="T63" fmla="*/ 127 h 573"/>
                <a:gd name="T64" fmla="*/ 270 w 345"/>
                <a:gd name="T65" fmla="*/ 95 h 573"/>
                <a:gd name="T66" fmla="*/ 344 w 345"/>
                <a:gd name="T67" fmla="*/ 79 h 573"/>
                <a:gd name="T68" fmla="*/ 344 w 345"/>
                <a:gd name="T69" fmla="*/ 36 h 573"/>
                <a:gd name="T70" fmla="*/ 344 w 345"/>
                <a:gd name="T71" fmla="*/ 16 h 57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45"/>
                <a:gd name="T109" fmla="*/ 0 h 573"/>
                <a:gd name="T110" fmla="*/ 345 w 345"/>
                <a:gd name="T111" fmla="*/ 573 h 573"/>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45" h="573">
                  <a:moveTo>
                    <a:pt x="344" y="16"/>
                  </a:moveTo>
                  <a:lnTo>
                    <a:pt x="307" y="0"/>
                  </a:lnTo>
                  <a:lnTo>
                    <a:pt x="227" y="5"/>
                  </a:lnTo>
                  <a:lnTo>
                    <a:pt x="158" y="58"/>
                  </a:lnTo>
                  <a:lnTo>
                    <a:pt x="58" y="170"/>
                  </a:lnTo>
                  <a:lnTo>
                    <a:pt x="5" y="260"/>
                  </a:lnTo>
                  <a:lnTo>
                    <a:pt x="0" y="291"/>
                  </a:lnTo>
                  <a:lnTo>
                    <a:pt x="26" y="350"/>
                  </a:lnTo>
                  <a:lnTo>
                    <a:pt x="84" y="376"/>
                  </a:lnTo>
                  <a:lnTo>
                    <a:pt x="158" y="407"/>
                  </a:lnTo>
                  <a:lnTo>
                    <a:pt x="217" y="423"/>
                  </a:lnTo>
                  <a:lnTo>
                    <a:pt x="243" y="450"/>
                  </a:lnTo>
                  <a:lnTo>
                    <a:pt x="227" y="487"/>
                  </a:lnTo>
                  <a:lnTo>
                    <a:pt x="185" y="530"/>
                  </a:lnTo>
                  <a:lnTo>
                    <a:pt x="132" y="535"/>
                  </a:lnTo>
                  <a:lnTo>
                    <a:pt x="95" y="518"/>
                  </a:lnTo>
                  <a:lnTo>
                    <a:pt x="73" y="535"/>
                  </a:lnTo>
                  <a:lnTo>
                    <a:pt x="78" y="556"/>
                  </a:lnTo>
                  <a:lnTo>
                    <a:pt x="121" y="572"/>
                  </a:lnTo>
                  <a:lnTo>
                    <a:pt x="185" y="572"/>
                  </a:lnTo>
                  <a:lnTo>
                    <a:pt x="243" y="556"/>
                  </a:lnTo>
                  <a:lnTo>
                    <a:pt x="275" y="535"/>
                  </a:lnTo>
                  <a:lnTo>
                    <a:pt x="296" y="497"/>
                  </a:lnTo>
                  <a:lnTo>
                    <a:pt x="307" y="456"/>
                  </a:lnTo>
                  <a:lnTo>
                    <a:pt x="280" y="418"/>
                  </a:lnTo>
                  <a:lnTo>
                    <a:pt x="217" y="392"/>
                  </a:lnTo>
                  <a:lnTo>
                    <a:pt x="142" y="371"/>
                  </a:lnTo>
                  <a:lnTo>
                    <a:pt x="78" y="334"/>
                  </a:lnTo>
                  <a:lnTo>
                    <a:pt x="63" y="302"/>
                  </a:lnTo>
                  <a:lnTo>
                    <a:pt x="73" y="244"/>
                  </a:lnTo>
                  <a:lnTo>
                    <a:pt x="121" y="170"/>
                  </a:lnTo>
                  <a:lnTo>
                    <a:pt x="180" y="127"/>
                  </a:lnTo>
                  <a:lnTo>
                    <a:pt x="270" y="95"/>
                  </a:lnTo>
                  <a:lnTo>
                    <a:pt x="344" y="79"/>
                  </a:lnTo>
                  <a:lnTo>
                    <a:pt x="344" y="36"/>
                  </a:lnTo>
                  <a:lnTo>
                    <a:pt x="344" y="16"/>
                  </a:lnTo>
                </a:path>
              </a:pathLst>
            </a:custGeom>
            <a:solidFill>
              <a:srgbClr val="66CC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s-ES" sz="2800"/>
            </a:p>
          </p:txBody>
        </p:sp>
        <p:sp>
          <p:nvSpPr>
            <p:cNvPr id="10" name="Freeform 13"/>
            <p:cNvSpPr>
              <a:spLocks/>
            </p:cNvSpPr>
            <p:nvPr/>
          </p:nvSpPr>
          <p:spPr bwMode="auto">
            <a:xfrm>
              <a:off x="4552" y="2193"/>
              <a:ext cx="324" cy="705"/>
            </a:xfrm>
            <a:custGeom>
              <a:avLst/>
              <a:gdLst>
                <a:gd name="T0" fmla="*/ 281 w 324"/>
                <a:gd name="T1" fmla="*/ 222 h 705"/>
                <a:gd name="T2" fmla="*/ 249 w 324"/>
                <a:gd name="T3" fmla="*/ 90 h 705"/>
                <a:gd name="T4" fmla="*/ 212 w 324"/>
                <a:gd name="T5" fmla="*/ 26 h 705"/>
                <a:gd name="T6" fmla="*/ 132 w 324"/>
                <a:gd name="T7" fmla="*/ 0 h 705"/>
                <a:gd name="T8" fmla="*/ 53 w 324"/>
                <a:gd name="T9" fmla="*/ 10 h 705"/>
                <a:gd name="T10" fmla="*/ 16 w 324"/>
                <a:gd name="T11" fmla="*/ 79 h 705"/>
                <a:gd name="T12" fmla="*/ 21 w 324"/>
                <a:gd name="T13" fmla="*/ 164 h 705"/>
                <a:gd name="T14" fmla="*/ 42 w 324"/>
                <a:gd name="T15" fmla="*/ 301 h 705"/>
                <a:gd name="T16" fmla="*/ 42 w 324"/>
                <a:gd name="T17" fmla="*/ 423 h 705"/>
                <a:gd name="T18" fmla="*/ 16 w 324"/>
                <a:gd name="T19" fmla="*/ 529 h 705"/>
                <a:gd name="T20" fmla="*/ 0 w 324"/>
                <a:gd name="T21" fmla="*/ 587 h 705"/>
                <a:gd name="T22" fmla="*/ 11 w 324"/>
                <a:gd name="T23" fmla="*/ 640 h 705"/>
                <a:gd name="T24" fmla="*/ 48 w 324"/>
                <a:gd name="T25" fmla="*/ 667 h 705"/>
                <a:gd name="T26" fmla="*/ 96 w 324"/>
                <a:gd name="T27" fmla="*/ 693 h 705"/>
                <a:gd name="T28" fmla="*/ 143 w 324"/>
                <a:gd name="T29" fmla="*/ 704 h 705"/>
                <a:gd name="T30" fmla="*/ 201 w 324"/>
                <a:gd name="T31" fmla="*/ 704 h 705"/>
                <a:gd name="T32" fmla="*/ 271 w 324"/>
                <a:gd name="T33" fmla="*/ 650 h 705"/>
                <a:gd name="T34" fmla="*/ 323 w 324"/>
                <a:gd name="T35" fmla="*/ 539 h 705"/>
                <a:gd name="T36" fmla="*/ 318 w 324"/>
                <a:gd name="T37" fmla="*/ 439 h 705"/>
                <a:gd name="T38" fmla="*/ 286 w 324"/>
                <a:gd name="T39" fmla="*/ 322 h 705"/>
                <a:gd name="T40" fmla="*/ 281 w 324"/>
                <a:gd name="T41" fmla="*/ 222 h 70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24"/>
                <a:gd name="T64" fmla="*/ 0 h 705"/>
                <a:gd name="T65" fmla="*/ 324 w 324"/>
                <a:gd name="T66" fmla="*/ 705 h 70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24" h="705">
                  <a:moveTo>
                    <a:pt x="281" y="222"/>
                  </a:moveTo>
                  <a:lnTo>
                    <a:pt x="249" y="90"/>
                  </a:lnTo>
                  <a:lnTo>
                    <a:pt x="212" y="26"/>
                  </a:lnTo>
                  <a:lnTo>
                    <a:pt x="132" y="0"/>
                  </a:lnTo>
                  <a:lnTo>
                    <a:pt x="53" y="10"/>
                  </a:lnTo>
                  <a:lnTo>
                    <a:pt x="16" y="79"/>
                  </a:lnTo>
                  <a:lnTo>
                    <a:pt x="21" y="164"/>
                  </a:lnTo>
                  <a:lnTo>
                    <a:pt x="42" y="301"/>
                  </a:lnTo>
                  <a:lnTo>
                    <a:pt x="42" y="423"/>
                  </a:lnTo>
                  <a:lnTo>
                    <a:pt x="16" y="529"/>
                  </a:lnTo>
                  <a:lnTo>
                    <a:pt x="0" y="587"/>
                  </a:lnTo>
                  <a:lnTo>
                    <a:pt x="11" y="640"/>
                  </a:lnTo>
                  <a:lnTo>
                    <a:pt x="48" y="667"/>
                  </a:lnTo>
                  <a:lnTo>
                    <a:pt x="96" y="693"/>
                  </a:lnTo>
                  <a:lnTo>
                    <a:pt x="143" y="704"/>
                  </a:lnTo>
                  <a:lnTo>
                    <a:pt x="201" y="704"/>
                  </a:lnTo>
                  <a:lnTo>
                    <a:pt x="271" y="650"/>
                  </a:lnTo>
                  <a:lnTo>
                    <a:pt x="323" y="539"/>
                  </a:lnTo>
                  <a:lnTo>
                    <a:pt x="318" y="439"/>
                  </a:lnTo>
                  <a:lnTo>
                    <a:pt x="286" y="322"/>
                  </a:lnTo>
                  <a:lnTo>
                    <a:pt x="281" y="222"/>
                  </a:lnTo>
                </a:path>
              </a:pathLst>
            </a:custGeom>
            <a:solidFill>
              <a:srgbClr val="66CC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s-ES" sz="2800"/>
            </a:p>
          </p:txBody>
        </p:sp>
        <p:sp>
          <p:nvSpPr>
            <p:cNvPr id="11" name="Freeform 14"/>
            <p:cNvSpPr>
              <a:spLocks/>
            </p:cNvSpPr>
            <p:nvPr/>
          </p:nvSpPr>
          <p:spPr bwMode="auto">
            <a:xfrm>
              <a:off x="4456" y="2765"/>
              <a:ext cx="246" cy="1018"/>
            </a:xfrm>
            <a:custGeom>
              <a:avLst/>
              <a:gdLst>
                <a:gd name="T0" fmla="*/ 234 w 246"/>
                <a:gd name="T1" fmla="*/ 15 h 1018"/>
                <a:gd name="T2" fmla="*/ 171 w 246"/>
                <a:gd name="T3" fmla="*/ 0 h 1018"/>
                <a:gd name="T4" fmla="*/ 133 w 246"/>
                <a:gd name="T5" fmla="*/ 15 h 1018"/>
                <a:gd name="T6" fmla="*/ 117 w 246"/>
                <a:gd name="T7" fmla="*/ 68 h 1018"/>
                <a:gd name="T8" fmla="*/ 133 w 246"/>
                <a:gd name="T9" fmla="*/ 359 h 1018"/>
                <a:gd name="T10" fmla="*/ 133 w 246"/>
                <a:gd name="T11" fmla="*/ 428 h 1018"/>
                <a:gd name="T12" fmla="*/ 112 w 246"/>
                <a:gd name="T13" fmla="*/ 556 h 1018"/>
                <a:gd name="T14" fmla="*/ 107 w 246"/>
                <a:gd name="T15" fmla="*/ 704 h 1018"/>
                <a:gd name="T16" fmla="*/ 117 w 246"/>
                <a:gd name="T17" fmla="*/ 778 h 1018"/>
                <a:gd name="T18" fmla="*/ 107 w 246"/>
                <a:gd name="T19" fmla="*/ 820 h 1018"/>
                <a:gd name="T20" fmla="*/ 33 w 246"/>
                <a:gd name="T21" fmla="*/ 884 h 1018"/>
                <a:gd name="T22" fmla="*/ 0 w 246"/>
                <a:gd name="T23" fmla="*/ 964 h 1018"/>
                <a:gd name="T24" fmla="*/ 6 w 246"/>
                <a:gd name="T25" fmla="*/ 990 h 1018"/>
                <a:gd name="T26" fmla="*/ 64 w 246"/>
                <a:gd name="T27" fmla="*/ 1017 h 1018"/>
                <a:gd name="T28" fmla="*/ 80 w 246"/>
                <a:gd name="T29" fmla="*/ 1005 h 1018"/>
                <a:gd name="T30" fmla="*/ 86 w 246"/>
                <a:gd name="T31" fmla="*/ 958 h 1018"/>
                <a:gd name="T32" fmla="*/ 102 w 246"/>
                <a:gd name="T33" fmla="*/ 889 h 1018"/>
                <a:gd name="T34" fmla="*/ 128 w 246"/>
                <a:gd name="T35" fmla="*/ 858 h 1018"/>
                <a:gd name="T36" fmla="*/ 159 w 246"/>
                <a:gd name="T37" fmla="*/ 837 h 1018"/>
                <a:gd name="T38" fmla="*/ 187 w 246"/>
                <a:gd name="T39" fmla="*/ 810 h 1018"/>
                <a:gd name="T40" fmla="*/ 192 w 246"/>
                <a:gd name="T41" fmla="*/ 789 h 1018"/>
                <a:gd name="T42" fmla="*/ 176 w 246"/>
                <a:gd name="T43" fmla="*/ 762 h 1018"/>
                <a:gd name="T44" fmla="*/ 159 w 246"/>
                <a:gd name="T45" fmla="*/ 747 h 1018"/>
                <a:gd name="T46" fmla="*/ 149 w 246"/>
                <a:gd name="T47" fmla="*/ 683 h 1018"/>
                <a:gd name="T48" fmla="*/ 159 w 246"/>
                <a:gd name="T49" fmla="*/ 550 h 1018"/>
                <a:gd name="T50" fmla="*/ 197 w 246"/>
                <a:gd name="T51" fmla="*/ 397 h 1018"/>
                <a:gd name="T52" fmla="*/ 234 w 246"/>
                <a:gd name="T53" fmla="*/ 274 h 1018"/>
                <a:gd name="T54" fmla="*/ 245 w 246"/>
                <a:gd name="T55" fmla="*/ 126 h 1018"/>
                <a:gd name="T56" fmla="*/ 234 w 246"/>
                <a:gd name="T57" fmla="*/ 15 h 101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46"/>
                <a:gd name="T88" fmla="*/ 0 h 1018"/>
                <a:gd name="T89" fmla="*/ 246 w 246"/>
                <a:gd name="T90" fmla="*/ 1018 h 101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46" h="1018">
                  <a:moveTo>
                    <a:pt x="234" y="15"/>
                  </a:moveTo>
                  <a:lnTo>
                    <a:pt x="171" y="0"/>
                  </a:lnTo>
                  <a:lnTo>
                    <a:pt x="133" y="15"/>
                  </a:lnTo>
                  <a:lnTo>
                    <a:pt x="117" y="68"/>
                  </a:lnTo>
                  <a:lnTo>
                    <a:pt x="133" y="359"/>
                  </a:lnTo>
                  <a:lnTo>
                    <a:pt x="133" y="428"/>
                  </a:lnTo>
                  <a:lnTo>
                    <a:pt x="112" y="556"/>
                  </a:lnTo>
                  <a:lnTo>
                    <a:pt x="107" y="704"/>
                  </a:lnTo>
                  <a:lnTo>
                    <a:pt x="117" y="778"/>
                  </a:lnTo>
                  <a:lnTo>
                    <a:pt x="107" y="820"/>
                  </a:lnTo>
                  <a:lnTo>
                    <a:pt x="33" y="884"/>
                  </a:lnTo>
                  <a:lnTo>
                    <a:pt x="0" y="964"/>
                  </a:lnTo>
                  <a:lnTo>
                    <a:pt x="6" y="990"/>
                  </a:lnTo>
                  <a:lnTo>
                    <a:pt x="64" y="1017"/>
                  </a:lnTo>
                  <a:lnTo>
                    <a:pt x="80" y="1005"/>
                  </a:lnTo>
                  <a:lnTo>
                    <a:pt x="86" y="958"/>
                  </a:lnTo>
                  <a:lnTo>
                    <a:pt x="102" y="889"/>
                  </a:lnTo>
                  <a:lnTo>
                    <a:pt x="128" y="858"/>
                  </a:lnTo>
                  <a:lnTo>
                    <a:pt x="159" y="837"/>
                  </a:lnTo>
                  <a:lnTo>
                    <a:pt x="187" y="810"/>
                  </a:lnTo>
                  <a:lnTo>
                    <a:pt x="192" y="789"/>
                  </a:lnTo>
                  <a:lnTo>
                    <a:pt x="176" y="762"/>
                  </a:lnTo>
                  <a:lnTo>
                    <a:pt x="159" y="747"/>
                  </a:lnTo>
                  <a:lnTo>
                    <a:pt x="149" y="683"/>
                  </a:lnTo>
                  <a:lnTo>
                    <a:pt x="159" y="550"/>
                  </a:lnTo>
                  <a:lnTo>
                    <a:pt x="197" y="397"/>
                  </a:lnTo>
                  <a:lnTo>
                    <a:pt x="234" y="274"/>
                  </a:lnTo>
                  <a:lnTo>
                    <a:pt x="245" y="126"/>
                  </a:lnTo>
                  <a:lnTo>
                    <a:pt x="234" y="15"/>
                  </a:lnTo>
                </a:path>
              </a:pathLst>
            </a:custGeom>
            <a:solidFill>
              <a:srgbClr val="66CC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s-ES" sz="2800"/>
            </a:p>
          </p:txBody>
        </p:sp>
        <p:sp>
          <p:nvSpPr>
            <p:cNvPr id="12" name="Freeform 15"/>
            <p:cNvSpPr>
              <a:spLocks/>
            </p:cNvSpPr>
            <p:nvPr/>
          </p:nvSpPr>
          <p:spPr bwMode="auto">
            <a:xfrm>
              <a:off x="4722" y="2765"/>
              <a:ext cx="403" cy="859"/>
            </a:xfrm>
            <a:custGeom>
              <a:avLst/>
              <a:gdLst>
                <a:gd name="T0" fmla="*/ 132 w 403"/>
                <a:gd name="T1" fmla="*/ 126 h 859"/>
                <a:gd name="T2" fmla="*/ 121 w 403"/>
                <a:gd name="T3" fmla="*/ 42 h 859"/>
                <a:gd name="T4" fmla="*/ 74 w 403"/>
                <a:gd name="T5" fmla="*/ 0 h 859"/>
                <a:gd name="T6" fmla="*/ 5 w 403"/>
                <a:gd name="T7" fmla="*/ 5 h 859"/>
                <a:gd name="T8" fmla="*/ 0 w 403"/>
                <a:gd name="T9" fmla="*/ 42 h 859"/>
                <a:gd name="T10" fmla="*/ 5 w 403"/>
                <a:gd name="T11" fmla="*/ 121 h 859"/>
                <a:gd name="T12" fmla="*/ 42 w 403"/>
                <a:gd name="T13" fmla="*/ 243 h 859"/>
                <a:gd name="T14" fmla="*/ 69 w 403"/>
                <a:gd name="T15" fmla="*/ 333 h 859"/>
                <a:gd name="T16" fmla="*/ 101 w 403"/>
                <a:gd name="T17" fmla="*/ 454 h 859"/>
                <a:gd name="T18" fmla="*/ 111 w 403"/>
                <a:gd name="T19" fmla="*/ 560 h 859"/>
                <a:gd name="T20" fmla="*/ 111 w 403"/>
                <a:gd name="T21" fmla="*/ 645 h 859"/>
                <a:gd name="T22" fmla="*/ 95 w 403"/>
                <a:gd name="T23" fmla="*/ 709 h 859"/>
                <a:gd name="T24" fmla="*/ 80 w 403"/>
                <a:gd name="T25" fmla="*/ 730 h 859"/>
                <a:gd name="T26" fmla="*/ 80 w 403"/>
                <a:gd name="T27" fmla="*/ 751 h 859"/>
                <a:gd name="T28" fmla="*/ 101 w 403"/>
                <a:gd name="T29" fmla="*/ 783 h 859"/>
                <a:gd name="T30" fmla="*/ 137 w 403"/>
                <a:gd name="T31" fmla="*/ 794 h 859"/>
                <a:gd name="T32" fmla="*/ 196 w 403"/>
                <a:gd name="T33" fmla="*/ 794 h 859"/>
                <a:gd name="T34" fmla="*/ 301 w 403"/>
                <a:gd name="T35" fmla="*/ 820 h 859"/>
                <a:gd name="T36" fmla="*/ 333 w 403"/>
                <a:gd name="T37" fmla="*/ 858 h 859"/>
                <a:gd name="T38" fmla="*/ 381 w 403"/>
                <a:gd name="T39" fmla="*/ 836 h 859"/>
                <a:gd name="T40" fmla="*/ 402 w 403"/>
                <a:gd name="T41" fmla="*/ 783 h 859"/>
                <a:gd name="T42" fmla="*/ 381 w 403"/>
                <a:gd name="T43" fmla="*/ 762 h 859"/>
                <a:gd name="T44" fmla="*/ 291 w 403"/>
                <a:gd name="T45" fmla="*/ 751 h 859"/>
                <a:gd name="T46" fmla="*/ 191 w 403"/>
                <a:gd name="T47" fmla="*/ 751 h 859"/>
                <a:gd name="T48" fmla="*/ 148 w 403"/>
                <a:gd name="T49" fmla="*/ 746 h 859"/>
                <a:gd name="T50" fmla="*/ 137 w 403"/>
                <a:gd name="T51" fmla="*/ 714 h 859"/>
                <a:gd name="T52" fmla="*/ 148 w 403"/>
                <a:gd name="T53" fmla="*/ 655 h 859"/>
                <a:gd name="T54" fmla="*/ 154 w 403"/>
                <a:gd name="T55" fmla="*/ 555 h 859"/>
                <a:gd name="T56" fmla="*/ 142 w 403"/>
                <a:gd name="T57" fmla="*/ 444 h 859"/>
                <a:gd name="T58" fmla="*/ 127 w 403"/>
                <a:gd name="T59" fmla="*/ 296 h 859"/>
                <a:gd name="T60" fmla="*/ 132 w 403"/>
                <a:gd name="T61" fmla="*/ 168 h 859"/>
                <a:gd name="T62" fmla="*/ 132 w 403"/>
                <a:gd name="T63" fmla="*/ 126 h 85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03"/>
                <a:gd name="T97" fmla="*/ 0 h 859"/>
                <a:gd name="T98" fmla="*/ 403 w 403"/>
                <a:gd name="T99" fmla="*/ 859 h 859"/>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03" h="859">
                  <a:moveTo>
                    <a:pt x="132" y="126"/>
                  </a:moveTo>
                  <a:lnTo>
                    <a:pt x="121" y="42"/>
                  </a:lnTo>
                  <a:lnTo>
                    <a:pt x="74" y="0"/>
                  </a:lnTo>
                  <a:lnTo>
                    <a:pt x="5" y="5"/>
                  </a:lnTo>
                  <a:lnTo>
                    <a:pt x="0" y="42"/>
                  </a:lnTo>
                  <a:lnTo>
                    <a:pt x="5" y="121"/>
                  </a:lnTo>
                  <a:lnTo>
                    <a:pt x="42" y="243"/>
                  </a:lnTo>
                  <a:lnTo>
                    <a:pt x="69" y="333"/>
                  </a:lnTo>
                  <a:lnTo>
                    <a:pt x="101" y="454"/>
                  </a:lnTo>
                  <a:lnTo>
                    <a:pt x="111" y="560"/>
                  </a:lnTo>
                  <a:lnTo>
                    <a:pt x="111" y="645"/>
                  </a:lnTo>
                  <a:lnTo>
                    <a:pt x="95" y="709"/>
                  </a:lnTo>
                  <a:lnTo>
                    <a:pt x="80" y="730"/>
                  </a:lnTo>
                  <a:lnTo>
                    <a:pt x="80" y="751"/>
                  </a:lnTo>
                  <a:lnTo>
                    <a:pt x="101" y="783"/>
                  </a:lnTo>
                  <a:lnTo>
                    <a:pt x="137" y="794"/>
                  </a:lnTo>
                  <a:lnTo>
                    <a:pt x="196" y="794"/>
                  </a:lnTo>
                  <a:lnTo>
                    <a:pt x="301" y="820"/>
                  </a:lnTo>
                  <a:lnTo>
                    <a:pt x="333" y="858"/>
                  </a:lnTo>
                  <a:lnTo>
                    <a:pt x="381" y="836"/>
                  </a:lnTo>
                  <a:lnTo>
                    <a:pt x="402" y="783"/>
                  </a:lnTo>
                  <a:lnTo>
                    <a:pt x="381" y="762"/>
                  </a:lnTo>
                  <a:lnTo>
                    <a:pt x="291" y="751"/>
                  </a:lnTo>
                  <a:lnTo>
                    <a:pt x="191" y="751"/>
                  </a:lnTo>
                  <a:lnTo>
                    <a:pt x="148" y="746"/>
                  </a:lnTo>
                  <a:lnTo>
                    <a:pt x="137" y="714"/>
                  </a:lnTo>
                  <a:lnTo>
                    <a:pt x="148" y="655"/>
                  </a:lnTo>
                  <a:lnTo>
                    <a:pt x="154" y="555"/>
                  </a:lnTo>
                  <a:lnTo>
                    <a:pt x="142" y="444"/>
                  </a:lnTo>
                  <a:lnTo>
                    <a:pt x="127" y="296"/>
                  </a:lnTo>
                  <a:lnTo>
                    <a:pt x="132" y="168"/>
                  </a:lnTo>
                  <a:lnTo>
                    <a:pt x="132" y="126"/>
                  </a:lnTo>
                </a:path>
              </a:pathLst>
            </a:custGeom>
            <a:solidFill>
              <a:srgbClr val="66CC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s-ES" sz="2800"/>
            </a:p>
          </p:txBody>
        </p:sp>
      </p:grpSp>
      <p:grpSp>
        <p:nvGrpSpPr>
          <p:cNvPr id="13" name="Group 16"/>
          <p:cNvGrpSpPr>
            <a:grpSpLocks/>
          </p:cNvGrpSpPr>
          <p:nvPr/>
        </p:nvGrpSpPr>
        <p:grpSpPr bwMode="auto">
          <a:xfrm>
            <a:off x="850000" y="2106881"/>
            <a:ext cx="742687" cy="723900"/>
            <a:chOff x="3823" y="1247"/>
            <a:chExt cx="467" cy="456"/>
          </a:xfrm>
        </p:grpSpPr>
        <p:sp>
          <p:nvSpPr>
            <p:cNvPr id="14" name="Freeform 17"/>
            <p:cNvSpPr>
              <a:spLocks/>
            </p:cNvSpPr>
            <p:nvPr/>
          </p:nvSpPr>
          <p:spPr bwMode="auto">
            <a:xfrm>
              <a:off x="3991" y="1424"/>
              <a:ext cx="157" cy="279"/>
            </a:xfrm>
            <a:custGeom>
              <a:avLst/>
              <a:gdLst>
                <a:gd name="T0" fmla="*/ 50 w 157"/>
                <a:gd name="T1" fmla="*/ 251 h 279"/>
                <a:gd name="T2" fmla="*/ 52 w 157"/>
                <a:gd name="T3" fmla="*/ 206 h 279"/>
                <a:gd name="T4" fmla="*/ 42 w 157"/>
                <a:gd name="T5" fmla="*/ 172 h 279"/>
                <a:gd name="T6" fmla="*/ 23 w 157"/>
                <a:gd name="T7" fmla="*/ 142 h 279"/>
                <a:gd name="T8" fmla="*/ 0 w 157"/>
                <a:gd name="T9" fmla="*/ 97 h 279"/>
                <a:gd name="T10" fmla="*/ 2 w 157"/>
                <a:gd name="T11" fmla="*/ 68 h 279"/>
                <a:gd name="T12" fmla="*/ 18 w 157"/>
                <a:gd name="T13" fmla="*/ 31 h 279"/>
                <a:gd name="T14" fmla="*/ 47 w 157"/>
                <a:gd name="T15" fmla="*/ 7 h 279"/>
                <a:gd name="T16" fmla="*/ 73 w 157"/>
                <a:gd name="T17" fmla="*/ 0 h 279"/>
                <a:gd name="T18" fmla="*/ 100 w 157"/>
                <a:gd name="T19" fmla="*/ 5 h 279"/>
                <a:gd name="T20" fmla="*/ 118 w 157"/>
                <a:gd name="T21" fmla="*/ 16 h 279"/>
                <a:gd name="T22" fmla="*/ 142 w 157"/>
                <a:gd name="T23" fmla="*/ 37 h 279"/>
                <a:gd name="T24" fmla="*/ 156 w 157"/>
                <a:gd name="T25" fmla="*/ 68 h 279"/>
                <a:gd name="T26" fmla="*/ 151 w 157"/>
                <a:gd name="T27" fmla="*/ 101 h 279"/>
                <a:gd name="T28" fmla="*/ 132 w 157"/>
                <a:gd name="T29" fmla="*/ 129 h 279"/>
                <a:gd name="T30" fmla="*/ 106 w 157"/>
                <a:gd name="T31" fmla="*/ 174 h 279"/>
                <a:gd name="T32" fmla="*/ 100 w 157"/>
                <a:gd name="T33" fmla="*/ 206 h 279"/>
                <a:gd name="T34" fmla="*/ 102 w 157"/>
                <a:gd name="T35" fmla="*/ 233 h 279"/>
                <a:gd name="T36" fmla="*/ 90 w 157"/>
                <a:gd name="T37" fmla="*/ 259 h 279"/>
                <a:gd name="T38" fmla="*/ 76 w 157"/>
                <a:gd name="T39" fmla="*/ 278 h 279"/>
                <a:gd name="T40" fmla="*/ 50 w 157"/>
                <a:gd name="T41" fmla="*/ 251 h 27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57"/>
                <a:gd name="T64" fmla="*/ 0 h 279"/>
                <a:gd name="T65" fmla="*/ 157 w 157"/>
                <a:gd name="T66" fmla="*/ 279 h 27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57" h="279">
                  <a:moveTo>
                    <a:pt x="50" y="251"/>
                  </a:moveTo>
                  <a:lnTo>
                    <a:pt x="52" y="206"/>
                  </a:lnTo>
                  <a:lnTo>
                    <a:pt x="42" y="172"/>
                  </a:lnTo>
                  <a:lnTo>
                    <a:pt x="23" y="142"/>
                  </a:lnTo>
                  <a:lnTo>
                    <a:pt x="0" y="97"/>
                  </a:lnTo>
                  <a:lnTo>
                    <a:pt x="2" y="68"/>
                  </a:lnTo>
                  <a:lnTo>
                    <a:pt x="18" y="31"/>
                  </a:lnTo>
                  <a:lnTo>
                    <a:pt x="47" y="7"/>
                  </a:lnTo>
                  <a:lnTo>
                    <a:pt x="73" y="0"/>
                  </a:lnTo>
                  <a:lnTo>
                    <a:pt x="100" y="5"/>
                  </a:lnTo>
                  <a:lnTo>
                    <a:pt x="118" y="16"/>
                  </a:lnTo>
                  <a:lnTo>
                    <a:pt x="142" y="37"/>
                  </a:lnTo>
                  <a:lnTo>
                    <a:pt x="156" y="68"/>
                  </a:lnTo>
                  <a:lnTo>
                    <a:pt x="151" y="101"/>
                  </a:lnTo>
                  <a:lnTo>
                    <a:pt x="132" y="129"/>
                  </a:lnTo>
                  <a:lnTo>
                    <a:pt x="106" y="174"/>
                  </a:lnTo>
                  <a:lnTo>
                    <a:pt x="100" y="206"/>
                  </a:lnTo>
                  <a:lnTo>
                    <a:pt x="102" y="233"/>
                  </a:lnTo>
                  <a:lnTo>
                    <a:pt x="90" y="259"/>
                  </a:lnTo>
                  <a:lnTo>
                    <a:pt x="76" y="278"/>
                  </a:lnTo>
                  <a:lnTo>
                    <a:pt x="50" y="251"/>
                  </a:lnTo>
                </a:path>
              </a:pathLst>
            </a:custGeom>
            <a:solidFill>
              <a:srgbClr val="66CCFF"/>
            </a:solidFill>
            <a:ln w="12700" cap="rnd">
              <a:solidFill>
                <a:srgbClr val="000000"/>
              </a:solidFill>
              <a:round/>
              <a:headEnd/>
              <a:tailEnd/>
            </a:ln>
          </p:spPr>
          <p:txBody>
            <a:bodyPr/>
            <a:lstStyle/>
            <a:p>
              <a:endParaRPr lang="es-ES" sz="2800"/>
            </a:p>
          </p:txBody>
        </p:sp>
        <p:sp>
          <p:nvSpPr>
            <p:cNvPr id="15" name="Freeform 18"/>
            <p:cNvSpPr>
              <a:spLocks/>
            </p:cNvSpPr>
            <p:nvPr/>
          </p:nvSpPr>
          <p:spPr bwMode="auto">
            <a:xfrm>
              <a:off x="3823" y="1409"/>
              <a:ext cx="116" cy="55"/>
            </a:xfrm>
            <a:custGeom>
              <a:avLst/>
              <a:gdLst>
                <a:gd name="T0" fmla="*/ 115 w 116"/>
                <a:gd name="T1" fmla="*/ 54 h 55"/>
                <a:gd name="T2" fmla="*/ 19 w 116"/>
                <a:gd name="T3" fmla="*/ 37 h 55"/>
                <a:gd name="T4" fmla="*/ 0 w 116"/>
                <a:gd name="T5" fmla="*/ 18 h 55"/>
                <a:gd name="T6" fmla="*/ 8 w 116"/>
                <a:gd name="T7" fmla="*/ 2 h 55"/>
                <a:gd name="T8" fmla="*/ 30 w 116"/>
                <a:gd name="T9" fmla="*/ 0 h 55"/>
                <a:gd name="T10" fmla="*/ 115 w 116"/>
                <a:gd name="T11" fmla="*/ 54 h 55"/>
                <a:gd name="T12" fmla="*/ 0 60000 65536"/>
                <a:gd name="T13" fmla="*/ 0 60000 65536"/>
                <a:gd name="T14" fmla="*/ 0 60000 65536"/>
                <a:gd name="T15" fmla="*/ 0 60000 65536"/>
                <a:gd name="T16" fmla="*/ 0 60000 65536"/>
                <a:gd name="T17" fmla="*/ 0 60000 65536"/>
                <a:gd name="T18" fmla="*/ 0 w 116"/>
                <a:gd name="T19" fmla="*/ 0 h 55"/>
                <a:gd name="T20" fmla="*/ 116 w 116"/>
                <a:gd name="T21" fmla="*/ 55 h 55"/>
              </a:gdLst>
              <a:ahLst/>
              <a:cxnLst>
                <a:cxn ang="T12">
                  <a:pos x="T0" y="T1"/>
                </a:cxn>
                <a:cxn ang="T13">
                  <a:pos x="T2" y="T3"/>
                </a:cxn>
                <a:cxn ang="T14">
                  <a:pos x="T4" y="T5"/>
                </a:cxn>
                <a:cxn ang="T15">
                  <a:pos x="T6" y="T7"/>
                </a:cxn>
                <a:cxn ang="T16">
                  <a:pos x="T8" y="T9"/>
                </a:cxn>
                <a:cxn ang="T17">
                  <a:pos x="T10" y="T11"/>
                </a:cxn>
              </a:cxnLst>
              <a:rect l="T18" t="T19" r="T20" b="T21"/>
              <a:pathLst>
                <a:path w="116" h="55">
                  <a:moveTo>
                    <a:pt x="115" y="54"/>
                  </a:moveTo>
                  <a:lnTo>
                    <a:pt x="19" y="37"/>
                  </a:lnTo>
                  <a:lnTo>
                    <a:pt x="0" y="18"/>
                  </a:lnTo>
                  <a:lnTo>
                    <a:pt x="8" y="2"/>
                  </a:lnTo>
                  <a:lnTo>
                    <a:pt x="30" y="0"/>
                  </a:lnTo>
                  <a:lnTo>
                    <a:pt x="115" y="54"/>
                  </a:lnTo>
                </a:path>
              </a:pathLst>
            </a:custGeom>
            <a:solidFill>
              <a:srgbClr val="66CC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s-ES" sz="2800"/>
            </a:p>
          </p:txBody>
        </p:sp>
        <p:sp>
          <p:nvSpPr>
            <p:cNvPr id="16" name="Freeform 19"/>
            <p:cNvSpPr>
              <a:spLocks/>
            </p:cNvSpPr>
            <p:nvPr/>
          </p:nvSpPr>
          <p:spPr bwMode="auto">
            <a:xfrm>
              <a:off x="3938" y="1270"/>
              <a:ext cx="51" cy="89"/>
            </a:xfrm>
            <a:custGeom>
              <a:avLst/>
              <a:gdLst>
                <a:gd name="T0" fmla="*/ 50 w 51"/>
                <a:gd name="T1" fmla="*/ 88 h 89"/>
                <a:gd name="T2" fmla="*/ 0 w 51"/>
                <a:gd name="T3" fmla="*/ 32 h 89"/>
                <a:gd name="T4" fmla="*/ 5 w 51"/>
                <a:gd name="T5" fmla="*/ 8 h 89"/>
                <a:gd name="T6" fmla="*/ 29 w 51"/>
                <a:gd name="T7" fmla="*/ 0 h 89"/>
                <a:gd name="T8" fmla="*/ 42 w 51"/>
                <a:gd name="T9" fmla="*/ 17 h 89"/>
                <a:gd name="T10" fmla="*/ 50 w 51"/>
                <a:gd name="T11" fmla="*/ 88 h 89"/>
                <a:gd name="T12" fmla="*/ 0 60000 65536"/>
                <a:gd name="T13" fmla="*/ 0 60000 65536"/>
                <a:gd name="T14" fmla="*/ 0 60000 65536"/>
                <a:gd name="T15" fmla="*/ 0 60000 65536"/>
                <a:gd name="T16" fmla="*/ 0 60000 65536"/>
                <a:gd name="T17" fmla="*/ 0 60000 65536"/>
                <a:gd name="T18" fmla="*/ 0 w 51"/>
                <a:gd name="T19" fmla="*/ 0 h 89"/>
                <a:gd name="T20" fmla="*/ 51 w 51"/>
                <a:gd name="T21" fmla="*/ 89 h 89"/>
              </a:gdLst>
              <a:ahLst/>
              <a:cxnLst>
                <a:cxn ang="T12">
                  <a:pos x="T0" y="T1"/>
                </a:cxn>
                <a:cxn ang="T13">
                  <a:pos x="T2" y="T3"/>
                </a:cxn>
                <a:cxn ang="T14">
                  <a:pos x="T4" y="T5"/>
                </a:cxn>
                <a:cxn ang="T15">
                  <a:pos x="T6" y="T7"/>
                </a:cxn>
                <a:cxn ang="T16">
                  <a:pos x="T8" y="T9"/>
                </a:cxn>
                <a:cxn ang="T17">
                  <a:pos x="T10" y="T11"/>
                </a:cxn>
              </a:cxnLst>
              <a:rect l="T18" t="T19" r="T20" b="T21"/>
              <a:pathLst>
                <a:path w="51" h="89">
                  <a:moveTo>
                    <a:pt x="50" y="88"/>
                  </a:moveTo>
                  <a:lnTo>
                    <a:pt x="0" y="32"/>
                  </a:lnTo>
                  <a:lnTo>
                    <a:pt x="5" y="8"/>
                  </a:lnTo>
                  <a:lnTo>
                    <a:pt x="29" y="0"/>
                  </a:lnTo>
                  <a:lnTo>
                    <a:pt x="42" y="17"/>
                  </a:lnTo>
                  <a:lnTo>
                    <a:pt x="50" y="88"/>
                  </a:lnTo>
                </a:path>
              </a:pathLst>
            </a:custGeom>
            <a:solidFill>
              <a:srgbClr val="66CC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s-ES" sz="2800"/>
            </a:p>
          </p:txBody>
        </p:sp>
        <p:sp>
          <p:nvSpPr>
            <p:cNvPr id="17" name="Freeform 20"/>
            <p:cNvSpPr>
              <a:spLocks/>
            </p:cNvSpPr>
            <p:nvPr/>
          </p:nvSpPr>
          <p:spPr bwMode="auto">
            <a:xfrm>
              <a:off x="4099" y="1247"/>
              <a:ext cx="44" cy="107"/>
            </a:xfrm>
            <a:custGeom>
              <a:avLst/>
              <a:gdLst>
                <a:gd name="T0" fmla="*/ 6 w 44"/>
                <a:gd name="T1" fmla="*/ 106 h 107"/>
                <a:gd name="T2" fmla="*/ 0 w 44"/>
                <a:gd name="T3" fmla="*/ 27 h 107"/>
                <a:gd name="T4" fmla="*/ 23 w 44"/>
                <a:gd name="T5" fmla="*/ 0 h 107"/>
                <a:gd name="T6" fmla="*/ 43 w 44"/>
                <a:gd name="T7" fmla="*/ 11 h 107"/>
                <a:gd name="T8" fmla="*/ 39 w 44"/>
                <a:gd name="T9" fmla="*/ 32 h 107"/>
                <a:gd name="T10" fmla="*/ 6 w 44"/>
                <a:gd name="T11" fmla="*/ 106 h 107"/>
                <a:gd name="T12" fmla="*/ 0 60000 65536"/>
                <a:gd name="T13" fmla="*/ 0 60000 65536"/>
                <a:gd name="T14" fmla="*/ 0 60000 65536"/>
                <a:gd name="T15" fmla="*/ 0 60000 65536"/>
                <a:gd name="T16" fmla="*/ 0 60000 65536"/>
                <a:gd name="T17" fmla="*/ 0 60000 65536"/>
                <a:gd name="T18" fmla="*/ 0 w 44"/>
                <a:gd name="T19" fmla="*/ 0 h 107"/>
                <a:gd name="T20" fmla="*/ 44 w 44"/>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44" h="107">
                  <a:moveTo>
                    <a:pt x="6" y="106"/>
                  </a:moveTo>
                  <a:lnTo>
                    <a:pt x="0" y="27"/>
                  </a:lnTo>
                  <a:lnTo>
                    <a:pt x="23" y="0"/>
                  </a:lnTo>
                  <a:lnTo>
                    <a:pt x="43" y="11"/>
                  </a:lnTo>
                  <a:lnTo>
                    <a:pt x="39" y="32"/>
                  </a:lnTo>
                  <a:lnTo>
                    <a:pt x="6" y="106"/>
                  </a:lnTo>
                </a:path>
              </a:pathLst>
            </a:custGeom>
            <a:solidFill>
              <a:srgbClr val="66CC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s-ES" sz="2800"/>
            </a:p>
          </p:txBody>
        </p:sp>
        <p:sp>
          <p:nvSpPr>
            <p:cNvPr id="18" name="Freeform 21"/>
            <p:cNvSpPr>
              <a:spLocks/>
            </p:cNvSpPr>
            <p:nvPr/>
          </p:nvSpPr>
          <p:spPr bwMode="auto">
            <a:xfrm>
              <a:off x="4187" y="1329"/>
              <a:ext cx="103" cy="67"/>
            </a:xfrm>
            <a:custGeom>
              <a:avLst/>
              <a:gdLst>
                <a:gd name="T0" fmla="*/ 0 w 103"/>
                <a:gd name="T1" fmla="*/ 66 h 67"/>
                <a:gd name="T2" fmla="*/ 76 w 103"/>
                <a:gd name="T3" fmla="*/ 0 h 67"/>
                <a:gd name="T4" fmla="*/ 102 w 103"/>
                <a:gd name="T5" fmla="*/ 12 h 67"/>
                <a:gd name="T6" fmla="*/ 100 w 103"/>
                <a:gd name="T7" fmla="*/ 34 h 67"/>
                <a:gd name="T8" fmla="*/ 87 w 103"/>
                <a:gd name="T9" fmla="*/ 45 h 67"/>
                <a:gd name="T10" fmla="*/ 0 w 103"/>
                <a:gd name="T11" fmla="*/ 66 h 67"/>
                <a:gd name="T12" fmla="*/ 0 60000 65536"/>
                <a:gd name="T13" fmla="*/ 0 60000 65536"/>
                <a:gd name="T14" fmla="*/ 0 60000 65536"/>
                <a:gd name="T15" fmla="*/ 0 60000 65536"/>
                <a:gd name="T16" fmla="*/ 0 60000 65536"/>
                <a:gd name="T17" fmla="*/ 0 60000 65536"/>
                <a:gd name="T18" fmla="*/ 0 w 103"/>
                <a:gd name="T19" fmla="*/ 0 h 67"/>
                <a:gd name="T20" fmla="*/ 103 w 103"/>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103" h="67">
                  <a:moveTo>
                    <a:pt x="0" y="66"/>
                  </a:moveTo>
                  <a:lnTo>
                    <a:pt x="76" y="0"/>
                  </a:lnTo>
                  <a:lnTo>
                    <a:pt x="102" y="12"/>
                  </a:lnTo>
                  <a:lnTo>
                    <a:pt x="100" y="34"/>
                  </a:lnTo>
                  <a:lnTo>
                    <a:pt x="87" y="45"/>
                  </a:lnTo>
                  <a:lnTo>
                    <a:pt x="0" y="66"/>
                  </a:lnTo>
                </a:path>
              </a:pathLst>
            </a:custGeom>
            <a:solidFill>
              <a:srgbClr val="66CC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s-ES" sz="2800"/>
            </a:p>
          </p:txBody>
        </p:sp>
      </p:grpSp>
    </p:spTree>
    <p:extLst>
      <p:ext uri="{BB962C8B-B14F-4D97-AF65-F5344CB8AC3E}">
        <p14:creationId xmlns:p14="http://schemas.microsoft.com/office/powerpoint/2010/main" val="3409749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61443">
                                            <p:txEl>
                                              <p:pRg st="0" end="0"/>
                                            </p:txEl>
                                          </p:spTgt>
                                        </p:tgtEl>
                                        <p:attrNameLst>
                                          <p:attrName>style.visibility</p:attrName>
                                        </p:attrNameLst>
                                      </p:cBhvr>
                                      <p:to>
                                        <p:strVal val="visible"/>
                                      </p:to>
                                    </p:set>
                                    <p:anim calcmode="lin" valueType="num">
                                      <p:cBhvr>
                                        <p:cTn id="7" dur="500" fill="hold"/>
                                        <p:tgtEl>
                                          <p:spTgt spid="6144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6144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61443">
                                            <p:txEl>
                                              <p:pRg st="0" end="0"/>
                                            </p:txEl>
                                          </p:spTgt>
                                        </p:tgtEl>
                                      </p:cBhvr>
                                    </p:animEffect>
                                  </p:childTnLst>
                                </p:cTn>
                              </p:par>
                              <p:par>
                                <p:cTn id="10" presetID="53" presetClass="entr" presetSubtype="0" fill="hold" grpId="0" nodeType="withEffect">
                                  <p:stCondLst>
                                    <p:cond delay="0"/>
                                  </p:stCondLst>
                                  <p:childTnLst>
                                    <p:set>
                                      <p:cBhvr>
                                        <p:cTn id="11" dur="1" fill="hold">
                                          <p:stCondLst>
                                            <p:cond delay="0"/>
                                          </p:stCondLst>
                                        </p:cTn>
                                        <p:tgtEl>
                                          <p:spTgt spid="61443">
                                            <p:txEl>
                                              <p:pRg st="1" end="1"/>
                                            </p:txEl>
                                          </p:spTgt>
                                        </p:tgtEl>
                                        <p:attrNameLst>
                                          <p:attrName>style.visibility</p:attrName>
                                        </p:attrNameLst>
                                      </p:cBhvr>
                                      <p:to>
                                        <p:strVal val="visible"/>
                                      </p:to>
                                    </p:set>
                                    <p:anim calcmode="lin" valueType="num">
                                      <p:cBhvr>
                                        <p:cTn id="12" dur="500" fill="hold"/>
                                        <p:tgtEl>
                                          <p:spTgt spid="61443">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61443">
                                            <p:txEl>
                                              <p:pRg st="1" end="1"/>
                                            </p:txEl>
                                          </p:spTgt>
                                        </p:tgtEl>
                                        <p:attrNameLst>
                                          <p:attrName>ppt_h</p:attrName>
                                        </p:attrNameLst>
                                      </p:cBhvr>
                                      <p:tavLst>
                                        <p:tav tm="0">
                                          <p:val>
                                            <p:fltVal val="0"/>
                                          </p:val>
                                        </p:tav>
                                        <p:tav tm="100000">
                                          <p:val>
                                            <p:strVal val="#ppt_h"/>
                                          </p:val>
                                        </p:tav>
                                      </p:tavLst>
                                    </p:anim>
                                    <p:animEffect transition="in" filter="fade">
                                      <p:cBhvr>
                                        <p:cTn id="14" dur="500"/>
                                        <p:tgtEl>
                                          <p:spTgt spid="61443">
                                            <p:txEl>
                                              <p:pRg st="1" end="1"/>
                                            </p:txEl>
                                          </p:spTgt>
                                        </p:tgtEl>
                                      </p:cBhvr>
                                    </p:animEffect>
                                  </p:childTnLst>
                                </p:cTn>
                              </p:par>
                              <p:par>
                                <p:cTn id="15" presetID="53" presetClass="entr" presetSubtype="0" fill="hold" grpId="0" nodeType="withEffect">
                                  <p:stCondLst>
                                    <p:cond delay="0"/>
                                  </p:stCondLst>
                                  <p:childTnLst>
                                    <p:set>
                                      <p:cBhvr>
                                        <p:cTn id="16" dur="1" fill="hold">
                                          <p:stCondLst>
                                            <p:cond delay="0"/>
                                          </p:stCondLst>
                                        </p:cTn>
                                        <p:tgtEl>
                                          <p:spTgt spid="61443">
                                            <p:txEl>
                                              <p:pRg st="2" end="2"/>
                                            </p:txEl>
                                          </p:spTgt>
                                        </p:tgtEl>
                                        <p:attrNameLst>
                                          <p:attrName>style.visibility</p:attrName>
                                        </p:attrNameLst>
                                      </p:cBhvr>
                                      <p:to>
                                        <p:strVal val="visible"/>
                                      </p:to>
                                    </p:set>
                                    <p:anim calcmode="lin" valueType="num">
                                      <p:cBhvr>
                                        <p:cTn id="17" dur="500" fill="hold"/>
                                        <p:tgtEl>
                                          <p:spTgt spid="61443">
                                            <p:txEl>
                                              <p:pRg st="2" end="2"/>
                                            </p:txEl>
                                          </p:spTgt>
                                        </p:tgtEl>
                                        <p:attrNameLst>
                                          <p:attrName>ppt_w</p:attrName>
                                        </p:attrNameLst>
                                      </p:cBhvr>
                                      <p:tavLst>
                                        <p:tav tm="0">
                                          <p:val>
                                            <p:fltVal val="0"/>
                                          </p:val>
                                        </p:tav>
                                        <p:tav tm="100000">
                                          <p:val>
                                            <p:strVal val="#ppt_w"/>
                                          </p:val>
                                        </p:tav>
                                      </p:tavLst>
                                    </p:anim>
                                    <p:anim calcmode="lin" valueType="num">
                                      <p:cBhvr>
                                        <p:cTn id="18" dur="500" fill="hold"/>
                                        <p:tgtEl>
                                          <p:spTgt spid="61443">
                                            <p:txEl>
                                              <p:pRg st="2" end="2"/>
                                            </p:txEl>
                                          </p:spTgt>
                                        </p:tgtEl>
                                        <p:attrNameLst>
                                          <p:attrName>ppt_h</p:attrName>
                                        </p:attrNameLst>
                                      </p:cBhvr>
                                      <p:tavLst>
                                        <p:tav tm="0">
                                          <p:val>
                                            <p:fltVal val="0"/>
                                          </p:val>
                                        </p:tav>
                                        <p:tav tm="100000">
                                          <p:val>
                                            <p:strVal val="#ppt_h"/>
                                          </p:val>
                                        </p:tav>
                                      </p:tavLst>
                                    </p:anim>
                                    <p:animEffect transition="in" filter="fade">
                                      <p:cBhvr>
                                        <p:cTn id="19" dur="500"/>
                                        <p:tgtEl>
                                          <p:spTgt spid="61443">
                                            <p:txEl>
                                              <p:pRg st="2" end="2"/>
                                            </p:txEl>
                                          </p:spTgt>
                                        </p:tgtEl>
                                      </p:cBhvr>
                                    </p:animEffect>
                                  </p:childTnLst>
                                </p:cTn>
                              </p:par>
                              <p:par>
                                <p:cTn id="20" presetID="53" presetClass="entr" presetSubtype="0" fill="hold" grpId="0" nodeType="withEffect">
                                  <p:stCondLst>
                                    <p:cond delay="0"/>
                                  </p:stCondLst>
                                  <p:childTnLst>
                                    <p:set>
                                      <p:cBhvr>
                                        <p:cTn id="21" dur="1" fill="hold">
                                          <p:stCondLst>
                                            <p:cond delay="0"/>
                                          </p:stCondLst>
                                        </p:cTn>
                                        <p:tgtEl>
                                          <p:spTgt spid="61443">
                                            <p:txEl>
                                              <p:pRg st="3" end="3"/>
                                            </p:txEl>
                                          </p:spTgt>
                                        </p:tgtEl>
                                        <p:attrNameLst>
                                          <p:attrName>style.visibility</p:attrName>
                                        </p:attrNameLst>
                                      </p:cBhvr>
                                      <p:to>
                                        <p:strVal val="visible"/>
                                      </p:to>
                                    </p:set>
                                    <p:anim calcmode="lin" valueType="num">
                                      <p:cBhvr>
                                        <p:cTn id="22" dur="500" fill="hold"/>
                                        <p:tgtEl>
                                          <p:spTgt spid="61443">
                                            <p:txEl>
                                              <p:pRg st="3" end="3"/>
                                            </p:txEl>
                                          </p:spTgt>
                                        </p:tgtEl>
                                        <p:attrNameLst>
                                          <p:attrName>ppt_w</p:attrName>
                                        </p:attrNameLst>
                                      </p:cBhvr>
                                      <p:tavLst>
                                        <p:tav tm="0">
                                          <p:val>
                                            <p:fltVal val="0"/>
                                          </p:val>
                                        </p:tav>
                                        <p:tav tm="100000">
                                          <p:val>
                                            <p:strVal val="#ppt_w"/>
                                          </p:val>
                                        </p:tav>
                                      </p:tavLst>
                                    </p:anim>
                                    <p:anim calcmode="lin" valueType="num">
                                      <p:cBhvr>
                                        <p:cTn id="23" dur="500" fill="hold"/>
                                        <p:tgtEl>
                                          <p:spTgt spid="61443">
                                            <p:txEl>
                                              <p:pRg st="3" end="3"/>
                                            </p:txEl>
                                          </p:spTgt>
                                        </p:tgtEl>
                                        <p:attrNameLst>
                                          <p:attrName>ppt_h</p:attrName>
                                        </p:attrNameLst>
                                      </p:cBhvr>
                                      <p:tavLst>
                                        <p:tav tm="0">
                                          <p:val>
                                            <p:fltVal val="0"/>
                                          </p:val>
                                        </p:tav>
                                        <p:tav tm="100000">
                                          <p:val>
                                            <p:strVal val="#ppt_h"/>
                                          </p:val>
                                        </p:tav>
                                      </p:tavLst>
                                    </p:anim>
                                    <p:animEffect transition="in" filter="fade">
                                      <p:cBhvr>
                                        <p:cTn id="24" dur="500"/>
                                        <p:tgtEl>
                                          <p:spTgt spid="61443">
                                            <p:txEl>
                                              <p:pRg st="3" end="3"/>
                                            </p:txEl>
                                          </p:spTgt>
                                        </p:tgtEl>
                                      </p:cBhvr>
                                    </p:animEffect>
                                  </p:childTnLst>
                                </p:cTn>
                              </p:par>
                              <p:par>
                                <p:cTn id="25" presetID="53" presetClass="entr" presetSubtype="0" fill="hold" grpId="0" nodeType="withEffect">
                                  <p:stCondLst>
                                    <p:cond delay="0"/>
                                  </p:stCondLst>
                                  <p:childTnLst>
                                    <p:set>
                                      <p:cBhvr>
                                        <p:cTn id="26" dur="1" fill="hold">
                                          <p:stCondLst>
                                            <p:cond delay="0"/>
                                          </p:stCondLst>
                                        </p:cTn>
                                        <p:tgtEl>
                                          <p:spTgt spid="61443">
                                            <p:txEl>
                                              <p:pRg st="4" end="4"/>
                                            </p:txEl>
                                          </p:spTgt>
                                        </p:tgtEl>
                                        <p:attrNameLst>
                                          <p:attrName>style.visibility</p:attrName>
                                        </p:attrNameLst>
                                      </p:cBhvr>
                                      <p:to>
                                        <p:strVal val="visible"/>
                                      </p:to>
                                    </p:set>
                                    <p:anim calcmode="lin" valueType="num">
                                      <p:cBhvr>
                                        <p:cTn id="27" dur="500" fill="hold"/>
                                        <p:tgtEl>
                                          <p:spTgt spid="61443">
                                            <p:txEl>
                                              <p:pRg st="4" end="4"/>
                                            </p:txEl>
                                          </p:spTgt>
                                        </p:tgtEl>
                                        <p:attrNameLst>
                                          <p:attrName>ppt_w</p:attrName>
                                        </p:attrNameLst>
                                      </p:cBhvr>
                                      <p:tavLst>
                                        <p:tav tm="0">
                                          <p:val>
                                            <p:fltVal val="0"/>
                                          </p:val>
                                        </p:tav>
                                        <p:tav tm="100000">
                                          <p:val>
                                            <p:strVal val="#ppt_w"/>
                                          </p:val>
                                        </p:tav>
                                      </p:tavLst>
                                    </p:anim>
                                    <p:anim calcmode="lin" valueType="num">
                                      <p:cBhvr>
                                        <p:cTn id="28" dur="500" fill="hold"/>
                                        <p:tgtEl>
                                          <p:spTgt spid="61443">
                                            <p:txEl>
                                              <p:pRg st="4" end="4"/>
                                            </p:txEl>
                                          </p:spTgt>
                                        </p:tgtEl>
                                        <p:attrNameLst>
                                          <p:attrName>ppt_h</p:attrName>
                                        </p:attrNameLst>
                                      </p:cBhvr>
                                      <p:tavLst>
                                        <p:tav tm="0">
                                          <p:val>
                                            <p:fltVal val="0"/>
                                          </p:val>
                                        </p:tav>
                                        <p:tav tm="100000">
                                          <p:val>
                                            <p:strVal val="#ppt_h"/>
                                          </p:val>
                                        </p:tav>
                                      </p:tavLst>
                                    </p:anim>
                                    <p:animEffect transition="in" filter="fade">
                                      <p:cBhvr>
                                        <p:cTn id="29" dur="500"/>
                                        <p:tgtEl>
                                          <p:spTgt spid="61443">
                                            <p:txEl>
                                              <p:pRg st="4" end="4"/>
                                            </p:txEl>
                                          </p:spTgt>
                                        </p:tgtEl>
                                      </p:cBhvr>
                                    </p:animEffect>
                                  </p:childTnLst>
                                </p:cTn>
                              </p:par>
                              <p:par>
                                <p:cTn id="30" presetID="53" presetClass="entr" presetSubtype="0" fill="hold" grpId="0" nodeType="withEffect">
                                  <p:stCondLst>
                                    <p:cond delay="0"/>
                                  </p:stCondLst>
                                  <p:childTnLst>
                                    <p:set>
                                      <p:cBhvr>
                                        <p:cTn id="31" dur="1" fill="hold">
                                          <p:stCondLst>
                                            <p:cond delay="0"/>
                                          </p:stCondLst>
                                        </p:cTn>
                                        <p:tgtEl>
                                          <p:spTgt spid="61443">
                                            <p:txEl>
                                              <p:pRg st="5" end="5"/>
                                            </p:txEl>
                                          </p:spTgt>
                                        </p:tgtEl>
                                        <p:attrNameLst>
                                          <p:attrName>style.visibility</p:attrName>
                                        </p:attrNameLst>
                                      </p:cBhvr>
                                      <p:to>
                                        <p:strVal val="visible"/>
                                      </p:to>
                                    </p:set>
                                    <p:anim calcmode="lin" valueType="num">
                                      <p:cBhvr>
                                        <p:cTn id="32" dur="500" fill="hold"/>
                                        <p:tgtEl>
                                          <p:spTgt spid="61443">
                                            <p:txEl>
                                              <p:pRg st="5" end="5"/>
                                            </p:txEl>
                                          </p:spTgt>
                                        </p:tgtEl>
                                        <p:attrNameLst>
                                          <p:attrName>ppt_w</p:attrName>
                                        </p:attrNameLst>
                                      </p:cBhvr>
                                      <p:tavLst>
                                        <p:tav tm="0">
                                          <p:val>
                                            <p:fltVal val="0"/>
                                          </p:val>
                                        </p:tav>
                                        <p:tav tm="100000">
                                          <p:val>
                                            <p:strVal val="#ppt_w"/>
                                          </p:val>
                                        </p:tav>
                                      </p:tavLst>
                                    </p:anim>
                                    <p:anim calcmode="lin" valueType="num">
                                      <p:cBhvr>
                                        <p:cTn id="33" dur="500" fill="hold"/>
                                        <p:tgtEl>
                                          <p:spTgt spid="61443">
                                            <p:txEl>
                                              <p:pRg st="5" end="5"/>
                                            </p:txEl>
                                          </p:spTgt>
                                        </p:tgtEl>
                                        <p:attrNameLst>
                                          <p:attrName>ppt_h</p:attrName>
                                        </p:attrNameLst>
                                      </p:cBhvr>
                                      <p:tavLst>
                                        <p:tav tm="0">
                                          <p:val>
                                            <p:fltVal val="0"/>
                                          </p:val>
                                        </p:tav>
                                        <p:tav tm="100000">
                                          <p:val>
                                            <p:strVal val="#ppt_h"/>
                                          </p:val>
                                        </p:tav>
                                      </p:tavLst>
                                    </p:anim>
                                    <p:animEffect transition="in" filter="fade">
                                      <p:cBhvr>
                                        <p:cTn id="34" dur="500"/>
                                        <p:tgtEl>
                                          <p:spTgt spid="61443">
                                            <p:txEl>
                                              <p:pRg st="5" end="5"/>
                                            </p:txEl>
                                          </p:spTgt>
                                        </p:tgtEl>
                                      </p:cBhvr>
                                    </p:animEffect>
                                  </p:childTnLst>
                                </p:cTn>
                              </p:par>
                              <p:par>
                                <p:cTn id="35" presetID="53" presetClass="entr" presetSubtype="0" fill="hold" grpId="0" nodeType="withEffect">
                                  <p:stCondLst>
                                    <p:cond delay="0"/>
                                  </p:stCondLst>
                                  <p:childTnLst>
                                    <p:set>
                                      <p:cBhvr>
                                        <p:cTn id="36" dur="1" fill="hold">
                                          <p:stCondLst>
                                            <p:cond delay="0"/>
                                          </p:stCondLst>
                                        </p:cTn>
                                        <p:tgtEl>
                                          <p:spTgt spid="61443">
                                            <p:txEl>
                                              <p:pRg st="6" end="6"/>
                                            </p:txEl>
                                          </p:spTgt>
                                        </p:tgtEl>
                                        <p:attrNameLst>
                                          <p:attrName>style.visibility</p:attrName>
                                        </p:attrNameLst>
                                      </p:cBhvr>
                                      <p:to>
                                        <p:strVal val="visible"/>
                                      </p:to>
                                    </p:set>
                                    <p:anim calcmode="lin" valueType="num">
                                      <p:cBhvr>
                                        <p:cTn id="37" dur="500" fill="hold"/>
                                        <p:tgtEl>
                                          <p:spTgt spid="61443">
                                            <p:txEl>
                                              <p:pRg st="6" end="6"/>
                                            </p:txEl>
                                          </p:spTgt>
                                        </p:tgtEl>
                                        <p:attrNameLst>
                                          <p:attrName>ppt_w</p:attrName>
                                        </p:attrNameLst>
                                      </p:cBhvr>
                                      <p:tavLst>
                                        <p:tav tm="0">
                                          <p:val>
                                            <p:fltVal val="0"/>
                                          </p:val>
                                        </p:tav>
                                        <p:tav tm="100000">
                                          <p:val>
                                            <p:strVal val="#ppt_w"/>
                                          </p:val>
                                        </p:tav>
                                      </p:tavLst>
                                    </p:anim>
                                    <p:anim calcmode="lin" valueType="num">
                                      <p:cBhvr>
                                        <p:cTn id="38" dur="500" fill="hold"/>
                                        <p:tgtEl>
                                          <p:spTgt spid="61443">
                                            <p:txEl>
                                              <p:pRg st="6" end="6"/>
                                            </p:txEl>
                                          </p:spTgt>
                                        </p:tgtEl>
                                        <p:attrNameLst>
                                          <p:attrName>ppt_h</p:attrName>
                                        </p:attrNameLst>
                                      </p:cBhvr>
                                      <p:tavLst>
                                        <p:tav tm="0">
                                          <p:val>
                                            <p:fltVal val="0"/>
                                          </p:val>
                                        </p:tav>
                                        <p:tav tm="100000">
                                          <p:val>
                                            <p:strVal val="#ppt_h"/>
                                          </p:val>
                                        </p:tav>
                                      </p:tavLst>
                                    </p:anim>
                                    <p:animEffect transition="in" filter="fade">
                                      <p:cBhvr>
                                        <p:cTn id="39" dur="500"/>
                                        <p:tgtEl>
                                          <p:spTgt spid="61443">
                                            <p:txEl>
                                              <p:pRg st="6" end="6"/>
                                            </p:txEl>
                                          </p:spTgt>
                                        </p:tgtEl>
                                      </p:cBhvr>
                                    </p:animEffect>
                                  </p:childTnLst>
                                </p:cTn>
                              </p:par>
                              <p:par>
                                <p:cTn id="40" presetID="53" presetClass="entr" presetSubtype="0" fill="hold" grpId="0" nodeType="withEffect">
                                  <p:stCondLst>
                                    <p:cond delay="0"/>
                                  </p:stCondLst>
                                  <p:childTnLst>
                                    <p:set>
                                      <p:cBhvr>
                                        <p:cTn id="41" dur="1" fill="hold">
                                          <p:stCondLst>
                                            <p:cond delay="0"/>
                                          </p:stCondLst>
                                        </p:cTn>
                                        <p:tgtEl>
                                          <p:spTgt spid="61443">
                                            <p:txEl>
                                              <p:pRg st="7" end="7"/>
                                            </p:txEl>
                                          </p:spTgt>
                                        </p:tgtEl>
                                        <p:attrNameLst>
                                          <p:attrName>style.visibility</p:attrName>
                                        </p:attrNameLst>
                                      </p:cBhvr>
                                      <p:to>
                                        <p:strVal val="visible"/>
                                      </p:to>
                                    </p:set>
                                    <p:anim calcmode="lin" valueType="num">
                                      <p:cBhvr>
                                        <p:cTn id="42" dur="500" fill="hold"/>
                                        <p:tgtEl>
                                          <p:spTgt spid="61443">
                                            <p:txEl>
                                              <p:pRg st="7" end="7"/>
                                            </p:txEl>
                                          </p:spTgt>
                                        </p:tgtEl>
                                        <p:attrNameLst>
                                          <p:attrName>ppt_w</p:attrName>
                                        </p:attrNameLst>
                                      </p:cBhvr>
                                      <p:tavLst>
                                        <p:tav tm="0">
                                          <p:val>
                                            <p:fltVal val="0"/>
                                          </p:val>
                                        </p:tav>
                                        <p:tav tm="100000">
                                          <p:val>
                                            <p:strVal val="#ppt_w"/>
                                          </p:val>
                                        </p:tav>
                                      </p:tavLst>
                                    </p:anim>
                                    <p:anim calcmode="lin" valueType="num">
                                      <p:cBhvr>
                                        <p:cTn id="43" dur="500" fill="hold"/>
                                        <p:tgtEl>
                                          <p:spTgt spid="61443">
                                            <p:txEl>
                                              <p:pRg st="7" end="7"/>
                                            </p:txEl>
                                          </p:spTgt>
                                        </p:tgtEl>
                                        <p:attrNameLst>
                                          <p:attrName>ppt_h</p:attrName>
                                        </p:attrNameLst>
                                      </p:cBhvr>
                                      <p:tavLst>
                                        <p:tav tm="0">
                                          <p:val>
                                            <p:fltVal val="0"/>
                                          </p:val>
                                        </p:tav>
                                        <p:tav tm="100000">
                                          <p:val>
                                            <p:strVal val="#ppt_h"/>
                                          </p:val>
                                        </p:tav>
                                      </p:tavLst>
                                    </p:anim>
                                    <p:animEffect transition="in" filter="fade">
                                      <p:cBhvr>
                                        <p:cTn id="44" dur="500"/>
                                        <p:tgtEl>
                                          <p:spTgt spid="61443">
                                            <p:txEl>
                                              <p:pRg st="7" end="7"/>
                                            </p:txEl>
                                          </p:spTgt>
                                        </p:tgtEl>
                                      </p:cBhvr>
                                    </p:animEffect>
                                  </p:childTnLst>
                                </p:cTn>
                              </p:par>
                              <p:par>
                                <p:cTn id="45" presetID="53" presetClass="entr" presetSubtype="0" fill="hold" grpId="0" nodeType="withEffect">
                                  <p:stCondLst>
                                    <p:cond delay="0"/>
                                  </p:stCondLst>
                                  <p:childTnLst>
                                    <p:set>
                                      <p:cBhvr>
                                        <p:cTn id="46" dur="1" fill="hold">
                                          <p:stCondLst>
                                            <p:cond delay="0"/>
                                          </p:stCondLst>
                                        </p:cTn>
                                        <p:tgtEl>
                                          <p:spTgt spid="61443">
                                            <p:txEl>
                                              <p:pRg st="8" end="8"/>
                                            </p:txEl>
                                          </p:spTgt>
                                        </p:tgtEl>
                                        <p:attrNameLst>
                                          <p:attrName>style.visibility</p:attrName>
                                        </p:attrNameLst>
                                      </p:cBhvr>
                                      <p:to>
                                        <p:strVal val="visible"/>
                                      </p:to>
                                    </p:set>
                                    <p:anim calcmode="lin" valueType="num">
                                      <p:cBhvr>
                                        <p:cTn id="47" dur="500" fill="hold"/>
                                        <p:tgtEl>
                                          <p:spTgt spid="61443">
                                            <p:txEl>
                                              <p:pRg st="8" end="8"/>
                                            </p:txEl>
                                          </p:spTgt>
                                        </p:tgtEl>
                                        <p:attrNameLst>
                                          <p:attrName>ppt_w</p:attrName>
                                        </p:attrNameLst>
                                      </p:cBhvr>
                                      <p:tavLst>
                                        <p:tav tm="0">
                                          <p:val>
                                            <p:fltVal val="0"/>
                                          </p:val>
                                        </p:tav>
                                        <p:tav tm="100000">
                                          <p:val>
                                            <p:strVal val="#ppt_w"/>
                                          </p:val>
                                        </p:tav>
                                      </p:tavLst>
                                    </p:anim>
                                    <p:anim calcmode="lin" valueType="num">
                                      <p:cBhvr>
                                        <p:cTn id="48" dur="500" fill="hold"/>
                                        <p:tgtEl>
                                          <p:spTgt spid="61443">
                                            <p:txEl>
                                              <p:pRg st="8" end="8"/>
                                            </p:txEl>
                                          </p:spTgt>
                                        </p:tgtEl>
                                        <p:attrNameLst>
                                          <p:attrName>ppt_h</p:attrName>
                                        </p:attrNameLst>
                                      </p:cBhvr>
                                      <p:tavLst>
                                        <p:tav tm="0">
                                          <p:val>
                                            <p:fltVal val="0"/>
                                          </p:val>
                                        </p:tav>
                                        <p:tav tm="100000">
                                          <p:val>
                                            <p:strVal val="#ppt_h"/>
                                          </p:val>
                                        </p:tav>
                                      </p:tavLst>
                                    </p:anim>
                                    <p:animEffect transition="in" filter="fade">
                                      <p:cBhvr>
                                        <p:cTn id="49" dur="500"/>
                                        <p:tgtEl>
                                          <p:spTgt spid="61443">
                                            <p:txEl>
                                              <p:pRg st="8" end="8"/>
                                            </p:txEl>
                                          </p:spTgt>
                                        </p:tgtEl>
                                      </p:cBhvr>
                                    </p:animEffect>
                                  </p:childTnLst>
                                </p:cTn>
                              </p:par>
                              <p:par>
                                <p:cTn id="50" presetID="53" presetClass="entr" presetSubtype="0" fill="hold" grpId="0" nodeType="withEffect">
                                  <p:stCondLst>
                                    <p:cond delay="0"/>
                                  </p:stCondLst>
                                  <p:childTnLst>
                                    <p:set>
                                      <p:cBhvr>
                                        <p:cTn id="51" dur="1" fill="hold">
                                          <p:stCondLst>
                                            <p:cond delay="0"/>
                                          </p:stCondLst>
                                        </p:cTn>
                                        <p:tgtEl>
                                          <p:spTgt spid="61443">
                                            <p:txEl>
                                              <p:pRg st="9" end="9"/>
                                            </p:txEl>
                                          </p:spTgt>
                                        </p:tgtEl>
                                        <p:attrNameLst>
                                          <p:attrName>style.visibility</p:attrName>
                                        </p:attrNameLst>
                                      </p:cBhvr>
                                      <p:to>
                                        <p:strVal val="visible"/>
                                      </p:to>
                                    </p:set>
                                    <p:anim calcmode="lin" valueType="num">
                                      <p:cBhvr>
                                        <p:cTn id="52" dur="500" fill="hold"/>
                                        <p:tgtEl>
                                          <p:spTgt spid="61443">
                                            <p:txEl>
                                              <p:pRg st="9" end="9"/>
                                            </p:txEl>
                                          </p:spTgt>
                                        </p:tgtEl>
                                        <p:attrNameLst>
                                          <p:attrName>ppt_w</p:attrName>
                                        </p:attrNameLst>
                                      </p:cBhvr>
                                      <p:tavLst>
                                        <p:tav tm="0">
                                          <p:val>
                                            <p:fltVal val="0"/>
                                          </p:val>
                                        </p:tav>
                                        <p:tav tm="100000">
                                          <p:val>
                                            <p:strVal val="#ppt_w"/>
                                          </p:val>
                                        </p:tav>
                                      </p:tavLst>
                                    </p:anim>
                                    <p:anim calcmode="lin" valueType="num">
                                      <p:cBhvr>
                                        <p:cTn id="53" dur="500" fill="hold"/>
                                        <p:tgtEl>
                                          <p:spTgt spid="61443">
                                            <p:txEl>
                                              <p:pRg st="9" end="9"/>
                                            </p:txEl>
                                          </p:spTgt>
                                        </p:tgtEl>
                                        <p:attrNameLst>
                                          <p:attrName>ppt_h</p:attrName>
                                        </p:attrNameLst>
                                      </p:cBhvr>
                                      <p:tavLst>
                                        <p:tav tm="0">
                                          <p:val>
                                            <p:fltVal val="0"/>
                                          </p:val>
                                        </p:tav>
                                        <p:tav tm="100000">
                                          <p:val>
                                            <p:strVal val="#ppt_h"/>
                                          </p:val>
                                        </p:tav>
                                      </p:tavLst>
                                    </p:anim>
                                    <p:animEffect transition="in" filter="fade">
                                      <p:cBhvr>
                                        <p:cTn id="54" dur="500"/>
                                        <p:tgtEl>
                                          <p:spTgt spid="61443">
                                            <p:txEl>
                                              <p:pRg st="9" end="9"/>
                                            </p:txEl>
                                          </p:spTgt>
                                        </p:tgtEl>
                                      </p:cBhvr>
                                    </p:animEffect>
                                  </p:childTnLst>
                                </p:cTn>
                              </p:par>
                              <p:par>
                                <p:cTn id="55" presetID="53" presetClass="entr" presetSubtype="0" fill="hold" grpId="0" nodeType="withEffect">
                                  <p:stCondLst>
                                    <p:cond delay="0"/>
                                  </p:stCondLst>
                                  <p:childTnLst>
                                    <p:set>
                                      <p:cBhvr>
                                        <p:cTn id="56" dur="1" fill="hold">
                                          <p:stCondLst>
                                            <p:cond delay="0"/>
                                          </p:stCondLst>
                                        </p:cTn>
                                        <p:tgtEl>
                                          <p:spTgt spid="61443">
                                            <p:txEl>
                                              <p:pRg st="10" end="10"/>
                                            </p:txEl>
                                          </p:spTgt>
                                        </p:tgtEl>
                                        <p:attrNameLst>
                                          <p:attrName>style.visibility</p:attrName>
                                        </p:attrNameLst>
                                      </p:cBhvr>
                                      <p:to>
                                        <p:strVal val="visible"/>
                                      </p:to>
                                    </p:set>
                                    <p:anim calcmode="lin" valueType="num">
                                      <p:cBhvr>
                                        <p:cTn id="57" dur="500" fill="hold"/>
                                        <p:tgtEl>
                                          <p:spTgt spid="61443">
                                            <p:txEl>
                                              <p:pRg st="10" end="10"/>
                                            </p:txEl>
                                          </p:spTgt>
                                        </p:tgtEl>
                                        <p:attrNameLst>
                                          <p:attrName>ppt_w</p:attrName>
                                        </p:attrNameLst>
                                      </p:cBhvr>
                                      <p:tavLst>
                                        <p:tav tm="0">
                                          <p:val>
                                            <p:fltVal val="0"/>
                                          </p:val>
                                        </p:tav>
                                        <p:tav tm="100000">
                                          <p:val>
                                            <p:strVal val="#ppt_w"/>
                                          </p:val>
                                        </p:tav>
                                      </p:tavLst>
                                    </p:anim>
                                    <p:anim calcmode="lin" valueType="num">
                                      <p:cBhvr>
                                        <p:cTn id="58" dur="500" fill="hold"/>
                                        <p:tgtEl>
                                          <p:spTgt spid="61443">
                                            <p:txEl>
                                              <p:pRg st="10" end="10"/>
                                            </p:txEl>
                                          </p:spTgt>
                                        </p:tgtEl>
                                        <p:attrNameLst>
                                          <p:attrName>ppt_h</p:attrName>
                                        </p:attrNameLst>
                                      </p:cBhvr>
                                      <p:tavLst>
                                        <p:tav tm="0">
                                          <p:val>
                                            <p:fltVal val="0"/>
                                          </p:val>
                                        </p:tav>
                                        <p:tav tm="100000">
                                          <p:val>
                                            <p:strVal val="#ppt_h"/>
                                          </p:val>
                                        </p:tav>
                                      </p:tavLst>
                                    </p:anim>
                                    <p:animEffect transition="in" filter="fade">
                                      <p:cBhvr>
                                        <p:cTn id="59" dur="500"/>
                                        <p:tgtEl>
                                          <p:spTgt spid="61443">
                                            <p:txEl>
                                              <p:pRg st="10" end="10"/>
                                            </p:txEl>
                                          </p:spTgt>
                                        </p:tgtEl>
                                      </p:cBhvr>
                                    </p:animEffect>
                                  </p:childTnLst>
                                </p:cTn>
                              </p:par>
                            </p:childTnLst>
                          </p:cTn>
                        </p:par>
                        <p:par>
                          <p:cTn id="60" fill="hold">
                            <p:stCondLst>
                              <p:cond delay="500"/>
                            </p:stCondLst>
                            <p:childTnLst>
                              <p:par>
                                <p:cTn id="61" presetID="2" presetClass="entr" presetSubtype="8" fill="hold" nodeType="afterEffect">
                                  <p:stCondLst>
                                    <p:cond delay="0"/>
                                  </p:stCondLst>
                                  <p:childTnLst>
                                    <p:set>
                                      <p:cBhvr>
                                        <p:cTn id="62" dur="1" fill="hold">
                                          <p:stCondLst>
                                            <p:cond delay="0"/>
                                          </p:stCondLst>
                                        </p:cTn>
                                        <p:tgtEl>
                                          <p:spTgt spid="6"/>
                                        </p:tgtEl>
                                        <p:attrNameLst>
                                          <p:attrName>style.visibility</p:attrName>
                                        </p:attrNameLst>
                                      </p:cBhvr>
                                      <p:to>
                                        <p:strVal val="visible"/>
                                      </p:to>
                                    </p:set>
                                    <p:anim calcmode="lin" valueType="num">
                                      <p:cBhvr additive="base">
                                        <p:cTn id="63" dur="500" fill="hold"/>
                                        <p:tgtEl>
                                          <p:spTgt spid="6"/>
                                        </p:tgtEl>
                                        <p:attrNameLst>
                                          <p:attrName>ppt_x</p:attrName>
                                        </p:attrNameLst>
                                      </p:cBhvr>
                                      <p:tavLst>
                                        <p:tav tm="0">
                                          <p:val>
                                            <p:strVal val="0-#ppt_w/2"/>
                                          </p:val>
                                        </p:tav>
                                        <p:tav tm="100000">
                                          <p:val>
                                            <p:strVal val="#ppt_x"/>
                                          </p:val>
                                        </p:tav>
                                      </p:tavLst>
                                    </p:anim>
                                    <p:anim calcmode="lin" valueType="num">
                                      <p:cBhvr additive="base">
                                        <p:cTn id="64" dur="500" fill="hold"/>
                                        <p:tgtEl>
                                          <p:spTgt spid="6"/>
                                        </p:tgtEl>
                                        <p:attrNameLst>
                                          <p:attrName>ppt_y</p:attrName>
                                        </p:attrNameLst>
                                      </p:cBhvr>
                                      <p:tavLst>
                                        <p:tav tm="0">
                                          <p:val>
                                            <p:strVal val="#ppt_y"/>
                                          </p:val>
                                        </p:tav>
                                        <p:tav tm="100000">
                                          <p:val>
                                            <p:strVal val="#ppt_y"/>
                                          </p:val>
                                        </p:tav>
                                      </p:tavLst>
                                    </p:anim>
                                  </p:childTnLst>
                                </p:cTn>
                              </p:par>
                            </p:childTnLst>
                          </p:cTn>
                        </p:par>
                        <p:par>
                          <p:cTn id="65" fill="hold">
                            <p:stCondLst>
                              <p:cond delay="1000"/>
                            </p:stCondLst>
                            <p:childTnLst>
                              <p:par>
                                <p:cTn id="66" presetID="22" presetClass="entr" presetSubtype="8" fill="hold" nodeType="afterEffect">
                                  <p:stCondLst>
                                    <p:cond delay="0"/>
                                  </p:stCondLst>
                                  <p:childTnLst>
                                    <p:set>
                                      <p:cBhvr>
                                        <p:cTn id="67" dur="1" fill="hold">
                                          <p:stCondLst>
                                            <p:cond delay="0"/>
                                          </p:stCondLst>
                                        </p:cTn>
                                        <p:tgtEl>
                                          <p:spTgt spid="13"/>
                                        </p:tgtEl>
                                        <p:attrNameLst>
                                          <p:attrName>style.visibility</p:attrName>
                                        </p:attrNameLst>
                                      </p:cBhvr>
                                      <p:to>
                                        <p:strVal val="visible"/>
                                      </p:to>
                                    </p:set>
                                    <p:animEffect transition="in" filter="wipe(left)">
                                      <p:cBhvr>
                                        <p:cTn id="6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4 Marcador de pie de página"/>
          <p:cNvSpPr>
            <a:spLocks noGrp="1"/>
          </p:cNvSpPr>
          <p:nvPr>
            <p:ph type="ftr" sz="quarter" idx="11"/>
          </p:nvPr>
        </p:nvSpPr>
        <p:spPr/>
        <p:txBody>
          <a:bodyPr/>
          <a:lstStyle/>
          <a:p>
            <a:pPr>
              <a:defRPr/>
            </a:pPr>
            <a:r>
              <a:rPr lang="es-ES"/>
              <a:t>ANIVAL TORRE</a:t>
            </a:r>
          </a:p>
        </p:txBody>
      </p:sp>
      <p:sp>
        <p:nvSpPr>
          <p:cNvPr id="5" name="4 Marcador de número de diapositiva"/>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F91B258-07DA-43D3-8B58-725328E628C9}" type="slidenum">
              <a:rPr lang="es-ES" altLang="es-ES">
                <a:solidFill>
                  <a:srgbClr val="045C75"/>
                </a:solidFill>
              </a:rPr>
              <a:pPr eaLnBrk="1" hangingPunct="1"/>
              <a:t>62</a:t>
            </a:fld>
            <a:endParaRPr lang="es-ES" altLang="es-ES">
              <a:solidFill>
                <a:srgbClr val="045C75"/>
              </a:solidFill>
            </a:endParaRPr>
          </a:p>
        </p:txBody>
      </p:sp>
      <p:sp>
        <p:nvSpPr>
          <p:cNvPr id="6" name="Rectangle 6"/>
          <p:cNvSpPr>
            <a:spLocks noChangeArrowheads="1"/>
          </p:cNvSpPr>
          <p:nvPr/>
        </p:nvSpPr>
        <p:spPr bwMode="auto">
          <a:xfrm>
            <a:off x="6096000" y="136525"/>
            <a:ext cx="6095999" cy="792162"/>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40" tIns="45720" rIns="91440" bIns="45720" numCol="1" rtlCol="0" anchor="ctr" anchorCtr="0" compatLnSpc="1">
            <a:prstTxWarp prst="textNoShape">
              <a:avLst/>
            </a:prstTxWarp>
            <a:noAutofit/>
          </a:bodyPr>
          <a:lstStyle/>
          <a:p>
            <a:pPr indent="-342900" algn="ctr">
              <a:lnSpc>
                <a:spcPts val="5800"/>
              </a:lnSpc>
              <a:spcBef>
                <a:spcPct val="0"/>
              </a:spcBef>
            </a:pPr>
            <a:r>
              <a:rPr lang="es-ES_tradnl" altLang="es-ES" sz="3200" dirty="0">
                <a:solidFill>
                  <a:schemeClr val="bg1"/>
                </a:solidFill>
                <a:effectLst>
                  <a:outerShdw blurRad="63500" dist="38100" dir="5400000" algn="t" rotWithShape="0">
                    <a:prstClr val="black">
                      <a:alpha val="25000"/>
                    </a:prstClr>
                  </a:outerShdw>
                </a:effectLst>
                <a:latin typeface="Bauhaus 93" pitchFamily="82" charset="0"/>
              </a:rPr>
              <a:t>Aplicaciones de la simulación</a:t>
            </a:r>
          </a:p>
        </p:txBody>
      </p:sp>
      <p:graphicFrame>
        <p:nvGraphicFramePr>
          <p:cNvPr id="2" name="1 Tabla"/>
          <p:cNvGraphicFramePr>
            <a:graphicFrameLocks noGrp="1"/>
          </p:cNvGraphicFramePr>
          <p:nvPr/>
        </p:nvGraphicFramePr>
        <p:xfrm>
          <a:off x="648736" y="1235296"/>
          <a:ext cx="10894527" cy="5212080"/>
        </p:xfrm>
        <a:graphic>
          <a:graphicData uri="http://schemas.openxmlformats.org/drawingml/2006/table">
            <a:tbl>
              <a:tblPr firstRow="1" bandRow="1">
                <a:tableStyleId>{5C22544A-7EE6-4342-B048-85BDC9FD1C3A}</a:tableStyleId>
              </a:tblPr>
              <a:tblGrid>
                <a:gridCol w="5450658">
                  <a:extLst>
                    <a:ext uri="{9D8B030D-6E8A-4147-A177-3AD203B41FA5}">
                      <a16:colId xmlns:a16="http://schemas.microsoft.com/office/drawing/2014/main" val="20000"/>
                    </a:ext>
                  </a:extLst>
                </a:gridCol>
                <a:gridCol w="5443869">
                  <a:extLst>
                    <a:ext uri="{9D8B030D-6E8A-4147-A177-3AD203B41FA5}">
                      <a16:colId xmlns:a16="http://schemas.microsoft.com/office/drawing/2014/main" val="20001"/>
                    </a:ext>
                  </a:extLst>
                </a:gridCol>
              </a:tblGrid>
              <a:tr h="4529347">
                <a:tc>
                  <a:txBody>
                    <a:bodyPr/>
                    <a:lstStyle/>
                    <a:p>
                      <a:pPr marL="636588" lvl="1" indent="-457200" algn="l" defTabSz="762000" rtl="0" eaLnBrk="1" latinLnBrk="0" hangingPunct="1">
                        <a:lnSpc>
                          <a:spcPct val="80000"/>
                        </a:lnSpc>
                        <a:spcBef>
                          <a:spcPts val="0"/>
                        </a:spcBef>
                        <a:buFont typeface="Wingdings" panose="05000000000000000000" pitchFamily="2" charset="2"/>
                        <a:buChar char="§"/>
                      </a:pPr>
                      <a:r>
                        <a:rPr lang="es-ES_tradnl" altLang="es-ES" sz="2800" b="0" kern="1200" dirty="0">
                          <a:solidFill>
                            <a:srgbClr val="002060"/>
                          </a:solidFill>
                          <a:latin typeface="Arial Narrow" panose="020B0606020202030204" pitchFamily="34" charset="0"/>
                          <a:ea typeface="+mn-ea"/>
                          <a:cs typeface="+mn-cs"/>
                        </a:rPr>
                        <a:t>Producción	</a:t>
                      </a:r>
                    </a:p>
                    <a:p>
                      <a:pPr marL="636588" lvl="1" indent="-457200" algn="l" defTabSz="762000" rtl="0" eaLnBrk="1" latinLnBrk="0" hangingPunct="1">
                        <a:lnSpc>
                          <a:spcPct val="80000"/>
                        </a:lnSpc>
                        <a:spcBef>
                          <a:spcPts val="0"/>
                        </a:spcBef>
                        <a:buFont typeface="Wingdings" panose="05000000000000000000" pitchFamily="2" charset="2"/>
                        <a:buChar char="§"/>
                      </a:pPr>
                      <a:r>
                        <a:rPr lang="es-ES_tradnl" altLang="es-ES" sz="2800" b="0" kern="1200" dirty="0">
                          <a:solidFill>
                            <a:srgbClr val="002060"/>
                          </a:solidFill>
                          <a:latin typeface="Arial Narrow" panose="020B0606020202030204" pitchFamily="34" charset="0"/>
                          <a:ea typeface="+mn-ea"/>
                          <a:cs typeface="+mn-cs"/>
                        </a:rPr>
                        <a:t>Programación,</a:t>
                      </a:r>
                    </a:p>
                    <a:p>
                      <a:pPr marL="636588" lvl="1" indent="-457200" algn="l" defTabSz="762000" rtl="0" eaLnBrk="1" latinLnBrk="0" hangingPunct="1">
                        <a:lnSpc>
                          <a:spcPct val="80000"/>
                        </a:lnSpc>
                        <a:spcBef>
                          <a:spcPts val="0"/>
                        </a:spcBef>
                        <a:buFont typeface="Wingdings" panose="05000000000000000000" pitchFamily="2" charset="2"/>
                        <a:buChar char="§"/>
                      </a:pPr>
                      <a:r>
                        <a:rPr lang="es-ES_tradnl" altLang="es-ES" sz="2800" b="0" kern="1200" dirty="0">
                          <a:solidFill>
                            <a:srgbClr val="002060"/>
                          </a:solidFill>
                          <a:latin typeface="Arial Narrow" panose="020B0606020202030204" pitchFamily="34" charset="0"/>
                          <a:ea typeface="+mn-ea"/>
                          <a:cs typeface="+mn-cs"/>
                        </a:rPr>
                        <a:t>Inventarios</a:t>
                      </a:r>
                    </a:p>
                    <a:p>
                      <a:pPr marL="636588" lvl="1" indent="-457200" algn="l" defTabSz="762000" rtl="0" eaLnBrk="1" latinLnBrk="0" hangingPunct="1">
                        <a:lnSpc>
                          <a:spcPct val="80000"/>
                        </a:lnSpc>
                        <a:spcBef>
                          <a:spcPts val="0"/>
                        </a:spcBef>
                        <a:buFont typeface="Wingdings" panose="05000000000000000000" pitchFamily="2" charset="2"/>
                        <a:buChar char="§"/>
                      </a:pPr>
                      <a:r>
                        <a:rPr lang="es-ES_tradnl" altLang="es-ES" sz="2800" b="0" kern="1200" dirty="0">
                          <a:solidFill>
                            <a:srgbClr val="002060"/>
                          </a:solidFill>
                          <a:latin typeface="Arial Narrow" panose="020B0606020202030204" pitchFamily="34" charset="0"/>
                          <a:ea typeface="+mn-ea"/>
                          <a:cs typeface="+mn-cs"/>
                        </a:rPr>
                        <a:t>Planeación corporativa</a:t>
                      </a:r>
                    </a:p>
                    <a:p>
                      <a:pPr marL="636588" lvl="1" indent="-457200" algn="l" defTabSz="762000" rtl="0" eaLnBrk="1" latinLnBrk="0" hangingPunct="1">
                        <a:lnSpc>
                          <a:spcPct val="80000"/>
                        </a:lnSpc>
                        <a:spcBef>
                          <a:spcPts val="0"/>
                        </a:spcBef>
                        <a:buFont typeface="Wingdings" panose="05000000000000000000" pitchFamily="2" charset="2"/>
                        <a:buChar char="§"/>
                      </a:pPr>
                      <a:r>
                        <a:rPr lang="es-ES_tradnl" altLang="es-ES" sz="2800" b="0" kern="1200" dirty="0">
                          <a:solidFill>
                            <a:srgbClr val="002060"/>
                          </a:solidFill>
                          <a:latin typeface="Arial Narrow" panose="020B0606020202030204" pitchFamily="34" charset="0"/>
                          <a:ea typeface="+mn-ea"/>
                          <a:cs typeface="+mn-cs"/>
                        </a:rPr>
                        <a:t>Ingeniería</a:t>
                      </a:r>
                    </a:p>
                    <a:p>
                      <a:pPr marL="636588" lvl="1" indent="-457200" algn="l" defTabSz="762000" rtl="0" eaLnBrk="1" latinLnBrk="0" hangingPunct="1">
                        <a:lnSpc>
                          <a:spcPct val="80000"/>
                        </a:lnSpc>
                        <a:spcBef>
                          <a:spcPts val="0"/>
                        </a:spcBef>
                        <a:buFont typeface="Wingdings" panose="05000000000000000000" pitchFamily="2" charset="2"/>
                        <a:buChar char="§"/>
                      </a:pPr>
                      <a:r>
                        <a:rPr lang="es-ES_tradnl" altLang="es-ES" sz="2800" b="0" kern="1200" dirty="0">
                          <a:solidFill>
                            <a:srgbClr val="002060"/>
                          </a:solidFill>
                          <a:latin typeface="Arial Narrow" panose="020B0606020202030204" pitchFamily="34" charset="0"/>
                          <a:ea typeface="+mn-ea"/>
                          <a:cs typeface="+mn-cs"/>
                        </a:rPr>
                        <a:t>Finanzas</a:t>
                      </a:r>
                    </a:p>
                    <a:p>
                      <a:pPr marL="636588" lvl="1" indent="-457200" algn="l" defTabSz="762000" rtl="0" eaLnBrk="1" latinLnBrk="0" hangingPunct="1">
                        <a:lnSpc>
                          <a:spcPct val="80000"/>
                        </a:lnSpc>
                        <a:spcBef>
                          <a:spcPts val="0"/>
                        </a:spcBef>
                        <a:buFont typeface="Wingdings" panose="05000000000000000000" pitchFamily="2" charset="2"/>
                        <a:buChar char="§"/>
                      </a:pPr>
                      <a:r>
                        <a:rPr lang="es-ES_tradnl" altLang="es-ES" sz="2800" b="0" kern="1200" dirty="0">
                          <a:solidFill>
                            <a:srgbClr val="002060"/>
                          </a:solidFill>
                          <a:latin typeface="Arial Narrow" panose="020B0606020202030204" pitchFamily="34" charset="0"/>
                          <a:ea typeface="+mn-ea"/>
                          <a:cs typeface="+mn-cs"/>
                        </a:rPr>
                        <a:t>Distribución y Logística</a:t>
                      </a:r>
                    </a:p>
                    <a:p>
                      <a:pPr marL="636588" lvl="1" indent="-457200" algn="l" defTabSz="762000" rtl="0" eaLnBrk="1" latinLnBrk="0" hangingPunct="1">
                        <a:lnSpc>
                          <a:spcPct val="80000"/>
                        </a:lnSpc>
                        <a:spcBef>
                          <a:spcPts val="0"/>
                        </a:spcBef>
                        <a:buFont typeface="Wingdings" panose="05000000000000000000" pitchFamily="2" charset="2"/>
                        <a:buChar char="§"/>
                      </a:pPr>
                      <a:r>
                        <a:rPr lang="es-ES_tradnl" altLang="es-ES" sz="2800" b="0" kern="1200" dirty="0">
                          <a:solidFill>
                            <a:srgbClr val="002060"/>
                          </a:solidFill>
                          <a:latin typeface="Arial Narrow" panose="020B0606020202030204" pitchFamily="34" charset="0"/>
                          <a:ea typeface="+mn-ea"/>
                          <a:cs typeface="+mn-cs"/>
                        </a:rPr>
                        <a:t>Investigación y  desarrollo</a:t>
                      </a:r>
                    </a:p>
                    <a:p>
                      <a:pPr marL="636588" lvl="1" indent="-457200" algn="l" defTabSz="762000" rtl="0" eaLnBrk="1" latinLnBrk="0" hangingPunct="1">
                        <a:lnSpc>
                          <a:spcPct val="80000"/>
                        </a:lnSpc>
                        <a:spcBef>
                          <a:spcPts val="0"/>
                        </a:spcBef>
                        <a:buFont typeface="Wingdings" panose="05000000000000000000" pitchFamily="2" charset="2"/>
                        <a:buChar char="§"/>
                      </a:pPr>
                      <a:r>
                        <a:rPr lang="es-ES_tradnl" altLang="es-ES" sz="2800" b="0" kern="1200" dirty="0">
                          <a:solidFill>
                            <a:srgbClr val="002060"/>
                          </a:solidFill>
                          <a:latin typeface="Arial Narrow" panose="020B0606020202030204" pitchFamily="34" charset="0"/>
                          <a:ea typeface="+mn-ea"/>
                          <a:cs typeface="+mn-cs"/>
                        </a:rPr>
                        <a:t>Mercadotecnia</a:t>
                      </a:r>
                    </a:p>
                    <a:p>
                      <a:pPr marL="636588" lvl="1" indent="-457200" algn="l" defTabSz="762000" rtl="0" eaLnBrk="1" latinLnBrk="0" hangingPunct="1">
                        <a:lnSpc>
                          <a:spcPct val="80000"/>
                        </a:lnSpc>
                        <a:spcBef>
                          <a:spcPts val="0"/>
                        </a:spcBef>
                        <a:buFont typeface="Wingdings" panose="05000000000000000000" pitchFamily="2" charset="2"/>
                        <a:buChar char="§"/>
                      </a:pPr>
                      <a:r>
                        <a:rPr lang="es-ES_tradnl" altLang="es-ES" sz="2800" b="0" kern="1200" dirty="0">
                          <a:solidFill>
                            <a:srgbClr val="002060"/>
                          </a:solidFill>
                          <a:latin typeface="Arial Narrow" panose="020B0606020202030204" pitchFamily="34" charset="0"/>
                          <a:ea typeface="+mn-ea"/>
                          <a:cs typeface="+mn-cs"/>
                        </a:rPr>
                        <a:t>Procesamiento de datos</a:t>
                      </a:r>
                    </a:p>
                    <a:p>
                      <a:pPr marL="636588" lvl="1" indent="-457200" algn="l" defTabSz="762000" rtl="0" eaLnBrk="1" latinLnBrk="0" hangingPunct="1">
                        <a:lnSpc>
                          <a:spcPct val="80000"/>
                        </a:lnSpc>
                        <a:spcBef>
                          <a:spcPts val="0"/>
                        </a:spcBef>
                        <a:buFont typeface="Wingdings" panose="05000000000000000000" pitchFamily="2" charset="2"/>
                        <a:buChar char="§"/>
                      </a:pPr>
                      <a:r>
                        <a:rPr lang="es-ES_tradnl" altLang="es-ES" sz="2800" b="0" kern="1200" dirty="0">
                          <a:solidFill>
                            <a:srgbClr val="002060"/>
                          </a:solidFill>
                          <a:latin typeface="Arial Narrow" panose="020B0606020202030204" pitchFamily="34" charset="0"/>
                          <a:ea typeface="+mn-ea"/>
                          <a:cs typeface="+mn-cs"/>
                        </a:rPr>
                        <a:t>Personal  en empresas de servicios.</a:t>
                      </a:r>
                    </a:p>
                    <a:p>
                      <a:pPr marL="636588" lvl="1" indent="-457200" algn="l" defTabSz="762000" rtl="0" eaLnBrk="1" latinLnBrk="0" hangingPunct="1">
                        <a:lnSpc>
                          <a:spcPct val="80000"/>
                        </a:lnSpc>
                        <a:spcBef>
                          <a:spcPts val="0"/>
                        </a:spcBef>
                        <a:buFont typeface="Wingdings" panose="05000000000000000000" pitchFamily="2" charset="2"/>
                        <a:buChar char="§"/>
                      </a:pPr>
                      <a:r>
                        <a:rPr lang="es-ES_tradnl" altLang="es-ES" sz="2800" b="0" kern="1200" dirty="0">
                          <a:solidFill>
                            <a:srgbClr val="002060"/>
                          </a:solidFill>
                          <a:latin typeface="Arial Narrow" panose="020B0606020202030204" pitchFamily="34" charset="0"/>
                          <a:ea typeface="+mn-ea"/>
                          <a:cs typeface="+mn-cs"/>
                        </a:rPr>
                        <a:t>Salud en salas de emergencia y operaciones.</a:t>
                      </a:r>
                    </a:p>
                    <a:p>
                      <a:pPr marL="636588" lvl="1" indent="-457200" algn="l" defTabSz="762000" rtl="0" eaLnBrk="1" latinLnBrk="0" hangingPunct="1">
                        <a:lnSpc>
                          <a:spcPct val="80000"/>
                        </a:lnSpc>
                        <a:spcBef>
                          <a:spcPts val="0"/>
                        </a:spcBef>
                        <a:buFont typeface="Wingdings" panose="05000000000000000000" pitchFamily="2" charset="2"/>
                        <a:buChar char="§"/>
                      </a:pPr>
                      <a:r>
                        <a:rPr lang="es-ES_tradnl" altLang="es-ES" sz="2800" b="0" kern="1200" dirty="0">
                          <a:solidFill>
                            <a:srgbClr val="002060"/>
                          </a:solidFill>
                          <a:latin typeface="Arial Narrow" panose="020B0606020202030204" pitchFamily="34" charset="0"/>
                          <a:ea typeface="+mn-ea"/>
                          <a:cs typeface="+mn-cs"/>
                        </a:rPr>
                        <a:t>Sistemas de Computador.</a:t>
                      </a:r>
                      <a:endParaRPr lang="es-PE" sz="2800" b="0" dirty="0">
                        <a:latin typeface="Arial Narrow" pitchFamily="34" charset="0"/>
                      </a:endParaRPr>
                    </a:p>
                  </a:txBody>
                  <a:tcPr>
                    <a:solidFill>
                      <a:schemeClr val="bg2"/>
                    </a:solidFill>
                  </a:tcPr>
                </a:tc>
                <a:tc>
                  <a:txBody>
                    <a:bodyPr/>
                    <a:lstStyle/>
                    <a:p>
                      <a:pPr marL="636588" lvl="1" indent="-457200" algn="l" defTabSz="762000" rtl="0" eaLnBrk="1" latinLnBrk="0" hangingPunct="1">
                        <a:lnSpc>
                          <a:spcPct val="80000"/>
                        </a:lnSpc>
                        <a:spcBef>
                          <a:spcPts val="0"/>
                        </a:spcBef>
                        <a:buFont typeface="Wingdings" panose="05000000000000000000" pitchFamily="2" charset="2"/>
                        <a:buChar char="§"/>
                      </a:pPr>
                      <a:r>
                        <a:rPr lang="es-ES_tradnl" altLang="es-ES" sz="2800" b="0" kern="1200" dirty="0">
                          <a:solidFill>
                            <a:srgbClr val="002060"/>
                          </a:solidFill>
                          <a:latin typeface="Arial Narrow" panose="020B0606020202030204" pitchFamily="34" charset="0"/>
                          <a:ea typeface="+mn-ea"/>
                          <a:cs typeface="+mn-cs"/>
                        </a:rPr>
                        <a:t>Telecomunicaciones, Transporte y Energía</a:t>
                      </a:r>
                    </a:p>
                    <a:p>
                      <a:pPr marL="636588" lvl="1" indent="-457200" algn="l" defTabSz="762000" rtl="0" eaLnBrk="1" latinLnBrk="0" hangingPunct="1">
                        <a:lnSpc>
                          <a:spcPct val="80000"/>
                        </a:lnSpc>
                        <a:spcBef>
                          <a:spcPts val="0"/>
                        </a:spcBef>
                        <a:buFont typeface="Wingdings" panose="05000000000000000000" pitchFamily="2" charset="2"/>
                        <a:buChar char="§"/>
                      </a:pPr>
                      <a:r>
                        <a:rPr lang="es-ES_tradnl" altLang="es-ES" sz="2800" b="0" kern="1200" dirty="0">
                          <a:solidFill>
                            <a:srgbClr val="002060"/>
                          </a:solidFill>
                          <a:latin typeface="Arial Narrow" panose="020B0606020202030204" pitchFamily="34" charset="0"/>
                          <a:ea typeface="+mn-ea"/>
                          <a:cs typeface="+mn-cs"/>
                        </a:rPr>
                        <a:t>Aplicaciones Militares y Navales</a:t>
                      </a:r>
                    </a:p>
                    <a:p>
                      <a:pPr marL="636588" lvl="1" indent="-457200" algn="l" defTabSz="762000" rtl="0" eaLnBrk="1" latinLnBrk="0" hangingPunct="1">
                        <a:lnSpc>
                          <a:spcPct val="80000"/>
                        </a:lnSpc>
                        <a:spcBef>
                          <a:spcPts val="0"/>
                        </a:spcBef>
                        <a:buFont typeface="Wingdings" panose="05000000000000000000" pitchFamily="2" charset="2"/>
                        <a:buChar char="§"/>
                      </a:pPr>
                      <a:r>
                        <a:rPr lang="es-ES_tradnl" altLang="es-ES" sz="2800" b="0" kern="1200" dirty="0">
                          <a:solidFill>
                            <a:srgbClr val="002060"/>
                          </a:solidFill>
                          <a:latin typeface="Arial Narrow" panose="020B0606020202030204" pitchFamily="34" charset="0"/>
                          <a:ea typeface="+mn-ea"/>
                          <a:cs typeface="+mn-cs"/>
                        </a:rPr>
                        <a:t>Política Públicas</a:t>
                      </a:r>
                    </a:p>
                    <a:p>
                      <a:pPr marL="636588" lvl="1" indent="-457200" algn="l" defTabSz="762000" rtl="0" eaLnBrk="1" latinLnBrk="0" hangingPunct="1">
                        <a:lnSpc>
                          <a:spcPct val="80000"/>
                        </a:lnSpc>
                        <a:spcBef>
                          <a:spcPts val="0"/>
                        </a:spcBef>
                        <a:buFont typeface="Wingdings" panose="05000000000000000000" pitchFamily="2" charset="2"/>
                        <a:buChar char="§"/>
                      </a:pPr>
                      <a:r>
                        <a:rPr lang="es-ES_tradnl" altLang="es-ES" sz="2800" b="0" kern="1200" dirty="0">
                          <a:solidFill>
                            <a:srgbClr val="002060"/>
                          </a:solidFill>
                          <a:latin typeface="Arial Narrow" panose="020B0606020202030204" pitchFamily="34" charset="0"/>
                          <a:ea typeface="+mn-ea"/>
                          <a:cs typeface="+mn-cs"/>
                        </a:rPr>
                        <a:t>Planes de Emergencia (terremotos)</a:t>
                      </a:r>
                    </a:p>
                    <a:p>
                      <a:pPr marL="636588" lvl="1" indent="-457200" algn="l" defTabSz="762000" rtl="0" eaLnBrk="1" latinLnBrk="0" hangingPunct="1">
                        <a:lnSpc>
                          <a:spcPct val="80000"/>
                        </a:lnSpc>
                        <a:spcBef>
                          <a:spcPts val="0"/>
                        </a:spcBef>
                        <a:buFont typeface="Wingdings" panose="05000000000000000000" pitchFamily="2" charset="2"/>
                        <a:buChar char="§"/>
                      </a:pPr>
                      <a:r>
                        <a:rPr lang="es-ES_tradnl" altLang="es-ES" sz="2800" b="0" kern="1200" dirty="0">
                          <a:solidFill>
                            <a:srgbClr val="002060"/>
                          </a:solidFill>
                          <a:latin typeface="Arial Narrow" panose="020B0606020202030204" pitchFamily="34" charset="0"/>
                          <a:ea typeface="+mn-ea"/>
                          <a:cs typeface="+mn-cs"/>
                        </a:rPr>
                        <a:t>Distribución de Servicios (juzgados, hospitales)</a:t>
                      </a:r>
                    </a:p>
                    <a:p>
                      <a:pPr marL="636588" lvl="1" indent="-457200" algn="l" defTabSz="762000" rtl="0" eaLnBrk="1" latinLnBrk="0" hangingPunct="1">
                        <a:lnSpc>
                          <a:spcPct val="80000"/>
                        </a:lnSpc>
                        <a:spcBef>
                          <a:spcPts val="0"/>
                        </a:spcBef>
                        <a:buFont typeface="Wingdings" panose="05000000000000000000" pitchFamily="2" charset="2"/>
                        <a:buChar char="§"/>
                      </a:pPr>
                      <a:r>
                        <a:rPr lang="es-PE" altLang="es-ES" sz="2800" b="0" kern="1200" dirty="0">
                          <a:solidFill>
                            <a:srgbClr val="002060"/>
                          </a:solidFill>
                          <a:latin typeface="Arial Narrow" panose="020B0606020202030204" pitchFamily="34" charset="0"/>
                          <a:ea typeface="+mn-ea"/>
                          <a:cs typeface="+mn-cs"/>
                        </a:rPr>
                        <a:t>Optimización del rendimiento.</a:t>
                      </a:r>
                    </a:p>
                    <a:p>
                      <a:pPr marL="636588" lvl="1" indent="-457200" algn="l" defTabSz="762000" rtl="0" eaLnBrk="1" latinLnBrk="0" hangingPunct="1">
                        <a:lnSpc>
                          <a:spcPct val="80000"/>
                        </a:lnSpc>
                        <a:spcBef>
                          <a:spcPts val="0"/>
                        </a:spcBef>
                        <a:buFont typeface="Wingdings" panose="05000000000000000000" pitchFamily="2" charset="2"/>
                        <a:buChar char="§"/>
                      </a:pPr>
                      <a:r>
                        <a:rPr lang="es-PE" altLang="es-ES" sz="2800" b="0" kern="1200" dirty="0">
                          <a:solidFill>
                            <a:srgbClr val="002060"/>
                          </a:solidFill>
                          <a:latin typeface="Arial Narrow" panose="020B0606020202030204" pitchFamily="34" charset="0"/>
                          <a:ea typeface="+mn-ea"/>
                          <a:cs typeface="+mn-cs"/>
                        </a:rPr>
                        <a:t>Mejora en la utilización de recurso.</a:t>
                      </a:r>
                    </a:p>
                    <a:p>
                      <a:pPr marL="636588" lvl="1" indent="-457200" algn="l" defTabSz="762000" rtl="0" eaLnBrk="1" latinLnBrk="0" hangingPunct="1">
                        <a:lnSpc>
                          <a:spcPct val="80000"/>
                        </a:lnSpc>
                        <a:spcBef>
                          <a:spcPts val="0"/>
                        </a:spcBef>
                        <a:buFont typeface="Wingdings" panose="05000000000000000000" pitchFamily="2" charset="2"/>
                        <a:buChar char="§"/>
                      </a:pPr>
                      <a:r>
                        <a:rPr lang="es-PE" altLang="es-ES" sz="2800" b="0" kern="1200" dirty="0">
                          <a:solidFill>
                            <a:srgbClr val="002060"/>
                          </a:solidFill>
                          <a:latin typeface="Arial Narrow" panose="020B0606020202030204" pitchFamily="34" charset="0"/>
                          <a:ea typeface="+mn-ea"/>
                          <a:cs typeface="+mn-cs"/>
                        </a:rPr>
                        <a:t>Reducción de tiempos de fabricación.</a:t>
                      </a:r>
                    </a:p>
                    <a:p>
                      <a:pPr marL="636588" lvl="1" indent="-457200" algn="l" defTabSz="762000" rtl="0" eaLnBrk="1" latinLnBrk="0" hangingPunct="1">
                        <a:lnSpc>
                          <a:spcPct val="80000"/>
                        </a:lnSpc>
                        <a:spcBef>
                          <a:spcPts val="0"/>
                        </a:spcBef>
                        <a:buFont typeface="Wingdings" panose="05000000000000000000" pitchFamily="2" charset="2"/>
                        <a:buChar char="§"/>
                      </a:pPr>
                      <a:r>
                        <a:rPr lang="es-PE" altLang="es-ES" sz="2800" b="0" kern="1200" dirty="0">
                          <a:solidFill>
                            <a:srgbClr val="002060"/>
                          </a:solidFill>
                          <a:latin typeface="Arial Narrow" panose="020B0606020202030204" pitchFamily="34" charset="0"/>
                          <a:ea typeface="+mn-ea"/>
                          <a:cs typeface="+mn-cs"/>
                        </a:rPr>
                        <a:t>Máxima rentabilidad.</a:t>
                      </a:r>
                    </a:p>
                    <a:p>
                      <a:pPr marL="636588" lvl="1" indent="-457200" algn="l" defTabSz="762000" rtl="0" eaLnBrk="1" latinLnBrk="0" hangingPunct="1">
                        <a:lnSpc>
                          <a:spcPct val="80000"/>
                        </a:lnSpc>
                        <a:spcBef>
                          <a:spcPts val="0"/>
                        </a:spcBef>
                        <a:buFont typeface="Wingdings" panose="05000000000000000000" pitchFamily="2" charset="2"/>
                        <a:buChar char="§"/>
                      </a:pPr>
                      <a:r>
                        <a:rPr lang="es-PE" altLang="es-ES" sz="2800" b="0" kern="1200" dirty="0">
                          <a:solidFill>
                            <a:srgbClr val="002060"/>
                          </a:solidFill>
                          <a:latin typeface="Arial Narrow" panose="020B0606020202030204" pitchFamily="34" charset="0"/>
                          <a:ea typeface="+mn-ea"/>
                          <a:cs typeface="+mn-cs"/>
                        </a:rPr>
                        <a:t>Aumento de la productividad.</a:t>
                      </a:r>
                    </a:p>
                    <a:p>
                      <a:pPr marL="636588" lvl="1" indent="-457200" algn="l" defTabSz="762000" rtl="0" eaLnBrk="1" latinLnBrk="0" hangingPunct="1">
                        <a:lnSpc>
                          <a:spcPct val="80000"/>
                        </a:lnSpc>
                        <a:spcBef>
                          <a:spcPts val="0"/>
                        </a:spcBef>
                        <a:buFont typeface="Wingdings" panose="05000000000000000000" pitchFamily="2" charset="2"/>
                        <a:buChar char="§"/>
                      </a:pPr>
                      <a:r>
                        <a:rPr lang="es-PE" altLang="es-ES" sz="2800" b="0" kern="1200" dirty="0">
                          <a:solidFill>
                            <a:srgbClr val="002060"/>
                          </a:solidFill>
                          <a:latin typeface="Arial Narrow" panose="020B0606020202030204" pitchFamily="34" charset="0"/>
                          <a:ea typeface="+mn-ea"/>
                          <a:cs typeface="+mn-cs"/>
                        </a:rPr>
                        <a:t>Optimización de recursos humanos.</a:t>
                      </a:r>
                      <a:endParaRPr lang="es-PE" sz="2800" b="0" kern="1200" dirty="0">
                        <a:solidFill>
                          <a:srgbClr val="002060"/>
                        </a:solidFill>
                        <a:latin typeface="Arial Narrow" panose="020B0606020202030204" pitchFamily="34" charset="0"/>
                        <a:ea typeface="+mn-ea"/>
                        <a:cs typeface="+mn-cs"/>
                      </a:endParaRPr>
                    </a:p>
                  </a:txBody>
                  <a:tcPr>
                    <a:solidFill>
                      <a:schemeClr val="bg2"/>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145917193"/>
      </p:ext>
    </p:extLst>
  </p:cSld>
  <p:clrMapOvr>
    <a:masterClrMapping/>
  </p:clrMapOvr>
  <p:transition>
    <p:wipe dir="d"/>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4 Marcador de pie de página"/>
          <p:cNvSpPr>
            <a:spLocks noGrp="1"/>
          </p:cNvSpPr>
          <p:nvPr>
            <p:ph type="ftr" sz="quarter" idx="11"/>
          </p:nvPr>
        </p:nvSpPr>
        <p:spPr/>
        <p:txBody>
          <a:bodyPr/>
          <a:lstStyle/>
          <a:p>
            <a:pPr>
              <a:defRPr/>
            </a:pPr>
            <a:r>
              <a:rPr lang="es-ES"/>
              <a:t>ANIVAL TORRE</a:t>
            </a:r>
          </a:p>
        </p:txBody>
      </p:sp>
      <p:sp>
        <p:nvSpPr>
          <p:cNvPr id="5" name="4 Marcador de número de diapositiva"/>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F91B258-07DA-43D3-8B58-725328E628C9}" type="slidenum">
              <a:rPr lang="es-ES" altLang="es-ES">
                <a:solidFill>
                  <a:srgbClr val="045C75"/>
                </a:solidFill>
              </a:rPr>
              <a:pPr eaLnBrk="1" hangingPunct="1"/>
              <a:t>63</a:t>
            </a:fld>
            <a:endParaRPr lang="es-ES" altLang="es-ES">
              <a:solidFill>
                <a:srgbClr val="045C75"/>
              </a:solidFill>
            </a:endParaRPr>
          </a:p>
        </p:txBody>
      </p:sp>
      <p:graphicFrame>
        <p:nvGraphicFramePr>
          <p:cNvPr id="2" name="1 Tabla"/>
          <p:cNvGraphicFramePr>
            <a:graphicFrameLocks noGrp="1"/>
          </p:cNvGraphicFramePr>
          <p:nvPr>
            <p:extLst>
              <p:ext uri="{D42A27DB-BD31-4B8C-83A1-F6EECF244321}">
                <p14:modId xmlns:p14="http://schemas.microsoft.com/office/powerpoint/2010/main" val="4158817906"/>
              </p:ext>
            </p:extLst>
          </p:nvPr>
        </p:nvGraphicFramePr>
        <p:xfrm>
          <a:off x="264042" y="1247251"/>
          <a:ext cx="11663915" cy="5638800"/>
        </p:xfrm>
        <a:graphic>
          <a:graphicData uri="http://schemas.openxmlformats.org/drawingml/2006/table">
            <a:tbl>
              <a:tblPr firstRow="1" bandRow="1">
                <a:tableStyleId>{5C22544A-7EE6-4342-B048-85BDC9FD1C3A}</a:tableStyleId>
              </a:tblPr>
              <a:tblGrid>
                <a:gridCol w="6319638">
                  <a:extLst>
                    <a:ext uri="{9D8B030D-6E8A-4147-A177-3AD203B41FA5}">
                      <a16:colId xmlns:a16="http://schemas.microsoft.com/office/drawing/2014/main" val="20000"/>
                    </a:ext>
                  </a:extLst>
                </a:gridCol>
                <a:gridCol w="5344277">
                  <a:extLst>
                    <a:ext uri="{9D8B030D-6E8A-4147-A177-3AD203B41FA5}">
                      <a16:colId xmlns:a16="http://schemas.microsoft.com/office/drawing/2014/main" val="20001"/>
                    </a:ext>
                  </a:extLst>
                </a:gridCol>
              </a:tblGrid>
              <a:tr h="5510096">
                <a:tc>
                  <a:txBody>
                    <a:bodyPr/>
                    <a:lstStyle/>
                    <a:p>
                      <a:pPr marL="636588" lvl="1" indent="-457200" algn="l" defTabSz="762000" eaLnBrk="1" hangingPunct="1">
                        <a:lnSpc>
                          <a:spcPct val="100000"/>
                        </a:lnSpc>
                        <a:buFont typeface="+mj-lt"/>
                        <a:buAutoNum type="arabicPeriod"/>
                      </a:pPr>
                      <a:r>
                        <a:rPr lang="es-PE" altLang="es-ES" sz="2800" b="0" dirty="0">
                          <a:solidFill>
                            <a:schemeClr val="bg1"/>
                          </a:solidFill>
                          <a:latin typeface="Arial Narrow" panose="020B0606020202030204" pitchFamily="34" charset="0"/>
                        </a:rPr>
                        <a:t>Determinación e influencia de las paradas y averías en maquinarias.</a:t>
                      </a:r>
                    </a:p>
                    <a:p>
                      <a:pPr marL="636588" lvl="1" indent="-457200" algn="l" defTabSz="762000" eaLnBrk="1" hangingPunct="1">
                        <a:lnSpc>
                          <a:spcPct val="100000"/>
                        </a:lnSpc>
                        <a:buFont typeface="+mj-lt"/>
                        <a:buAutoNum type="arabicPeriod"/>
                      </a:pPr>
                      <a:r>
                        <a:rPr lang="es-PE" altLang="es-ES" sz="2800" b="0" dirty="0">
                          <a:solidFill>
                            <a:schemeClr val="bg1"/>
                          </a:solidFill>
                          <a:latin typeface="Arial Narrow" panose="020B0606020202030204" pitchFamily="34" charset="0"/>
                        </a:rPr>
                        <a:t>Mejora de la distribución en planta.</a:t>
                      </a:r>
                    </a:p>
                    <a:p>
                      <a:pPr marL="636588" lvl="1" indent="-457200" algn="l" defTabSz="762000" eaLnBrk="1" hangingPunct="1">
                        <a:lnSpc>
                          <a:spcPct val="100000"/>
                        </a:lnSpc>
                        <a:buFont typeface="+mj-lt"/>
                        <a:buAutoNum type="arabicPeriod"/>
                      </a:pPr>
                      <a:r>
                        <a:rPr lang="es-PE" altLang="es-ES" sz="2800" b="0" dirty="0">
                          <a:solidFill>
                            <a:schemeClr val="bg1"/>
                          </a:solidFill>
                          <a:latin typeface="Arial Narrow" panose="020B0606020202030204" pitchFamily="34" charset="0"/>
                        </a:rPr>
                        <a:t>Aumento de la capacidad en líneas de fabricación.</a:t>
                      </a:r>
                    </a:p>
                    <a:p>
                      <a:pPr marL="636588" lvl="1" indent="-457200" algn="l" defTabSz="762000" eaLnBrk="1" hangingPunct="1">
                        <a:lnSpc>
                          <a:spcPct val="100000"/>
                        </a:lnSpc>
                        <a:buFont typeface="+mj-lt"/>
                        <a:buAutoNum type="arabicPeriod"/>
                      </a:pPr>
                      <a:r>
                        <a:rPr lang="es-PE" altLang="es-ES" sz="2800" b="0" dirty="0">
                          <a:solidFill>
                            <a:schemeClr val="bg1"/>
                          </a:solidFill>
                          <a:latin typeface="Arial Narrow" panose="020B0606020202030204" pitchFamily="34" charset="0"/>
                        </a:rPr>
                        <a:t>Mayor complejidad y variedad de productos.</a:t>
                      </a:r>
                    </a:p>
                    <a:p>
                      <a:pPr marL="636588" lvl="1" indent="-457200" algn="l" defTabSz="762000" eaLnBrk="1" hangingPunct="1">
                        <a:lnSpc>
                          <a:spcPct val="100000"/>
                        </a:lnSpc>
                        <a:buFont typeface="+mj-lt"/>
                        <a:buAutoNum type="arabicPeriod"/>
                      </a:pPr>
                      <a:r>
                        <a:rPr lang="es-PE" altLang="es-ES" sz="2800" b="0" dirty="0">
                          <a:solidFill>
                            <a:schemeClr val="bg1"/>
                          </a:solidFill>
                          <a:latin typeface="Arial Narrow" panose="020B0606020202030204" pitchFamily="34" charset="0"/>
                        </a:rPr>
                        <a:t>Ahorro energético.</a:t>
                      </a:r>
                    </a:p>
                    <a:p>
                      <a:pPr marL="636588" lvl="1" indent="-457200" algn="l" defTabSz="762000" eaLnBrk="1" hangingPunct="1">
                        <a:lnSpc>
                          <a:spcPct val="100000"/>
                        </a:lnSpc>
                        <a:buFont typeface="+mj-lt"/>
                        <a:buAutoNum type="arabicPeriod"/>
                      </a:pPr>
                      <a:r>
                        <a:rPr lang="es-PE" altLang="es-ES" sz="2800" b="0" dirty="0">
                          <a:solidFill>
                            <a:schemeClr val="bg1"/>
                          </a:solidFill>
                          <a:latin typeface="Arial Narrow" panose="020B0606020202030204" pitchFamily="34" charset="0"/>
                        </a:rPr>
                        <a:t>Introducción de nuevos productos y modelos.</a:t>
                      </a:r>
                    </a:p>
                    <a:p>
                      <a:pPr marL="636588" lvl="1" indent="-457200" algn="l" defTabSz="762000" eaLnBrk="1" hangingPunct="1">
                        <a:lnSpc>
                          <a:spcPct val="100000"/>
                        </a:lnSpc>
                        <a:buFont typeface="+mj-lt"/>
                        <a:buAutoNum type="arabicPeriod"/>
                      </a:pPr>
                      <a:r>
                        <a:rPr lang="es-ES" altLang="es-ES" sz="2800" b="0" dirty="0">
                          <a:solidFill>
                            <a:schemeClr val="bg1"/>
                          </a:solidFill>
                          <a:latin typeface="Arial Narrow" panose="020B0606020202030204" pitchFamily="34" charset="0"/>
                        </a:rPr>
                        <a:t>El Marketplace, es un simulador de negocios que recrea un mercado real, dinámico y competitivo.</a:t>
                      </a:r>
                      <a:endParaRPr lang="es-PE" sz="2800" b="0" dirty="0">
                        <a:solidFill>
                          <a:schemeClr val="bg1"/>
                        </a:solidFill>
                        <a:latin typeface="Arial Narrow" pitchFamily="34" charset="0"/>
                      </a:endParaRPr>
                    </a:p>
                  </a:txBody>
                  <a:tcPr/>
                </a:tc>
                <a:tc>
                  <a:txBody>
                    <a:bodyPr/>
                    <a:lstStyle/>
                    <a:p>
                      <a:pPr marL="444500" lvl="1" indent="-357188" algn="l" defTabSz="762000" eaLnBrk="1" hangingPunct="1">
                        <a:lnSpc>
                          <a:spcPct val="100000"/>
                        </a:lnSpc>
                        <a:buFont typeface="+mj-lt"/>
                        <a:buNone/>
                      </a:pPr>
                      <a:r>
                        <a:rPr lang="es-ES" altLang="es-ES" sz="2800" b="0" dirty="0">
                          <a:solidFill>
                            <a:schemeClr val="bg1"/>
                          </a:solidFill>
                          <a:latin typeface="Arial Narrow" panose="020B0606020202030204" pitchFamily="34" charset="0"/>
                        </a:rPr>
                        <a:t>8. La simulación permite, ganar experiencia tomando decisiones de la vida real.</a:t>
                      </a:r>
                    </a:p>
                    <a:p>
                      <a:pPr marL="444500" lvl="1" indent="-357188" algn="l" defTabSz="762000" eaLnBrk="1" hangingPunct="1">
                        <a:lnSpc>
                          <a:spcPct val="100000"/>
                        </a:lnSpc>
                        <a:buFont typeface="+mj-lt"/>
                        <a:buNone/>
                      </a:pPr>
                      <a:r>
                        <a:rPr lang="es-ES" altLang="es-ES" sz="2800" b="0" dirty="0">
                          <a:solidFill>
                            <a:schemeClr val="bg1"/>
                          </a:solidFill>
                          <a:latin typeface="Arial Narrow" panose="020B0606020202030204" pitchFamily="34" charset="0"/>
                        </a:rPr>
                        <a:t>9. Se formulan estrategias y gestionan la implementación de la misma, observando los resultados de sus decisiones de forma casi inmediata.</a:t>
                      </a:r>
                    </a:p>
                    <a:p>
                      <a:pPr marL="444500" lvl="1" indent="-357188" algn="l" defTabSz="762000" eaLnBrk="1" hangingPunct="1">
                        <a:lnSpc>
                          <a:spcPct val="100000"/>
                        </a:lnSpc>
                        <a:buFont typeface="+mj-lt"/>
                        <a:buNone/>
                      </a:pPr>
                      <a:r>
                        <a:rPr lang="es-ES" altLang="es-ES" sz="2800" b="0" dirty="0">
                          <a:solidFill>
                            <a:schemeClr val="bg1"/>
                          </a:solidFill>
                          <a:latin typeface="Arial Narrow" panose="020B0606020202030204" pitchFamily="34" charset="0"/>
                        </a:rPr>
                        <a:t>10. Se retiene mucho más información y generan mucho mejor aprendizaje. </a:t>
                      </a:r>
                    </a:p>
                    <a:p>
                      <a:pPr marL="444500" lvl="1" indent="-357188" algn="l" defTabSz="762000" eaLnBrk="1" hangingPunct="1">
                        <a:lnSpc>
                          <a:spcPct val="100000"/>
                        </a:lnSpc>
                        <a:buFont typeface="+mj-lt"/>
                        <a:buNone/>
                      </a:pPr>
                      <a:r>
                        <a:rPr lang="es-ES" altLang="es-ES" sz="2800" b="0" dirty="0">
                          <a:solidFill>
                            <a:schemeClr val="bg1"/>
                          </a:solidFill>
                          <a:latin typeface="Arial Narrow" panose="020B0606020202030204" pitchFamily="34" charset="0"/>
                        </a:rPr>
                        <a:t>11. Simulador es el software que ayuda a realizar una simulación.</a:t>
                      </a:r>
                      <a:endParaRPr lang="es-PE" sz="2800" b="0" kern="1200" dirty="0">
                        <a:solidFill>
                          <a:schemeClr val="bg1"/>
                        </a:solidFill>
                        <a:latin typeface="Arial Narrow" panose="020B0606020202030204" pitchFamily="34" charset="0"/>
                        <a:ea typeface="+mn-ea"/>
                        <a:cs typeface="+mn-cs"/>
                      </a:endParaRPr>
                    </a:p>
                  </a:txBody>
                  <a:tcPr/>
                </a:tc>
                <a:extLst>
                  <a:ext uri="{0D108BD9-81ED-4DB2-BD59-A6C34878D82A}">
                    <a16:rowId xmlns:a16="http://schemas.microsoft.com/office/drawing/2014/main" val="10000"/>
                  </a:ext>
                </a:extLst>
              </a:tr>
            </a:tbl>
          </a:graphicData>
        </a:graphic>
      </p:graphicFrame>
      <p:sp>
        <p:nvSpPr>
          <p:cNvPr id="7" name="Rectangle 6">
            <a:extLst>
              <a:ext uri="{FF2B5EF4-FFF2-40B4-BE49-F238E27FC236}">
                <a16:creationId xmlns:a16="http://schemas.microsoft.com/office/drawing/2014/main" id="{477828B8-84BD-4114-AB24-A3F5CE2E3D0A}"/>
              </a:ext>
            </a:extLst>
          </p:cNvPr>
          <p:cNvSpPr>
            <a:spLocks noChangeArrowheads="1"/>
          </p:cNvSpPr>
          <p:nvPr/>
        </p:nvSpPr>
        <p:spPr bwMode="auto">
          <a:xfrm>
            <a:off x="6096000" y="136525"/>
            <a:ext cx="6095999" cy="792162"/>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40" tIns="45720" rIns="91440" bIns="45720" numCol="1" rtlCol="0" anchor="ctr" anchorCtr="0" compatLnSpc="1">
            <a:prstTxWarp prst="textNoShape">
              <a:avLst/>
            </a:prstTxWarp>
            <a:noAutofit/>
          </a:bodyPr>
          <a:lstStyle/>
          <a:p>
            <a:pPr indent="-342900" algn="ctr">
              <a:lnSpc>
                <a:spcPts val="5800"/>
              </a:lnSpc>
              <a:spcBef>
                <a:spcPct val="0"/>
              </a:spcBef>
            </a:pPr>
            <a:r>
              <a:rPr lang="es-ES_tradnl" altLang="es-ES" sz="3200" dirty="0">
                <a:solidFill>
                  <a:schemeClr val="bg1"/>
                </a:solidFill>
                <a:effectLst>
                  <a:outerShdw blurRad="63500" dist="38100" dir="5400000" algn="t" rotWithShape="0">
                    <a:prstClr val="black">
                      <a:alpha val="25000"/>
                    </a:prstClr>
                  </a:outerShdw>
                </a:effectLst>
                <a:latin typeface="Bauhaus 93" pitchFamily="82" charset="0"/>
              </a:rPr>
              <a:t>Beneficios de la simulación</a:t>
            </a:r>
          </a:p>
        </p:txBody>
      </p:sp>
    </p:spTree>
    <p:extLst>
      <p:ext uri="{BB962C8B-B14F-4D97-AF65-F5344CB8AC3E}">
        <p14:creationId xmlns:p14="http://schemas.microsoft.com/office/powerpoint/2010/main" val="235813843"/>
      </p:ext>
    </p:extLst>
  </p:cSld>
  <p:clrMapOvr>
    <a:masterClrMapping/>
  </p:clrMapOvr>
  <p:transition>
    <p:wipe dir="d"/>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graphicFrame>
        <p:nvGraphicFramePr>
          <p:cNvPr id="2" name="1 Diagrama"/>
          <p:cNvGraphicFramePr/>
          <p:nvPr>
            <p:extLst>
              <p:ext uri="{D42A27DB-BD31-4B8C-83A1-F6EECF244321}">
                <p14:modId xmlns:p14="http://schemas.microsoft.com/office/powerpoint/2010/main" val="1960493527"/>
              </p:ext>
            </p:extLst>
          </p:nvPr>
        </p:nvGraphicFramePr>
        <p:xfrm>
          <a:off x="2202883" y="1419498"/>
          <a:ext cx="7786234" cy="48898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Rectangle 2"/>
          <p:cNvSpPr txBox="1">
            <a:spLocks noChangeArrowheads="1"/>
          </p:cNvSpPr>
          <p:nvPr/>
        </p:nvSpPr>
        <p:spPr>
          <a:xfrm>
            <a:off x="6096000" y="164746"/>
            <a:ext cx="6096000" cy="73287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eaLnBrk="1" hangingPunct="1">
              <a:defRPr sz="3200" i="1">
                <a:solidFill>
                  <a:schemeClr val="accent5">
                    <a:lumMod val="20000"/>
                    <a:lumOff val="80000"/>
                  </a:schemeClr>
                </a:solidFill>
                <a:latin typeface="Bauhaus 93" pitchFamily="82" charset="0"/>
              </a:defRPr>
            </a:lvl1pPr>
            <a:lvl2pPr algn="r" eaLnBrk="1" hangingPunct="1">
              <a:defRPr sz="2800" i="1">
                <a:latin typeface="Verdana" pitchFamily="34" charset="0"/>
              </a:defRPr>
            </a:lvl2pPr>
            <a:lvl3pPr algn="r" eaLnBrk="1" hangingPunct="1">
              <a:defRPr sz="2800" i="1">
                <a:latin typeface="Verdana" pitchFamily="34" charset="0"/>
              </a:defRPr>
            </a:lvl3pPr>
            <a:lvl4pPr algn="r" eaLnBrk="1" hangingPunct="1">
              <a:defRPr sz="2800" i="1">
                <a:latin typeface="Verdana" pitchFamily="34" charset="0"/>
              </a:defRPr>
            </a:lvl4pPr>
            <a:lvl5pPr algn="r" eaLnBrk="1" hangingPunct="1">
              <a:defRPr sz="2800" i="1">
                <a:latin typeface="Verdana" pitchFamily="34" charset="0"/>
              </a:defRPr>
            </a:lvl5pPr>
            <a:lvl6pPr marL="457200" algn="r" fontAlgn="base">
              <a:spcBef>
                <a:spcPct val="0"/>
              </a:spcBef>
              <a:spcAft>
                <a:spcPct val="0"/>
              </a:spcAft>
              <a:defRPr sz="2800" i="1">
                <a:latin typeface="Verdana" pitchFamily="34" charset="0"/>
              </a:defRPr>
            </a:lvl6pPr>
            <a:lvl7pPr marL="914400" algn="r" fontAlgn="base">
              <a:spcBef>
                <a:spcPct val="0"/>
              </a:spcBef>
              <a:spcAft>
                <a:spcPct val="0"/>
              </a:spcAft>
              <a:defRPr sz="2800" i="1">
                <a:latin typeface="Verdana" pitchFamily="34" charset="0"/>
              </a:defRPr>
            </a:lvl7pPr>
            <a:lvl8pPr marL="1371600" algn="r" fontAlgn="base">
              <a:spcBef>
                <a:spcPct val="0"/>
              </a:spcBef>
              <a:spcAft>
                <a:spcPct val="0"/>
              </a:spcAft>
              <a:defRPr sz="2800" i="1">
                <a:latin typeface="Verdana" pitchFamily="34" charset="0"/>
              </a:defRPr>
            </a:lvl8pPr>
            <a:lvl9pPr marL="1828800" algn="r" fontAlgn="base">
              <a:spcBef>
                <a:spcPct val="0"/>
              </a:spcBef>
              <a:spcAft>
                <a:spcPct val="0"/>
              </a:spcAft>
              <a:defRPr sz="2800" i="1">
                <a:latin typeface="Verdana" pitchFamily="34" charset="0"/>
              </a:defRPr>
            </a:lvl9pPr>
          </a:lstStyle>
          <a:p>
            <a:r>
              <a:rPr lang="es-ES" i="0" dirty="0">
                <a:solidFill>
                  <a:schemeClr val="bg1"/>
                </a:solidFill>
              </a:rPr>
              <a:t> Conclusiones y recomendaciones</a:t>
            </a:r>
          </a:p>
        </p:txBody>
      </p:sp>
      <p:sp>
        <p:nvSpPr>
          <p:cNvPr id="3" name="Forma libre: forma 2">
            <a:extLst>
              <a:ext uri="{FF2B5EF4-FFF2-40B4-BE49-F238E27FC236}">
                <a16:creationId xmlns:a16="http://schemas.microsoft.com/office/drawing/2014/main" id="{B09E28B4-71C5-2810-6324-9AB1C7165E21}"/>
              </a:ext>
            </a:extLst>
          </p:cNvPr>
          <p:cNvSpPr/>
          <p:nvPr/>
        </p:nvSpPr>
        <p:spPr>
          <a:xfrm>
            <a:off x="418011" y="1942011"/>
            <a:ext cx="1288868" cy="1282186"/>
          </a:xfrm>
          <a:custGeom>
            <a:avLst/>
            <a:gdLst>
              <a:gd name="connsiteX0" fmla="*/ 0 w 2521042"/>
              <a:gd name="connsiteY0" fmla="*/ 1222005 h 2444009"/>
              <a:gd name="connsiteX1" fmla="*/ 1260521 w 2521042"/>
              <a:gd name="connsiteY1" fmla="*/ 0 h 2444009"/>
              <a:gd name="connsiteX2" fmla="*/ 2521042 w 2521042"/>
              <a:gd name="connsiteY2" fmla="*/ 1222005 h 2444009"/>
              <a:gd name="connsiteX3" fmla="*/ 1260521 w 2521042"/>
              <a:gd name="connsiteY3" fmla="*/ 2444010 h 2444009"/>
              <a:gd name="connsiteX4" fmla="*/ 0 w 2521042"/>
              <a:gd name="connsiteY4" fmla="*/ 1222005 h 2444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1042" h="2444009">
                <a:moveTo>
                  <a:pt x="0" y="1222005"/>
                </a:moveTo>
                <a:cubicBezTo>
                  <a:pt x="0" y="547110"/>
                  <a:pt x="564354" y="0"/>
                  <a:pt x="1260521" y="0"/>
                </a:cubicBezTo>
                <a:cubicBezTo>
                  <a:pt x="1956688" y="0"/>
                  <a:pt x="2521042" y="547110"/>
                  <a:pt x="2521042" y="1222005"/>
                </a:cubicBezTo>
                <a:cubicBezTo>
                  <a:pt x="2521042" y="1896900"/>
                  <a:pt x="1956688" y="2444010"/>
                  <a:pt x="1260521" y="2444010"/>
                </a:cubicBezTo>
                <a:cubicBezTo>
                  <a:pt x="564354" y="2444010"/>
                  <a:pt x="0" y="1896900"/>
                  <a:pt x="0" y="1222005"/>
                </a:cubicBezTo>
                <a:close/>
              </a:path>
            </a:pathLst>
          </a:custGeom>
          <a:solidFill>
            <a:srgbClr val="002060"/>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05420" tIns="422847" rIns="405420" bIns="422847" numCol="1" spcCol="1270" anchor="ctr" anchorCtr="0">
            <a:noAutofit/>
          </a:bodyPr>
          <a:lstStyle/>
          <a:p>
            <a:pPr algn="ctr" defTabSz="889000">
              <a:lnSpc>
                <a:spcPct val="90000"/>
              </a:lnSpc>
              <a:spcBef>
                <a:spcPct val="0"/>
              </a:spcBef>
              <a:spcAft>
                <a:spcPct val="35000"/>
              </a:spcAft>
            </a:pPr>
            <a:r>
              <a:rPr lang="es-ES" sz="2800" b="1" dirty="0"/>
              <a:t>1.</a:t>
            </a:r>
          </a:p>
        </p:txBody>
      </p:sp>
      <p:sp>
        <p:nvSpPr>
          <p:cNvPr id="4" name="Forma libre: forma 3">
            <a:extLst>
              <a:ext uri="{FF2B5EF4-FFF2-40B4-BE49-F238E27FC236}">
                <a16:creationId xmlns:a16="http://schemas.microsoft.com/office/drawing/2014/main" id="{B0E53283-6DA4-FE29-461D-6CD882F0113D}"/>
              </a:ext>
            </a:extLst>
          </p:cNvPr>
          <p:cNvSpPr/>
          <p:nvPr/>
        </p:nvSpPr>
        <p:spPr>
          <a:xfrm>
            <a:off x="418011" y="3386621"/>
            <a:ext cx="1288868" cy="1282186"/>
          </a:xfrm>
          <a:custGeom>
            <a:avLst/>
            <a:gdLst>
              <a:gd name="connsiteX0" fmla="*/ 0 w 2521042"/>
              <a:gd name="connsiteY0" fmla="*/ 1222005 h 2444009"/>
              <a:gd name="connsiteX1" fmla="*/ 1260521 w 2521042"/>
              <a:gd name="connsiteY1" fmla="*/ 0 h 2444009"/>
              <a:gd name="connsiteX2" fmla="*/ 2521042 w 2521042"/>
              <a:gd name="connsiteY2" fmla="*/ 1222005 h 2444009"/>
              <a:gd name="connsiteX3" fmla="*/ 1260521 w 2521042"/>
              <a:gd name="connsiteY3" fmla="*/ 2444010 h 2444009"/>
              <a:gd name="connsiteX4" fmla="*/ 0 w 2521042"/>
              <a:gd name="connsiteY4" fmla="*/ 1222005 h 2444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1042" h="2444009">
                <a:moveTo>
                  <a:pt x="0" y="1222005"/>
                </a:moveTo>
                <a:cubicBezTo>
                  <a:pt x="0" y="547110"/>
                  <a:pt x="564354" y="0"/>
                  <a:pt x="1260521" y="0"/>
                </a:cubicBezTo>
                <a:cubicBezTo>
                  <a:pt x="1956688" y="0"/>
                  <a:pt x="2521042" y="547110"/>
                  <a:pt x="2521042" y="1222005"/>
                </a:cubicBezTo>
                <a:cubicBezTo>
                  <a:pt x="2521042" y="1896900"/>
                  <a:pt x="1956688" y="2444010"/>
                  <a:pt x="1260521" y="2444010"/>
                </a:cubicBezTo>
                <a:cubicBezTo>
                  <a:pt x="564354" y="2444010"/>
                  <a:pt x="0" y="1896900"/>
                  <a:pt x="0" y="1222005"/>
                </a:cubicBezTo>
                <a:close/>
              </a:path>
            </a:pathLst>
          </a:custGeom>
          <a:solidFill>
            <a:srgbClr val="002060"/>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05420" tIns="422847" rIns="405420" bIns="422847" numCol="1" spcCol="1270" anchor="ctr" anchorCtr="0">
            <a:noAutofit/>
          </a:bodyPr>
          <a:lstStyle/>
          <a:p>
            <a:pPr algn="ctr" defTabSz="889000">
              <a:lnSpc>
                <a:spcPct val="90000"/>
              </a:lnSpc>
              <a:spcBef>
                <a:spcPct val="0"/>
              </a:spcBef>
              <a:spcAft>
                <a:spcPct val="35000"/>
              </a:spcAft>
            </a:pPr>
            <a:r>
              <a:rPr lang="es-ES" sz="2800" b="1" dirty="0"/>
              <a:t>2.</a:t>
            </a:r>
          </a:p>
        </p:txBody>
      </p:sp>
      <p:sp>
        <p:nvSpPr>
          <p:cNvPr id="5" name="Forma libre: forma 4">
            <a:extLst>
              <a:ext uri="{FF2B5EF4-FFF2-40B4-BE49-F238E27FC236}">
                <a16:creationId xmlns:a16="http://schemas.microsoft.com/office/drawing/2014/main" id="{29D9877A-963D-2335-6FF5-A915DD4FC33B}"/>
              </a:ext>
            </a:extLst>
          </p:cNvPr>
          <p:cNvSpPr/>
          <p:nvPr/>
        </p:nvSpPr>
        <p:spPr>
          <a:xfrm>
            <a:off x="418011" y="4831231"/>
            <a:ext cx="1288868" cy="1282186"/>
          </a:xfrm>
          <a:custGeom>
            <a:avLst/>
            <a:gdLst>
              <a:gd name="connsiteX0" fmla="*/ 0 w 2521042"/>
              <a:gd name="connsiteY0" fmla="*/ 1222005 h 2444009"/>
              <a:gd name="connsiteX1" fmla="*/ 1260521 w 2521042"/>
              <a:gd name="connsiteY1" fmla="*/ 0 h 2444009"/>
              <a:gd name="connsiteX2" fmla="*/ 2521042 w 2521042"/>
              <a:gd name="connsiteY2" fmla="*/ 1222005 h 2444009"/>
              <a:gd name="connsiteX3" fmla="*/ 1260521 w 2521042"/>
              <a:gd name="connsiteY3" fmla="*/ 2444010 h 2444009"/>
              <a:gd name="connsiteX4" fmla="*/ 0 w 2521042"/>
              <a:gd name="connsiteY4" fmla="*/ 1222005 h 2444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1042" h="2444009">
                <a:moveTo>
                  <a:pt x="0" y="1222005"/>
                </a:moveTo>
                <a:cubicBezTo>
                  <a:pt x="0" y="547110"/>
                  <a:pt x="564354" y="0"/>
                  <a:pt x="1260521" y="0"/>
                </a:cubicBezTo>
                <a:cubicBezTo>
                  <a:pt x="1956688" y="0"/>
                  <a:pt x="2521042" y="547110"/>
                  <a:pt x="2521042" y="1222005"/>
                </a:cubicBezTo>
                <a:cubicBezTo>
                  <a:pt x="2521042" y="1896900"/>
                  <a:pt x="1956688" y="2444010"/>
                  <a:pt x="1260521" y="2444010"/>
                </a:cubicBezTo>
                <a:cubicBezTo>
                  <a:pt x="564354" y="2444010"/>
                  <a:pt x="0" y="1896900"/>
                  <a:pt x="0" y="1222005"/>
                </a:cubicBezTo>
                <a:close/>
              </a:path>
            </a:pathLst>
          </a:custGeom>
          <a:solidFill>
            <a:srgbClr val="002060"/>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05420" tIns="422847" rIns="405420" bIns="422847" numCol="1" spcCol="1270" anchor="ctr" anchorCtr="0">
            <a:noAutofit/>
          </a:bodyPr>
          <a:lstStyle/>
          <a:p>
            <a:pPr algn="ctr" defTabSz="889000">
              <a:lnSpc>
                <a:spcPct val="90000"/>
              </a:lnSpc>
              <a:spcBef>
                <a:spcPct val="0"/>
              </a:spcBef>
              <a:spcAft>
                <a:spcPct val="35000"/>
              </a:spcAft>
            </a:pPr>
            <a:r>
              <a:rPr lang="es-ES" sz="2800" b="1" dirty="0"/>
              <a:t>3.</a:t>
            </a:r>
          </a:p>
        </p:txBody>
      </p:sp>
    </p:spTree>
    <p:extLst>
      <p:ext uri="{BB962C8B-B14F-4D97-AF65-F5344CB8AC3E}">
        <p14:creationId xmlns:p14="http://schemas.microsoft.com/office/powerpoint/2010/main" val="15601038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9" name="Google Shape;159;p23"/>
          <p:cNvSpPr txBox="1">
            <a:spLocks noGrp="1"/>
          </p:cNvSpPr>
          <p:nvPr>
            <p:ph type="sldNum" idx="12"/>
          </p:nvPr>
        </p:nvSpPr>
        <p:spPr>
          <a:prstGeom prst="rect">
            <a:avLst/>
          </a:prstGeom>
        </p:spPr>
        <p:txBody>
          <a:bodyPr spcFirstLastPara="1" vert="horz" wrap="square" lIns="0" tIns="0" rIns="0" bIns="0" rtlCol="0" anchor="ctr" anchorCtr="0">
            <a:noAutofit/>
          </a:bodyPr>
          <a:lstStyle/>
          <a:p>
            <a:fld id="{00000000-1234-1234-1234-123412341234}" type="slidenum">
              <a:rPr lang="en"/>
              <a:pPr/>
              <a:t>65</a:t>
            </a:fld>
            <a:endParaRPr dirty="0"/>
          </a:p>
        </p:txBody>
      </p:sp>
      <p:sp>
        <p:nvSpPr>
          <p:cNvPr id="4" name="Rectangle 2"/>
          <p:cNvSpPr txBox="1">
            <a:spLocks noChangeArrowheads="1"/>
          </p:cNvSpPr>
          <p:nvPr/>
        </p:nvSpPr>
        <p:spPr bwMode="auto">
          <a:xfrm>
            <a:off x="2049501" y="2276872"/>
            <a:ext cx="7920880" cy="1220754"/>
          </a:xfrm>
          <a:prstGeom prst="rect">
            <a:avLst/>
          </a:prstGeom>
          <a:noFill/>
          <a:ln>
            <a:noFill/>
            <a:miter lim="800000"/>
            <a:headEnd/>
            <a:tailEnd/>
          </a:ln>
        </p:spPr>
        <p:txBody>
          <a:bodyPr spcFirstLastPara="1" vert="horz" wrap="square" lIns="91440" tIns="45720" rIns="91440" bIns="45720" numCol="1" anchor="t" anchorCtr="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1pPr>
            <a:lvl2pPr marR="0" lvl="1"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2pPr>
            <a:lvl3pPr marR="0" lvl="2"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3pPr>
            <a:lvl4pPr marR="0" lvl="3"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4pPr>
            <a:lvl5pPr marR="0" lvl="4"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5pPr>
            <a:lvl6pPr marR="0" lvl="5"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6pPr>
            <a:lvl7pPr marR="0" lvl="6"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7pPr>
            <a:lvl8pPr marR="0" lvl="7"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8pPr>
            <a:lvl9pPr marR="0" lvl="8"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9pPr>
          </a:lstStyle>
          <a:p>
            <a:pPr marL="87313" indent="-87313" algn="ctr"/>
            <a:r>
              <a:rPr lang="es-ES" sz="2800" b="0" dirty="0">
                <a:solidFill>
                  <a:srgbClr val="700000"/>
                </a:solidFill>
                <a:latin typeface="+mn-lt"/>
                <a:ea typeface="+mn-ea"/>
                <a:cs typeface="+mn-cs"/>
              </a:rPr>
              <a:t>Donde quiera que usted vea un negocio exitoso, alguien ha tomado una decisión valiente.</a:t>
            </a:r>
            <a:br>
              <a:rPr lang="es-ES" sz="2800" b="0" dirty="0">
                <a:solidFill>
                  <a:srgbClr val="700000"/>
                </a:solidFill>
                <a:latin typeface="+mn-lt"/>
                <a:ea typeface="+mn-ea"/>
                <a:cs typeface="+mn-cs"/>
              </a:rPr>
            </a:br>
            <a:endParaRPr lang="es-PE" sz="2800" b="0" dirty="0">
              <a:solidFill>
                <a:srgbClr val="700000"/>
              </a:solidFill>
              <a:latin typeface="+mn-lt"/>
              <a:ea typeface="+mn-ea"/>
              <a:cs typeface="+mn-cs"/>
            </a:endParaRPr>
          </a:p>
        </p:txBody>
      </p:sp>
      <p:sp>
        <p:nvSpPr>
          <p:cNvPr id="5" name="Rectangle 2"/>
          <p:cNvSpPr txBox="1">
            <a:spLocks noChangeArrowheads="1"/>
          </p:cNvSpPr>
          <p:nvPr/>
        </p:nvSpPr>
        <p:spPr>
          <a:xfrm>
            <a:off x="6096000" y="92279"/>
            <a:ext cx="6096000" cy="87245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eaLnBrk="1" hangingPunct="1">
              <a:defRPr sz="3200" i="1">
                <a:solidFill>
                  <a:schemeClr val="accent5">
                    <a:lumMod val="20000"/>
                    <a:lumOff val="80000"/>
                  </a:schemeClr>
                </a:solidFill>
                <a:latin typeface="Bauhaus 93" pitchFamily="82" charset="0"/>
              </a:defRPr>
            </a:lvl1pPr>
            <a:lvl2pPr algn="r" eaLnBrk="1" hangingPunct="1">
              <a:defRPr sz="2800" i="1">
                <a:latin typeface="Verdana" pitchFamily="34" charset="0"/>
              </a:defRPr>
            </a:lvl2pPr>
            <a:lvl3pPr algn="r" eaLnBrk="1" hangingPunct="1">
              <a:defRPr sz="2800" i="1">
                <a:latin typeface="Verdana" pitchFamily="34" charset="0"/>
              </a:defRPr>
            </a:lvl3pPr>
            <a:lvl4pPr algn="r" eaLnBrk="1" hangingPunct="1">
              <a:defRPr sz="2800" i="1">
                <a:latin typeface="Verdana" pitchFamily="34" charset="0"/>
              </a:defRPr>
            </a:lvl4pPr>
            <a:lvl5pPr algn="r" eaLnBrk="1" hangingPunct="1">
              <a:defRPr sz="2800" i="1">
                <a:latin typeface="Verdana" pitchFamily="34" charset="0"/>
              </a:defRPr>
            </a:lvl5pPr>
            <a:lvl6pPr marL="457200" algn="r" fontAlgn="base">
              <a:spcBef>
                <a:spcPct val="0"/>
              </a:spcBef>
              <a:spcAft>
                <a:spcPct val="0"/>
              </a:spcAft>
              <a:defRPr sz="2800" i="1">
                <a:latin typeface="Verdana" pitchFamily="34" charset="0"/>
              </a:defRPr>
            </a:lvl6pPr>
            <a:lvl7pPr marL="914400" algn="r" fontAlgn="base">
              <a:spcBef>
                <a:spcPct val="0"/>
              </a:spcBef>
              <a:spcAft>
                <a:spcPct val="0"/>
              </a:spcAft>
              <a:defRPr sz="2800" i="1">
                <a:latin typeface="Verdana" pitchFamily="34" charset="0"/>
              </a:defRPr>
            </a:lvl7pPr>
            <a:lvl8pPr marL="1371600" algn="r" fontAlgn="base">
              <a:spcBef>
                <a:spcPct val="0"/>
              </a:spcBef>
              <a:spcAft>
                <a:spcPct val="0"/>
              </a:spcAft>
              <a:defRPr sz="2800" i="1">
                <a:latin typeface="Verdana" pitchFamily="34" charset="0"/>
              </a:defRPr>
            </a:lvl8pPr>
            <a:lvl9pPr marL="1828800" algn="r" fontAlgn="base">
              <a:spcBef>
                <a:spcPct val="0"/>
              </a:spcBef>
              <a:spcAft>
                <a:spcPct val="0"/>
              </a:spcAft>
              <a:defRPr sz="2800" i="1">
                <a:latin typeface="Verdana" pitchFamily="34" charset="0"/>
              </a:defRPr>
            </a:lvl9pPr>
          </a:lstStyle>
          <a:p>
            <a:r>
              <a:rPr lang="es-MX" dirty="0">
                <a:solidFill>
                  <a:srgbClr val="FFFF00"/>
                </a:solidFill>
              </a:rPr>
              <a:t>Seamos dueños de nuestro propio destino</a:t>
            </a:r>
            <a:endParaRPr lang="es-ES" i="0" dirty="0"/>
          </a:p>
        </p:txBody>
      </p:sp>
      <p:sp>
        <p:nvSpPr>
          <p:cNvPr id="2" name="Rectángulo 1">
            <a:extLst>
              <a:ext uri="{FF2B5EF4-FFF2-40B4-BE49-F238E27FC236}">
                <a16:creationId xmlns:a16="http://schemas.microsoft.com/office/drawing/2014/main" id="{A345A401-5395-4861-90CC-1389B0CFAC65}"/>
              </a:ext>
            </a:extLst>
          </p:cNvPr>
          <p:cNvSpPr/>
          <p:nvPr/>
        </p:nvSpPr>
        <p:spPr>
          <a:xfrm>
            <a:off x="4958093" y="4125017"/>
            <a:ext cx="2275816" cy="923330"/>
          </a:xfrm>
          <a:prstGeom prst="rect">
            <a:avLst/>
          </a:prstGeom>
          <a:noFill/>
        </p:spPr>
        <p:txBody>
          <a:bodyPr wrap="none" lIns="91440" tIns="45720" rIns="91440" bIns="45720">
            <a:spAutoFit/>
          </a:bodyPr>
          <a:lstStyle/>
          <a:p>
            <a:pPr algn="ctr"/>
            <a:r>
              <a:rPr lang="es-ES" sz="5400" b="1" cap="none" spc="0" dirty="0">
                <a:ln w="22225">
                  <a:solidFill>
                    <a:schemeClr val="accent2"/>
                  </a:solidFill>
                  <a:prstDash val="solid"/>
                </a:ln>
                <a:solidFill>
                  <a:schemeClr val="accent2">
                    <a:lumMod val="40000"/>
                    <a:lumOff val="60000"/>
                  </a:schemeClr>
                </a:solidFill>
                <a:effectLst/>
              </a:rPr>
              <a:t>Gracias</a:t>
            </a:r>
          </a:p>
        </p:txBody>
      </p:sp>
      <p:pic>
        <p:nvPicPr>
          <p:cNvPr id="6" name="Picture 5" descr="004">
            <a:extLst>
              <a:ext uri="{FF2B5EF4-FFF2-40B4-BE49-F238E27FC236}">
                <a16:creationId xmlns:a16="http://schemas.microsoft.com/office/drawing/2014/main" id="{10E9D79D-8D69-43FB-8635-4B0D7576B5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15506" y="3733101"/>
            <a:ext cx="2095281" cy="279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57509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4"/>
                                        </p:tgtEl>
                                        <p:attrNameLst>
                                          <p:attrName>fillcolor</p:attrName>
                                        </p:attrNameLst>
                                      </p:cBhvr>
                                      <p:to>
                                        <a:schemeClr val="accent2"/>
                                      </p:to>
                                    </p:animClr>
                                    <p:set>
                                      <p:cBhvr>
                                        <p:cTn id="7" dur="2000" fill="hold"/>
                                        <p:tgtEl>
                                          <p:spTgt spid="4"/>
                                        </p:tgtEl>
                                        <p:attrNameLst>
                                          <p:attrName>fill.type</p:attrName>
                                        </p:attrNameLst>
                                      </p:cBhvr>
                                      <p:to>
                                        <p:strVal val="solid"/>
                                      </p:to>
                                    </p:set>
                                    <p:set>
                                      <p:cBhvr>
                                        <p:cTn id="8" dur="2000" fill="hold"/>
                                        <p:tgtEl>
                                          <p:spTgt spid="4"/>
                                        </p:tgtEl>
                                        <p:attrNameLst>
                                          <p:attrName>fill.on</p:attrName>
                                        </p:attrNameLst>
                                      </p:cBhvr>
                                      <p:to>
                                        <p:strVal val="true"/>
                                      </p:to>
                                    </p:set>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500" fill="hold"/>
                                        <p:tgtEl>
                                          <p:spTgt spid="2"/>
                                        </p:tgtEl>
                                        <p:attrNameLst>
                                          <p:attrName>ppt_w</p:attrName>
                                        </p:attrNameLst>
                                      </p:cBhvr>
                                      <p:tavLst>
                                        <p:tav tm="0">
                                          <p:val>
                                            <p:fltVal val="0"/>
                                          </p:val>
                                        </p:tav>
                                        <p:tav tm="100000">
                                          <p:val>
                                            <p:strVal val="#ppt_w"/>
                                          </p:val>
                                        </p:tav>
                                      </p:tavLst>
                                    </p:anim>
                                    <p:anim calcmode="lin" valueType="num">
                                      <p:cBhvr>
                                        <p:cTn id="14" dur="500" fill="hold"/>
                                        <p:tgtEl>
                                          <p:spTgt spid="2"/>
                                        </p:tgtEl>
                                        <p:attrNameLst>
                                          <p:attrName>ppt_h</p:attrName>
                                        </p:attrNameLst>
                                      </p:cBhvr>
                                      <p:tavLst>
                                        <p:tav tm="0">
                                          <p:val>
                                            <p:fltVal val="0"/>
                                          </p:val>
                                        </p:tav>
                                        <p:tav tm="100000">
                                          <p:val>
                                            <p:strVal val="#ppt_h"/>
                                          </p:val>
                                        </p:tav>
                                      </p:tavLst>
                                    </p:anim>
                                    <p:animEffect transition="in" filter="fade">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Tema de Office">
  <a:themeElements>
    <a:clrScheme name="Azul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5040</TotalTime>
  <Words>4620</Words>
  <Application>Microsoft Office PowerPoint</Application>
  <PresentationFormat>Panorámica</PresentationFormat>
  <Paragraphs>740</Paragraphs>
  <Slides>65</Slides>
  <Notes>57</Notes>
  <HiddenSlides>0</HiddenSlides>
  <MMClips>0</MMClips>
  <ScaleCrop>false</ScaleCrop>
  <HeadingPairs>
    <vt:vector size="8" baseType="variant">
      <vt:variant>
        <vt:lpstr>Fuentes usadas</vt:lpstr>
      </vt:variant>
      <vt:variant>
        <vt:i4>16</vt:i4>
      </vt:variant>
      <vt:variant>
        <vt:lpstr>Tema</vt:lpstr>
      </vt:variant>
      <vt:variant>
        <vt:i4>1</vt:i4>
      </vt:variant>
      <vt:variant>
        <vt:lpstr>Servidores OLE incrustados</vt:lpstr>
      </vt:variant>
      <vt:variant>
        <vt:i4>2</vt:i4>
      </vt:variant>
      <vt:variant>
        <vt:lpstr>Títulos de diapositiva</vt:lpstr>
      </vt:variant>
      <vt:variant>
        <vt:i4>65</vt:i4>
      </vt:variant>
    </vt:vector>
  </HeadingPairs>
  <TitlesOfParts>
    <vt:vector size="84" baseType="lpstr">
      <vt:lpstr>Arial</vt:lpstr>
      <vt:lpstr>Arial Narrow</vt:lpstr>
      <vt:lpstr>Bauhaus 93</vt:lpstr>
      <vt:lpstr>Bodoni MT Black</vt:lpstr>
      <vt:lpstr>Brush Script MT</vt:lpstr>
      <vt:lpstr>Calibri</vt:lpstr>
      <vt:lpstr>Calibri Light</vt:lpstr>
      <vt:lpstr>Comic Sans MS</vt:lpstr>
      <vt:lpstr>Lexend Deca</vt:lpstr>
      <vt:lpstr>Muli Regular</vt:lpstr>
      <vt:lpstr>Signika</vt:lpstr>
      <vt:lpstr>Symbol</vt:lpstr>
      <vt:lpstr>Tahoma</vt:lpstr>
      <vt:lpstr>Times New Roman</vt:lpstr>
      <vt:lpstr>Verdana</vt:lpstr>
      <vt:lpstr>Wingdings</vt:lpstr>
      <vt:lpstr>Tema de Office</vt:lpstr>
      <vt:lpstr>Unknown</vt:lpstr>
      <vt:lpstr>Document</vt:lpstr>
      <vt:lpstr>Presentación de PowerPoint</vt:lpstr>
      <vt:lpstr>Definiciones Básicas</vt:lpstr>
      <vt:lpstr>Presentación de PowerPoint</vt:lpstr>
      <vt:lpstr>Contenido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Objetivos de la I. O.</vt:lpstr>
      <vt:lpstr>Presentación de PowerPoint</vt:lpstr>
      <vt:lpstr>Presentación de PowerPoint</vt:lpstr>
      <vt:lpstr>Presentación de PowerPoint</vt:lpstr>
      <vt:lpstr>Una breve historia</vt:lpstr>
      <vt:lpstr>Una breve historia</vt:lpstr>
      <vt:lpstr>Una breve historia</vt:lpstr>
      <vt:lpstr>Una breve historia</vt:lpstr>
      <vt:lpstr>Presentación de PowerPoint</vt:lpstr>
      <vt:lpstr>Definición del problema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Técnicas de la Investigación de operaciones</vt:lpstr>
      <vt:lpstr>Presentación de PowerPoint</vt:lpstr>
      <vt:lpstr>Presentación de PowerPoint</vt:lpstr>
      <vt:lpstr>Presentación de PowerPoint</vt:lpstr>
      <vt:lpstr>Presentación de PowerPoint</vt:lpstr>
      <vt:lpstr>Sistema vs. Modelo</vt:lpstr>
      <vt:lpstr>Modelo matemático</vt:lpstr>
      <vt:lpstr>Modelo matemático</vt:lpstr>
      <vt:lpstr>Usos de los Modelos</vt:lpstr>
      <vt:lpstr>Ventajas y desventajas de los Modelos</vt:lpstr>
      <vt:lpstr>Aplicación de los modelo matemáticos</vt:lpstr>
      <vt:lpstr>Clasificación de los modelo matemáticos</vt:lpstr>
      <vt:lpstr>Clasificación de los modelo matemáticos</vt:lpstr>
      <vt:lpstr>Modelo de Programación Lineal</vt:lpstr>
      <vt:lpstr>Clasificación de los modelos</vt:lpstr>
      <vt:lpstr>Modelos físicos</vt:lpstr>
      <vt:lpstr>Modelos a escala</vt:lpstr>
      <vt:lpstr>Modelos analógicos</vt:lpstr>
      <vt:lpstr>Modelos administrativos</vt:lpstr>
      <vt:lpstr>Presentación de PowerPoint</vt:lpstr>
      <vt:lpstr>Modelos matemáticos</vt:lpstr>
      <vt:lpstr>Presentación de PowerPoint</vt:lpstr>
      <vt:lpstr>Presentación de PowerPoint</vt:lpstr>
      <vt:lpstr>Presentación de PowerPoint</vt:lpstr>
      <vt:lpstr>Presentación de PowerPoint</vt:lpstr>
      <vt:lpstr>Presentación de PowerPoint</vt:lpstr>
      <vt:lpstr>Presentación de PowerPoint</vt:lpstr>
      <vt:lpstr>¿Qué intenta la simulación ?</vt:lpstr>
      <vt:lpstr>Metodología de la simulación</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ANIVAL ALFREDO TORRE CAMONES</dc:creator>
  <cp:lastModifiedBy>ANIVAL ALFREDO TORRE CAMONES</cp:lastModifiedBy>
  <cp:revision>287</cp:revision>
  <dcterms:created xsi:type="dcterms:W3CDTF">2021-09-08T13:14:39Z</dcterms:created>
  <dcterms:modified xsi:type="dcterms:W3CDTF">2026-08-16T16:44:17Z</dcterms:modified>
</cp:coreProperties>
</file>