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av" ContentType="audio/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2.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handoutMasterIdLst>
    <p:handoutMasterId r:id="rId29"/>
  </p:handoutMasterIdLst>
  <p:sldIdLst>
    <p:sldId id="481" r:id="rId2"/>
    <p:sldId id="306" r:id="rId3"/>
    <p:sldId id="308" r:id="rId4"/>
    <p:sldId id="309" r:id="rId5"/>
    <p:sldId id="310" r:id="rId6"/>
    <p:sldId id="311" r:id="rId7"/>
    <p:sldId id="312" r:id="rId8"/>
    <p:sldId id="313" r:id="rId9"/>
    <p:sldId id="314" r:id="rId10"/>
    <p:sldId id="315" r:id="rId11"/>
    <p:sldId id="316" r:id="rId12"/>
    <p:sldId id="317" r:id="rId13"/>
    <p:sldId id="318" r:id="rId14"/>
    <p:sldId id="319" r:id="rId15"/>
    <p:sldId id="320" r:id="rId16"/>
    <p:sldId id="409" r:id="rId17"/>
    <p:sldId id="324" r:id="rId18"/>
    <p:sldId id="325" r:id="rId19"/>
    <p:sldId id="327" r:id="rId20"/>
    <p:sldId id="329" r:id="rId21"/>
    <p:sldId id="330" r:id="rId22"/>
    <p:sldId id="332" r:id="rId23"/>
    <p:sldId id="334" r:id="rId24"/>
    <p:sldId id="336" r:id="rId25"/>
    <p:sldId id="342" r:id="rId26"/>
    <p:sldId id="280" r:id="rId27"/>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158" autoAdjust="0"/>
    <p:restoredTop sz="94660"/>
  </p:normalViewPr>
  <p:slideViewPr>
    <p:cSldViewPr snapToGrid="0">
      <p:cViewPr varScale="1">
        <p:scale>
          <a:sx n="159" d="100"/>
          <a:sy n="159" d="100"/>
        </p:scale>
        <p:origin x="828" y="132"/>
      </p:cViewPr>
      <p:guideLst>
        <p:guide orient="horz" pos="2160"/>
        <p:guide pos="3840"/>
      </p:guideLst>
    </p:cSldViewPr>
  </p:slideViewPr>
  <p:notesTextViewPr>
    <p:cViewPr>
      <p:scale>
        <a:sx n="1" d="1"/>
        <a:sy n="1" d="1"/>
      </p:scale>
      <p:origin x="0" y="0"/>
    </p:cViewPr>
  </p:notesTextViewPr>
  <p:sorterViewPr>
    <p:cViewPr>
      <p:scale>
        <a:sx n="120" d="100"/>
        <a:sy n="120" d="100"/>
      </p:scale>
      <p:origin x="0" y="0"/>
    </p:cViewPr>
  </p:sorterViewPr>
  <p:notesViewPr>
    <p:cSldViewPr snapToGrid="0">
      <p:cViewPr varScale="1">
        <p:scale>
          <a:sx n="87" d="100"/>
          <a:sy n="87" d="100"/>
        </p:scale>
        <p:origin x="384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D7A431B-0B74-48A5-9C03-42D07873F730}"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s-PE"/>
        </a:p>
      </dgm:t>
    </dgm:pt>
    <dgm:pt modelId="{DB1039D7-BF5B-4DAB-8583-84456CEBE9F9}">
      <dgm:prSet custT="1"/>
      <dgm:spPr/>
      <dgm:t>
        <a:bodyPr/>
        <a:lstStyle/>
        <a:p>
          <a:pPr rtl="0"/>
          <a:r>
            <a:rPr lang="es-ES" sz="2400" b="1" dirty="0">
              <a:solidFill>
                <a:srgbClr val="FF0000"/>
              </a:solidFill>
            </a:rPr>
            <a:t>Inversión</a:t>
          </a:r>
          <a:r>
            <a:rPr lang="es-ES" sz="2400" dirty="0"/>
            <a:t> es la acción de gastar(C) con la esperanza de obtener beneficios(B).Una inversión propiamente dicha es aquella donde B&gt;C	</a:t>
          </a:r>
          <a:endParaRPr lang="es-PE" sz="2400" dirty="0"/>
        </a:p>
      </dgm:t>
    </dgm:pt>
    <dgm:pt modelId="{3C503879-3909-4C54-9700-1D3BDED6EF0A}" type="parTrans" cxnId="{0B2F6120-0EE0-4FB0-A425-9BE5A4C116F2}">
      <dgm:prSet/>
      <dgm:spPr/>
      <dgm:t>
        <a:bodyPr/>
        <a:lstStyle/>
        <a:p>
          <a:endParaRPr lang="es-PE" sz="2400"/>
        </a:p>
      </dgm:t>
    </dgm:pt>
    <dgm:pt modelId="{DC92373F-6E82-41A8-A1E4-495583109E9D}" type="sibTrans" cxnId="{0B2F6120-0EE0-4FB0-A425-9BE5A4C116F2}">
      <dgm:prSet/>
      <dgm:spPr/>
      <dgm:t>
        <a:bodyPr/>
        <a:lstStyle/>
        <a:p>
          <a:endParaRPr lang="es-PE" sz="2400"/>
        </a:p>
      </dgm:t>
    </dgm:pt>
    <dgm:pt modelId="{7402B26E-0135-4163-85F5-EA6913C17DFC}" type="pres">
      <dgm:prSet presAssocID="{BD7A431B-0B74-48A5-9C03-42D07873F730}" presName="linear" presStyleCnt="0">
        <dgm:presLayoutVars>
          <dgm:animLvl val="lvl"/>
          <dgm:resizeHandles val="exact"/>
        </dgm:presLayoutVars>
      </dgm:prSet>
      <dgm:spPr/>
    </dgm:pt>
    <dgm:pt modelId="{C17AF225-BD91-4B0C-A345-755A9E336C68}" type="pres">
      <dgm:prSet presAssocID="{DB1039D7-BF5B-4DAB-8583-84456CEBE9F9}" presName="parentText" presStyleLbl="node1" presStyleIdx="0" presStyleCnt="1" custScaleY="95216">
        <dgm:presLayoutVars>
          <dgm:chMax val="0"/>
          <dgm:bulletEnabled val="1"/>
        </dgm:presLayoutVars>
      </dgm:prSet>
      <dgm:spPr/>
    </dgm:pt>
  </dgm:ptLst>
  <dgm:cxnLst>
    <dgm:cxn modelId="{0B2F6120-0EE0-4FB0-A425-9BE5A4C116F2}" srcId="{BD7A431B-0B74-48A5-9C03-42D07873F730}" destId="{DB1039D7-BF5B-4DAB-8583-84456CEBE9F9}" srcOrd="0" destOrd="0" parTransId="{3C503879-3909-4C54-9700-1D3BDED6EF0A}" sibTransId="{DC92373F-6E82-41A8-A1E4-495583109E9D}"/>
    <dgm:cxn modelId="{249CE99D-A3A0-4ADC-9E63-D78A867E71DD}" type="presOf" srcId="{BD7A431B-0B74-48A5-9C03-42D07873F730}" destId="{7402B26E-0135-4163-85F5-EA6913C17DFC}" srcOrd="0" destOrd="0" presId="urn:microsoft.com/office/officeart/2005/8/layout/vList2"/>
    <dgm:cxn modelId="{346B95B4-401A-499A-AD24-CAB06F20CA17}" type="presOf" srcId="{DB1039D7-BF5B-4DAB-8583-84456CEBE9F9}" destId="{C17AF225-BD91-4B0C-A345-755A9E336C68}" srcOrd="0" destOrd="0" presId="urn:microsoft.com/office/officeart/2005/8/layout/vList2"/>
    <dgm:cxn modelId="{531FB7EE-618C-486F-A769-926012F3CE73}" type="presParOf" srcId="{7402B26E-0135-4163-85F5-EA6913C17DFC}" destId="{C17AF225-BD91-4B0C-A345-755A9E336C68}"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491BFAC-1C09-4481-B097-C87A0CA6A4BF}" type="doc">
      <dgm:prSet loTypeId="urn:microsoft.com/office/officeart/2005/8/layout/matrix3" loCatId="matrix" qsTypeId="urn:microsoft.com/office/officeart/2005/8/quickstyle/simple1" qsCatId="simple" csTypeId="urn:microsoft.com/office/officeart/2005/8/colors/accent1_2" csCatId="accent1" phldr="1"/>
      <dgm:spPr/>
      <dgm:t>
        <a:bodyPr/>
        <a:lstStyle/>
        <a:p>
          <a:endParaRPr lang="es-PE"/>
        </a:p>
      </dgm:t>
    </dgm:pt>
    <dgm:pt modelId="{7233A992-46E5-41EC-9191-E03497449E5C}">
      <dgm:prSet custT="1"/>
      <dgm:spPr/>
      <dgm:t>
        <a:bodyPr/>
        <a:lstStyle/>
        <a:p>
          <a:pPr rtl="0"/>
          <a:r>
            <a:rPr lang="es-ES" sz="2800" dirty="0"/>
            <a:t>¿Qué Hacer? (tareas) </a:t>
          </a:r>
          <a:endParaRPr lang="es-PE" sz="2800" dirty="0"/>
        </a:p>
      </dgm:t>
    </dgm:pt>
    <dgm:pt modelId="{D84720DF-F116-4F1D-9CFD-E34C6FA2310B}" type="parTrans" cxnId="{D61EA7EC-ADC5-4BAB-AF65-4049DC40490F}">
      <dgm:prSet/>
      <dgm:spPr/>
      <dgm:t>
        <a:bodyPr/>
        <a:lstStyle/>
        <a:p>
          <a:endParaRPr lang="es-PE" sz="2800"/>
        </a:p>
      </dgm:t>
    </dgm:pt>
    <dgm:pt modelId="{1E678C24-3FE8-418D-800F-01FC1144AD59}" type="sibTrans" cxnId="{D61EA7EC-ADC5-4BAB-AF65-4049DC40490F}">
      <dgm:prSet/>
      <dgm:spPr/>
      <dgm:t>
        <a:bodyPr/>
        <a:lstStyle/>
        <a:p>
          <a:endParaRPr lang="es-PE" sz="2800"/>
        </a:p>
      </dgm:t>
    </dgm:pt>
    <dgm:pt modelId="{6DF94357-6662-4FED-B3D8-1CDEB8B48BAF}">
      <dgm:prSet custT="1"/>
      <dgm:spPr/>
      <dgm:t>
        <a:bodyPr/>
        <a:lstStyle/>
        <a:p>
          <a:pPr rtl="0"/>
          <a:r>
            <a:rPr lang="es-ES" sz="2800" dirty="0"/>
            <a:t>¿Cómo Hacer? (secuencia, proceso)</a:t>
          </a:r>
          <a:endParaRPr lang="es-PE" sz="2800" dirty="0"/>
        </a:p>
      </dgm:t>
    </dgm:pt>
    <dgm:pt modelId="{7046892F-7FD1-43AB-8771-E4A7CF994217}" type="parTrans" cxnId="{B9049A76-46AD-4013-A126-2255B218A45F}">
      <dgm:prSet/>
      <dgm:spPr/>
      <dgm:t>
        <a:bodyPr/>
        <a:lstStyle/>
        <a:p>
          <a:endParaRPr lang="es-PE" sz="2800"/>
        </a:p>
      </dgm:t>
    </dgm:pt>
    <dgm:pt modelId="{75421716-44F4-4E07-8457-D08DCA1E3FC5}" type="sibTrans" cxnId="{B9049A76-46AD-4013-A126-2255B218A45F}">
      <dgm:prSet/>
      <dgm:spPr/>
      <dgm:t>
        <a:bodyPr/>
        <a:lstStyle/>
        <a:p>
          <a:endParaRPr lang="es-PE" sz="2800"/>
        </a:p>
      </dgm:t>
    </dgm:pt>
    <dgm:pt modelId="{96818B22-7764-449E-8DB1-028CD10D6020}">
      <dgm:prSet custT="1"/>
      <dgm:spPr/>
      <dgm:t>
        <a:bodyPr/>
        <a:lstStyle/>
        <a:p>
          <a:pPr rtl="0"/>
          <a:r>
            <a:rPr lang="es-ES" sz="2800" dirty="0"/>
            <a:t>¿Cuándo Hacer?     (fechas de inicio y fin)</a:t>
          </a:r>
          <a:endParaRPr lang="es-PE" sz="2800" dirty="0"/>
        </a:p>
      </dgm:t>
    </dgm:pt>
    <dgm:pt modelId="{DAE91817-4B94-49F4-A909-7D66C802418C}" type="parTrans" cxnId="{A4F3BEBA-7993-4BA9-A00F-C7F6450F2D73}">
      <dgm:prSet/>
      <dgm:spPr/>
      <dgm:t>
        <a:bodyPr/>
        <a:lstStyle/>
        <a:p>
          <a:endParaRPr lang="es-PE" sz="2800"/>
        </a:p>
      </dgm:t>
    </dgm:pt>
    <dgm:pt modelId="{67C55408-B804-4AD8-A2E6-6ED02DE00712}" type="sibTrans" cxnId="{A4F3BEBA-7993-4BA9-A00F-C7F6450F2D73}">
      <dgm:prSet/>
      <dgm:spPr/>
      <dgm:t>
        <a:bodyPr/>
        <a:lstStyle/>
        <a:p>
          <a:endParaRPr lang="es-PE" sz="2800"/>
        </a:p>
      </dgm:t>
    </dgm:pt>
    <dgm:pt modelId="{53A6FBD5-53E0-4F1F-AFC1-10B005F40618}">
      <dgm:prSet custT="1"/>
      <dgm:spPr/>
      <dgm:t>
        <a:bodyPr/>
        <a:lstStyle/>
        <a:p>
          <a:pPr rtl="0"/>
          <a:r>
            <a:rPr lang="es-ES" sz="2800" dirty="0"/>
            <a:t>¿Quién lo va a hacer?</a:t>
          </a:r>
        </a:p>
        <a:p>
          <a:pPr rtl="0"/>
          <a:r>
            <a:rPr lang="es-ES" sz="2800" dirty="0"/>
            <a:t>(recursos  humanos)</a:t>
          </a:r>
          <a:endParaRPr lang="es-PE" sz="2800" dirty="0"/>
        </a:p>
      </dgm:t>
    </dgm:pt>
    <dgm:pt modelId="{A7B239C7-56EB-49B0-AA6C-845DC3B4DEB3}" type="parTrans" cxnId="{253C8A6A-6B87-48C4-B324-8A91816D8367}">
      <dgm:prSet/>
      <dgm:spPr/>
      <dgm:t>
        <a:bodyPr/>
        <a:lstStyle/>
        <a:p>
          <a:endParaRPr lang="es-PE" sz="2800"/>
        </a:p>
      </dgm:t>
    </dgm:pt>
    <dgm:pt modelId="{723D139F-3B94-4648-B032-2F8172A6E501}" type="sibTrans" cxnId="{253C8A6A-6B87-48C4-B324-8A91816D8367}">
      <dgm:prSet/>
      <dgm:spPr/>
      <dgm:t>
        <a:bodyPr/>
        <a:lstStyle/>
        <a:p>
          <a:endParaRPr lang="es-PE" sz="2800"/>
        </a:p>
      </dgm:t>
    </dgm:pt>
    <dgm:pt modelId="{AD2A6129-974C-4217-B2AE-8D81A820E275}">
      <dgm:prSet/>
      <dgm:spPr/>
      <dgm:t>
        <a:bodyPr/>
        <a:lstStyle/>
        <a:p>
          <a:endParaRPr lang="es-PE" sz="2800"/>
        </a:p>
      </dgm:t>
    </dgm:pt>
    <dgm:pt modelId="{0FD89A45-93C0-4A7B-AE01-A8C3E3524FB3}" type="parTrans" cxnId="{BF651708-D765-4A7F-A89A-B96E2D9EF2B7}">
      <dgm:prSet/>
      <dgm:spPr/>
      <dgm:t>
        <a:bodyPr/>
        <a:lstStyle/>
        <a:p>
          <a:endParaRPr lang="es-PE" sz="2800"/>
        </a:p>
      </dgm:t>
    </dgm:pt>
    <dgm:pt modelId="{CFBAE964-4E47-44B0-80E9-191797008A70}" type="sibTrans" cxnId="{BF651708-D765-4A7F-A89A-B96E2D9EF2B7}">
      <dgm:prSet/>
      <dgm:spPr/>
      <dgm:t>
        <a:bodyPr/>
        <a:lstStyle/>
        <a:p>
          <a:endParaRPr lang="es-PE" sz="2800"/>
        </a:p>
      </dgm:t>
    </dgm:pt>
    <dgm:pt modelId="{B2CC9F2E-C2B2-4B55-9572-F776A9E3E207}" type="pres">
      <dgm:prSet presAssocID="{D491BFAC-1C09-4481-B097-C87A0CA6A4BF}" presName="matrix" presStyleCnt="0">
        <dgm:presLayoutVars>
          <dgm:chMax val="1"/>
          <dgm:dir/>
          <dgm:resizeHandles val="exact"/>
        </dgm:presLayoutVars>
      </dgm:prSet>
      <dgm:spPr/>
    </dgm:pt>
    <dgm:pt modelId="{BD53EE80-E4FF-4B86-920F-C488060F19C3}" type="pres">
      <dgm:prSet presAssocID="{D491BFAC-1C09-4481-B097-C87A0CA6A4BF}" presName="diamond" presStyleLbl="bgShp" presStyleIdx="0" presStyleCnt="1" custScaleX="133333"/>
      <dgm:spPr/>
    </dgm:pt>
    <dgm:pt modelId="{8F8D7AAC-2461-49D5-B190-0EF2A74E998F}" type="pres">
      <dgm:prSet presAssocID="{D491BFAC-1C09-4481-B097-C87A0CA6A4BF}" presName="quad1" presStyleLbl="node1" presStyleIdx="0" presStyleCnt="4" custScaleX="127349" custScaleY="98860" custLinFactNeighborX="-14246" custLinFactNeighborY="0">
        <dgm:presLayoutVars>
          <dgm:chMax val="0"/>
          <dgm:chPref val="0"/>
          <dgm:bulletEnabled val="1"/>
        </dgm:presLayoutVars>
      </dgm:prSet>
      <dgm:spPr/>
    </dgm:pt>
    <dgm:pt modelId="{50289D77-DB75-4225-99DB-8FA569F2F8EE}" type="pres">
      <dgm:prSet presAssocID="{D491BFAC-1C09-4481-B097-C87A0CA6A4BF}" presName="quad2" presStyleLbl="node1" presStyleIdx="1" presStyleCnt="4" custScaleX="129060" custLinFactNeighborX="14245" custLinFactNeighborY="570">
        <dgm:presLayoutVars>
          <dgm:chMax val="0"/>
          <dgm:chPref val="0"/>
          <dgm:bulletEnabled val="1"/>
        </dgm:presLayoutVars>
      </dgm:prSet>
      <dgm:spPr/>
    </dgm:pt>
    <dgm:pt modelId="{92D81384-6BDA-4817-9A93-657D2F083362}" type="pres">
      <dgm:prSet presAssocID="{D491BFAC-1C09-4481-B097-C87A0CA6A4BF}" presName="quad3" presStyleLbl="node1" presStyleIdx="2" presStyleCnt="4" custScaleX="127350" custLinFactNeighborX="-14245" custLinFactNeighborY="-285">
        <dgm:presLayoutVars>
          <dgm:chMax val="0"/>
          <dgm:chPref val="0"/>
          <dgm:bulletEnabled val="1"/>
        </dgm:presLayoutVars>
      </dgm:prSet>
      <dgm:spPr/>
    </dgm:pt>
    <dgm:pt modelId="{0167452F-98CD-4AEA-8EA6-8BAAC34B81C3}" type="pres">
      <dgm:prSet presAssocID="{D491BFAC-1C09-4481-B097-C87A0CA6A4BF}" presName="quad4" presStyleLbl="node1" presStyleIdx="3" presStyleCnt="4" custScaleX="127351" custLinFactNeighborX="13391" custLinFactNeighborY="-285">
        <dgm:presLayoutVars>
          <dgm:chMax val="0"/>
          <dgm:chPref val="0"/>
          <dgm:bulletEnabled val="1"/>
        </dgm:presLayoutVars>
      </dgm:prSet>
      <dgm:spPr/>
    </dgm:pt>
  </dgm:ptLst>
  <dgm:cxnLst>
    <dgm:cxn modelId="{BF651708-D765-4A7F-A89A-B96E2D9EF2B7}" srcId="{D491BFAC-1C09-4481-B097-C87A0CA6A4BF}" destId="{AD2A6129-974C-4217-B2AE-8D81A820E275}" srcOrd="4" destOrd="0" parTransId="{0FD89A45-93C0-4A7B-AE01-A8C3E3524FB3}" sibTransId="{CFBAE964-4E47-44B0-80E9-191797008A70}"/>
    <dgm:cxn modelId="{253C8A6A-6B87-48C4-B324-8A91816D8367}" srcId="{D491BFAC-1C09-4481-B097-C87A0CA6A4BF}" destId="{53A6FBD5-53E0-4F1F-AFC1-10B005F40618}" srcOrd="3" destOrd="0" parTransId="{A7B239C7-56EB-49B0-AA6C-845DC3B4DEB3}" sibTransId="{723D139F-3B94-4648-B032-2F8172A6E501}"/>
    <dgm:cxn modelId="{B9049A76-46AD-4013-A126-2255B218A45F}" srcId="{D491BFAC-1C09-4481-B097-C87A0CA6A4BF}" destId="{6DF94357-6662-4FED-B3D8-1CDEB8B48BAF}" srcOrd="1" destOrd="0" parTransId="{7046892F-7FD1-43AB-8771-E4A7CF994217}" sibTransId="{75421716-44F4-4E07-8457-D08DCA1E3FC5}"/>
    <dgm:cxn modelId="{F481C5B4-859E-4144-9025-F223676ADB8C}" type="presOf" srcId="{D491BFAC-1C09-4481-B097-C87A0CA6A4BF}" destId="{B2CC9F2E-C2B2-4B55-9572-F776A9E3E207}" srcOrd="0" destOrd="0" presId="urn:microsoft.com/office/officeart/2005/8/layout/matrix3"/>
    <dgm:cxn modelId="{A4F3BEBA-7993-4BA9-A00F-C7F6450F2D73}" srcId="{D491BFAC-1C09-4481-B097-C87A0CA6A4BF}" destId="{96818B22-7764-449E-8DB1-028CD10D6020}" srcOrd="2" destOrd="0" parTransId="{DAE91817-4B94-49F4-A909-7D66C802418C}" sibTransId="{67C55408-B804-4AD8-A2E6-6ED02DE00712}"/>
    <dgm:cxn modelId="{67412AC1-E026-4355-957D-42BD71E44D9C}" type="presOf" srcId="{53A6FBD5-53E0-4F1F-AFC1-10B005F40618}" destId="{0167452F-98CD-4AEA-8EA6-8BAAC34B81C3}" srcOrd="0" destOrd="0" presId="urn:microsoft.com/office/officeart/2005/8/layout/matrix3"/>
    <dgm:cxn modelId="{066419CC-AAE3-4DA4-906A-D09E38CFA0D8}" type="presOf" srcId="{96818B22-7764-449E-8DB1-028CD10D6020}" destId="{92D81384-6BDA-4817-9A93-657D2F083362}" srcOrd="0" destOrd="0" presId="urn:microsoft.com/office/officeart/2005/8/layout/matrix3"/>
    <dgm:cxn modelId="{2B0E34E4-6EF7-4369-A7BE-1B59F10DD4C2}" type="presOf" srcId="{7233A992-46E5-41EC-9191-E03497449E5C}" destId="{8F8D7AAC-2461-49D5-B190-0EF2A74E998F}" srcOrd="0" destOrd="0" presId="urn:microsoft.com/office/officeart/2005/8/layout/matrix3"/>
    <dgm:cxn modelId="{D61EA7EC-ADC5-4BAB-AF65-4049DC40490F}" srcId="{D491BFAC-1C09-4481-B097-C87A0CA6A4BF}" destId="{7233A992-46E5-41EC-9191-E03497449E5C}" srcOrd="0" destOrd="0" parTransId="{D84720DF-F116-4F1D-9CFD-E34C6FA2310B}" sibTransId="{1E678C24-3FE8-418D-800F-01FC1144AD59}"/>
    <dgm:cxn modelId="{E31879FD-C38D-40DB-9FBF-7DEBD305E49F}" type="presOf" srcId="{6DF94357-6662-4FED-B3D8-1CDEB8B48BAF}" destId="{50289D77-DB75-4225-99DB-8FA569F2F8EE}" srcOrd="0" destOrd="0" presId="urn:microsoft.com/office/officeart/2005/8/layout/matrix3"/>
    <dgm:cxn modelId="{FDBFCAAE-9220-4766-BBCD-18B6EE60A904}" type="presParOf" srcId="{B2CC9F2E-C2B2-4B55-9572-F776A9E3E207}" destId="{BD53EE80-E4FF-4B86-920F-C488060F19C3}" srcOrd="0" destOrd="0" presId="urn:microsoft.com/office/officeart/2005/8/layout/matrix3"/>
    <dgm:cxn modelId="{DE848D2E-81FD-4FD6-B8A8-E122B41ED09E}" type="presParOf" srcId="{B2CC9F2E-C2B2-4B55-9572-F776A9E3E207}" destId="{8F8D7AAC-2461-49D5-B190-0EF2A74E998F}" srcOrd="1" destOrd="0" presId="urn:microsoft.com/office/officeart/2005/8/layout/matrix3"/>
    <dgm:cxn modelId="{E4ABE7AD-BF36-40FF-8907-2B63D729EB16}" type="presParOf" srcId="{B2CC9F2E-C2B2-4B55-9572-F776A9E3E207}" destId="{50289D77-DB75-4225-99DB-8FA569F2F8EE}" srcOrd="2" destOrd="0" presId="urn:microsoft.com/office/officeart/2005/8/layout/matrix3"/>
    <dgm:cxn modelId="{9AEF62A8-0E30-4232-8BA4-18746C08E512}" type="presParOf" srcId="{B2CC9F2E-C2B2-4B55-9572-F776A9E3E207}" destId="{92D81384-6BDA-4817-9A93-657D2F083362}" srcOrd="3" destOrd="0" presId="urn:microsoft.com/office/officeart/2005/8/layout/matrix3"/>
    <dgm:cxn modelId="{CDF4D1E0-AEC2-4DFC-812D-C7D00F319514}" type="presParOf" srcId="{B2CC9F2E-C2B2-4B55-9572-F776A9E3E207}" destId="{0167452F-98CD-4AEA-8EA6-8BAAC34B81C3}"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4A049A4-0DEA-47FB-AA1C-141EB961A27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s-PE"/>
        </a:p>
      </dgm:t>
    </dgm:pt>
    <dgm:pt modelId="{6AC619EA-BDED-493B-B880-B8BFA9281641}">
      <dgm:prSet custT="1"/>
      <dgm:spPr/>
      <dgm:t>
        <a:bodyPr/>
        <a:lstStyle/>
        <a:p>
          <a:pPr algn="just" rtl="0"/>
          <a:r>
            <a:rPr lang="es-MX" sz="2800" b="1" dirty="0">
              <a:solidFill>
                <a:srgbClr val="FFFF00"/>
              </a:solidFill>
              <a:latin typeface="Arial Narrow" pitchFamily="34" charset="0"/>
            </a:rPr>
            <a:t>Método del Camino Crítico</a:t>
          </a:r>
          <a:r>
            <a:rPr lang="es-MX" sz="2800" dirty="0">
              <a:latin typeface="Arial Narrow" pitchFamily="34" charset="0"/>
            </a:rPr>
            <a:t>, la cual es enfocada hacia el cumplimiento de la meta de costo del proyecto. F</a:t>
          </a:r>
          <a:r>
            <a:rPr lang="es-ES" sz="2800" dirty="0" err="1">
              <a:latin typeface="Arial Narrow" pitchFamily="34" charset="0"/>
            </a:rPr>
            <a:t>ue</a:t>
          </a:r>
          <a:r>
            <a:rPr lang="es-ES" sz="2800" dirty="0">
              <a:latin typeface="Arial Narrow" pitchFamily="34" charset="0"/>
            </a:rPr>
            <a:t> desarrollado en 1957 en los Estados Unidos de América, por un centro de investigación de operaciones para la firma </a:t>
          </a:r>
          <a:r>
            <a:rPr lang="es-ES" sz="2800" b="1" dirty="0">
              <a:latin typeface="Arial Narrow" pitchFamily="34" charset="0"/>
            </a:rPr>
            <a:t>Dupont y Remington Rand</a:t>
          </a:r>
          <a:r>
            <a:rPr lang="es-ES" sz="2800" dirty="0">
              <a:latin typeface="Arial Narrow" pitchFamily="34" charset="0"/>
            </a:rPr>
            <a:t>, buscando el control y la optimización de los costos de operación mediante la planeación adecuada de las tareas componentes del proyecto.</a:t>
          </a:r>
          <a:endParaRPr lang="es-PE" sz="2800" dirty="0">
            <a:latin typeface="Arial Narrow" pitchFamily="34" charset="0"/>
          </a:endParaRPr>
        </a:p>
      </dgm:t>
    </dgm:pt>
    <dgm:pt modelId="{0B53F51B-42CF-4031-AA8E-5BCEC0DB63EB}" type="parTrans" cxnId="{057BD9CC-6993-4596-A559-916F4B3ECB85}">
      <dgm:prSet/>
      <dgm:spPr/>
      <dgm:t>
        <a:bodyPr/>
        <a:lstStyle/>
        <a:p>
          <a:endParaRPr lang="es-PE"/>
        </a:p>
      </dgm:t>
    </dgm:pt>
    <dgm:pt modelId="{EBFB591E-283A-4483-ABF9-E380CE98F275}" type="sibTrans" cxnId="{057BD9CC-6993-4596-A559-916F4B3ECB85}">
      <dgm:prSet/>
      <dgm:spPr/>
      <dgm:t>
        <a:bodyPr/>
        <a:lstStyle/>
        <a:p>
          <a:endParaRPr lang="es-PE"/>
        </a:p>
      </dgm:t>
    </dgm:pt>
    <dgm:pt modelId="{17468E7B-E537-441E-B6B0-53672BD4FFA9}" type="pres">
      <dgm:prSet presAssocID="{94A049A4-0DEA-47FB-AA1C-141EB961A275}" presName="linear" presStyleCnt="0">
        <dgm:presLayoutVars>
          <dgm:animLvl val="lvl"/>
          <dgm:resizeHandles val="exact"/>
        </dgm:presLayoutVars>
      </dgm:prSet>
      <dgm:spPr/>
    </dgm:pt>
    <dgm:pt modelId="{BD8BA35D-5823-4565-9717-9BC440025AF7}" type="pres">
      <dgm:prSet presAssocID="{6AC619EA-BDED-493B-B880-B8BFA9281641}" presName="parentText" presStyleLbl="node1" presStyleIdx="0" presStyleCnt="1">
        <dgm:presLayoutVars>
          <dgm:chMax val="0"/>
          <dgm:bulletEnabled val="1"/>
        </dgm:presLayoutVars>
      </dgm:prSet>
      <dgm:spPr/>
    </dgm:pt>
  </dgm:ptLst>
  <dgm:cxnLst>
    <dgm:cxn modelId="{E94FB99C-113E-46D7-A22A-3769A191B78A}" type="presOf" srcId="{6AC619EA-BDED-493B-B880-B8BFA9281641}" destId="{BD8BA35D-5823-4565-9717-9BC440025AF7}" srcOrd="0" destOrd="0" presId="urn:microsoft.com/office/officeart/2005/8/layout/vList2"/>
    <dgm:cxn modelId="{C9F7E2A6-D45F-46C9-9A88-DB85FBF30465}" type="presOf" srcId="{94A049A4-0DEA-47FB-AA1C-141EB961A275}" destId="{17468E7B-E537-441E-B6B0-53672BD4FFA9}" srcOrd="0" destOrd="0" presId="urn:microsoft.com/office/officeart/2005/8/layout/vList2"/>
    <dgm:cxn modelId="{057BD9CC-6993-4596-A559-916F4B3ECB85}" srcId="{94A049A4-0DEA-47FB-AA1C-141EB961A275}" destId="{6AC619EA-BDED-493B-B880-B8BFA9281641}" srcOrd="0" destOrd="0" parTransId="{0B53F51B-42CF-4031-AA8E-5BCEC0DB63EB}" sibTransId="{EBFB591E-283A-4483-ABF9-E380CE98F275}"/>
    <dgm:cxn modelId="{74AC4DB7-01D8-4203-8BA7-161B279EB9A3}" type="presParOf" srcId="{17468E7B-E537-441E-B6B0-53672BD4FFA9}" destId="{BD8BA35D-5823-4565-9717-9BC440025AF7}"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BFFD219-CA45-4B98-B603-B74228A09F4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PE"/>
        </a:p>
      </dgm:t>
    </dgm:pt>
    <dgm:pt modelId="{894FBAF4-36D1-4714-8BDD-4422F84D655A}">
      <dgm:prSet custT="1"/>
      <dgm:spPr/>
      <dgm:t>
        <a:bodyPr/>
        <a:lstStyle/>
        <a:p>
          <a:pPr rtl="0"/>
          <a:r>
            <a:rPr lang="es-MX" sz="2800" b="1" kern="1200" dirty="0">
              <a:solidFill>
                <a:srgbClr val="FFFF00"/>
              </a:solidFill>
              <a:latin typeface="Arial Narrow" pitchFamily="34" charset="0"/>
              <a:ea typeface="+mn-ea"/>
              <a:cs typeface="+mn-cs"/>
            </a:rPr>
            <a:t>Programa de Evaluación y Revisión de </a:t>
          </a:r>
          <a:r>
            <a:rPr lang="es-MX" sz="2800" b="1" kern="1200" dirty="0" err="1">
              <a:solidFill>
                <a:srgbClr val="FFFF00"/>
              </a:solidFill>
              <a:latin typeface="Arial Narrow" pitchFamily="34" charset="0"/>
              <a:ea typeface="+mn-ea"/>
              <a:cs typeface="+mn-cs"/>
            </a:rPr>
            <a:t>Tecnica</a:t>
          </a:r>
          <a:r>
            <a:rPr lang="es-MX" sz="2600" kern="1200" dirty="0">
              <a:latin typeface="Arial Narrow" pitchFamily="34" charset="0"/>
            </a:rPr>
            <a:t>, desarrollado por la armada de los Estados Unidos de América, en 1957, para controlar los tiempos de ejecución de las diversas tareas integrantes de los proyectos espaciales, por la necesidad de terminar cada una de ellas dentro de los intervalos de tiempo disponibles. Fue utilizado originalmente por el control de tiempos del proyecto </a:t>
          </a:r>
          <a:r>
            <a:rPr lang="es-MX" sz="2600" kern="1200" dirty="0" err="1">
              <a:latin typeface="Arial Narrow" pitchFamily="34" charset="0"/>
            </a:rPr>
            <a:t>Polaris</a:t>
          </a:r>
          <a:r>
            <a:rPr lang="es-MX" sz="2600" kern="1200" dirty="0">
              <a:latin typeface="Arial Narrow" pitchFamily="34" charset="0"/>
            </a:rPr>
            <a:t>. </a:t>
          </a:r>
          <a:r>
            <a:rPr lang="es-ES" sz="2600" kern="1200" dirty="0">
              <a:latin typeface="Arial Narrow" pitchFamily="34" charset="0"/>
            </a:rPr>
            <a:t>Cuando no se pueden prever la duración de algunas tareas. Hay tres tipos de tiempo:</a:t>
          </a:r>
        </a:p>
        <a:p>
          <a:pPr rtl="0"/>
          <a:r>
            <a:rPr lang="es-ES" sz="2400" kern="1200" dirty="0">
              <a:latin typeface="Arial Narrow" pitchFamily="34" charset="0"/>
            </a:rPr>
            <a:t>Tiempo más optimista (a)            Tiempo más probable (m) </a:t>
          </a:r>
        </a:p>
        <a:p>
          <a:pPr rtl="0"/>
          <a:r>
            <a:rPr lang="es-ES" sz="2400" kern="1200" dirty="0">
              <a:latin typeface="Arial Narrow" pitchFamily="34" charset="0"/>
            </a:rPr>
            <a:t>Tiempo más pesimista (b)           Tiempo esperado  (te)</a:t>
          </a:r>
          <a:endParaRPr lang="es-PE" sz="2400" kern="1200" dirty="0">
            <a:latin typeface="Arial Narrow" pitchFamily="34" charset="0"/>
          </a:endParaRPr>
        </a:p>
      </dgm:t>
    </dgm:pt>
    <dgm:pt modelId="{D1D4EF8F-A717-4F51-8AD6-21D8386CEA1D}" type="parTrans" cxnId="{0F74B83F-F54A-46CA-90C3-7334C6DE69C9}">
      <dgm:prSet/>
      <dgm:spPr/>
      <dgm:t>
        <a:bodyPr/>
        <a:lstStyle/>
        <a:p>
          <a:endParaRPr lang="es-PE"/>
        </a:p>
      </dgm:t>
    </dgm:pt>
    <dgm:pt modelId="{DDCD5379-2583-4319-81FA-56C3C86406B2}" type="sibTrans" cxnId="{0F74B83F-F54A-46CA-90C3-7334C6DE69C9}">
      <dgm:prSet/>
      <dgm:spPr/>
      <dgm:t>
        <a:bodyPr/>
        <a:lstStyle/>
        <a:p>
          <a:endParaRPr lang="es-PE"/>
        </a:p>
      </dgm:t>
    </dgm:pt>
    <dgm:pt modelId="{D6E73F2D-D12B-4864-AB65-B85E3156D05B}" type="pres">
      <dgm:prSet presAssocID="{ABFFD219-CA45-4B98-B603-B74228A09F45}" presName="linear" presStyleCnt="0">
        <dgm:presLayoutVars>
          <dgm:animLvl val="lvl"/>
          <dgm:resizeHandles val="exact"/>
        </dgm:presLayoutVars>
      </dgm:prSet>
      <dgm:spPr/>
    </dgm:pt>
    <dgm:pt modelId="{708C2FF6-19D3-4C68-B8DC-B643E0FEFB3F}" type="pres">
      <dgm:prSet presAssocID="{894FBAF4-36D1-4714-8BDD-4422F84D655A}" presName="parentText" presStyleLbl="node1" presStyleIdx="0" presStyleCnt="1" custLinFactNeighborX="4717" custLinFactNeighborY="-581">
        <dgm:presLayoutVars>
          <dgm:chMax val="0"/>
          <dgm:bulletEnabled val="1"/>
        </dgm:presLayoutVars>
      </dgm:prSet>
      <dgm:spPr/>
    </dgm:pt>
  </dgm:ptLst>
  <dgm:cxnLst>
    <dgm:cxn modelId="{0F74B83F-F54A-46CA-90C3-7334C6DE69C9}" srcId="{ABFFD219-CA45-4B98-B603-B74228A09F45}" destId="{894FBAF4-36D1-4714-8BDD-4422F84D655A}" srcOrd="0" destOrd="0" parTransId="{D1D4EF8F-A717-4F51-8AD6-21D8386CEA1D}" sibTransId="{DDCD5379-2583-4319-81FA-56C3C86406B2}"/>
    <dgm:cxn modelId="{083C7844-DFD5-42B9-B094-FC192E9A2A52}" type="presOf" srcId="{ABFFD219-CA45-4B98-B603-B74228A09F45}" destId="{D6E73F2D-D12B-4864-AB65-B85E3156D05B}" srcOrd="0" destOrd="0" presId="urn:microsoft.com/office/officeart/2005/8/layout/vList2"/>
    <dgm:cxn modelId="{FCF5C269-0054-454F-9D05-C2A5BF8D5BCF}" type="presOf" srcId="{894FBAF4-36D1-4714-8BDD-4422F84D655A}" destId="{708C2FF6-19D3-4C68-B8DC-B643E0FEFB3F}" srcOrd="0" destOrd="0" presId="urn:microsoft.com/office/officeart/2005/8/layout/vList2"/>
    <dgm:cxn modelId="{5474A0AF-4227-4C3E-BF96-00A74F7B7981}" type="presParOf" srcId="{D6E73F2D-D12B-4864-AB65-B85E3156D05B}" destId="{708C2FF6-19D3-4C68-B8DC-B643E0FEFB3F}"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12F11EC-8050-4910-B0A5-9D55539CDDF5}"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PE"/>
        </a:p>
      </dgm:t>
    </dgm:pt>
    <dgm:pt modelId="{8BF82552-4611-4F80-9410-A781C6EEE83A}">
      <dgm:prSet/>
      <dgm:spPr/>
      <dgm:t>
        <a:bodyPr/>
        <a:lstStyle/>
        <a:p>
          <a:pPr marL="0" indent="0" algn="l" rtl="0"/>
          <a:r>
            <a:rPr lang="es-ES" b="1" dirty="0"/>
            <a:t>1.-</a:t>
          </a:r>
          <a:r>
            <a:rPr lang="es-ES" dirty="0"/>
            <a:t> </a:t>
          </a:r>
          <a:r>
            <a:rPr lang="es-ES" b="1" dirty="0"/>
            <a:t>Principio de designación sucesiva.	</a:t>
          </a:r>
          <a:endParaRPr lang="es-PE" dirty="0"/>
        </a:p>
      </dgm:t>
    </dgm:pt>
    <dgm:pt modelId="{03DAB6B6-A38A-4D4C-AA08-34B80A6781D6}" type="parTrans" cxnId="{9E89F444-1D25-4328-B64B-42C4782557FC}">
      <dgm:prSet/>
      <dgm:spPr/>
      <dgm:t>
        <a:bodyPr/>
        <a:lstStyle/>
        <a:p>
          <a:endParaRPr lang="es-PE"/>
        </a:p>
      </dgm:t>
    </dgm:pt>
    <dgm:pt modelId="{9E892F84-CDF5-41AE-9F2C-E7EE64CD1EA5}" type="sibTrans" cxnId="{9E89F444-1D25-4328-B64B-42C4782557FC}">
      <dgm:prSet/>
      <dgm:spPr/>
      <dgm:t>
        <a:bodyPr/>
        <a:lstStyle/>
        <a:p>
          <a:endParaRPr lang="es-PE"/>
        </a:p>
      </dgm:t>
    </dgm:pt>
    <dgm:pt modelId="{37866846-0788-43B0-9B6D-D18F7FF5D16B}">
      <dgm:prSet custT="1"/>
      <dgm:spPr/>
      <dgm:t>
        <a:bodyPr/>
        <a:lstStyle/>
        <a:p>
          <a:pPr rtl="0"/>
          <a:r>
            <a:rPr lang="es-ES" sz="2000"/>
            <a:t>Descomposición del proyecto en obras parciales o tareas.</a:t>
          </a:r>
          <a:endParaRPr lang="es-PE" sz="2000"/>
        </a:p>
      </dgm:t>
    </dgm:pt>
    <dgm:pt modelId="{C74C7ECD-9736-43C9-A664-364FEFBD0CBB}" type="parTrans" cxnId="{398340D4-4232-467F-ABD9-5B61B1787CE6}">
      <dgm:prSet/>
      <dgm:spPr/>
      <dgm:t>
        <a:bodyPr/>
        <a:lstStyle/>
        <a:p>
          <a:endParaRPr lang="es-PE"/>
        </a:p>
      </dgm:t>
    </dgm:pt>
    <dgm:pt modelId="{80127F2D-45C3-4638-BCF4-FDC358A1EAEC}" type="sibTrans" cxnId="{398340D4-4232-467F-ABD9-5B61B1787CE6}">
      <dgm:prSet/>
      <dgm:spPr/>
      <dgm:t>
        <a:bodyPr/>
        <a:lstStyle/>
        <a:p>
          <a:endParaRPr lang="es-PE"/>
        </a:p>
      </dgm:t>
    </dgm:pt>
    <dgm:pt modelId="{54926B3F-EE11-4FD1-8648-F92493B4D360}">
      <dgm:prSet/>
      <dgm:spPr/>
      <dgm:t>
        <a:bodyPr/>
        <a:lstStyle/>
        <a:p>
          <a:pPr algn="l" rtl="0"/>
          <a:r>
            <a:rPr lang="es-ES" b="1" dirty="0"/>
            <a:t>2.-</a:t>
          </a:r>
          <a:r>
            <a:rPr lang="es-ES" dirty="0"/>
            <a:t> </a:t>
          </a:r>
          <a:r>
            <a:rPr lang="es-ES" b="1" dirty="0"/>
            <a:t>Principio de unicidad del estado inicial y del estado final. </a:t>
          </a:r>
          <a:endParaRPr lang="es-PE" dirty="0"/>
        </a:p>
      </dgm:t>
    </dgm:pt>
    <dgm:pt modelId="{34B4F751-9205-46C6-9DBA-D3CB62BA2F14}" type="parTrans" cxnId="{2FF10B06-707D-4973-AD54-4FBDBF7802C9}">
      <dgm:prSet/>
      <dgm:spPr/>
      <dgm:t>
        <a:bodyPr/>
        <a:lstStyle/>
        <a:p>
          <a:endParaRPr lang="es-PE"/>
        </a:p>
      </dgm:t>
    </dgm:pt>
    <dgm:pt modelId="{182ECD7D-CA74-4965-89C1-0930FFA7D4F2}" type="sibTrans" cxnId="{2FF10B06-707D-4973-AD54-4FBDBF7802C9}">
      <dgm:prSet/>
      <dgm:spPr/>
      <dgm:t>
        <a:bodyPr/>
        <a:lstStyle/>
        <a:p>
          <a:endParaRPr lang="es-PE"/>
        </a:p>
      </dgm:t>
    </dgm:pt>
    <dgm:pt modelId="{5E69FE3A-3A4B-4CEB-A58E-6EAC3DFB1A52}">
      <dgm:prSet custT="1"/>
      <dgm:spPr/>
      <dgm:t>
        <a:bodyPr/>
        <a:lstStyle/>
        <a:p>
          <a:pPr rtl="0"/>
          <a:r>
            <a:rPr lang="es-ES" sz="2000" dirty="0"/>
            <a:t>El sucesos indica el principio o fin de una tarea o conjunto de tareas.</a:t>
          </a:r>
          <a:endParaRPr lang="es-PE" sz="2000" dirty="0"/>
        </a:p>
      </dgm:t>
    </dgm:pt>
    <dgm:pt modelId="{593F47AA-1D38-430E-944C-A7CFD0144E46}" type="parTrans" cxnId="{69E76049-B8A7-4A63-BB20-8A08FE03F1D9}">
      <dgm:prSet/>
      <dgm:spPr/>
      <dgm:t>
        <a:bodyPr/>
        <a:lstStyle/>
        <a:p>
          <a:endParaRPr lang="es-PE"/>
        </a:p>
      </dgm:t>
    </dgm:pt>
    <dgm:pt modelId="{0FAC1986-7FA3-464A-B615-940D7E5837EA}" type="sibTrans" cxnId="{69E76049-B8A7-4A63-BB20-8A08FE03F1D9}">
      <dgm:prSet/>
      <dgm:spPr/>
      <dgm:t>
        <a:bodyPr/>
        <a:lstStyle/>
        <a:p>
          <a:endParaRPr lang="es-PE"/>
        </a:p>
      </dgm:t>
    </dgm:pt>
    <dgm:pt modelId="{6B47CE0F-1C94-48C0-85FA-CA6D74B9DDC6}">
      <dgm:prSet/>
      <dgm:spPr/>
      <dgm:t>
        <a:bodyPr/>
        <a:lstStyle/>
        <a:p>
          <a:pPr rtl="0"/>
          <a:r>
            <a:rPr lang="es-ES" b="1" dirty="0"/>
            <a:t>3.-</a:t>
          </a:r>
          <a:r>
            <a:rPr lang="es-ES" dirty="0"/>
            <a:t> </a:t>
          </a:r>
          <a:r>
            <a:rPr lang="es-ES" b="1" dirty="0"/>
            <a:t>Principio de designación univoca.</a:t>
          </a:r>
          <a:r>
            <a:rPr lang="es-ES" dirty="0"/>
            <a:t> 	</a:t>
          </a:r>
          <a:endParaRPr lang="es-PE" dirty="0"/>
        </a:p>
      </dgm:t>
    </dgm:pt>
    <dgm:pt modelId="{3CBF03C7-AD63-4E73-A5BB-C56956BD68E7}" type="parTrans" cxnId="{1C631639-9EAF-42AB-A354-743D8BD48BAD}">
      <dgm:prSet/>
      <dgm:spPr/>
      <dgm:t>
        <a:bodyPr/>
        <a:lstStyle/>
        <a:p>
          <a:endParaRPr lang="es-PE"/>
        </a:p>
      </dgm:t>
    </dgm:pt>
    <dgm:pt modelId="{B2078478-0D37-4120-90D1-4ECEF9417463}" type="sibTrans" cxnId="{1C631639-9EAF-42AB-A354-743D8BD48BAD}">
      <dgm:prSet/>
      <dgm:spPr/>
      <dgm:t>
        <a:bodyPr/>
        <a:lstStyle/>
        <a:p>
          <a:endParaRPr lang="es-PE"/>
        </a:p>
      </dgm:t>
    </dgm:pt>
    <dgm:pt modelId="{4EB875B0-E61E-4B48-B851-7551A575028B}">
      <dgm:prSet custT="1"/>
      <dgm:spPr/>
      <dgm:t>
        <a:bodyPr/>
        <a:lstStyle/>
        <a:p>
          <a:pPr rtl="0"/>
          <a:r>
            <a:rPr lang="es-ES" sz="2000"/>
            <a:t>Establecimiento de las prelaciones existentes entre  las diferentes tareas.</a:t>
          </a:r>
          <a:endParaRPr lang="es-PE" sz="2000"/>
        </a:p>
      </dgm:t>
    </dgm:pt>
    <dgm:pt modelId="{A7F06EA9-8B3D-41ED-903C-750D568497DC}" type="parTrans" cxnId="{EE5A91A0-A5AB-49FF-A0C9-5C006C43D22A}">
      <dgm:prSet/>
      <dgm:spPr/>
      <dgm:t>
        <a:bodyPr/>
        <a:lstStyle/>
        <a:p>
          <a:endParaRPr lang="es-PE"/>
        </a:p>
      </dgm:t>
    </dgm:pt>
    <dgm:pt modelId="{2595893F-3C5D-4FEC-AEE6-622ABCDB9854}" type="sibTrans" cxnId="{EE5A91A0-A5AB-49FF-A0C9-5C006C43D22A}">
      <dgm:prSet/>
      <dgm:spPr/>
      <dgm:t>
        <a:bodyPr/>
        <a:lstStyle/>
        <a:p>
          <a:endParaRPr lang="es-PE"/>
        </a:p>
      </dgm:t>
    </dgm:pt>
    <dgm:pt modelId="{580D44E7-6C60-4EA2-8212-38940A6E0841}" type="pres">
      <dgm:prSet presAssocID="{612F11EC-8050-4910-B0A5-9D55539CDDF5}" presName="Name0" presStyleCnt="0">
        <dgm:presLayoutVars>
          <dgm:dir/>
          <dgm:animLvl val="lvl"/>
          <dgm:resizeHandles val="exact"/>
        </dgm:presLayoutVars>
      </dgm:prSet>
      <dgm:spPr/>
    </dgm:pt>
    <dgm:pt modelId="{76857C63-5F8A-4DC2-B70E-4CFB319D7D3C}" type="pres">
      <dgm:prSet presAssocID="{8BF82552-4611-4F80-9410-A781C6EEE83A}" presName="linNode" presStyleCnt="0"/>
      <dgm:spPr/>
    </dgm:pt>
    <dgm:pt modelId="{81DA66CD-B325-4918-B4FC-E17F2C0946C3}" type="pres">
      <dgm:prSet presAssocID="{8BF82552-4611-4F80-9410-A781C6EEE83A}" presName="parentText" presStyleLbl="node1" presStyleIdx="0" presStyleCnt="3" custScaleX="200422">
        <dgm:presLayoutVars>
          <dgm:chMax val="1"/>
          <dgm:bulletEnabled val="1"/>
        </dgm:presLayoutVars>
      </dgm:prSet>
      <dgm:spPr/>
    </dgm:pt>
    <dgm:pt modelId="{220BCF32-6DA7-4715-BA57-D209C5D5FA0E}" type="pres">
      <dgm:prSet presAssocID="{8BF82552-4611-4F80-9410-A781C6EEE83A}" presName="descendantText" presStyleLbl="alignAccFollowNode1" presStyleIdx="0" presStyleCnt="3" custScaleY="120123" custLinFactNeighborY="0">
        <dgm:presLayoutVars>
          <dgm:bulletEnabled val="1"/>
        </dgm:presLayoutVars>
      </dgm:prSet>
      <dgm:spPr/>
    </dgm:pt>
    <dgm:pt modelId="{5FEF1553-8EEE-410A-AD5E-31C048470075}" type="pres">
      <dgm:prSet presAssocID="{9E892F84-CDF5-41AE-9F2C-E7EE64CD1EA5}" presName="sp" presStyleCnt="0"/>
      <dgm:spPr/>
    </dgm:pt>
    <dgm:pt modelId="{0DA59B96-10C0-4829-965F-0CAC73B1DB55}" type="pres">
      <dgm:prSet presAssocID="{54926B3F-EE11-4FD1-8648-F92493B4D360}" presName="linNode" presStyleCnt="0"/>
      <dgm:spPr/>
    </dgm:pt>
    <dgm:pt modelId="{DD7D2392-4FB1-4734-B3AF-C9A4EDC22870}" type="pres">
      <dgm:prSet presAssocID="{54926B3F-EE11-4FD1-8648-F92493B4D360}" presName="parentText" presStyleLbl="node1" presStyleIdx="1" presStyleCnt="3" custScaleX="198446">
        <dgm:presLayoutVars>
          <dgm:chMax val="1"/>
          <dgm:bulletEnabled val="1"/>
        </dgm:presLayoutVars>
      </dgm:prSet>
      <dgm:spPr/>
    </dgm:pt>
    <dgm:pt modelId="{EC4C890C-16B1-4410-8E87-9A436882C90A}" type="pres">
      <dgm:prSet presAssocID="{54926B3F-EE11-4FD1-8648-F92493B4D360}" presName="descendantText" presStyleLbl="alignAccFollowNode1" presStyleIdx="1" presStyleCnt="3" custScaleY="120123" custLinFactNeighborY="0">
        <dgm:presLayoutVars>
          <dgm:bulletEnabled val="1"/>
        </dgm:presLayoutVars>
      </dgm:prSet>
      <dgm:spPr/>
    </dgm:pt>
    <dgm:pt modelId="{09B806FD-0BC0-4401-ACDF-A0FFF0A69DF4}" type="pres">
      <dgm:prSet presAssocID="{182ECD7D-CA74-4965-89C1-0930FFA7D4F2}" presName="sp" presStyleCnt="0"/>
      <dgm:spPr/>
    </dgm:pt>
    <dgm:pt modelId="{8F3D7F24-48A7-4E8C-8070-E08B292AB9C1}" type="pres">
      <dgm:prSet presAssocID="{6B47CE0F-1C94-48C0-85FA-CA6D74B9DDC6}" presName="linNode" presStyleCnt="0"/>
      <dgm:spPr/>
    </dgm:pt>
    <dgm:pt modelId="{94FBCDFD-D0FA-4A35-821A-EE70E2B9D3D7}" type="pres">
      <dgm:prSet presAssocID="{6B47CE0F-1C94-48C0-85FA-CA6D74B9DDC6}" presName="parentText" presStyleLbl="node1" presStyleIdx="2" presStyleCnt="3" custScaleX="200902">
        <dgm:presLayoutVars>
          <dgm:chMax val="1"/>
          <dgm:bulletEnabled val="1"/>
        </dgm:presLayoutVars>
      </dgm:prSet>
      <dgm:spPr/>
    </dgm:pt>
    <dgm:pt modelId="{E98376A3-45F2-48C1-B75B-D8DD68AFEB82}" type="pres">
      <dgm:prSet presAssocID="{6B47CE0F-1C94-48C0-85FA-CA6D74B9DDC6}" presName="descendantText" presStyleLbl="alignAccFollowNode1" presStyleIdx="2" presStyleCnt="3" custScaleY="120123" custLinFactNeighborY="0">
        <dgm:presLayoutVars>
          <dgm:bulletEnabled val="1"/>
        </dgm:presLayoutVars>
      </dgm:prSet>
      <dgm:spPr/>
    </dgm:pt>
  </dgm:ptLst>
  <dgm:cxnLst>
    <dgm:cxn modelId="{2FF10B06-707D-4973-AD54-4FBDBF7802C9}" srcId="{612F11EC-8050-4910-B0A5-9D55539CDDF5}" destId="{54926B3F-EE11-4FD1-8648-F92493B4D360}" srcOrd="1" destOrd="0" parTransId="{34B4F751-9205-46C6-9DBA-D3CB62BA2F14}" sibTransId="{182ECD7D-CA74-4965-89C1-0930FFA7D4F2}"/>
    <dgm:cxn modelId="{34BC5806-9B2F-4AFA-9F23-CDF3D4B27B9D}" type="presOf" srcId="{6B47CE0F-1C94-48C0-85FA-CA6D74B9DDC6}" destId="{94FBCDFD-D0FA-4A35-821A-EE70E2B9D3D7}" srcOrd="0" destOrd="0" presId="urn:microsoft.com/office/officeart/2005/8/layout/vList5"/>
    <dgm:cxn modelId="{77C6130A-1585-43DE-B8D0-FD1831E0D4F0}" type="presOf" srcId="{5E69FE3A-3A4B-4CEB-A58E-6EAC3DFB1A52}" destId="{EC4C890C-16B1-4410-8E87-9A436882C90A}" srcOrd="0" destOrd="0" presId="urn:microsoft.com/office/officeart/2005/8/layout/vList5"/>
    <dgm:cxn modelId="{E89B0412-6D49-4C3D-B457-46973A543217}" type="presOf" srcId="{54926B3F-EE11-4FD1-8648-F92493B4D360}" destId="{DD7D2392-4FB1-4734-B3AF-C9A4EDC22870}" srcOrd="0" destOrd="0" presId="urn:microsoft.com/office/officeart/2005/8/layout/vList5"/>
    <dgm:cxn modelId="{1C631639-9EAF-42AB-A354-743D8BD48BAD}" srcId="{612F11EC-8050-4910-B0A5-9D55539CDDF5}" destId="{6B47CE0F-1C94-48C0-85FA-CA6D74B9DDC6}" srcOrd="2" destOrd="0" parTransId="{3CBF03C7-AD63-4E73-A5BB-C56956BD68E7}" sibTransId="{B2078478-0D37-4120-90D1-4ECEF9417463}"/>
    <dgm:cxn modelId="{83D1EC5D-8C28-4A6F-BFCA-1560CD1FD6A9}" type="presOf" srcId="{4EB875B0-E61E-4B48-B851-7551A575028B}" destId="{E98376A3-45F2-48C1-B75B-D8DD68AFEB82}" srcOrd="0" destOrd="0" presId="urn:microsoft.com/office/officeart/2005/8/layout/vList5"/>
    <dgm:cxn modelId="{9E89F444-1D25-4328-B64B-42C4782557FC}" srcId="{612F11EC-8050-4910-B0A5-9D55539CDDF5}" destId="{8BF82552-4611-4F80-9410-A781C6EEE83A}" srcOrd="0" destOrd="0" parTransId="{03DAB6B6-A38A-4D4C-AA08-34B80A6781D6}" sibTransId="{9E892F84-CDF5-41AE-9F2C-E7EE64CD1EA5}"/>
    <dgm:cxn modelId="{69E76049-B8A7-4A63-BB20-8A08FE03F1D9}" srcId="{54926B3F-EE11-4FD1-8648-F92493B4D360}" destId="{5E69FE3A-3A4B-4CEB-A58E-6EAC3DFB1A52}" srcOrd="0" destOrd="0" parTransId="{593F47AA-1D38-430E-944C-A7CFD0144E46}" sibTransId="{0FAC1986-7FA3-464A-B615-940D7E5837EA}"/>
    <dgm:cxn modelId="{E874A672-F248-4074-AE85-DFD967A376C9}" type="presOf" srcId="{8BF82552-4611-4F80-9410-A781C6EEE83A}" destId="{81DA66CD-B325-4918-B4FC-E17F2C0946C3}" srcOrd="0" destOrd="0" presId="urn:microsoft.com/office/officeart/2005/8/layout/vList5"/>
    <dgm:cxn modelId="{EE5A91A0-A5AB-49FF-A0C9-5C006C43D22A}" srcId="{6B47CE0F-1C94-48C0-85FA-CA6D74B9DDC6}" destId="{4EB875B0-E61E-4B48-B851-7551A575028B}" srcOrd="0" destOrd="0" parTransId="{A7F06EA9-8B3D-41ED-903C-750D568497DC}" sibTransId="{2595893F-3C5D-4FEC-AEE6-622ABCDB9854}"/>
    <dgm:cxn modelId="{398340D4-4232-467F-ABD9-5B61B1787CE6}" srcId="{8BF82552-4611-4F80-9410-A781C6EEE83A}" destId="{37866846-0788-43B0-9B6D-D18F7FF5D16B}" srcOrd="0" destOrd="0" parTransId="{C74C7ECD-9736-43C9-A664-364FEFBD0CBB}" sibTransId="{80127F2D-45C3-4638-BCF4-FDC358A1EAEC}"/>
    <dgm:cxn modelId="{28C39AD4-308F-44C4-9E75-DCA11D719D62}" type="presOf" srcId="{37866846-0788-43B0-9B6D-D18F7FF5D16B}" destId="{220BCF32-6DA7-4715-BA57-D209C5D5FA0E}" srcOrd="0" destOrd="0" presId="urn:microsoft.com/office/officeart/2005/8/layout/vList5"/>
    <dgm:cxn modelId="{C74574F3-9105-48F0-A57C-642A8BB28D2B}" type="presOf" srcId="{612F11EC-8050-4910-B0A5-9D55539CDDF5}" destId="{580D44E7-6C60-4EA2-8212-38940A6E0841}" srcOrd="0" destOrd="0" presId="urn:microsoft.com/office/officeart/2005/8/layout/vList5"/>
    <dgm:cxn modelId="{374DAC79-C126-4A84-9A64-75EC9522D257}" type="presParOf" srcId="{580D44E7-6C60-4EA2-8212-38940A6E0841}" destId="{76857C63-5F8A-4DC2-B70E-4CFB319D7D3C}" srcOrd="0" destOrd="0" presId="urn:microsoft.com/office/officeart/2005/8/layout/vList5"/>
    <dgm:cxn modelId="{1943DD1D-4A40-4A19-8EE8-ED89F7BD8DDC}" type="presParOf" srcId="{76857C63-5F8A-4DC2-B70E-4CFB319D7D3C}" destId="{81DA66CD-B325-4918-B4FC-E17F2C0946C3}" srcOrd="0" destOrd="0" presId="urn:microsoft.com/office/officeart/2005/8/layout/vList5"/>
    <dgm:cxn modelId="{F57AED1F-DEF5-49E1-B02D-546ABB750C05}" type="presParOf" srcId="{76857C63-5F8A-4DC2-B70E-4CFB319D7D3C}" destId="{220BCF32-6DA7-4715-BA57-D209C5D5FA0E}" srcOrd="1" destOrd="0" presId="urn:microsoft.com/office/officeart/2005/8/layout/vList5"/>
    <dgm:cxn modelId="{F15AE6BE-AAEF-44EB-B88A-AFFD655B0E6B}" type="presParOf" srcId="{580D44E7-6C60-4EA2-8212-38940A6E0841}" destId="{5FEF1553-8EEE-410A-AD5E-31C048470075}" srcOrd="1" destOrd="0" presId="urn:microsoft.com/office/officeart/2005/8/layout/vList5"/>
    <dgm:cxn modelId="{B6083474-96EC-4ED8-83BE-39970D780C3B}" type="presParOf" srcId="{580D44E7-6C60-4EA2-8212-38940A6E0841}" destId="{0DA59B96-10C0-4829-965F-0CAC73B1DB55}" srcOrd="2" destOrd="0" presId="urn:microsoft.com/office/officeart/2005/8/layout/vList5"/>
    <dgm:cxn modelId="{BAD906E8-D864-4B6B-BF7D-0F8F7901A777}" type="presParOf" srcId="{0DA59B96-10C0-4829-965F-0CAC73B1DB55}" destId="{DD7D2392-4FB1-4734-B3AF-C9A4EDC22870}" srcOrd="0" destOrd="0" presId="urn:microsoft.com/office/officeart/2005/8/layout/vList5"/>
    <dgm:cxn modelId="{85984870-8D66-4A1D-A6AC-F2C098FD111A}" type="presParOf" srcId="{0DA59B96-10C0-4829-965F-0CAC73B1DB55}" destId="{EC4C890C-16B1-4410-8E87-9A436882C90A}" srcOrd="1" destOrd="0" presId="urn:microsoft.com/office/officeart/2005/8/layout/vList5"/>
    <dgm:cxn modelId="{9291A6B7-AC72-4EB1-91AD-AB764CFA5DE3}" type="presParOf" srcId="{580D44E7-6C60-4EA2-8212-38940A6E0841}" destId="{09B806FD-0BC0-4401-ACDF-A0FFF0A69DF4}" srcOrd="3" destOrd="0" presId="urn:microsoft.com/office/officeart/2005/8/layout/vList5"/>
    <dgm:cxn modelId="{48D161D2-3C2A-449D-B86D-93E0BF413620}" type="presParOf" srcId="{580D44E7-6C60-4EA2-8212-38940A6E0841}" destId="{8F3D7F24-48A7-4E8C-8070-E08B292AB9C1}" srcOrd="4" destOrd="0" presId="urn:microsoft.com/office/officeart/2005/8/layout/vList5"/>
    <dgm:cxn modelId="{69056D60-9FCB-43DE-A85B-6087B0087FA0}" type="presParOf" srcId="{8F3D7F24-48A7-4E8C-8070-E08B292AB9C1}" destId="{94FBCDFD-D0FA-4A35-821A-EE70E2B9D3D7}" srcOrd="0" destOrd="0" presId="urn:microsoft.com/office/officeart/2005/8/layout/vList5"/>
    <dgm:cxn modelId="{D2FE9970-1963-48BA-B837-5BF6BE6BA1C4}" type="presParOf" srcId="{8F3D7F24-48A7-4E8C-8070-E08B292AB9C1}" destId="{E98376A3-45F2-48C1-B75B-D8DD68AFEB82}"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9DD1673-B63A-4D4B-9B9C-6C285BE5251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PE"/>
        </a:p>
      </dgm:t>
    </dgm:pt>
    <dgm:pt modelId="{A39E20D3-15B1-417A-BD68-0E0956612DC0}">
      <dgm:prSet custT="1"/>
      <dgm:spPr/>
      <dgm:t>
        <a:bodyPr/>
        <a:lstStyle/>
        <a:p>
          <a:pPr rtl="0"/>
          <a:r>
            <a:rPr lang="es-ES_tradnl" sz="2400" dirty="0"/>
            <a:t>Siempre habrá un solo nodo de inicio del proyecto y uno de finalización.</a:t>
          </a:r>
          <a:endParaRPr lang="es-PE" sz="2400" dirty="0"/>
        </a:p>
      </dgm:t>
    </dgm:pt>
    <dgm:pt modelId="{15092870-22E8-449B-AA13-6E9ECBF93413}" type="parTrans" cxnId="{0B5E43A4-8911-4D92-91BF-76B23CB5CB17}">
      <dgm:prSet/>
      <dgm:spPr/>
      <dgm:t>
        <a:bodyPr/>
        <a:lstStyle/>
        <a:p>
          <a:endParaRPr lang="es-PE" sz="2400"/>
        </a:p>
      </dgm:t>
    </dgm:pt>
    <dgm:pt modelId="{59F1DA15-33F4-4F03-90AA-00A15EE1ADB9}" type="sibTrans" cxnId="{0B5E43A4-8911-4D92-91BF-76B23CB5CB17}">
      <dgm:prSet/>
      <dgm:spPr/>
      <dgm:t>
        <a:bodyPr/>
        <a:lstStyle/>
        <a:p>
          <a:endParaRPr lang="es-PE" sz="2400"/>
        </a:p>
      </dgm:t>
    </dgm:pt>
    <dgm:pt modelId="{D5EC2B82-C3FE-4D0E-9F69-13949093F158}">
      <dgm:prSet custT="1"/>
      <dgm:spPr/>
      <dgm:t>
        <a:bodyPr/>
        <a:lstStyle/>
        <a:p>
          <a:pPr rtl="0"/>
          <a:r>
            <a:rPr lang="es-ES_tradnl" sz="2400" dirty="0"/>
            <a:t>Las tareas no pueden compartir los mismos nodos de origen y destino. Este caso se soluciona con una flecha figurada.</a:t>
          </a:r>
          <a:endParaRPr lang="es-PE" sz="2400" dirty="0"/>
        </a:p>
      </dgm:t>
    </dgm:pt>
    <dgm:pt modelId="{9C829961-B7E7-4831-A73B-4185FF232F57}" type="parTrans" cxnId="{CA776621-765E-4D40-A57F-93870A8EBEA5}">
      <dgm:prSet/>
      <dgm:spPr/>
      <dgm:t>
        <a:bodyPr/>
        <a:lstStyle/>
        <a:p>
          <a:endParaRPr lang="es-PE" sz="2400"/>
        </a:p>
      </dgm:t>
    </dgm:pt>
    <dgm:pt modelId="{A9C83421-6A5C-49F8-92F8-1BC2B40C608B}" type="sibTrans" cxnId="{CA776621-765E-4D40-A57F-93870A8EBEA5}">
      <dgm:prSet/>
      <dgm:spPr/>
      <dgm:t>
        <a:bodyPr/>
        <a:lstStyle/>
        <a:p>
          <a:endParaRPr lang="es-PE" sz="2400"/>
        </a:p>
      </dgm:t>
    </dgm:pt>
    <dgm:pt modelId="{154FF51C-239A-4C18-921C-F9321ACCAAF1}">
      <dgm:prSet custT="1"/>
      <dgm:spPr/>
      <dgm:t>
        <a:bodyPr/>
        <a:lstStyle/>
        <a:p>
          <a:pPr rtl="0"/>
          <a:r>
            <a:rPr lang="es-ES_tradnl" sz="2400" dirty="0"/>
            <a:t>Hay sólo otra razón para una figurada: distinguir precedencias.</a:t>
          </a:r>
          <a:endParaRPr lang="es-PE" sz="2400" dirty="0"/>
        </a:p>
      </dgm:t>
    </dgm:pt>
    <dgm:pt modelId="{A3F6AA7A-5720-4502-B214-B596FFD18963}" type="parTrans" cxnId="{C6AC865F-2040-4028-B365-1F3F069273E5}">
      <dgm:prSet/>
      <dgm:spPr/>
      <dgm:t>
        <a:bodyPr/>
        <a:lstStyle/>
        <a:p>
          <a:endParaRPr lang="es-PE" sz="2400"/>
        </a:p>
      </dgm:t>
    </dgm:pt>
    <dgm:pt modelId="{182379E4-5C6E-4140-A709-D3C9FC189440}" type="sibTrans" cxnId="{C6AC865F-2040-4028-B365-1F3F069273E5}">
      <dgm:prSet/>
      <dgm:spPr/>
      <dgm:t>
        <a:bodyPr/>
        <a:lstStyle/>
        <a:p>
          <a:endParaRPr lang="es-PE" sz="2400"/>
        </a:p>
      </dgm:t>
    </dgm:pt>
    <dgm:pt modelId="{13DD3F69-3947-4076-8A0E-05D231A13728}">
      <dgm:prSet custT="1"/>
      <dgm:spPr/>
      <dgm:t>
        <a:bodyPr/>
        <a:lstStyle/>
        <a:p>
          <a:pPr rtl="0"/>
          <a:r>
            <a:rPr lang="es-ES_tradnl" sz="2400" dirty="0"/>
            <a:t>Los nodos se numeran de izquierda a derecha y de arriba abajo teniendo en cuenta que, no puede numerarse un nodo si le llegan tareas de nodos aún no numerados.</a:t>
          </a:r>
          <a:endParaRPr lang="es-PE" sz="2400" dirty="0"/>
        </a:p>
      </dgm:t>
    </dgm:pt>
    <dgm:pt modelId="{FEAE7E96-E28A-4209-8121-8252FE49CD94}" type="parTrans" cxnId="{0089A49E-CD5E-468D-8394-3047BB3B377E}">
      <dgm:prSet/>
      <dgm:spPr/>
      <dgm:t>
        <a:bodyPr/>
        <a:lstStyle/>
        <a:p>
          <a:endParaRPr lang="es-PE" sz="2400"/>
        </a:p>
      </dgm:t>
    </dgm:pt>
    <dgm:pt modelId="{47CAA8EA-B72A-4915-AF55-7E0B28633B3D}" type="sibTrans" cxnId="{0089A49E-CD5E-468D-8394-3047BB3B377E}">
      <dgm:prSet/>
      <dgm:spPr/>
      <dgm:t>
        <a:bodyPr/>
        <a:lstStyle/>
        <a:p>
          <a:endParaRPr lang="es-PE" sz="2400"/>
        </a:p>
      </dgm:t>
    </dgm:pt>
    <dgm:pt modelId="{EA14F04B-9200-400E-9E09-0FA99FE126D5}" type="pres">
      <dgm:prSet presAssocID="{D9DD1673-B63A-4D4B-9B9C-6C285BE5251C}" presName="linear" presStyleCnt="0">
        <dgm:presLayoutVars>
          <dgm:animLvl val="lvl"/>
          <dgm:resizeHandles val="exact"/>
        </dgm:presLayoutVars>
      </dgm:prSet>
      <dgm:spPr/>
    </dgm:pt>
    <dgm:pt modelId="{0F01C390-E3B7-4A0B-B383-D732A73B1EFD}" type="pres">
      <dgm:prSet presAssocID="{A39E20D3-15B1-417A-BD68-0E0956612DC0}" presName="parentText" presStyleLbl="node1" presStyleIdx="0" presStyleCnt="4" custScaleY="63134">
        <dgm:presLayoutVars>
          <dgm:chMax val="0"/>
          <dgm:bulletEnabled val="1"/>
        </dgm:presLayoutVars>
      </dgm:prSet>
      <dgm:spPr/>
    </dgm:pt>
    <dgm:pt modelId="{78C523A7-C120-4A37-826A-B0CA74B075DD}" type="pres">
      <dgm:prSet presAssocID="{59F1DA15-33F4-4F03-90AA-00A15EE1ADB9}" presName="spacer" presStyleCnt="0"/>
      <dgm:spPr/>
    </dgm:pt>
    <dgm:pt modelId="{DC6BE98F-6249-45FD-A1EF-50711C04323D}" type="pres">
      <dgm:prSet presAssocID="{D5EC2B82-C3FE-4D0E-9F69-13949093F158}" presName="parentText" presStyleLbl="node1" presStyleIdx="1" presStyleCnt="4">
        <dgm:presLayoutVars>
          <dgm:chMax val="0"/>
          <dgm:bulletEnabled val="1"/>
        </dgm:presLayoutVars>
      </dgm:prSet>
      <dgm:spPr/>
    </dgm:pt>
    <dgm:pt modelId="{7985A4D3-9F3C-4CB4-A9A8-22BCE401B3CF}" type="pres">
      <dgm:prSet presAssocID="{A9C83421-6A5C-49F8-92F8-1BC2B40C608B}" presName="spacer" presStyleCnt="0"/>
      <dgm:spPr/>
    </dgm:pt>
    <dgm:pt modelId="{3C73F05C-2590-4D83-9701-43D2FE18A282}" type="pres">
      <dgm:prSet presAssocID="{154FF51C-239A-4C18-921C-F9321ACCAAF1}" presName="parentText" presStyleLbl="node1" presStyleIdx="2" presStyleCnt="4" custScaleY="71910">
        <dgm:presLayoutVars>
          <dgm:chMax val="0"/>
          <dgm:bulletEnabled val="1"/>
        </dgm:presLayoutVars>
      </dgm:prSet>
      <dgm:spPr/>
    </dgm:pt>
    <dgm:pt modelId="{4F9FCF57-BFF5-499A-9E17-74104CF6255F}" type="pres">
      <dgm:prSet presAssocID="{182379E4-5C6E-4140-A709-D3C9FC189440}" presName="spacer" presStyleCnt="0"/>
      <dgm:spPr/>
    </dgm:pt>
    <dgm:pt modelId="{212DAC54-4CBB-48AE-9F2E-32292445B6C0}" type="pres">
      <dgm:prSet presAssocID="{13DD3F69-3947-4076-8A0E-05D231A13728}" presName="parentText" presStyleLbl="node1" presStyleIdx="3" presStyleCnt="4" custScaleY="133091">
        <dgm:presLayoutVars>
          <dgm:chMax val="0"/>
          <dgm:bulletEnabled val="1"/>
        </dgm:presLayoutVars>
      </dgm:prSet>
      <dgm:spPr/>
    </dgm:pt>
  </dgm:ptLst>
  <dgm:cxnLst>
    <dgm:cxn modelId="{CA776621-765E-4D40-A57F-93870A8EBEA5}" srcId="{D9DD1673-B63A-4D4B-9B9C-6C285BE5251C}" destId="{D5EC2B82-C3FE-4D0E-9F69-13949093F158}" srcOrd="1" destOrd="0" parTransId="{9C829961-B7E7-4831-A73B-4185FF232F57}" sibTransId="{A9C83421-6A5C-49F8-92F8-1BC2B40C608B}"/>
    <dgm:cxn modelId="{C6AC865F-2040-4028-B365-1F3F069273E5}" srcId="{D9DD1673-B63A-4D4B-9B9C-6C285BE5251C}" destId="{154FF51C-239A-4C18-921C-F9321ACCAAF1}" srcOrd="2" destOrd="0" parTransId="{A3F6AA7A-5720-4502-B214-B596FFD18963}" sibTransId="{182379E4-5C6E-4140-A709-D3C9FC189440}"/>
    <dgm:cxn modelId="{A976BC74-ED2E-42F1-958A-87FFF8E09B3D}" type="presOf" srcId="{D5EC2B82-C3FE-4D0E-9F69-13949093F158}" destId="{DC6BE98F-6249-45FD-A1EF-50711C04323D}" srcOrd="0" destOrd="0" presId="urn:microsoft.com/office/officeart/2005/8/layout/vList2"/>
    <dgm:cxn modelId="{25A8CF8F-CA52-4601-A6D4-2D314DA2D4C0}" type="presOf" srcId="{D9DD1673-B63A-4D4B-9B9C-6C285BE5251C}" destId="{EA14F04B-9200-400E-9E09-0FA99FE126D5}" srcOrd="0" destOrd="0" presId="urn:microsoft.com/office/officeart/2005/8/layout/vList2"/>
    <dgm:cxn modelId="{0089A49E-CD5E-468D-8394-3047BB3B377E}" srcId="{D9DD1673-B63A-4D4B-9B9C-6C285BE5251C}" destId="{13DD3F69-3947-4076-8A0E-05D231A13728}" srcOrd="3" destOrd="0" parTransId="{FEAE7E96-E28A-4209-8121-8252FE49CD94}" sibTransId="{47CAA8EA-B72A-4915-AF55-7E0B28633B3D}"/>
    <dgm:cxn modelId="{243AEC9E-04B1-4DBD-ACA6-A646C9D1CD18}" type="presOf" srcId="{13DD3F69-3947-4076-8A0E-05D231A13728}" destId="{212DAC54-4CBB-48AE-9F2E-32292445B6C0}" srcOrd="0" destOrd="0" presId="urn:microsoft.com/office/officeart/2005/8/layout/vList2"/>
    <dgm:cxn modelId="{0B5E43A4-8911-4D92-91BF-76B23CB5CB17}" srcId="{D9DD1673-B63A-4D4B-9B9C-6C285BE5251C}" destId="{A39E20D3-15B1-417A-BD68-0E0956612DC0}" srcOrd="0" destOrd="0" parTransId="{15092870-22E8-449B-AA13-6E9ECBF93413}" sibTransId="{59F1DA15-33F4-4F03-90AA-00A15EE1ADB9}"/>
    <dgm:cxn modelId="{2BF623CA-3EF6-42EA-A73A-701AA8C9AFC2}" type="presOf" srcId="{A39E20D3-15B1-417A-BD68-0E0956612DC0}" destId="{0F01C390-E3B7-4A0B-B383-D732A73B1EFD}" srcOrd="0" destOrd="0" presId="urn:microsoft.com/office/officeart/2005/8/layout/vList2"/>
    <dgm:cxn modelId="{951003D4-161A-4E6A-8B67-655C6240EFDF}" type="presOf" srcId="{154FF51C-239A-4C18-921C-F9321ACCAAF1}" destId="{3C73F05C-2590-4D83-9701-43D2FE18A282}" srcOrd="0" destOrd="0" presId="urn:microsoft.com/office/officeart/2005/8/layout/vList2"/>
    <dgm:cxn modelId="{A42CE61D-34BB-4775-A0A3-E52526FED3EF}" type="presParOf" srcId="{EA14F04B-9200-400E-9E09-0FA99FE126D5}" destId="{0F01C390-E3B7-4A0B-B383-D732A73B1EFD}" srcOrd="0" destOrd="0" presId="urn:microsoft.com/office/officeart/2005/8/layout/vList2"/>
    <dgm:cxn modelId="{74FC41D1-CEE8-44E7-8177-70F5EFE9512A}" type="presParOf" srcId="{EA14F04B-9200-400E-9E09-0FA99FE126D5}" destId="{78C523A7-C120-4A37-826A-B0CA74B075DD}" srcOrd="1" destOrd="0" presId="urn:microsoft.com/office/officeart/2005/8/layout/vList2"/>
    <dgm:cxn modelId="{61BC9E91-F648-41E0-A987-DB587C98B674}" type="presParOf" srcId="{EA14F04B-9200-400E-9E09-0FA99FE126D5}" destId="{DC6BE98F-6249-45FD-A1EF-50711C04323D}" srcOrd="2" destOrd="0" presId="urn:microsoft.com/office/officeart/2005/8/layout/vList2"/>
    <dgm:cxn modelId="{A7176A44-C796-45F6-B50D-BFA5F230D354}" type="presParOf" srcId="{EA14F04B-9200-400E-9E09-0FA99FE126D5}" destId="{7985A4D3-9F3C-4CB4-A9A8-22BCE401B3CF}" srcOrd="3" destOrd="0" presId="urn:microsoft.com/office/officeart/2005/8/layout/vList2"/>
    <dgm:cxn modelId="{B156C01C-5789-4F46-915D-A653FB97A11C}" type="presParOf" srcId="{EA14F04B-9200-400E-9E09-0FA99FE126D5}" destId="{3C73F05C-2590-4D83-9701-43D2FE18A282}" srcOrd="4" destOrd="0" presId="urn:microsoft.com/office/officeart/2005/8/layout/vList2"/>
    <dgm:cxn modelId="{3B08D66C-B02D-404A-9A8C-EE2AFA424001}" type="presParOf" srcId="{EA14F04B-9200-400E-9E09-0FA99FE126D5}" destId="{4F9FCF57-BFF5-499A-9E17-74104CF6255F}" srcOrd="5" destOrd="0" presId="urn:microsoft.com/office/officeart/2005/8/layout/vList2"/>
    <dgm:cxn modelId="{D121628A-C736-4F22-9364-53902E1F6809}" type="presParOf" srcId="{EA14F04B-9200-400E-9E09-0FA99FE126D5}" destId="{212DAC54-4CBB-48AE-9F2E-32292445B6C0}" srcOrd="6"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6F48A84-B1A6-44B7-8F4A-EB2BEEA2F6A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s-PE"/>
        </a:p>
      </dgm:t>
    </dgm:pt>
    <dgm:pt modelId="{08F51FA6-5AD5-4949-8BA1-74088B716A32}">
      <dgm:prSet custT="1"/>
      <dgm:spPr/>
      <dgm:t>
        <a:bodyPr/>
        <a:lstStyle/>
        <a:p>
          <a:pPr rtl="0"/>
          <a:r>
            <a:rPr lang="es-ES_tradnl" sz="2400"/>
            <a:t>TIP y TIL del último nodo coinciden.</a:t>
          </a:r>
          <a:endParaRPr lang="es-PE" sz="2400"/>
        </a:p>
      </dgm:t>
    </dgm:pt>
    <dgm:pt modelId="{590F0070-CC70-43EA-8D50-2DA43D1D7CE9}" type="parTrans" cxnId="{7F0C5E8E-0B7E-400E-B10A-ED5089A06E95}">
      <dgm:prSet/>
      <dgm:spPr/>
      <dgm:t>
        <a:bodyPr/>
        <a:lstStyle/>
        <a:p>
          <a:endParaRPr lang="es-PE" sz="2400"/>
        </a:p>
      </dgm:t>
    </dgm:pt>
    <dgm:pt modelId="{964CAD6D-5E71-4051-80E5-D62896ABE0A9}" type="sibTrans" cxnId="{7F0C5E8E-0B7E-400E-B10A-ED5089A06E95}">
      <dgm:prSet/>
      <dgm:spPr/>
      <dgm:t>
        <a:bodyPr/>
        <a:lstStyle/>
        <a:p>
          <a:endParaRPr lang="es-PE" sz="2400"/>
        </a:p>
      </dgm:t>
    </dgm:pt>
    <dgm:pt modelId="{2FBD74B2-0508-4A6F-8FE6-2084B49AEBCF}">
      <dgm:prSet custT="1"/>
      <dgm:spPr/>
      <dgm:t>
        <a:bodyPr/>
        <a:lstStyle/>
        <a:p>
          <a:pPr rtl="0"/>
          <a:r>
            <a:rPr lang="es-ES_tradnl" sz="2400"/>
            <a:t>Las tareas críticas forman parte del Camino Crítico.</a:t>
          </a:r>
          <a:endParaRPr lang="es-PE" sz="2400"/>
        </a:p>
      </dgm:t>
    </dgm:pt>
    <dgm:pt modelId="{792DB984-BB90-401E-8EFD-5663AC6560BE}" type="parTrans" cxnId="{337A14F5-A26C-4321-8DC5-4E8BA27ED5C3}">
      <dgm:prSet/>
      <dgm:spPr/>
      <dgm:t>
        <a:bodyPr/>
        <a:lstStyle/>
        <a:p>
          <a:endParaRPr lang="es-PE" sz="2400"/>
        </a:p>
      </dgm:t>
    </dgm:pt>
    <dgm:pt modelId="{2CC9C9DD-29FF-43AC-A1F6-411D6735E6C0}" type="sibTrans" cxnId="{337A14F5-A26C-4321-8DC5-4E8BA27ED5C3}">
      <dgm:prSet/>
      <dgm:spPr/>
      <dgm:t>
        <a:bodyPr/>
        <a:lstStyle/>
        <a:p>
          <a:endParaRPr lang="es-PE" sz="2400"/>
        </a:p>
      </dgm:t>
    </dgm:pt>
    <dgm:pt modelId="{717FCCB4-151A-41DD-B948-4DE84DFC1970}">
      <dgm:prSet custT="1"/>
      <dgm:spPr/>
      <dgm:t>
        <a:bodyPr/>
        <a:lstStyle/>
        <a:p>
          <a:pPr rtl="0"/>
          <a:r>
            <a:rPr lang="es-ES_tradnl" sz="2400"/>
            <a:t>El camino crítico es el que pasa por los nodos donde TIP=TIL </a:t>
          </a:r>
          <a:endParaRPr lang="es-PE" sz="2400"/>
        </a:p>
      </dgm:t>
    </dgm:pt>
    <dgm:pt modelId="{9B36D746-CC1F-40A8-9D3C-1134D43C1658}" type="parTrans" cxnId="{B1E199AB-45F8-4AB3-B461-9DEFCEECBA20}">
      <dgm:prSet/>
      <dgm:spPr/>
      <dgm:t>
        <a:bodyPr/>
        <a:lstStyle/>
        <a:p>
          <a:endParaRPr lang="es-PE" sz="2400"/>
        </a:p>
      </dgm:t>
    </dgm:pt>
    <dgm:pt modelId="{5A55DA9B-DE21-4B59-9DD3-8013C9FDEBBA}" type="sibTrans" cxnId="{B1E199AB-45F8-4AB3-B461-9DEFCEECBA20}">
      <dgm:prSet/>
      <dgm:spPr/>
      <dgm:t>
        <a:bodyPr/>
        <a:lstStyle/>
        <a:p>
          <a:endParaRPr lang="es-PE" sz="2400"/>
        </a:p>
      </dgm:t>
    </dgm:pt>
    <dgm:pt modelId="{B002385A-2DC9-45CF-80D9-2F7F4A29A607}">
      <dgm:prSet custT="1"/>
      <dgm:spPr/>
      <dgm:t>
        <a:bodyPr/>
        <a:lstStyle/>
        <a:p>
          <a:pPr rtl="0"/>
          <a:r>
            <a:rPr lang="es-ES_tradnl" sz="2400"/>
            <a:t>En ocasiones una tarea no crítica está entre dos nodos críticos.</a:t>
          </a:r>
          <a:endParaRPr lang="es-PE" sz="2400"/>
        </a:p>
      </dgm:t>
    </dgm:pt>
    <dgm:pt modelId="{FAEBA12D-8D2C-4F20-B2FD-8AAF06E3604B}" type="parTrans" cxnId="{46E55D6D-E9EC-4178-8E87-55F765943CDC}">
      <dgm:prSet/>
      <dgm:spPr/>
      <dgm:t>
        <a:bodyPr/>
        <a:lstStyle/>
        <a:p>
          <a:endParaRPr lang="es-PE" sz="2400"/>
        </a:p>
      </dgm:t>
    </dgm:pt>
    <dgm:pt modelId="{9F6B85CB-05CC-44A4-A696-305680665A78}" type="sibTrans" cxnId="{46E55D6D-E9EC-4178-8E87-55F765943CDC}">
      <dgm:prSet/>
      <dgm:spPr/>
      <dgm:t>
        <a:bodyPr/>
        <a:lstStyle/>
        <a:p>
          <a:endParaRPr lang="es-PE" sz="2400"/>
        </a:p>
      </dgm:t>
    </dgm:pt>
    <dgm:pt modelId="{36DEE65D-9114-4FC4-981C-4CC326503944}">
      <dgm:prSet custT="1"/>
      <dgm:spPr/>
      <dgm:t>
        <a:bodyPr/>
        <a:lstStyle/>
        <a:p>
          <a:pPr rtl="0"/>
          <a:r>
            <a:rPr lang="es-ES_tradnl" sz="2400"/>
            <a:t>Puede haber más de un camino crítico.</a:t>
          </a:r>
          <a:endParaRPr lang="es-PE" sz="2400"/>
        </a:p>
      </dgm:t>
    </dgm:pt>
    <dgm:pt modelId="{871406B4-E84C-460F-8D08-42B0375A0CFC}" type="parTrans" cxnId="{A06E59D1-1F06-4B1E-9CF5-4305B1C71129}">
      <dgm:prSet/>
      <dgm:spPr/>
      <dgm:t>
        <a:bodyPr/>
        <a:lstStyle/>
        <a:p>
          <a:endParaRPr lang="es-PE" sz="2400"/>
        </a:p>
      </dgm:t>
    </dgm:pt>
    <dgm:pt modelId="{F397B5BA-2BA6-47E8-837B-3DC4E41DF7EF}" type="sibTrans" cxnId="{A06E59D1-1F06-4B1E-9CF5-4305B1C71129}">
      <dgm:prSet/>
      <dgm:spPr/>
      <dgm:t>
        <a:bodyPr/>
        <a:lstStyle/>
        <a:p>
          <a:endParaRPr lang="es-PE" sz="2400"/>
        </a:p>
      </dgm:t>
    </dgm:pt>
    <dgm:pt modelId="{874FA343-4054-496F-83EE-BF357DF22F7E}">
      <dgm:prSet custT="1"/>
      <dgm:spPr/>
      <dgm:t>
        <a:bodyPr/>
        <a:lstStyle/>
        <a:p>
          <a:pPr rtl="0"/>
          <a:r>
            <a:rPr lang="es-ES_tradnl" sz="2400"/>
            <a:t>Si alguna tarea que pertenece al camino crítico sufre algún retraso, se retrasa todo el proyecto.</a:t>
          </a:r>
          <a:endParaRPr lang="es-PE" sz="2400"/>
        </a:p>
      </dgm:t>
    </dgm:pt>
    <dgm:pt modelId="{A0E6AE4C-9F27-4622-8D1B-4B1670C87A34}" type="parTrans" cxnId="{E860317D-1A4D-46DA-A7C5-81207A8EF413}">
      <dgm:prSet/>
      <dgm:spPr/>
      <dgm:t>
        <a:bodyPr/>
        <a:lstStyle/>
        <a:p>
          <a:endParaRPr lang="es-PE" sz="2400"/>
        </a:p>
      </dgm:t>
    </dgm:pt>
    <dgm:pt modelId="{BD1AB018-2827-445A-BDD0-99C6198B4683}" type="sibTrans" cxnId="{E860317D-1A4D-46DA-A7C5-81207A8EF413}">
      <dgm:prSet/>
      <dgm:spPr/>
      <dgm:t>
        <a:bodyPr/>
        <a:lstStyle/>
        <a:p>
          <a:endParaRPr lang="es-PE" sz="2400"/>
        </a:p>
      </dgm:t>
    </dgm:pt>
    <dgm:pt modelId="{4975B602-F78D-4148-8090-ECA33D8246D0}">
      <dgm:prSet custT="1"/>
      <dgm:spPr/>
      <dgm:t>
        <a:bodyPr/>
        <a:lstStyle/>
        <a:p>
          <a:pPr rtl="0"/>
          <a:r>
            <a:rPr lang="es-ES_tradnl" sz="2400"/>
            <a:t>El resto de tareas tienen un margen para su realización llamada holgura. </a:t>
          </a:r>
          <a:endParaRPr lang="es-PE" sz="2400"/>
        </a:p>
      </dgm:t>
    </dgm:pt>
    <dgm:pt modelId="{15EB149A-935D-484F-A27C-05FD84C77E3C}" type="parTrans" cxnId="{E9CDE9E3-F4E3-44BE-9159-1FEC274A02EC}">
      <dgm:prSet/>
      <dgm:spPr/>
      <dgm:t>
        <a:bodyPr/>
        <a:lstStyle/>
        <a:p>
          <a:endParaRPr lang="es-PE" sz="2400"/>
        </a:p>
      </dgm:t>
    </dgm:pt>
    <dgm:pt modelId="{55908834-6971-4F9E-B2DD-48D74756C2B1}" type="sibTrans" cxnId="{E9CDE9E3-F4E3-44BE-9159-1FEC274A02EC}">
      <dgm:prSet/>
      <dgm:spPr/>
      <dgm:t>
        <a:bodyPr/>
        <a:lstStyle/>
        <a:p>
          <a:endParaRPr lang="es-PE" sz="2400"/>
        </a:p>
      </dgm:t>
    </dgm:pt>
    <dgm:pt modelId="{7517D9D8-1CD3-4E7B-B496-1424FDE8D679}" type="pres">
      <dgm:prSet presAssocID="{76F48A84-B1A6-44B7-8F4A-EB2BEEA2F6A9}" presName="linear" presStyleCnt="0">
        <dgm:presLayoutVars>
          <dgm:animLvl val="lvl"/>
          <dgm:resizeHandles val="exact"/>
        </dgm:presLayoutVars>
      </dgm:prSet>
      <dgm:spPr/>
    </dgm:pt>
    <dgm:pt modelId="{7C816AF9-CDF8-4F80-A3AA-56AB78814901}" type="pres">
      <dgm:prSet presAssocID="{08F51FA6-5AD5-4949-8BA1-74088B716A32}" presName="parentText" presStyleLbl="node1" presStyleIdx="0" presStyleCnt="7">
        <dgm:presLayoutVars>
          <dgm:chMax val="0"/>
          <dgm:bulletEnabled val="1"/>
        </dgm:presLayoutVars>
      </dgm:prSet>
      <dgm:spPr/>
    </dgm:pt>
    <dgm:pt modelId="{5C5E64E7-D05B-4D80-9B47-AA80E7E2194D}" type="pres">
      <dgm:prSet presAssocID="{964CAD6D-5E71-4051-80E5-D62896ABE0A9}" presName="spacer" presStyleCnt="0"/>
      <dgm:spPr/>
    </dgm:pt>
    <dgm:pt modelId="{CB6D1057-2B5E-4CB0-95DB-1CB3FBDCA01F}" type="pres">
      <dgm:prSet presAssocID="{2FBD74B2-0508-4A6F-8FE6-2084B49AEBCF}" presName="parentText" presStyleLbl="node1" presStyleIdx="1" presStyleCnt="7">
        <dgm:presLayoutVars>
          <dgm:chMax val="0"/>
          <dgm:bulletEnabled val="1"/>
        </dgm:presLayoutVars>
      </dgm:prSet>
      <dgm:spPr/>
    </dgm:pt>
    <dgm:pt modelId="{CE5630B3-8822-4695-BC36-D7B9E90AAED0}" type="pres">
      <dgm:prSet presAssocID="{2CC9C9DD-29FF-43AC-A1F6-411D6735E6C0}" presName="spacer" presStyleCnt="0"/>
      <dgm:spPr/>
    </dgm:pt>
    <dgm:pt modelId="{BD36DCF2-D089-49E9-8943-8B6ED4AE026B}" type="pres">
      <dgm:prSet presAssocID="{717FCCB4-151A-41DD-B948-4DE84DFC1970}" presName="parentText" presStyleLbl="node1" presStyleIdx="2" presStyleCnt="7">
        <dgm:presLayoutVars>
          <dgm:chMax val="0"/>
          <dgm:bulletEnabled val="1"/>
        </dgm:presLayoutVars>
      </dgm:prSet>
      <dgm:spPr/>
    </dgm:pt>
    <dgm:pt modelId="{B5E7E74D-77C8-40EC-BBCE-9E504B1BA99D}" type="pres">
      <dgm:prSet presAssocID="{5A55DA9B-DE21-4B59-9DD3-8013C9FDEBBA}" presName="spacer" presStyleCnt="0"/>
      <dgm:spPr/>
    </dgm:pt>
    <dgm:pt modelId="{0495E0D5-EC4F-4184-B7D4-7608A72FE71D}" type="pres">
      <dgm:prSet presAssocID="{B002385A-2DC9-45CF-80D9-2F7F4A29A607}" presName="parentText" presStyleLbl="node1" presStyleIdx="3" presStyleCnt="7">
        <dgm:presLayoutVars>
          <dgm:chMax val="0"/>
          <dgm:bulletEnabled val="1"/>
        </dgm:presLayoutVars>
      </dgm:prSet>
      <dgm:spPr/>
    </dgm:pt>
    <dgm:pt modelId="{2A6896CF-7E74-4C83-B455-4C2418883D2D}" type="pres">
      <dgm:prSet presAssocID="{9F6B85CB-05CC-44A4-A696-305680665A78}" presName="spacer" presStyleCnt="0"/>
      <dgm:spPr/>
    </dgm:pt>
    <dgm:pt modelId="{260698A0-2589-4184-A484-CCB02F2A8965}" type="pres">
      <dgm:prSet presAssocID="{36DEE65D-9114-4FC4-981C-4CC326503944}" presName="parentText" presStyleLbl="node1" presStyleIdx="4" presStyleCnt="7">
        <dgm:presLayoutVars>
          <dgm:chMax val="0"/>
          <dgm:bulletEnabled val="1"/>
        </dgm:presLayoutVars>
      </dgm:prSet>
      <dgm:spPr/>
    </dgm:pt>
    <dgm:pt modelId="{EEDB5641-7411-49CE-8A55-A83D5BA91ED5}" type="pres">
      <dgm:prSet presAssocID="{F397B5BA-2BA6-47E8-837B-3DC4E41DF7EF}" presName="spacer" presStyleCnt="0"/>
      <dgm:spPr/>
    </dgm:pt>
    <dgm:pt modelId="{1F3A7344-D7E2-435E-9843-79E02E78E3F4}" type="pres">
      <dgm:prSet presAssocID="{874FA343-4054-496F-83EE-BF357DF22F7E}" presName="parentText" presStyleLbl="node1" presStyleIdx="5" presStyleCnt="7">
        <dgm:presLayoutVars>
          <dgm:chMax val="0"/>
          <dgm:bulletEnabled val="1"/>
        </dgm:presLayoutVars>
      </dgm:prSet>
      <dgm:spPr/>
    </dgm:pt>
    <dgm:pt modelId="{85BF4335-18CB-42DB-86A3-B898FFCE620E}" type="pres">
      <dgm:prSet presAssocID="{BD1AB018-2827-445A-BDD0-99C6198B4683}" presName="spacer" presStyleCnt="0"/>
      <dgm:spPr/>
    </dgm:pt>
    <dgm:pt modelId="{0616BB4B-9358-4769-9E8A-CF0F8ECEB8B5}" type="pres">
      <dgm:prSet presAssocID="{4975B602-F78D-4148-8090-ECA33D8246D0}" presName="parentText" presStyleLbl="node1" presStyleIdx="6" presStyleCnt="7">
        <dgm:presLayoutVars>
          <dgm:chMax val="0"/>
          <dgm:bulletEnabled val="1"/>
        </dgm:presLayoutVars>
      </dgm:prSet>
      <dgm:spPr/>
    </dgm:pt>
  </dgm:ptLst>
  <dgm:cxnLst>
    <dgm:cxn modelId="{3595BF06-D439-41DE-8C67-10D544C1111A}" type="presOf" srcId="{B002385A-2DC9-45CF-80D9-2F7F4A29A607}" destId="{0495E0D5-EC4F-4184-B7D4-7608A72FE71D}" srcOrd="0" destOrd="0" presId="urn:microsoft.com/office/officeart/2005/8/layout/vList2"/>
    <dgm:cxn modelId="{93F8780F-617D-47A6-9DA5-70B3A65F1E19}" type="presOf" srcId="{08F51FA6-5AD5-4949-8BA1-74088B716A32}" destId="{7C816AF9-CDF8-4F80-A3AA-56AB78814901}" srcOrd="0" destOrd="0" presId="urn:microsoft.com/office/officeart/2005/8/layout/vList2"/>
    <dgm:cxn modelId="{1D1C5A12-5931-4A59-A0A7-B2F9269407BF}" type="presOf" srcId="{717FCCB4-151A-41DD-B948-4DE84DFC1970}" destId="{BD36DCF2-D089-49E9-8943-8B6ED4AE026B}" srcOrd="0" destOrd="0" presId="urn:microsoft.com/office/officeart/2005/8/layout/vList2"/>
    <dgm:cxn modelId="{9BA62B2C-EA67-4E36-AAC3-22CA1422C6DE}" type="presOf" srcId="{76F48A84-B1A6-44B7-8F4A-EB2BEEA2F6A9}" destId="{7517D9D8-1CD3-4E7B-B496-1424FDE8D679}" srcOrd="0" destOrd="0" presId="urn:microsoft.com/office/officeart/2005/8/layout/vList2"/>
    <dgm:cxn modelId="{46E55D6D-E9EC-4178-8E87-55F765943CDC}" srcId="{76F48A84-B1A6-44B7-8F4A-EB2BEEA2F6A9}" destId="{B002385A-2DC9-45CF-80D9-2F7F4A29A607}" srcOrd="3" destOrd="0" parTransId="{FAEBA12D-8D2C-4F20-B2FD-8AAF06E3604B}" sibTransId="{9F6B85CB-05CC-44A4-A696-305680665A78}"/>
    <dgm:cxn modelId="{E860317D-1A4D-46DA-A7C5-81207A8EF413}" srcId="{76F48A84-B1A6-44B7-8F4A-EB2BEEA2F6A9}" destId="{874FA343-4054-496F-83EE-BF357DF22F7E}" srcOrd="5" destOrd="0" parTransId="{A0E6AE4C-9F27-4622-8D1B-4B1670C87A34}" sibTransId="{BD1AB018-2827-445A-BDD0-99C6198B4683}"/>
    <dgm:cxn modelId="{B5206C8C-A630-4B78-85FB-27C6C98B5EA4}" type="presOf" srcId="{874FA343-4054-496F-83EE-BF357DF22F7E}" destId="{1F3A7344-D7E2-435E-9843-79E02E78E3F4}" srcOrd="0" destOrd="0" presId="urn:microsoft.com/office/officeart/2005/8/layout/vList2"/>
    <dgm:cxn modelId="{7F0C5E8E-0B7E-400E-B10A-ED5089A06E95}" srcId="{76F48A84-B1A6-44B7-8F4A-EB2BEEA2F6A9}" destId="{08F51FA6-5AD5-4949-8BA1-74088B716A32}" srcOrd="0" destOrd="0" parTransId="{590F0070-CC70-43EA-8D50-2DA43D1D7CE9}" sibTransId="{964CAD6D-5E71-4051-80E5-D62896ABE0A9}"/>
    <dgm:cxn modelId="{B1E199AB-45F8-4AB3-B461-9DEFCEECBA20}" srcId="{76F48A84-B1A6-44B7-8F4A-EB2BEEA2F6A9}" destId="{717FCCB4-151A-41DD-B948-4DE84DFC1970}" srcOrd="2" destOrd="0" parTransId="{9B36D746-CC1F-40A8-9D3C-1134D43C1658}" sibTransId="{5A55DA9B-DE21-4B59-9DD3-8013C9FDEBBA}"/>
    <dgm:cxn modelId="{E3A90BC6-9C5F-499D-8CBD-419A8D63D8B6}" type="presOf" srcId="{4975B602-F78D-4148-8090-ECA33D8246D0}" destId="{0616BB4B-9358-4769-9E8A-CF0F8ECEB8B5}" srcOrd="0" destOrd="0" presId="urn:microsoft.com/office/officeart/2005/8/layout/vList2"/>
    <dgm:cxn modelId="{A06E59D1-1F06-4B1E-9CF5-4305B1C71129}" srcId="{76F48A84-B1A6-44B7-8F4A-EB2BEEA2F6A9}" destId="{36DEE65D-9114-4FC4-981C-4CC326503944}" srcOrd="4" destOrd="0" parTransId="{871406B4-E84C-460F-8D08-42B0375A0CFC}" sibTransId="{F397B5BA-2BA6-47E8-837B-3DC4E41DF7EF}"/>
    <dgm:cxn modelId="{FE3738D2-3854-435E-95CB-4286FAF96E6E}" type="presOf" srcId="{36DEE65D-9114-4FC4-981C-4CC326503944}" destId="{260698A0-2589-4184-A484-CCB02F2A8965}" srcOrd="0" destOrd="0" presId="urn:microsoft.com/office/officeart/2005/8/layout/vList2"/>
    <dgm:cxn modelId="{E9CDE9E3-F4E3-44BE-9159-1FEC274A02EC}" srcId="{76F48A84-B1A6-44B7-8F4A-EB2BEEA2F6A9}" destId="{4975B602-F78D-4148-8090-ECA33D8246D0}" srcOrd="6" destOrd="0" parTransId="{15EB149A-935D-484F-A27C-05FD84C77E3C}" sibTransId="{55908834-6971-4F9E-B2DD-48D74756C2B1}"/>
    <dgm:cxn modelId="{564BC6F3-6BF9-4C3E-8690-ADC9B37F373E}" type="presOf" srcId="{2FBD74B2-0508-4A6F-8FE6-2084B49AEBCF}" destId="{CB6D1057-2B5E-4CB0-95DB-1CB3FBDCA01F}" srcOrd="0" destOrd="0" presId="urn:microsoft.com/office/officeart/2005/8/layout/vList2"/>
    <dgm:cxn modelId="{337A14F5-A26C-4321-8DC5-4E8BA27ED5C3}" srcId="{76F48A84-B1A6-44B7-8F4A-EB2BEEA2F6A9}" destId="{2FBD74B2-0508-4A6F-8FE6-2084B49AEBCF}" srcOrd="1" destOrd="0" parTransId="{792DB984-BB90-401E-8EFD-5663AC6560BE}" sibTransId="{2CC9C9DD-29FF-43AC-A1F6-411D6735E6C0}"/>
    <dgm:cxn modelId="{CDEB9B1E-E09E-43BD-9E3F-54CA4F7CD42F}" type="presParOf" srcId="{7517D9D8-1CD3-4E7B-B496-1424FDE8D679}" destId="{7C816AF9-CDF8-4F80-A3AA-56AB78814901}" srcOrd="0" destOrd="0" presId="urn:microsoft.com/office/officeart/2005/8/layout/vList2"/>
    <dgm:cxn modelId="{C3836B4D-0F4B-49AB-B942-6EE2F3C2BC1D}" type="presParOf" srcId="{7517D9D8-1CD3-4E7B-B496-1424FDE8D679}" destId="{5C5E64E7-D05B-4D80-9B47-AA80E7E2194D}" srcOrd="1" destOrd="0" presId="urn:microsoft.com/office/officeart/2005/8/layout/vList2"/>
    <dgm:cxn modelId="{7A0EA8C3-D5D1-449B-950E-C8FFE49BA59F}" type="presParOf" srcId="{7517D9D8-1CD3-4E7B-B496-1424FDE8D679}" destId="{CB6D1057-2B5E-4CB0-95DB-1CB3FBDCA01F}" srcOrd="2" destOrd="0" presId="urn:microsoft.com/office/officeart/2005/8/layout/vList2"/>
    <dgm:cxn modelId="{080F08EB-0501-43EA-9CDD-FD84B9214C0E}" type="presParOf" srcId="{7517D9D8-1CD3-4E7B-B496-1424FDE8D679}" destId="{CE5630B3-8822-4695-BC36-D7B9E90AAED0}" srcOrd="3" destOrd="0" presId="urn:microsoft.com/office/officeart/2005/8/layout/vList2"/>
    <dgm:cxn modelId="{795B26FE-7954-4D12-A67D-67DB3CAB747A}" type="presParOf" srcId="{7517D9D8-1CD3-4E7B-B496-1424FDE8D679}" destId="{BD36DCF2-D089-49E9-8943-8B6ED4AE026B}" srcOrd="4" destOrd="0" presId="urn:microsoft.com/office/officeart/2005/8/layout/vList2"/>
    <dgm:cxn modelId="{09B2817B-D80B-48AE-9436-DCC86D7D2216}" type="presParOf" srcId="{7517D9D8-1CD3-4E7B-B496-1424FDE8D679}" destId="{B5E7E74D-77C8-40EC-BBCE-9E504B1BA99D}" srcOrd="5" destOrd="0" presId="urn:microsoft.com/office/officeart/2005/8/layout/vList2"/>
    <dgm:cxn modelId="{A47A0DAC-C50D-4151-8EF6-994977B38FDA}" type="presParOf" srcId="{7517D9D8-1CD3-4E7B-B496-1424FDE8D679}" destId="{0495E0D5-EC4F-4184-B7D4-7608A72FE71D}" srcOrd="6" destOrd="0" presId="urn:microsoft.com/office/officeart/2005/8/layout/vList2"/>
    <dgm:cxn modelId="{2E45C547-9EAA-4B28-8CCC-0C5232244656}" type="presParOf" srcId="{7517D9D8-1CD3-4E7B-B496-1424FDE8D679}" destId="{2A6896CF-7E74-4C83-B455-4C2418883D2D}" srcOrd="7" destOrd="0" presId="urn:microsoft.com/office/officeart/2005/8/layout/vList2"/>
    <dgm:cxn modelId="{BD08E118-95EA-4147-966C-26AF2EE7659F}" type="presParOf" srcId="{7517D9D8-1CD3-4E7B-B496-1424FDE8D679}" destId="{260698A0-2589-4184-A484-CCB02F2A8965}" srcOrd="8" destOrd="0" presId="urn:microsoft.com/office/officeart/2005/8/layout/vList2"/>
    <dgm:cxn modelId="{F1AEFDA4-FFAC-4467-90B4-C9D03B88E5CC}" type="presParOf" srcId="{7517D9D8-1CD3-4E7B-B496-1424FDE8D679}" destId="{EEDB5641-7411-49CE-8A55-A83D5BA91ED5}" srcOrd="9" destOrd="0" presId="urn:microsoft.com/office/officeart/2005/8/layout/vList2"/>
    <dgm:cxn modelId="{98BB5624-5454-42A6-938E-ABF88A15B4CB}" type="presParOf" srcId="{7517D9D8-1CD3-4E7B-B496-1424FDE8D679}" destId="{1F3A7344-D7E2-435E-9843-79E02E78E3F4}" srcOrd="10" destOrd="0" presId="urn:microsoft.com/office/officeart/2005/8/layout/vList2"/>
    <dgm:cxn modelId="{1289F12B-3B08-4A0F-B850-89E59324B013}" type="presParOf" srcId="{7517D9D8-1CD3-4E7B-B496-1424FDE8D679}" destId="{85BF4335-18CB-42DB-86A3-B898FFCE620E}" srcOrd="11" destOrd="0" presId="urn:microsoft.com/office/officeart/2005/8/layout/vList2"/>
    <dgm:cxn modelId="{EE4BE601-F3CF-4FFE-9E3E-34F88413594C}" type="presParOf" srcId="{7517D9D8-1CD3-4E7B-B496-1424FDE8D679}" destId="{0616BB4B-9358-4769-9E8A-CF0F8ECEB8B5}" srcOrd="1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F7F3012-E92C-486D-82C8-A0DB6CD8BD3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PE"/>
        </a:p>
      </dgm:t>
    </dgm:pt>
    <dgm:pt modelId="{44CB3FE4-A18A-4B52-AD9A-35E1D14A5F9B}">
      <dgm:prSet custT="1"/>
      <dgm:spPr/>
      <dgm:t>
        <a:bodyPr/>
        <a:lstStyle/>
        <a:p>
          <a:pPr rtl="0"/>
          <a:r>
            <a:rPr lang="es-ES" sz="2400" dirty="0"/>
            <a:t>Cada tarea se representa por una flecha.</a:t>
          </a:r>
          <a:endParaRPr lang="es-PE" sz="2400" dirty="0"/>
        </a:p>
      </dgm:t>
    </dgm:pt>
    <dgm:pt modelId="{94EF10CF-A49F-4532-ABD1-0DF86DCFEFA4}" type="parTrans" cxnId="{0C5327C0-19DC-4C29-A106-B9B5FD105143}">
      <dgm:prSet/>
      <dgm:spPr/>
      <dgm:t>
        <a:bodyPr/>
        <a:lstStyle/>
        <a:p>
          <a:endParaRPr lang="es-PE" sz="2400"/>
        </a:p>
      </dgm:t>
    </dgm:pt>
    <dgm:pt modelId="{64624786-A55B-4B12-AC30-6EC7DABFDA69}" type="sibTrans" cxnId="{0C5327C0-19DC-4C29-A106-B9B5FD105143}">
      <dgm:prSet/>
      <dgm:spPr/>
      <dgm:t>
        <a:bodyPr/>
        <a:lstStyle/>
        <a:p>
          <a:endParaRPr lang="es-PE" sz="2400"/>
        </a:p>
      </dgm:t>
    </dgm:pt>
    <dgm:pt modelId="{6EDD1532-921F-4583-9E62-D0B094BCE08C}">
      <dgm:prSet custT="1"/>
      <dgm:spPr/>
      <dgm:t>
        <a:bodyPr/>
        <a:lstStyle/>
        <a:p>
          <a:pPr rtl="0"/>
          <a:r>
            <a:rPr lang="es-ES" sz="2400" dirty="0"/>
            <a:t>Cada suceso o situación se representará por un NODO, círculo, elipse, o cuadrado, en cuyo interior se consignará un número.</a:t>
          </a:r>
          <a:endParaRPr lang="es-PE" sz="2400" dirty="0"/>
        </a:p>
      </dgm:t>
    </dgm:pt>
    <dgm:pt modelId="{9835C80A-5621-48C4-A148-B110202BEF90}" type="parTrans" cxnId="{D21B83B9-1283-49DD-840E-A3B9BB792359}">
      <dgm:prSet/>
      <dgm:spPr/>
      <dgm:t>
        <a:bodyPr/>
        <a:lstStyle/>
        <a:p>
          <a:endParaRPr lang="es-PE" sz="2400"/>
        </a:p>
      </dgm:t>
    </dgm:pt>
    <dgm:pt modelId="{6F2185D5-3FCD-4052-BFD4-8DE3DAC6C073}" type="sibTrans" cxnId="{D21B83B9-1283-49DD-840E-A3B9BB792359}">
      <dgm:prSet/>
      <dgm:spPr/>
      <dgm:t>
        <a:bodyPr/>
        <a:lstStyle/>
        <a:p>
          <a:endParaRPr lang="es-PE" sz="2400"/>
        </a:p>
      </dgm:t>
    </dgm:pt>
    <dgm:pt modelId="{1D60DA3E-642A-40FF-B387-4038B0F457F4}">
      <dgm:prSet custT="1"/>
      <dgm:spPr/>
      <dgm:t>
        <a:bodyPr/>
        <a:lstStyle/>
        <a:p>
          <a:pPr rtl="0"/>
          <a:r>
            <a:rPr lang="es-ES" sz="2400" dirty="0"/>
            <a:t>En consecuencia cada tarea estará limitada por 2 números, de los cuales el 2º siempre será mayor que el 1º.</a:t>
          </a:r>
          <a:endParaRPr lang="es-PE" sz="2400" dirty="0"/>
        </a:p>
      </dgm:t>
    </dgm:pt>
    <dgm:pt modelId="{F74153CB-056B-4D74-8A1E-D94E5BD49E1E}" type="parTrans" cxnId="{9F358370-50E6-44F7-91B6-737DEAB467BD}">
      <dgm:prSet/>
      <dgm:spPr/>
      <dgm:t>
        <a:bodyPr/>
        <a:lstStyle/>
        <a:p>
          <a:endParaRPr lang="es-PE" sz="2400"/>
        </a:p>
      </dgm:t>
    </dgm:pt>
    <dgm:pt modelId="{FEF29CC7-74C3-4C6E-A1C2-44BF02EFA05B}" type="sibTrans" cxnId="{9F358370-50E6-44F7-91B6-737DEAB467BD}">
      <dgm:prSet/>
      <dgm:spPr/>
      <dgm:t>
        <a:bodyPr/>
        <a:lstStyle/>
        <a:p>
          <a:endParaRPr lang="es-PE" sz="2400"/>
        </a:p>
      </dgm:t>
    </dgm:pt>
    <dgm:pt modelId="{C34D9C1F-DD26-4424-9577-6A1456A67F21}">
      <dgm:prSet custT="1"/>
      <dgm:spPr/>
      <dgm:t>
        <a:bodyPr/>
        <a:lstStyle/>
        <a:p>
          <a:pPr rtl="0"/>
          <a:r>
            <a:rPr lang="es-ES" sz="2400" dirty="0"/>
            <a:t>Entre dos sucesos o nudos solo puede haber una tarea.</a:t>
          </a:r>
          <a:endParaRPr lang="es-PE" sz="2400" dirty="0"/>
        </a:p>
      </dgm:t>
    </dgm:pt>
    <dgm:pt modelId="{A779E52B-BD4B-4587-B533-5F1016032316}" type="parTrans" cxnId="{D1BA81C3-1586-4242-8E95-FD1AD22569FF}">
      <dgm:prSet/>
      <dgm:spPr/>
      <dgm:t>
        <a:bodyPr/>
        <a:lstStyle/>
        <a:p>
          <a:endParaRPr lang="es-PE" sz="2400"/>
        </a:p>
      </dgm:t>
    </dgm:pt>
    <dgm:pt modelId="{09DAF341-8F14-4557-BC29-DF1131158E3E}" type="sibTrans" cxnId="{D1BA81C3-1586-4242-8E95-FD1AD22569FF}">
      <dgm:prSet/>
      <dgm:spPr/>
      <dgm:t>
        <a:bodyPr/>
        <a:lstStyle/>
        <a:p>
          <a:endParaRPr lang="es-PE" sz="2400"/>
        </a:p>
      </dgm:t>
    </dgm:pt>
    <dgm:pt modelId="{C47B663F-0B43-4A6A-998F-1322AA70094F}">
      <dgm:prSet custT="1"/>
      <dgm:spPr/>
      <dgm:t>
        <a:bodyPr/>
        <a:lstStyle/>
        <a:p>
          <a:pPr rtl="0"/>
          <a:r>
            <a:rPr lang="es-ES" sz="2400" dirty="0"/>
            <a:t>A veces es necesaria la utilización de tareas ficticias </a:t>
          </a:r>
          <a:endParaRPr lang="es-PE" sz="2400" dirty="0"/>
        </a:p>
      </dgm:t>
    </dgm:pt>
    <dgm:pt modelId="{CA918059-16E3-47F8-BBD4-F2909CC665FC}" type="parTrans" cxnId="{1E7C91C0-BDE9-4CEB-AA6C-C5987A5A3F42}">
      <dgm:prSet/>
      <dgm:spPr/>
      <dgm:t>
        <a:bodyPr/>
        <a:lstStyle/>
        <a:p>
          <a:endParaRPr lang="es-PE" sz="2400"/>
        </a:p>
      </dgm:t>
    </dgm:pt>
    <dgm:pt modelId="{C209974F-26EC-4B2E-8408-2AF5ACDB17A1}" type="sibTrans" cxnId="{1E7C91C0-BDE9-4CEB-AA6C-C5987A5A3F42}">
      <dgm:prSet/>
      <dgm:spPr/>
      <dgm:t>
        <a:bodyPr/>
        <a:lstStyle/>
        <a:p>
          <a:endParaRPr lang="es-PE" sz="2400"/>
        </a:p>
      </dgm:t>
    </dgm:pt>
    <dgm:pt modelId="{F9D8DC5E-7198-4196-9F7E-59597020BAC6}" type="pres">
      <dgm:prSet presAssocID="{BF7F3012-E92C-486D-82C8-A0DB6CD8BD3F}" presName="linear" presStyleCnt="0">
        <dgm:presLayoutVars>
          <dgm:animLvl val="lvl"/>
          <dgm:resizeHandles val="exact"/>
        </dgm:presLayoutVars>
      </dgm:prSet>
      <dgm:spPr/>
    </dgm:pt>
    <dgm:pt modelId="{A50D886E-1802-4502-AFF0-104E0EEA3B9D}" type="pres">
      <dgm:prSet presAssocID="{44CB3FE4-A18A-4B52-AD9A-35E1D14A5F9B}" presName="parentText" presStyleLbl="node1" presStyleIdx="0" presStyleCnt="5" custScaleY="62697">
        <dgm:presLayoutVars>
          <dgm:chMax val="0"/>
          <dgm:bulletEnabled val="1"/>
        </dgm:presLayoutVars>
      </dgm:prSet>
      <dgm:spPr/>
    </dgm:pt>
    <dgm:pt modelId="{D58A67E7-3951-4D53-9D01-024F70D96DA5}" type="pres">
      <dgm:prSet presAssocID="{64624786-A55B-4B12-AC30-6EC7DABFDA69}" presName="spacer" presStyleCnt="0"/>
      <dgm:spPr/>
    </dgm:pt>
    <dgm:pt modelId="{A6F86310-0068-4591-A5DC-6390F12455FA}" type="pres">
      <dgm:prSet presAssocID="{6EDD1532-921F-4583-9E62-D0B094BCE08C}" presName="parentText" presStyleLbl="node1" presStyleIdx="1" presStyleCnt="5" custScaleY="121428">
        <dgm:presLayoutVars>
          <dgm:chMax val="0"/>
          <dgm:bulletEnabled val="1"/>
        </dgm:presLayoutVars>
      </dgm:prSet>
      <dgm:spPr/>
    </dgm:pt>
    <dgm:pt modelId="{6D103863-CD0C-46C3-847D-5060E4690D47}" type="pres">
      <dgm:prSet presAssocID="{6F2185D5-3FCD-4052-BFD4-8DE3DAC6C073}" presName="spacer" presStyleCnt="0"/>
      <dgm:spPr/>
    </dgm:pt>
    <dgm:pt modelId="{652F411B-0630-4E9F-A2C3-F0B7B6F7B761}" type="pres">
      <dgm:prSet presAssocID="{1D60DA3E-642A-40FF-B387-4038B0F457F4}" presName="parentText" presStyleLbl="node1" presStyleIdx="2" presStyleCnt="5">
        <dgm:presLayoutVars>
          <dgm:chMax val="0"/>
          <dgm:bulletEnabled val="1"/>
        </dgm:presLayoutVars>
      </dgm:prSet>
      <dgm:spPr/>
    </dgm:pt>
    <dgm:pt modelId="{A19EB560-B496-4FCE-9374-A4DE0C2FD27E}" type="pres">
      <dgm:prSet presAssocID="{FEF29CC7-74C3-4C6E-A1C2-44BF02EFA05B}" presName="spacer" presStyleCnt="0"/>
      <dgm:spPr/>
    </dgm:pt>
    <dgm:pt modelId="{71BF1D6E-72C9-4B2A-988D-7C1CB5795AE3}" type="pres">
      <dgm:prSet presAssocID="{C34D9C1F-DD26-4424-9577-6A1456A67F21}" presName="parentText" presStyleLbl="node1" presStyleIdx="3" presStyleCnt="5" custScaleY="67546">
        <dgm:presLayoutVars>
          <dgm:chMax val="0"/>
          <dgm:bulletEnabled val="1"/>
        </dgm:presLayoutVars>
      </dgm:prSet>
      <dgm:spPr/>
    </dgm:pt>
    <dgm:pt modelId="{9B237CBE-583E-4898-A014-D05E75C693E9}" type="pres">
      <dgm:prSet presAssocID="{09DAF341-8F14-4557-BC29-DF1131158E3E}" presName="spacer" presStyleCnt="0"/>
      <dgm:spPr/>
    </dgm:pt>
    <dgm:pt modelId="{BEBCF381-4642-4E2D-9BE1-B1CE4D6D69A4}" type="pres">
      <dgm:prSet presAssocID="{C47B663F-0B43-4A6A-998F-1322AA70094F}" presName="parentText" presStyleLbl="node1" presStyleIdx="4" presStyleCnt="5" custScaleY="71954">
        <dgm:presLayoutVars>
          <dgm:chMax val="0"/>
          <dgm:bulletEnabled val="1"/>
        </dgm:presLayoutVars>
      </dgm:prSet>
      <dgm:spPr/>
    </dgm:pt>
  </dgm:ptLst>
  <dgm:cxnLst>
    <dgm:cxn modelId="{C1359235-D407-43DF-9204-6549EE7662A6}" type="presOf" srcId="{1D60DA3E-642A-40FF-B387-4038B0F457F4}" destId="{652F411B-0630-4E9F-A2C3-F0B7B6F7B761}" srcOrd="0" destOrd="0" presId="urn:microsoft.com/office/officeart/2005/8/layout/vList2"/>
    <dgm:cxn modelId="{9F358370-50E6-44F7-91B6-737DEAB467BD}" srcId="{BF7F3012-E92C-486D-82C8-A0DB6CD8BD3F}" destId="{1D60DA3E-642A-40FF-B387-4038B0F457F4}" srcOrd="2" destOrd="0" parTransId="{F74153CB-056B-4D74-8A1E-D94E5BD49E1E}" sibTransId="{FEF29CC7-74C3-4C6E-A1C2-44BF02EFA05B}"/>
    <dgm:cxn modelId="{0B263452-2DEA-40E3-8079-574CEF52A96F}" type="presOf" srcId="{C34D9C1F-DD26-4424-9577-6A1456A67F21}" destId="{71BF1D6E-72C9-4B2A-988D-7C1CB5795AE3}" srcOrd="0" destOrd="0" presId="urn:microsoft.com/office/officeart/2005/8/layout/vList2"/>
    <dgm:cxn modelId="{336A9F7B-9301-46A3-AF4E-D640C0F414A1}" type="presOf" srcId="{44CB3FE4-A18A-4B52-AD9A-35E1D14A5F9B}" destId="{A50D886E-1802-4502-AFF0-104E0EEA3B9D}" srcOrd="0" destOrd="0" presId="urn:microsoft.com/office/officeart/2005/8/layout/vList2"/>
    <dgm:cxn modelId="{9962A8B8-DC99-4E65-A359-31296261E059}" type="presOf" srcId="{C47B663F-0B43-4A6A-998F-1322AA70094F}" destId="{BEBCF381-4642-4E2D-9BE1-B1CE4D6D69A4}" srcOrd="0" destOrd="0" presId="urn:microsoft.com/office/officeart/2005/8/layout/vList2"/>
    <dgm:cxn modelId="{D21B83B9-1283-49DD-840E-A3B9BB792359}" srcId="{BF7F3012-E92C-486D-82C8-A0DB6CD8BD3F}" destId="{6EDD1532-921F-4583-9E62-D0B094BCE08C}" srcOrd="1" destOrd="0" parTransId="{9835C80A-5621-48C4-A148-B110202BEF90}" sibTransId="{6F2185D5-3FCD-4052-BFD4-8DE3DAC6C073}"/>
    <dgm:cxn modelId="{0C5327C0-19DC-4C29-A106-B9B5FD105143}" srcId="{BF7F3012-E92C-486D-82C8-A0DB6CD8BD3F}" destId="{44CB3FE4-A18A-4B52-AD9A-35E1D14A5F9B}" srcOrd="0" destOrd="0" parTransId="{94EF10CF-A49F-4532-ABD1-0DF86DCFEFA4}" sibTransId="{64624786-A55B-4B12-AC30-6EC7DABFDA69}"/>
    <dgm:cxn modelId="{1E7C91C0-BDE9-4CEB-AA6C-C5987A5A3F42}" srcId="{BF7F3012-E92C-486D-82C8-A0DB6CD8BD3F}" destId="{C47B663F-0B43-4A6A-998F-1322AA70094F}" srcOrd="4" destOrd="0" parTransId="{CA918059-16E3-47F8-BBD4-F2909CC665FC}" sibTransId="{C209974F-26EC-4B2E-8408-2AF5ACDB17A1}"/>
    <dgm:cxn modelId="{D1BA81C3-1586-4242-8E95-FD1AD22569FF}" srcId="{BF7F3012-E92C-486D-82C8-A0DB6CD8BD3F}" destId="{C34D9C1F-DD26-4424-9577-6A1456A67F21}" srcOrd="3" destOrd="0" parTransId="{A779E52B-BD4B-4587-B533-5F1016032316}" sibTransId="{09DAF341-8F14-4557-BC29-DF1131158E3E}"/>
    <dgm:cxn modelId="{C1E8F1E4-FF1A-425D-AD53-3C66614FA040}" type="presOf" srcId="{6EDD1532-921F-4583-9E62-D0B094BCE08C}" destId="{A6F86310-0068-4591-A5DC-6390F12455FA}" srcOrd="0" destOrd="0" presId="urn:microsoft.com/office/officeart/2005/8/layout/vList2"/>
    <dgm:cxn modelId="{5B68A1F8-CAB6-41EA-B7CA-1FCEC0887A54}" type="presOf" srcId="{BF7F3012-E92C-486D-82C8-A0DB6CD8BD3F}" destId="{F9D8DC5E-7198-4196-9F7E-59597020BAC6}" srcOrd="0" destOrd="0" presId="urn:microsoft.com/office/officeart/2005/8/layout/vList2"/>
    <dgm:cxn modelId="{D30BF622-DD79-4BB6-9CCB-6DA7517775E0}" type="presParOf" srcId="{F9D8DC5E-7198-4196-9F7E-59597020BAC6}" destId="{A50D886E-1802-4502-AFF0-104E0EEA3B9D}" srcOrd="0" destOrd="0" presId="urn:microsoft.com/office/officeart/2005/8/layout/vList2"/>
    <dgm:cxn modelId="{C69CA2B6-A9F5-49D5-9CDD-F57D2CB3E758}" type="presParOf" srcId="{F9D8DC5E-7198-4196-9F7E-59597020BAC6}" destId="{D58A67E7-3951-4D53-9D01-024F70D96DA5}" srcOrd="1" destOrd="0" presId="urn:microsoft.com/office/officeart/2005/8/layout/vList2"/>
    <dgm:cxn modelId="{8957B117-1959-43E0-B81B-B3795025BA7C}" type="presParOf" srcId="{F9D8DC5E-7198-4196-9F7E-59597020BAC6}" destId="{A6F86310-0068-4591-A5DC-6390F12455FA}" srcOrd="2" destOrd="0" presId="urn:microsoft.com/office/officeart/2005/8/layout/vList2"/>
    <dgm:cxn modelId="{6F3BA62C-0A3C-4478-9FED-457F7C817BB5}" type="presParOf" srcId="{F9D8DC5E-7198-4196-9F7E-59597020BAC6}" destId="{6D103863-CD0C-46C3-847D-5060E4690D47}" srcOrd="3" destOrd="0" presId="urn:microsoft.com/office/officeart/2005/8/layout/vList2"/>
    <dgm:cxn modelId="{05497226-41C8-4CFE-93E9-BE47987E9E18}" type="presParOf" srcId="{F9D8DC5E-7198-4196-9F7E-59597020BAC6}" destId="{652F411B-0630-4E9F-A2C3-F0B7B6F7B761}" srcOrd="4" destOrd="0" presId="urn:microsoft.com/office/officeart/2005/8/layout/vList2"/>
    <dgm:cxn modelId="{279D380E-8EE6-455D-98AF-1AD0CC5AF6C3}" type="presParOf" srcId="{F9D8DC5E-7198-4196-9F7E-59597020BAC6}" destId="{A19EB560-B496-4FCE-9374-A4DE0C2FD27E}" srcOrd="5" destOrd="0" presId="urn:microsoft.com/office/officeart/2005/8/layout/vList2"/>
    <dgm:cxn modelId="{36918FBD-9089-48E1-8391-9121E414CA02}" type="presParOf" srcId="{F9D8DC5E-7198-4196-9F7E-59597020BAC6}" destId="{71BF1D6E-72C9-4B2A-988D-7C1CB5795AE3}" srcOrd="6" destOrd="0" presId="urn:microsoft.com/office/officeart/2005/8/layout/vList2"/>
    <dgm:cxn modelId="{98FA835D-4274-4795-B36C-9BB2BABDB729}" type="presParOf" srcId="{F9D8DC5E-7198-4196-9F7E-59597020BAC6}" destId="{9B237CBE-583E-4898-A014-D05E75C693E9}" srcOrd="7" destOrd="0" presId="urn:microsoft.com/office/officeart/2005/8/layout/vList2"/>
    <dgm:cxn modelId="{DCB4491D-0CF5-4209-AB5E-EFD8947B4601}" type="presParOf" srcId="{F9D8DC5E-7198-4196-9F7E-59597020BAC6}" destId="{BEBCF381-4642-4E2D-9BE1-B1CE4D6D69A4}"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7AF225-BD91-4B0C-A345-755A9E336C68}">
      <dsp:nvSpPr>
        <dsp:cNvPr id="0" name=""/>
        <dsp:cNvSpPr/>
      </dsp:nvSpPr>
      <dsp:spPr>
        <a:xfrm>
          <a:off x="0" y="96249"/>
          <a:ext cx="8641084" cy="1140763"/>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ES" sz="2400" b="1" kern="1200" dirty="0">
              <a:solidFill>
                <a:srgbClr val="FF0000"/>
              </a:solidFill>
            </a:rPr>
            <a:t>Inversión</a:t>
          </a:r>
          <a:r>
            <a:rPr lang="es-ES" sz="2400" kern="1200" dirty="0"/>
            <a:t> es la acción de gastar(C) con la esperanza de obtener beneficios(B).Una inversión propiamente dicha es aquella donde B&gt;C	</a:t>
          </a:r>
          <a:endParaRPr lang="es-PE" sz="2400" kern="1200" dirty="0"/>
        </a:p>
      </dsp:txBody>
      <dsp:txXfrm>
        <a:off x="55687" y="151936"/>
        <a:ext cx="8529710" cy="102938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53EE80-E4FF-4B86-920F-C488060F19C3}">
      <dsp:nvSpPr>
        <dsp:cNvPr id="0" name=""/>
        <dsp:cNvSpPr/>
      </dsp:nvSpPr>
      <dsp:spPr>
        <a:xfrm>
          <a:off x="1891285" y="0"/>
          <a:ext cx="7104771" cy="5328591"/>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F8D7AAC-2461-49D5-B190-0EF2A74E998F}">
      <dsp:nvSpPr>
        <dsp:cNvPr id="0" name=""/>
        <dsp:cNvSpPr/>
      </dsp:nvSpPr>
      <dsp:spPr>
        <a:xfrm>
          <a:off x="2705361" y="506216"/>
          <a:ext cx="2646504" cy="205445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s-ES" sz="2800" kern="1200" dirty="0"/>
            <a:t>¿Qué Hacer? (tareas) </a:t>
          </a:r>
          <a:endParaRPr lang="es-PE" sz="2800" kern="1200" dirty="0"/>
        </a:p>
      </dsp:txBody>
      <dsp:txXfrm>
        <a:off x="2805651" y="606506"/>
        <a:ext cx="2445924" cy="1853879"/>
      </dsp:txXfrm>
    </dsp:sp>
    <dsp:sp modelId="{50289D77-DB75-4225-99DB-8FA569F2F8EE}">
      <dsp:nvSpPr>
        <dsp:cNvPr id="0" name=""/>
        <dsp:cNvSpPr/>
      </dsp:nvSpPr>
      <dsp:spPr>
        <a:xfrm>
          <a:off x="5517677" y="518061"/>
          <a:ext cx="2682061" cy="20781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s-ES" sz="2800" kern="1200" dirty="0"/>
            <a:t>¿Cómo Hacer? (secuencia, proceso)</a:t>
          </a:r>
          <a:endParaRPr lang="es-PE" sz="2800" kern="1200" dirty="0"/>
        </a:p>
      </dsp:txBody>
      <dsp:txXfrm>
        <a:off x="5619124" y="619508"/>
        <a:ext cx="2479167" cy="1875256"/>
      </dsp:txXfrm>
    </dsp:sp>
    <dsp:sp modelId="{92D81384-6BDA-4817-9A93-657D2F083362}">
      <dsp:nvSpPr>
        <dsp:cNvPr id="0" name=""/>
        <dsp:cNvSpPr/>
      </dsp:nvSpPr>
      <dsp:spPr>
        <a:xfrm>
          <a:off x="2705371" y="2738302"/>
          <a:ext cx="2646525" cy="20781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s-ES" sz="2800" kern="1200" dirty="0"/>
            <a:t>¿Cuándo Hacer?     (fechas de inicio y fin)</a:t>
          </a:r>
          <a:endParaRPr lang="es-PE" sz="2800" kern="1200" dirty="0"/>
        </a:p>
      </dsp:txBody>
      <dsp:txXfrm>
        <a:off x="2806818" y="2839749"/>
        <a:ext cx="2443631" cy="1875256"/>
      </dsp:txXfrm>
    </dsp:sp>
    <dsp:sp modelId="{0167452F-98CD-4AEA-8EA6-8BAAC34B81C3}">
      <dsp:nvSpPr>
        <dsp:cNvPr id="0" name=""/>
        <dsp:cNvSpPr/>
      </dsp:nvSpPr>
      <dsp:spPr>
        <a:xfrm>
          <a:off x="5517687" y="2738302"/>
          <a:ext cx="2646545" cy="20781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s-ES" sz="2800" kern="1200" dirty="0"/>
            <a:t>¿Quién lo va a hacer?</a:t>
          </a:r>
        </a:p>
        <a:p>
          <a:pPr marL="0" lvl="0" indent="0" algn="ctr" defTabSz="1244600" rtl="0">
            <a:lnSpc>
              <a:spcPct val="90000"/>
            </a:lnSpc>
            <a:spcBef>
              <a:spcPct val="0"/>
            </a:spcBef>
            <a:spcAft>
              <a:spcPct val="35000"/>
            </a:spcAft>
            <a:buNone/>
          </a:pPr>
          <a:r>
            <a:rPr lang="es-ES" sz="2800" kern="1200" dirty="0"/>
            <a:t>(recursos  humanos)</a:t>
          </a:r>
          <a:endParaRPr lang="es-PE" sz="2800" kern="1200" dirty="0"/>
        </a:p>
      </dsp:txBody>
      <dsp:txXfrm>
        <a:off x="5619134" y="2839749"/>
        <a:ext cx="2443651" cy="187525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8BA35D-5823-4565-9717-9BC440025AF7}">
      <dsp:nvSpPr>
        <dsp:cNvPr id="0" name=""/>
        <dsp:cNvSpPr/>
      </dsp:nvSpPr>
      <dsp:spPr>
        <a:xfrm>
          <a:off x="0" y="549"/>
          <a:ext cx="6015793" cy="413960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just" defTabSz="1244600" rtl="0">
            <a:lnSpc>
              <a:spcPct val="90000"/>
            </a:lnSpc>
            <a:spcBef>
              <a:spcPct val="0"/>
            </a:spcBef>
            <a:spcAft>
              <a:spcPct val="35000"/>
            </a:spcAft>
            <a:buNone/>
          </a:pPr>
          <a:r>
            <a:rPr lang="es-MX" sz="2800" b="1" kern="1200" dirty="0">
              <a:solidFill>
                <a:srgbClr val="FFFF00"/>
              </a:solidFill>
              <a:latin typeface="Arial Narrow" pitchFamily="34" charset="0"/>
            </a:rPr>
            <a:t>Método del Camino Crítico</a:t>
          </a:r>
          <a:r>
            <a:rPr lang="es-MX" sz="2800" kern="1200" dirty="0">
              <a:latin typeface="Arial Narrow" pitchFamily="34" charset="0"/>
            </a:rPr>
            <a:t>, la cual es enfocada hacia el cumplimiento de la meta de costo del proyecto. F</a:t>
          </a:r>
          <a:r>
            <a:rPr lang="es-ES" sz="2800" kern="1200" dirty="0" err="1">
              <a:latin typeface="Arial Narrow" pitchFamily="34" charset="0"/>
            </a:rPr>
            <a:t>ue</a:t>
          </a:r>
          <a:r>
            <a:rPr lang="es-ES" sz="2800" kern="1200" dirty="0">
              <a:latin typeface="Arial Narrow" pitchFamily="34" charset="0"/>
            </a:rPr>
            <a:t> desarrollado en 1957 en los Estados Unidos de América, por un centro de investigación de operaciones para la firma </a:t>
          </a:r>
          <a:r>
            <a:rPr lang="es-ES" sz="2800" b="1" kern="1200" dirty="0">
              <a:latin typeface="Arial Narrow" pitchFamily="34" charset="0"/>
            </a:rPr>
            <a:t>Dupont y Remington Rand</a:t>
          </a:r>
          <a:r>
            <a:rPr lang="es-ES" sz="2800" kern="1200" dirty="0">
              <a:latin typeface="Arial Narrow" pitchFamily="34" charset="0"/>
            </a:rPr>
            <a:t>, buscando el control y la optimización de los costos de operación mediante la planeación adecuada de las tareas componentes del proyecto.</a:t>
          </a:r>
          <a:endParaRPr lang="es-PE" sz="2800" kern="1200" dirty="0">
            <a:latin typeface="Arial Narrow" pitchFamily="34" charset="0"/>
          </a:endParaRPr>
        </a:p>
      </dsp:txBody>
      <dsp:txXfrm>
        <a:off x="202079" y="202628"/>
        <a:ext cx="5611635" cy="373544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8C2FF6-19D3-4C68-B8DC-B643E0FEFB3F}">
      <dsp:nvSpPr>
        <dsp:cNvPr id="0" name=""/>
        <dsp:cNvSpPr/>
      </dsp:nvSpPr>
      <dsp:spPr>
        <a:xfrm>
          <a:off x="0" y="0"/>
          <a:ext cx="7757686" cy="420925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rtl="0">
            <a:lnSpc>
              <a:spcPct val="90000"/>
            </a:lnSpc>
            <a:spcBef>
              <a:spcPct val="0"/>
            </a:spcBef>
            <a:spcAft>
              <a:spcPct val="35000"/>
            </a:spcAft>
            <a:buNone/>
          </a:pPr>
          <a:r>
            <a:rPr lang="es-MX" sz="2800" b="1" kern="1200" dirty="0">
              <a:solidFill>
                <a:srgbClr val="FFFF00"/>
              </a:solidFill>
              <a:latin typeface="Arial Narrow" pitchFamily="34" charset="0"/>
              <a:ea typeface="+mn-ea"/>
              <a:cs typeface="+mn-cs"/>
            </a:rPr>
            <a:t>Programa de Evaluación y Revisión de </a:t>
          </a:r>
          <a:r>
            <a:rPr lang="es-MX" sz="2800" b="1" kern="1200" dirty="0" err="1">
              <a:solidFill>
                <a:srgbClr val="FFFF00"/>
              </a:solidFill>
              <a:latin typeface="Arial Narrow" pitchFamily="34" charset="0"/>
              <a:ea typeface="+mn-ea"/>
              <a:cs typeface="+mn-cs"/>
            </a:rPr>
            <a:t>Tecnica</a:t>
          </a:r>
          <a:r>
            <a:rPr lang="es-MX" sz="2600" kern="1200" dirty="0">
              <a:latin typeface="Arial Narrow" pitchFamily="34" charset="0"/>
            </a:rPr>
            <a:t>, desarrollado por la armada de los Estados Unidos de América, en 1957, para controlar los tiempos de ejecución de las diversas tareas integrantes de los proyectos espaciales, por la necesidad de terminar cada una de ellas dentro de los intervalos de tiempo disponibles. Fue utilizado originalmente por el control de tiempos del proyecto </a:t>
          </a:r>
          <a:r>
            <a:rPr lang="es-MX" sz="2600" kern="1200" dirty="0" err="1">
              <a:latin typeface="Arial Narrow" pitchFamily="34" charset="0"/>
            </a:rPr>
            <a:t>Polaris</a:t>
          </a:r>
          <a:r>
            <a:rPr lang="es-MX" sz="2600" kern="1200" dirty="0">
              <a:latin typeface="Arial Narrow" pitchFamily="34" charset="0"/>
            </a:rPr>
            <a:t>. </a:t>
          </a:r>
          <a:r>
            <a:rPr lang="es-ES" sz="2600" kern="1200" dirty="0">
              <a:latin typeface="Arial Narrow" pitchFamily="34" charset="0"/>
            </a:rPr>
            <a:t>Cuando no se pueden prever la duración de algunas tareas. Hay tres tipos de tiempo:</a:t>
          </a:r>
        </a:p>
        <a:p>
          <a:pPr marL="0" lvl="0" indent="0" algn="l" defTabSz="1244600" rtl="0">
            <a:lnSpc>
              <a:spcPct val="90000"/>
            </a:lnSpc>
            <a:spcBef>
              <a:spcPct val="0"/>
            </a:spcBef>
            <a:spcAft>
              <a:spcPct val="35000"/>
            </a:spcAft>
            <a:buNone/>
          </a:pPr>
          <a:r>
            <a:rPr lang="es-ES" sz="2400" kern="1200" dirty="0">
              <a:latin typeface="Arial Narrow" pitchFamily="34" charset="0"/>
            </a:rPr>
            <a:t>Tiempo más optimista (a)            Tiempo más probable (m) </a:t>
          </a:r>
        </a:p>
        <a:p>
          <a:pPr marL="0" lvl="0" indent="0" algn="l" defTabSz="1244600" rtl="0">
            <a:lnSpc>
              <a:spcPct val="90000"/>
            </a:lnSpc>
            <a:spcBef>
              <a:spcPct val="0"/>
            </a:spcBef>
            <a:spcAft>
              <a:spcPct val="35000"/>
            </a:spcAft>
            <a:buNone/>
          </a:pPr>
          <a:r>
            <a:rPr lang="es-ES" sz="2400" kern="1200" dirty="0">
              <a:latin typeface="Arial Narrow" pitchFamily="34" charset="0"/>
            </a:rPr>
            <a:t>Tiempo más pesimista (b)           Tiempo esperado  (te)</a:t>
          </a:r>
          <a:endParaRPr lang="es-PE" sz="2400" kern="1200" dirty="0">
            <a:latin typeface="Arial Narrow" pitchFamily="34" charset="0"/>
          </a:endParaRPr>
        </a:p>
      </dsp:txBody>
      <dsp:txXfrm>
        <a:off x="205479" y="205479"/>
        <a:ext cx="7346728" cy="379829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0BCF32-6DA7-4715-BA57-D209C5D5FA0E}">
      <dsp:nvSpPr>
        <dsp:cNvPr id="0" name=""/>
        <dsp:cNvSpPr/>
      </dsp:nvSpPr>
      <dsp:spPr>
        <a:xfrm rot="5400000">
          <a:off x="3904702" y="-693308"/>
          <a:ext cx="1374925" cy="2821700"/>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rtl="0">
            <a:lnSpc>
              <a:spcPct val="90000"/>
            </a:lnSpc>
            <a:spcBef>
              <a:spcPct val="0"/>
            </a:spcBef>
            <a:spcAft>
              <a:spcPct val="15000"/>
            </a:spcAft>
            <a:buChar char="•"/>
          </a:pPr>
          <a:r>
            <a:rPr lang="es-ES" sz="2000" kern="1200"/>
            <a:t>Descomposición del proyecto en obras parciales o tareas.</a:t>
          </a:r>
          <a:endParaRPr lang="es-PE" sz="2000" kern="1200"/>
        </a:p>
      </dsp:txBody>
      <dsp:txXfrm rot="-5400000">
        <a:off x="3181315" y="97197"/>
        <a:ext cx="2754582" cy="1240689"/>
      </dsp:txXfrm>
    </dsp:sp>
    <dsp:sp modelId="{81DA66CD-B325-4918-B4FC-E17F2C0946C3}">
      <dsp:nvSpPr>
        <dsp:cNvPr id="0" name=""/>
        <dsp:cNvSpPr/>
      </dsp:nvSpPr>
      <dsp:spPr>
        <a:xfrm>
          <a:off x="203" y="2167"/>
          <a:ext cx="3181111" cy="143074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l" defTabSz="977900" rtl="0">
            <a:lnSpc>
              <a:spcPct val="90000"/>
            </a:lnSpc>
            <a:spcBef>
              <a:spcPct val="0"/>
            </a:spcBef>
            <a:spcAft>
              <a:spcPct val="35000"/>
            </a:spcAft>
            <a:buNone/>
          </a:pPr>
          <a:r>
            <a:rPr lang="es-ES" sz="2200" b="1" kern="1200" dirty="0"/>
            <a:t>1.-</a:t>
          </a:r>
          <a:r>
            <a:rPr lang="es-ES" sz="2200" kern="1200" dirty="0"/>
            <a:t> </a:t>
          </a:r>
          <a:r>
            <a:rPr lang="es-ES" sz="2200" b="1" kern="1200" dirty="0"/>
            <a:t>Principio de designación sucesiva.	</a:t>
          </a:r>
          <a:endParaRPr lang="es-PE" sz="2200" kern="1200" dirty="0"/>
        </a:p>
      </dsp:txBody>
      <dsp:txXfrm>
        <a:off x="70046" y="72010"/>
        <a:ext cx="3041425" cy="1291061"/>
      </dsp:txXfrm>
    </dsp:sp>
    <dsp:sp modelId="{EC4C890C-16B1-4410-8E87-9A436882C90A}">
      <dsp:nvSpPr>
        <dsp:cNvPr id="0" name=""/>
        <dsp:cNvSpPr/>
      </dsp:nvSpPr>
      <dsp:spPr>
        <a:xfrm rot="5400000">
          <a:off x="3897597" y="801471"/>
          <a:ext cx="1374925" cy="2836709"/>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rtl="0">
            <a:lnSpc>
              <a:spcPct val="90000"/>
            </a:lnSpc>
            <a:spcBef>
              <a:spcPct val="0"/>
            </a:spcBef>
            <a:spcAft>
              <a:spcPct val="15000"/>
            </a:spcAft>
            <a:buChar char="•"/>
          </a:pPr>
          <a:r>
            <a:rPr lang="es-ES" sz="2000" kern="1200" dirty="0"/>
            <a:t>El sucesos indica el principio o fin de una tarea o conjunto de tareas.</a:t>
          </a:r>
          <a:endParaRPr lang="es-PE" sz="2000" kern="1200" dirty="0"/>
        </a:p>
      </dsp:txBody>
      <dsp:txXfrm rot="-5400000">
        <a:off x="3166705" y="1599481"/>
        <a:ext cx="2769591" cy="1240689"/>
      </dsp:txXfrm>
    </dsp:sp>
    <dsp:sp modelId="{DD7D2392-4FB1-4734-B3AF-C9A4EDC22870}">
      <dsp:nvSpPr>
        <dsp:cNvPr id="0" name=""/>
        <dsp:cNvSpPr/>
      </dsp:nvSpPr>
      <dsp:spPr>
        <a:xfrm>
          <a:off x="203" y="1504452"/>
          <a:ext cx="3166501" cy="143074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l" defTabSz="977900" rtl="0">
            <a:lnSpc>
              <a:spcPct val="90000"/>
            </a:lnSpc>
            <a:spcBef>
              <a:spcPct val="0"/>
            </a:spcBef>
            <a:spcAft>
              <a:spcPct val="35000"/>
            </a:spcAft>
            <a:buNone/>
          </a:pPr>
          <a:r>
            <a:rPr lang="es-ES" sz="2200" b="1" kern="1200" dirty="0"/>
            <a:t>2.-</a:t>
          </a:r>
          <a:r>
            <a:rPr lang="es-ES" sz="2200" kern="1200" dirty="0"/>
            <a:t> </a:t>
          </a:r>
          <a:r>
            <a:rPr lang="es-ES" sz="2200" b="1" kern="1200" dirty="0"/>
            <a:t>Principio de unicidad del estado inicial y del estado final. </a:t>
          </a:r>
          <a:endParaRPr lang="es-PE" sz="2200" kern="1200" dirty="0"/>
        </a:p>
      </dsp:txBody>
      <dsp:txXfrm>
        <a:off x="70046" y="1574295"/>
        <a:ext cx="3026815" cy="1291061"/>
      </dsp:txXfrm>
    </dsp:sp>
    <dsp:sp modelId="{E98376A3-45F2-48C1-B75B-D8DD68AFEB82}">
      <dsp:nvSpPr>
        <dsp:cNvPr id="0" name=""/>
        <dsp:cNvSpPr/>
      </dsp:nvSpPr>
      <dsp:spPr>
        <a:xfrm rot="5400000">
          <a:off x="3906204" y="2313136"/>
          <a:ext cx="1374925" cy="2817948"/>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rtl="0">
            <a:lnSpc>
              <a:spcPct val="90000"/>
            </a:lnSpc>
            <a:spcBef>
              <a:spcPct val="0"/>
            </a:spcBef>
            <a:spcAft>
              <a:spcPct val="15000"/>
            </a:spcAft>
            <a:buChar char="•"/>
          </a:pPr>
          <a:r>
            <a:rPr lang="es-ES" sz="2000" kern="1200"/>
            <a:t>Establecimiento de las prelaciones existentes entre  las diferentes tareas.</a:t>
          </a:r>
          <a:endParaRPr lang="es-PE" sz="2000" kern="1200"/>
        </a:p>
      </dsp:txBody>
      <dsp:txXfrm rot="-5400000">
        <a:off x="3184693" y="3101765"/>
        <a:ext cx="2750830" cy="1240689"/>
      </dsp:txXfrm>
    </dsp:sp>
    <dsp:sp modelId="{94FBCDFD-D0FA-4A35-821A-EE70E2B9D3D7}">
      <dsp:nvSpPr>
        <dsp:cNvPr id="0" name=""/>
        <dsp:cNvSpPr/>
      </dsp:nvSpPr>
      <dsp:spPr>
        <a:xfrm>
          <a:off x="203" y="3006736"/>
          <a:ext cx="3184489" cy="143074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rtl="0">
            <a:lnSpc>
              <a:spcPct val="90000"/>
            </a:lnSpc>
            <a:spcBef>
              <a:spcPct val="0"/>
            </a:spcBef>
            <a:spcAft>
              <a:spcPct val="35000"/>
            </a:spcAft>
            <a:buNone/>
          </a:pPr>
          <a:r>
            <a:rPr lang="es-ES" sz="2200" b="1" kern="1200" dirty="0"/>
            <a:t>3.-</a:t>
          </a:r>
          <a:r>
            <a:rPr lang="es-ES" sz="2200" kern="1200" dirty="0"/>
            <a:t> </a:t>
          </a:r>
          <a:r>
            <a:rPr lang="es-ES" sz="2200" b="1" kern="1200" dirty="0"/>
            <a:t>Principio de designación univoca.</a:t>
          </a:r>
          <a:r>
            <a:rPr lang="es-ES" sz="2200" kern="1200" dirty="0"/>
            <a:t> 	</a:t>
          </a:r>
          <a:endParaRPr lang="es-PE" sz="2200" kern="1200" dirty="0"/>
        </a:p>
      </dsp:txBody>
      <dsp:txXfrm>
        <a:off x="70046" y="3076579"/>
        <a:ext cx="3044803" cy="129106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01C390-E3B7-4A0B-B383-D732A73B1EFD}">
      <dsp:nvSpPr>
        <dsp:cNvPr id="0" name=""/>
        <dsp:cNvSpPr/>
      </dsp:nvSpPr>
      <dsp:spPr>
        <a:xfrm>
          <a:off x="0" y="1514"/>
          <a:ext cx="6408712" cy="83259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ES_tradnl" sz="2400" kern="1200" dirty="0"/>
            <a:t>Siempre habrá un solo nodo de inicio del proyecto y uno de finalización.</a:t>
          </a:r>
          <a:endParaRPr lang="es-PE" sz="2400" kern="1200" dirty="0"/>
        </a:p>
      </dsp:txBody>
      <dsp:txXfrm>
        <a:off x="40644" y="42158"/>
        <a:ext cx="6327424" cy="751308"/>
      </dsp:txXfrm>
    </dsp:sp>
    <dsp:sp modelId="{DC6BE98F-6249-45FD-A1EF-50711C04323D}">
      <dsp:nvSpPr>
        <dsp:cNvPr id="0" name=""/>
        <dsp:cNvSpPr/>
      </dsp:nvSpPr>
      <dsp:spPr>
        <a:xfrm>
          <a:off x="0" y="844863"/>
          <a:ext cx="6408712" cy="131877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ES_tradnl" sz="2400" kern="1200" dirty="0"/>
            <a:t>Las tareas no pueden compartir los mismos nodos de origen y destino. Este caso se soluciona con una flecha figurada.</a:t>
          </a:r>
          <a:endParaRPr lang="es-PE" sz="2400" kern="1200" dirty="0"/>
        </a:p>
      </dsp:txBody>
      <dsp:txXfrm>
        <a:off x="64377" y="909240"/>
        <a:ext cx="6279958" cy="1190022"/>
      </dsp:txXfrm>
    </dsp:sp>
    <dsp:sp modelId="{3C73F05C-2590-4D83-9701-43D2FE18A282}">
      <dsp:nvSpPr>
        <dsp:cNvPr id="0" name=""/>
        <dsp:cNvSpPr/>
      </dsp:nvSpPr>
      <dsp:spPr>
        <a:xfrm>
          <a:off x="0" y="2174393"/>
          <a:ext cx="6408712" cy="94833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ES_tradnl" sz="2400" kern="1200" dirty="0"/>
            <a:t>Hay sólo otra razón para una figurada: distinguir precedencias.</a:t>
          </a:r>
          <a:endParaRPr lang="es-PE" sz="2400" kern="1200" dirty="0"/>
        </a:p>
      </dsp:txBody>
      <dsp:txXfrm>
        <a:off x="46294" y="2220687"/>
        <a:ext cx="6316124" cy="855744"/>
      </dsp:txXfrm>
    </dsp:sp>
    <dsp:sp modelId="{212DAC54-4CBB-48AE-9F2E-32292445B6C0}">
      <dsp:nvSpPr>
        <dsp:cNvPr id="0" name=""/>
        <dsp:cNvSpPr/>
      </dsp:nvSpPr>
      <dsp:spPr>
        <a:xfrm>
          <a:off x="0" y="3133478"/>
          <a:ext cx="6408712" cy="175517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ES_tradnl" sz="2400" kern="1200" dirty="0"/>
            <a:t>Los nodos se numeran de izquierda a derecha y de arriba abajo teniendo en cuenta que, no puede numerarse un nodo si le llegan tareas de nodos aún no numerados.</a:t>
          </a:r>
          <a:endParaRPr lang="es-PE" sz="2400" kern="1200" dirty="0"/>
        </a:p>
      </dsp:txBody>
      <dsp:txXfrm>
        <a:off x="85680" y="3219158"/>
        <a:ext cx="6237352" cy="158381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816AF9-CDF8-4F80-A3AA-56AB78814901}">
      <dsp:nvSpPr>
        <dsp:cNvPr id="0" name=""/>
        <dsp:cNvSpPr/>
      </dsp:nvSpPr>
      <dsp:spPr>
        <a:xfrm>
          <a:off x="0" y="2225"/>
          <a:ext cx="7416825" cy="71296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ES_tradnl" sz="2400" kern="1200"/>
            <a:t>TIP y TIL del último nodo coinciden.</a:t>
          </a:r>
          <a:endParaRPr lang="es-PE" sz="2400" kern="1200"/>
        </a:p>
      </dsp:txBody>
      <dsp:txXfrm>
        <a:off x="34804" y="37029"/>
        <a:ext cx="7347217" cy="643360"/>
      </dsp:txXfrm>
    </dsp:sp>
    <dsp:sp modelId="{CB6D1057-2B5E-4CB0-95DB-1CB3FBDCA01F}">
      <dsp:nvSpPr>
        <dsp:cNvPr id="0" name=""/>
        <dsp:cNvSpPr/>
      </dsp:nvSpPr>
      <dsp:spPr>
        <a:xfrm>
          <a:off x="0" y="725994"/>
          <a:ext cx="7416825" cy="71296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ES_tradnl" sz="2400" kern="1200"/>
            <a:t>Las tareas críticas forman parte del Camino Crítico.</a:t>
          </a:r>
          <a:endParaRPr lang="es-PE" sz="2400" kern="1200"/>
        </a:p>
      </dsp:txBody>
      <dsp:txXfrm>
        <a:off x="34804" y="760798"/>
        <a:ext cx="7347217" cy="643360"/>
      </dsp:txXfrm>
    </dsp:sp>
    <dsp:sp modelId="{BD36DCF2-D089-49E9-8943-8B6ED4AE026B}">
      <dsp:nvSpPr>
        <dsp:cNvPr id="0" name=""/>
        <dsp:cNvSpPr/>
      </dsp:nvSpPr>
      <dsp:spPr>
        <a:xfrm>
          <a:off x="0" y="1449762"/>
          <a:ext cx="7416825" cy="71296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ES_tradnl" sz="2400" kern="1200"/>
            <a:t>El camino crítico es el que pasa por los nodos donde TIP=TIL </a:t>
          </a:r>
          <a:endParaRPr lang="es-PE" sz="2400" kern="1200"/>
        </a:p>
      </dsp:txBody>
      <dsp:txXfrm>
        <a:off x="34804" y="1484566"/>
        <a:ext cx="7347217" cy="643360"/>
      </dsp:txXfrm>
    </dsp:sp>
    <dsp:sp modelId="{0495E0D5-EC4F-4184-B7D4-7608A72FE71D}">
      <dsp:nvSpPr>
        <dsp:cNvPr id="0" name=""/>
        <dsp:cNvSpPr/>
      </dsp:nvSpPr>
      <dsp:spPr>
        <a:xfrm>
          <a:off x="0" y="2173531"/>
          <a:ext cx="7416825" cy="71296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ES_tradnl" sz="2400" kern="1200"/>
            <a:t>En ocasiones una tarea no crítica está entre dos nodos críticos.</a:t>
          </a:r>
          <a:endParaRPr lang="es-PE" sz="2400" kern="1200"/>
        </a:p>
      </dsp:txBody>
      <dsp:txXfrm>
        <a:off x="34804" y="2208335"/>
        <a:ext cx="7347217" cy="643360"/>
      </dsp:txXfrm>
    </dsp:sp>
    <dsp:sp modelId="{260698A0-2589-4184-A484-CCB02F2A8965}">
      <dsp:nvSpPr>
        <dsp:cNvPr id="0" name=""/>
        <dsp:cNvSpPr/>
      </dsp:nvSpPr>
      <dsp:spPr>
        <a:xfrm>
          <a:off x="0" y="2897300"/>
          <a:ext cx="7416825" cy="71296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ES_tradnl" sz="2400" kern="1200"/>
            <a:t>Puede haber más de un camino crítico.</a:t>
          </a:r>
          <a:endParaRPr lang="es-PE" sz="2400" kern="1200"/>
        </a:p>
      </dsp:txBody>
      <dsp:txXfrm>
        <a:off x="34804" y="2932104"/>
        <a:ext cx="7347217" cy="643360"/>
      </dsp:txXfrm>
    </dsp:sp>
    <dsp:sp modelId="{1F3A7344-D7E2-435E-9843-79E02E78E3F4}">
      <dsp:nvSpPr>
        <dsp:cNvPr id="0" name=""/>
        <dsp:cNvSpPr/>
      </dsp:nvSpPr>
      <dsp:spPr>
        <a:xfrm>
          <a:off x="0" y="3621069"/>
          <a:ext cx="7416825" cy="71296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ES_tradnl" sz="2400" kern="1200"/>
            <a:t>Si alguna tarea que pertenece al camino crítico sufre algún retraso, se retrasa todo el proyecto.</a:t>
          </a:r>
          <a:endParaRPr lang="es-PE" sz="2400" kern="1200"/>
        </a:p>
      </dsp:txBody>
      <dsp:txXfrm>
        <a:off x="34804" y="3655873"/>
        <a:ext cx="7347217" cy="643360"/>
      </dsp:txXfrm>
    </dsp:sp>
    <dsp:sp modelId="{0616BB4B-9358-4769-9E8A-CF0F8ECEB8B5}">
      <dsp:nvSpPr>
        <dsp:cNvPr id="0" name=""/>
        <dsp:cNvSpPr/>
      </dsp:nvSpPr>
      <dsp:spPr>
        <a:xfrm>
          <a:off x="0" y="4344837"/>
          <a:ext cx="7416825" cy="71296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ES_tradnl" sz="2400" kern="1200"/>
            <a:t>El resto de tareas tienen un margen para su realización llamada holgura. </a:t>
          </a:r>
          <a:endParaRPr lang="es-PE" sz="2400" kern="1200"/>
        </a:p>
      </dsp:txBody>
      <dsp:txXfrm>
        <a:off x="34804" y="4379641"/>
        <a:ext cx="7347217" cy="64336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0D886E-1802-4502-AFF0-104E0EEA3B9D}">
      <dsp:nvSpPr>
        <dsp:cNvPr id="0" name=""/>
        <dsp:cNvSpPr/>
      </dsp:nvSpPr>
      <dsp:spPr>
        <a:xfrm>
          <a:off x="0" y="3609"/>
          <a:ext cx="6938172" cy="71924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ES" sz="2400" kern="1200" dirty="0"/>
            <a:t>Cada tarea se representa por una flecha.</a:t>
          </a:r>
          <a:endParaRPr lang="es-PE" sz="2400" kern="1200" dirty="0"/>
        </a:p>
      </dsp:txBody>
      <dsp:txXfrm>
        <a:off x="35110" y="38719"/>
        <a:ext cx="6867952" cy="649021"/>
      </dsp:txXfrm>
    </dsp:sp>
    <dsp:sp modelId="{A6F86310-0068-4591-A5DC-6390F12455FA}">
      <dsp:nvSpPr>
        <dsp:cNvPr id="0" name=""/>
        <dsp:cNvSpPr/>
      </dsp:nvSpPr>
      <dsp:spPr>
        <a:xfrm>
          <a:off x="0" y="730257"/>
          <a:ext cx="6938172" cy="139298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ES" sz="2400" kern="1200" dirty="0"/>
            <a:t>Cada suceso o situación se representará por un NODO, círculo, elipse, o cuadrado, en cuyo interior se consignará un número.</a:t>
          </a:r>
          <a:endParaRPr lang="es-PE" sz="2400" kern="1200" dirty="0"/>
        </a:p>
      </dsp:txBody>
      <dsp:txXfrm>
        <a:off x="68000" y="798257"/>
        <a:ext cx="6802172" cy="1256985"/>
      </dsp:txXfrm>
    </dsp:sp>
    <dsp:sp modelId="{652F411B-0630-4E9F-A2C3-F0B7B6F7B761}">
      <dsp:nvSpPr>
        <dsp:cNvPr id="0" name=""/>
        <dsp:cNvSpPr/>
      </dsp:nvSpPr>
      <dsp:spPr>
        <a:xfrm>
          <a:off x="0" y="2130649"/>
          <a:ext cx="6938172" cy="114716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ES" sz="2400" kern="1200" dirty="0"/>
            <a:t>En consecuencia cada tarea estará limitada por 2 números, de los cuales el 2º siempre será mayor que el 1º.</a:t>
          </a:r>
          <a:endParaRPr lang="es-PE" sz="2400" kern="1200" dirty="0"/>
        </a:p>
      </dsp:txBody>
      <dsp:txXfrm>
        <a:off x="56000" y="2186649"/>
        <a:ext cx="6826172" cy="1035169"/>
      </dsp:txXfrm>
    </dsp:sp>
    <dsp:sp modelId="{71BF1D6E-72C9-4B2A-988D-7C1CB5795AE3}">
      <dsp:nvSpPr>
        <dsp:cNvPr id="0" name=""/>
        <dsp:cNvSpPr/>
      </dsp:nvSpPr>
      <dsp:spPr>
        <a:xfrm>
          <a:off x="0" y="3285225"/>
          <a:ext cx="6938172" cy="77486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ES" sz="2400" kern="1200" dirty="0"/>
            <a:t>Entre dos sucesos o nudos solo puede haber una tarea.</a:t>
          </a:r>
          <a:endParaRPr lang="es-PE" sz="2400" kern="1200" dirty="0"/>
        </a:p>
      </dsp:txBody>
      <dsp:txXfrm>
        <a:off x="37826" y="3323051"/>
        <a:ext cx="6862520" cy="699215"/>
      </dsp:txXfrm>
    </dsp:sp>
    <dsp:sp modelId="{BEBCF381-4642-4E2D-9BE1-B1CE4D6D69A4}">
      <dsp:nvSpPr>
        <dsp:cNvPr id="0" name=""/>
        <dsp:cNvSpPr/>
      </dsp:nvSpPr>
      <dsp:spPr>
        <a:xfrm>
          <a:off x="0" y="4067499"/>
          <a:ext cx="6938172" cy="82543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ES" sz="2400" kern="1200" dirty="0"/>
            <a:t>A veces es necesaria la utilización de tareas ficticias </a:t>
          </a:r>
          <a:endParaRPr lang="es-PE" sz="2400" kern="1200" dirty="0"/>
        </a:p>
      </dsp:txBody>
      <dsp:txXfrm>
        <a:off x="40294" y="4107793"/>
        <a:ext cx="6857584" cy="74484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5178B7CE-16B1-4D5A-BEDA-E05D7C0F0E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a:extLst>
              <a:ext uri="{FF2B5EF4-FFF2-40B4-BE49-F238E27FC236}">
                <a16:creationId xmlns:a16="http://schemas.microsoft.com/office/drawing/2014/main" id="{E5CE36C0-2D64-40DB-852E-EFE530BD79E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703D107-6AA0-4BB9-B3AF-2511759F0087}" type="datetimeFigureOut">
              <a:rPr lang="es-PE" smtClean="0"/>
              <a:t>16/08/2026</a:t>
            </a:fld>
            <a:endParaRPr lang="es-PE"/>
          </a:p>
        </p:txBody>
      </p:sp>
      <p:sp>
        <p:nvSpPr>
          <p:cNvPr id="4" name="Marcador de pie de página 3">
            <a:extLst>
              <a:ext uri="{FF2B5EF4-FFF2-40B4-BE49-F238E27FC236}">
                <a16:creationId xmlns:a16="http://schemas.microsoft.com/office/drawing/2014/main" id="{CBB9BBA3-CB3B-42EF-AC1C-A77E63AFD7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5" name="Marcador de número de diapositiva 4">
            <a:extLst>
              <a:ext uri="{FF2B5EF4-FFF2-40B4-BE49-F238E27FC236}">
                <a16:creationId xmlns:a16="http://schemas.microsoft.com/office/drawing/2014/main" id="{B59A3671-5C2E-4C01-9181-86F70785151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4CDB2B-DC05-4B7E-84A4-8E8FE9CBF710}" type="slidenum">
              <a:rPr lang="es-PE" smtClean="0"/>
              <a:t>‹Nº›</a:t>
            </a:fld>
            <a:endParaRPr lang="es-PE"/>
          </a:p>
        </p:txBody>
      </p:sp>
    </p:spTree>
    <p:extLst>
      <p:ext uri="{BB962C8B-B14F-4D97-AF65-F5344CB8AC3E}">
        <p14:creationId xmlns:p14="http://schemas.microsoft.com/office/powerpoint/2010/main" val="29674508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1D54B5-B035-46F5-86D2-1F43704B1BDB}" type="datetimeFigureOut">
              <a:rPr lang="es-PE" smtClean="0"/>
              <a:t>16/08/2026</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836FA3-1F11-49F4-B68F-8771EDD4DFA8}" type="slidenum">
              <a:rPr lang="es-PE" smtClean="0"/>
              <a:t>‹Nº›</a:t>
            </a:fld>
            <a:endParaRPr lang="es-PE"/>
          </a:p>
        </p:txBody>
      </p:sp>
    </p:spTree>
    <p:extLst>
      <p:ext uri="{BB962C8B-B14F-4D97-AF65-F5344CB8AC3E}">
        <p14:creationId xmlns:p14="http://schemas.microsoft.com/office/powerpoint/2010/main" val="3081994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937FDB4C-8DB5-4895-9E8B-EB4F1648811C}" type="slidenum">
              <a:rPr lang="es-ES" smtClean="0"/>
              <a:pPr/>
              <a:t>3</a:t>
            </a:fld>
            <a:endParaRPr lang="es-ES" dirty="0"/>
          </a:p>
        </p:txBody>
      </p:sp>
    </p:spTree>
    <p:extLst>
      <p:ext uri="{BB962C8B-B14F-4D97-AF65-F5344CB8AC3E}">
        <p14:creationId xmlns:p14="http://schemas.microsoft.com/office/powerpoint/2010/main" val="25104022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hdr" sz="quarter"/>
          </p:nvPr>
        </p:nvSpPr>
        <p:spPr>
          <a:noFill/>
        </p:spPr>
        <p:txBody>
          <a:bodyPr/>
          <a:lstStyle/>
          <a:p>
            <a:r>
              <a:rPr lang="es-ES_tradnl" dirty="0"/>
              <a:t>PERÚ 2021</a:t>
            </a:r>
          </a:p>
        </p:txBody>
      </p:sp>
      <p:sp>
        <p:nvSpPr>
          <p:cNvPr id="56323" name="Rectangle 2"/>
          <p:cNvSpPr>
            <a:spLocks noGrp="1" noRot="1" noChangeAspect="1" noChangeArrowheads="1" noTextEdit="1"/>
          </p:cNvSpPr>
          <p:nvPr>
            <p:ph type="sldImg"/>
          </p:nvPr>
        </p:nvSpPr>
        <p:spPr>
          <a:xfrm>
            <a:off x="590550" y="803275"/>
            <a:ext cx="5676900" cy="3194050"/>
          </a:xfrm>
          <a:ln/>
        </p:spPr>
      </p:sp>
      <p:sp>
        <p:nvSpPr>
          <p:cNvPr id="56324" name="Rectangle 3"/>
          <p:cNvSpPr>
            <a:spLocks noGrp="1" noChangeArrowheads="1"/>
          </p:cNvSpPr>
          <p:nvPr>
            <p:ph type="body" idx="1"/>
          </p:nvPr>
        </p:nvSpPr>
        <p:spPr>
          <a:noFill/>
          <a:ln/>
        </p:spPr>
        <p:txBody>
          <a:bodyPr/>
          <a:lstStyle/>
          <a:p>
            <a:pPr eaLnBrk="1" hangingPunct="1"/>
            <a:endParaRPr lang="es-ES" dirty="0"/>
          </a:p>
        </p:txBody>
      </p:sp>
    </p:spTree>
    <p:extLst>
      <p:ext uri="{BB962C8B-B14F-4D97-AF65-F5344CB8AC3E}">
        <p14:creationId xmlns:p14="http://schemas.microsoft.com/office/powerpoint/2010/main" val="3286985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a:noFill/>
        </p:spPr>
        <p:txBody>
          <a:bodyPr/>
          <a:lstStyle/>
          <a:p>
            <a:r>
              <a:rPr lang="es-ES_tradnl" dirty="0"/>
              <a:t>PERÚ 2021</a:t>
            </a:r>
          </a:p>
        </p:txBody>
      </p:sp>
      <p:sp>
        <p:nvSpPr>
          <p:cNvPr id="36867" name="Rectangle 2"/>
          <p:cNvSpPr>
            <a:spLocks noGrp="1" noRot="1" noChangeAspect="1" noChangeArrowheads="1" noTextEdit="1"/>
          </p:cNvSpPr>
          <p:nvPr>
            <p:ph type="sldImg"/>
          </p:nvPr>
        </p:nvSpPr>
        <p:spPr>
          <a:xfrm>
            <a:off x="590550" y="803275"/>
            <a:ext cx="5676900" cy="3194050"/>
          </a:xfrm>
          <a:ln/>
        </p:spPr>
      </p:sp>
      <p:sp>
        <p:nvSpPr>
          <p:cNvPr id="36868" name="Rectangle 3"/>
          <p:cNvSpPr>
            <a:spLocks noGrp="1" noChangeArrowheads="1"/>
          </p:cNvSpPr>
          <p:nvPr>
            <p:ph type="body" idx="1"/>
          </p:nvPr>
        </p:nvSpPr>
        <p:spPr>
          <a:noFill/>
          <a:ln/>
        </p:spPr>
        <p:txBody>
          <a:bodyPr/>
          <a:lstStyle/>
          <a:p>
            <a:pPr eaLnBrk="1" hangingPunct="1"/>
            <a:endParaRPr lang="es-ES" dirty="0"/>
          </a:p>
        </p:txBody>
      </p:sp>
    </p:spTree>
    <p:extLst>
      <p:ext uri="{BB962C8B-B14F-4D97-AF65-F5344CB8AC3E}">
        <p14:creationId xmlns:p14="http://schemas.microsoft.com/office/powerpoint/2010/main" val="1741131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a:noFill/>
        </p:spPr>
        <p:txBody>
          <a:bodyPr/>
          <a:lstStyle/>
          <a:p>
            <a:r>
              <a:rPr lang="es-ES_tradnl" dirty="0"/>
              <a:t>PERÚ 2021</a:t>
            </a:r>
          </a:p>
        </p:txBody>
      </p:sp>
      <p:sp>
        <p:nvSpPr>
          <p:cNvPr id="37891" name="Rectangle 2"/>
          <p:cNvSpPr>
            <a:spLocks noGrp="1" noRot="1" noChangeAspect="1" noChangeArrowheads="1" noTextEdit="1"/>
          </p:cNvSpPr>
          <p:nvPr>
            <p:ph type="sldImg"/>
          </p:nvPr>
        </p:nvSpPr>
        <p:spPr>
          <a:xfrm>
            <a:off x="590550" y="803275"/>
            <a:ext cx="5676900" cy="3194050"/>
          </a:xfrm>
          <a:ln/>
        </p:spPr>
      </p:sp>
      <p:sp>
        <p:nvSpPr>
          <p:cNvPr id="37892" name="Rectangle 3"/>
          <p:cNvSpPr>
            <a:spLocks noGrp="1" noChangeArrowheads="1"/>
          </p:cNvSpPr>
          <p:nvPr>
            <p:ph type="body" idx="1"/>
          </p:nvPr>
        </p:nvSpPr>
        <p:spPr>
          <a:noFill/>
          <a:ln/>
        </p:spPr>
        <p:txBody>
          <a:bodyPr/>
          <a:lstStyle/>
          <a:p>
            <a:pPr eaLnBrk="1" hangingPunct="1"/>
            <a:endParaRPr lang="es-ES" dirty="0"/>
          </a:p>
        </p:txBody>
      </p:sp>
    </p:spTree>
    <p:extLst>
      <p:ext uri="{BB962C8B-B14F-4D97-AF65-F5344CB8AC3E}">
        <p14:creationId xmlns:p14="http://schemas.microsoft.com/office/powerpoint/2010/main" val="35476909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hdr" sz="quarter"/>
          </p:nvPr>
        </p:nvSpPr>
        <p:spPr>
          <a:noFill/>
        </p:spPr>
        <p:txBody>
          <a:bodyPr/>
          <a:lstStyle/>
          <a:p>
            <a:r>
              <a:rPr lang="es-ES_tradnl" dirty="0"/>
              <a:t>PERÚ 2021</a:t>
            </a:r>
          </a:p>
        </p:txBody>
      </p:sp>
      <p:sp>
        <p:nvSpPr>
          <p:cNvPr id="57347" name="Rectangle 2"/>
          <p:cNvSpPr>
            <a:spLocks noGrp="1" noRot="1" noChangeAspect="1" noChangeArrowheads="1" noTextEdit="1"/>
          </p:cNvSpPr>
          <p:nvPr>
            <p:ph type="sldImg"/>
          </p:nvPr>
        </p:nvSpPr>
        <p:spPr>
          <a:xfrm>
            <a:off x="590550" y="803275"/>
            <a:ext cx="5676900" cy="3194050"/>
          </a:xfrm>
          <a:ln/>
        </p:spPr>
      </p:sp>
      <p:sp>
        <p:nvSpPr>
          <p:cNvPr id="57348" name="Rectangle 3"/>
          <p:cNvSpPr>
            <a:spLocks noGrp="1" noChangeArrowheads="1"/>
          </p:cNvSpPr>
          <p:nvPr>
            <p:ph type="body" idx="1"/>
          </p:nvPr>
        </p:nvSpPr>
        <p:spPr>
          <a:noFill/>
          <a:ln/>
        </p:spPr>
        <p:txBody>
          <a:bodyPr/>
          <a:lstStyle/>
          <a:p>
            <a:pPr eaLnBrk="1" hangingPunct="1"/>
            <a:endParaRPr lang="es-ES" dirty="0"/>
          </a:p>
        </p:txBody>
      </p:sp>
    </p:spTree>
    <p:extLst>
      <p:ext uri="{BB962C8B-B14F-4D97-AF65-F5344CB8AC3E}">
        <p14:creationId xmlns:p14="http://schemas.microsoft.com/office/powerpoint/2010/main" val="32217244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a:noFill/>
        </p:spPr>
        <p:txBody>
          <a:bodyPr/>
          <a:lstStyle/>
          <a:p>
            <a:r>
              <a:rPr lang="es-ES_tradnl" dirty="0"/>
              <a:t>PERÚ 2021</a:t>
            </a:r>
          </a:p>
        </p:txBody>
      </p:sp>
      <p:sp>
        <p:nvSpPr>
          <p:cNvPr id="59395" name="Rectangle 2"/>
          <p:cNvSpPr>
            <a:spLocks noGrp="1" noRot="1" noChangeAspect="1" noChangeArrowheads="1" noTextEdit="1"/>
          </p:cNvSpPr>
          <p:nvPr>
            <p:ph type="sldImg"/>
          </p:nvPr>
        </p:nvSpPr>
        <p:spPr>
          <a:xfrm>
            <a:off x="590550" y="803275"/>
            <a:ext cx="5676900" cy="3194050"/>
          </a:xfrm>
          <a:ln/>
        </p:spPr>
      </p:sp>
      <p:sp>
        <p:nvSpPr>
          <p:cNvPr id="59396" name="Rectangle 3"/>
          <p:cNvSpPr>
            <a:spLocks noGrp="1" noChangeArrowheads="1"/>
          </p:cNvSpPr>
          <p:nvPr>
            <p:ph type="body" idx="1"/>
          </p:nvPr>
        </p:nvSpPr>
        <p:spPr>
          <a:noFill/>
          <a:ln/>
        </p:spPr>
        <p:txBody>
          <a:bodyPr/>
          <a:lstStyle/>
          <a:p>
            <a:pPr eaLnBrk="1" hangingPunct="1"/>
            <a:endParaRPr lang="es-ES" dirty="0"/>
          </a:p>
        </p:txBody>
      </p:sp>
    </p:spTree>
    <p:extLst>
      <p:ext uri="{BB962C8B-B14F-4D97-AF65-F5344CB8AC3E}">
        <p14:creationId xmlns:p14="http://schemas.microsoft.com/office/powerpoint/2010/main" val="10856375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hdr" sz="quarter"/>
          </p:nvPr>
        </p:nvSpPr>
        <p:spPr>
          <a:noFill/>
        </p:spPr>
        <p:txBody>
          <a:bodyPr/>
          <a:lstStyle/>
          <a:p>
            <a:r>
              <a:rPr lang="es-ES_tradnl" dirty="0"/>
              <a:t>PERÚ 2021</a:t>
            </a:r>
          </a:p>
        </p:txBody>
      </p:sp>
      <p:sp>
        <p:nvSpPr>
          <p:cNvPr id="60419" name="Rectangle 2"/>
          <p:cNvSpPr>
            <a:spLocks noGrp="1" noRot="1" noChangeAspect="1" noChangeArrowheads="1" noTextEdit="1"/>
          </p:cNvSpPr>
          <p:nvPr>
            <p:ph type="sldImg"/>
          </p:nvPr>
        </p:nvSpPr>
        <p:spPr>
          <a:xfrm>
            <a:off x="382588" y="685800"/>
            <a:ext cx="6094412" cy="3429000"/>
          </a:xfrm>
          <a:ln/>
        </p:spPr>
      </p:sp>
      <p:sp>
        <p:nvSpPr>
          <p:cNvPr id="60420" name="Rectangle 3"/>
          <p:cNvSpPr>
            <a:spLocks noGrp="1" noChangeArrowheads="1"/>
          </p:cNvSpPr>
          <p:nvPr>
            <p:ph type="body" idx="1"/>
          </p:nvPr>
        </p:nvSpPr>
        <p:spPr>
          <a:xfrm>
            <a:off x="685800" y="4342878"/>
            <a:ext cx="5486400" cy="4114558"/>
          </a:xfrm>
          <a:noFill/>
          <a:ln/>
        </p:spPr>
        <p:txBody>
          <a:bodyPr/>
          <a:lstStyle/>
          <a:p>
            <a:pPr eaLnBrk="1" hangingPunct="1"/>
            <a:endParaRPr lang="es-ES" dirty="0"/>
          </a:p>
        </p:txBody>
      </p:sp>
    </p:spTree>
    <p:extLst>
      <p:ext uri="{BB962C8B-B14F-4D97-AF65-F5344CB8AC3E}">
        <p14:creationId xmlns:p14="http://schemas.microsoft.com/office/powerpoint/2010/main" val="8738529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a:noFill/>
        </p:spPr>
        <p:txBody>
          <a:bodyPr/>
          <a:lstStyle/>
          <a:p>
            <a:r>
              <a:rPr lang="es-ES_tradnl" dirty="0"/>
              <a:t>PERÚ 2021</a:t>
            </a:r>
          </a:p>
        </p:txBody>
      </p:sp>
      <p:sp>
        <p:nvSpPr>
          <p:cNvPr id="61443" name="Rectangle 2"/>
          <p:cNvSpPr>
            <a:spLocks noGrp="1" noRot="1" noChangeAspect="1" noChangeArrowheads="1" noTextEdit="1"/>
          </p:cNvSpPr>
          <p:nvPr>
            <p:ph type="sldImg"/>
          </p:nvPr>
        </p:nvSpPr>
        <p:spPr>
          <a:xfrm>
            <a:off x="382588" y="685800"/>
            <a:ext cx="6094412" cy="3429000"/>
          </a:xfrm>
          <a:ln/>
        </p:spPr>
      </p:sp>
      <p:sp>
        <p:nvSpPr>
          <p:cNvPr id="61444" name="Rectangle 3"/>
          <p:cNvSpPr>
            <a:spLocks noGrp="1" noChangeArrowheads="1"/>
          </p:cNvSpPr>
          <p:nvPr>
            <p:ph type="body" idx="1"/>
          </p:nvPr>
        </p:nvSpPr>
        <p:spPr>
          <a:xfrm>
            <a:off x="685800" y="4342878"/>
            <a:ext cx="5486400" cy="4114558"/>
          </a:xfrm>
          <a:noFill/>
          <a:ln/>
        </p:spPr>
        <p:txBody>
          <a:bodyPr/>
          <a:lstStyle/>
          <a:p>
            <a:pPr eaLnBrk="1" hangingPunct="1"/>
            <a:endParaRPr lang="es-ES" dirty="0"/>
          </a:p>
        </p:txBody>
      </p:sp>
    </p:spTree>
    <p:extLst>
      <p:ext uri="{BB962C8B-B14F-4D97-AF65-F5344CB8AC3E}">
        <p14:creationId xmlns:p14="http://schemas.microsoft.com/office/powerpoint/2010/main" val="32595131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a:noFill/>
        </p:spPr>
        <p:txBody>
          <a:bodyPr/>
          <a:lstStyle/>
          <a:p>
            <a:r>
              <a:rPr lang="es-ES_tradnl" dirty="0"/>
              <a:t>PERÚ 2021</a:t>
            </a:r>
          </a:p>
        </p:txBody>
      </p:sp>
    </p:spTree>
    <p:extLst>
      <p:ext uri="{BB962C8B-B14F-4D97-AF65-F5344CB8AC3E}">
        <p14:creationId xmlns:p14="http://schemas.microsoft.com/office/powerpoint/2010/main" val="24190160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hdr" sz="quarter"/>
          </p:nvPr>
        </p:nvSpPr>
        <p:spPr>
          <a:noFill/>
        </p:spPr>
        <p:txBody>
          <a:bodyPr/>
          <a:lstStyle/>
          <a:p>
            <a:r>
              <a:rPr lang="es-ES_tradnl" dirty="0"/>
              <a:t>PERÚ 2021</a:t>
            </a:r>
          </a:p>
        </p:txBody>
      </p:sp>
    </p:spTree>
    <p:extLst>
      <p:ext uri="{BB962C8B-B14F-4D97-AF65-F5344CB8AC3E}">
        <p14:creationId xmlns:p14="http://schemas.microsoft.com/office/powerpoint/2010/main" val="19169468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hdr" sz="quarter"/>
          </p:nvPr>
        </p:nvSpPr>
        <p:spPr>
          <a:noFill/>
        </p:spPr>
        <p:txBody>
          <a:bodyPr/>
          <a:lstStyle/>
          <a:p>
            <a:r>
              <a:rPr lang="es-ES_tradnl" dirty="0"/>
              <a:t>PERÚ 2021</a:t>
            </a:r>
          </a:p>
        </p:txBody>
      </p:sp>
      <p:sp>
        <p:nvSpPr>
          <p:cNvPr id="66563" name="Rectangle 2"/>
          <p:cNvSpPr>
            <a:spLocks noGrp="1" noRot="1" noChangeAspect="1" noChangeArrowheads="1" noTextEdit="1"/>
          </p:cNvSpPr>
          <p:nvPr>
            <p:ph type="sldImg"/>
          </p:nvPr>
        </p:nvSpPr>
        <p:spPr>
          <a:xfrm>
            <a:off x="382588" y="685800"/>
            <a:ext cx="6094412" cy="3429000"/>
          </a:xfrm>
          <a:ln/>
        </p:spPr>
      </p:sp>
      <p:sp>
        <p:nvSpPr>
          <p:cNvPr id="66564" name="Rectangle 3"/>
          <p:cNvSpPr>
            <a:spLocks noGrp="1" noChangeArrowheads="1"/>
          </p:cNvSpPr>
          <p:nvPr>
            <p:ph type="body" idx="1"/>
          </p:nvPr>
        </p:nvSpPr>
        <p:spPr>
          <a:xfrm>
            <a:off x="685800" y="4342878"/>
            <a:ext cx="5486400" cy="4114558"/>
          </a:xfrm>
          <a:noFill/>
          <a:ln/>
        </p:spPr>
        <p:txBody>
          <a:bodyPr/>
          <a:lstStyle/>
          <a:p>
            <a:pPr eaLnBrk="1" hangingPunct="1"/>
            <a:endParaRPr lang="es-ES" dirty="0"/>
          </a:p>
        </p:txBody>
      </p:sp>
    </p:spTree>
    <p:extLst>
      <p:ext uri="{BB962C8B-B14F-4D97-AF65-F5344CB8AC3E}">
        <p14:creationId xmlns:p14="http://schemas.microsoft.com/office/powerpoint/2010/main" val="22445907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hdr" sz="quarter"/>
          </p:nvPr>
        </p:nvSpPr>
        <p:spPr>
          <a:noFill/>
        </p:spPr>
        <p:txBody>
          <a:bodyPr/>
          <a:lstStyle/>
          <a:p>
            <a:r>
              <a:rPr lang="es-ES_tradnl" dirty="0"/>
              <a:t>PERÚ 2021</a:t>
            </a:r>
          </a:p>
        </p:txBody>
      </p:sp>
      <p:sp>
        <p:nvSpPr>
          <p:cNvPr id="69635" name="Rectangle 2"/>
          <p:cNvSpPr>
            <a:spLocks noGrp="1" noRot="1" noChangeAspect="1" noChangeArrowheads="1" noTextEdit="1"/>
          </p:cNvSpPr>
          <p:nvPr>
            <p:ph type="sldImg"/>
          </p:nvPr>
        </p:nvSpPr>
        <p:spPr>
          <a:xfrm>
            <a:off x="382588" y="685800"/>
            <a:ext cx="6094412" cy="3429000"/>
          </a:xfrm>
          <a:ln/>
        </p:spPr>
      </p:sp>
      <p:sp>
        <p:nvSpPr>
          <p:cNvPr id="69636" name="Rectangle 3"/>
          <p:cNvSpPr>
            <a:spLocks noGrp="1" noChangeArrowheads="1"/>
          </p:cNvSpPr>
          <p:nvPr>
            <p:ph type="body" idx="1"/>
          </p:nvPr>
        </p:nvSpPr>
        <p:spPr>
          <a:xfrm>
            <a:off x="685800" y="4342878"/>
            <a:ext cx="5486400" cy="4114558"/>
          </a:xfrm>
          <a:noFill/>
          <a:ln/>
        </p:spPr>
        <p:txBody>
          <a:bodyPr/>
          <a:lstStyle/>
          <a:p>
            <a:pPr eaLnBrk="1" hangingPunct="1"/>
            <a:endParaRPr lang="es-ES" dirty="0"/>
          </a:p>
        </p:txBody>
      </p:sp>
    </p:spTree>
    <p:extLst>
      <p:ext uri="{BB962C8B-B14F-4D97-AF65-F5344CB8AC3E}">
        <p14:creationId xmlns:p14="http://schemas.microsoft.com/office/powerpoint/2010/main" val="29235271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hdr" sz="quarter"/>
          </p:nvPr>
        </p:nvSpPr>
        <p:spPr>
          <a:noFill/>
        </p:spPr>
        <p:txBody>
          <a:bodyPr/>
          <a:lstStyle/>
          <a:p>
            <a:r>
              <a:rPr lang="es-ES_tradnl" dirty="0"/>
              <a:t>PERÚ 2021</a:t>
            </a:r>
          </a:p>
        </p:txBody>
      </p:sp>
      <p:sp>
        <p:nvSpPr>
          <p:cNvPr id="74755" name="Rectangle 2"/>
          <p:cNvSpPr>
            <a:spLocks noGrp="1" noRot="1" noChangeAspect="1" noChangeArrowheads="1" noTextEdit="1"/>
          </p:cNvSpPr>
          <p:nvPr>
            <p:ph type="sldImg"/>
          </p:nvPr>
        </p:nvSpPr>
        <p:spPr>
          <a:xfrm>
            <a:off x="382588" y="685800"/>
            <a:ext cx="6094412" cy="3429000"/>
          </a:xfrm>
          <a:ln/>
        </p:spPr>
      </p:sp>
      <p:sp>
        <p:nvSpPr>
          <p:cNvPr id="74756" name="Rectangle 3"/>
          <p:cNvSpPr>
            <a:spLocks noGrp="1" noChangeArrowheads="1"/>
          </p:cNvSpPr>
          <p:nvPr>
            <p:ph type="body" idx="1"/>
          </p:nvPr>
        </p:nvSpPr>
        <p:spPr>
          <a:xfrm>
            <a:off x="685800" y="4342878"/>
            <a:ext cx="5486400" cy="4114558"/>
          </a:xfrm>
          <a:noFill/>
          <a:ln/>
        </p:spPr>
        <p:txBody>
          <a:bodyPr/>
          <a:lstStyle/>
          <a:p>
            <a:pPr eaLnBrk="1" hangingPunct="1"/>
            <a:endParaRPr lang="es-ES" dirty="0"/>
          </a:p>
        </p:txBody>
      </p:sp>
    </p:spTree>
    <p:extLst>
      <p:ext uri="{BB962C8B-B14F-4D97-AF65-F5344CB8AC3E}">
        <p14:creationId xmlns:p14="http://schemas.microsoft.com/office/powerpoint/2010/main" val="7674112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hdr" sz="quarter"/>
          </p:nvPr>
        </p:nvSpPr>
        <p:spPr>
          <a:noFill/>
        </p:spPr>
        <p:txBody>
          <a:bodyPr/>
          <a:lstStyle/>
          <a:p>
            <a:r>
              <a:rPr lang="es-ES_tradnl" dirty="0"/>
              <a:t>PERÚ 2021</a:t>
            </a:r>
          </a:p>
        </p:txBody>
      </p:sp>
      <p:sp>
        <p:nvSpPr>
          <p:cNvPr id="71683" name="Rectangle 2"/>
          <p:cNvSpPr>
            <a:spLocks noGrp="1" noRot="1" noChangeAspect="1" noChangeArrowheads="1" noTextEdit="1"/>
          </p:cNvSpPr>
          <p:nvPr>
            <p:ph type="sldImg"/>
          </p:nvPr>
        </p:nvSpPr>
        <p:spPr>
          <a:xfrm>
            <a:off x="382588" y="685800"/>
            <a:ext cx="6094412" cy="3429000"/>
          </a:xfrm>
          <a:ln/>
        </p:spPr>
      </p:sp>
      <p:sp>
        <p:nvSpPr>
          <p:cNvPr id="71684" name="Rectangle 3"/>
          <p:cNvSpPr>
            <a:spLocks noGrp="1" noChangeArrowheads="1"/>
          </p:cNvSpPr>
          <p:nvPr>
            <p:ph type="body" idx="1"/>
          </p:nvPr>
        </p:nvSpPr>
        <p:spPr>
          <a:xfrm>
            <a:off x="685800" y="4342878"/>
            <a:ext cx="5486400" cy="4114558"/>
          </a:xfrm>
          <a:noFill/>
          <a:ln/>
        </p:spPr>
        <p:txBody>
          <a:bodyPr/>
          <a:lstStyle/>
          <a:p>
            <a:pPr eaLnBrk="1" hangingPunct="1"/>
            <a:endParaRPr lang="es-ES" dirty="0"/>
          </a:p>
        </p:txBody>
      </p:sp>
    </p:spTree>
    <p:extLst>
      <p:ext uri="{BB962C8B-B14F-4D97-AF65-F5344CB8AC3E}">
        <p14:creationId xmlns:p14="http://schemas.microsoft.com/office/powerpoint/2010/main" val="7918114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hdr" sz="quarter"/>
          </p:nvPr>
        </p:nvSpPr>
        <p:spPr>
          <a:noFill/>
        </p:spPr>
        <p:txBody>
          <a:bodyPr/>
          <a:lstStyle/>
          <a:p>
            <a:r>
              <a:rPr lang="es-ES_tradnl" dirty="0"/>
              <a:t>PERÚ 2021</a:t>
            </a:r>
          </a:p>
        </p:txBody>
      </p:sp>
      <p:sp>
        <p:nvSpPr>
          <p:cNvPr id="93187" name="Rectangle 2"/>
          <p:cNvSpPr>
            <a:spLocks noGrp="1" noRot="1" noChangeAspect="1" noChangeArrowheads="1" noTextEdit="1"/>
          </p:cNvSpPr>
          <p:nvPr>
            <p:ph type="sldImg"/>
          </p:nvPr>
        </p:nvSpPr>
        <p:spPr>
          <a:xfrm>
            <a:off x="590550" y="803275"/>
            <a:ext cx="5676900" cy="3194050"/>
          </a:xfrm>
          <a:ln/>
        </p:spPr>
      </p:sp>
      <p:sp>
        <p:nvSpPr>
          <p:cNvPr id="93188" name="Rectangle 3"/>
          <p:cNvSpPr>
            <a:spLocks noGrp="1" noChangeArrowheads="1"/>
          </p:cNvSpPr>
          <p:nvPr>
            <p:ph type="body" idx="1"/>
          </p:nvPr>
        </p:nvSpPr>
        <p:spPr>
          <a:noFill/>
          <a:ln/>
        </p:spPr>
        <p:txBody>
          <a:bodyPr/>
          <a:lstStyle/>
          <a:p>
            <a:pPr eaLnBrk="1" hangingPunct="1"/>
            <a:endParaRPr lang="es-ES" dirty="0"/>
          </a:p>
        </p:txBody>
      </p:sp>
    </p:spTree>
    <p:extLst>
      <p:ext uri="{BB962C8B-B14F-4D97-AF65-F5344CB8AC3E}">
        <p14:creationId xmlns:p14="http://schemas.microsoft.com/office/powerpoint/2010/main" val="11302608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hdr" sz="quarter"/>
          </p:nvPr>
        </p:nvSpPr>
        <p:spPr>
          <a:noFill/>
        </p:spPr>
        <p:txBody>
          <a:bodyPr/>
          <a:lstStyle/>
          <a:p>
            <a:r>
              <a:rPr lang="es-ES_tradnl" dirty="0"/>
              <a:t>PERÚ 2021</a:t>
            </a:r>
          </a:p>
        </p:txBody>
      </p:sp>
      <p:sp>
        <p:nvSpPr>
          <p:cNvPr id="91139" name="Rectangle 2"/>
          <p:cNvSpPr>
            <a:spLocks noGrp="1" noRot="1" noChangeAspect="1" noChangeArrowheads="1" noTextEdit="1"/>
          </p:cNvSpPr>
          <p:nvPr>
            <p:ph type="sldImg"/>
          </p:nvPr>
        </p:nvSpPr>
        <p:spPr>
          <a:xfrm>
            <a:off x="590550" y="803275"/>
            <a:ext cx="5676900" cy="3194050"/>
          </a:xfrm>
          <a:ln/>
        </p:spPr>
      </p:sp>
      <p:sp>
        <p:nvSpPr>
          <p:cNvPr id="91140" name="Rectangle 3"/>
          <p:cNvSpPr>
            <a:spLocks noGrp="1" noChangeArrowheads="1"/>
          </p:cNvSpPr>
          <p:nvPr>
            <p:ph type="body" idx="1"/>
          </p:nvPr>
        </p:nvSpPr>
        <p:spPr>
          <a:noFill/>
          <a:ln/>
        </p:spPr>
        <p:txBody>
          <a:bodyPr/>
          <a:lstStyle/>
          <a:p>
            <a:pPr eaLnBrk="1" hangingPunct="1"/>
            <a:endParaRPr lang="es-ES" dirty="0"/>
          </a:p>
        </p:txBody>
      </p:sp>
    </p:spTree>
    <p:extLst>
      <p:ext uri="{BB962C8B-B14F-4D97-AF65-F5344CB8AC3E}">
        <p14:creationId xmlns:p14="http://schemas.microsoft.com/office/powerpoint/2010/main" val="17990645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hdr" sz="quarter"/>
          </p:nvPr>
        </p:nvSpPr>
        <p:spPr>
          <a:noFill/>
        </p:spPr>
        <p:txBody>
          <a:bodyPr/>
          <a:lstStyle/>
          <a:p>
            <a:r>
              <a:rPr lang="es-ES_tradnl" dirty="0"/>
              <a:t>PERÚ 2021</a:t>
            </a:r>
          </a:p>
        </p:txBody>
      </p:sp>
      <p:sp>
        <p:nvSpPr>
          <p:cNvPr id="93187" name="Rectangle 2"/>
          <p:cNvSpPr>
            <a:spLocks noGrp="1" noRot="1" noChangeAspect="1" noChangeArrowheads="1" noTextEdit="1"/>
          </p:cNvSpPr>
          <p:nvPr>
            <p:ph type="sldImg"/>
          </p:nvPr>
        </p:nvSpPr>
        <p:spPr>
          <a:xfrm>
            <a:off x="590550" y="803275"/>
            <a:ext cx="5676900" cy="3194050"/>
          </a:xfrm>
          <a:ln/>
        </p:spPr>
      </p:sp>
      <p:sp>
        <p:nvSpPr>
          <p:cNvPr id="93188" name="Rectangle 3"/>
          <p:cNvSpPr>
            <a:spLocks noGrp="1" noChangeArrowheads="1"/>
          </p:cNvSpPr>
          <p:nvPr>
            <p:ph type="body" idx="1"/>
          </p:nvPr>
        </p:nvSpPr>
        <p:spPr>
          <a:noFill/>
          <a:ln/>
        </p:spPr>
        <p:txBody>
          <a:bodyPr/>
          <a:lstStyle/>
          <a:p>
            <a:pPr eaLnBrk="1" hangingPunct="1"/>
            <a:endParaRPr lang="es-ES" dirty="0"/>
          </a:p>
        </p:txBody>
      </p:sp>
    </p:spTree>
    <p:extLst>
      <p:ext uri="{BB962C8B-B14F-4D97-AF65-F5344CB8AC3E}">
        <p14:creationId xmlns:p14="http://schemas.microsoft.com/office/powerpoint/2010/main" val="11391030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hdr" sz="quarter"/>
          </p:nvPr>
        </p:nvSpPr>
        <p:spPr>
          <a:noFill/>
        </p:spPr>
        <p:txBody>
          <a:bodyPr/>
          <a:lstStyle/>
          <a:p>
            <a:r>
              <a:rPr lang="es-ES_tradnl" dirty="0"/>
              <a:t>PERÚ 2021</a:t>
            </a:r>
          </a:p>
        </p:txBody>
      </p:sp>
      <p:sp>
        <p:nvSpPr>
          <p:cNvPr id="95235" name="Rectangle 2"/>
          <p:cNvSpPr>
            <a:spLocks noGrp="1" noRot="1" noChangeAspect="1" noChangeArrowheads="1" noTextEdit="1"/>
          </p:cNvSpPr>
          <p:nvPr>
            <p:ph type="sldImg"/>
          </p:nvPr>
        </p:nvSpPr>
        <p:spPr>
          <a:xfrm>
            <a:off x="590550" y="803275"/>
            <a:ext cx="5676900" cy="3194050"/>
          </a:xfrm>
          <a:ln/>
        </p:spPr>
      </p:sp>
      <p:sp>
        <p:nvSpPr>
          <p:cNvPr id="95236" name="Rectangle 3"/>
          <p:cNvSpPr>
            <a:spLocks noGrp="1" noChangeArrowheads="1"/>
          </p:cNvSpPr>
          <p:nvPr>
            <p:ph type="body" idx="1"/>
          </p:nvPr>
        </p:nvSpPr>
        <p:spPr>
          <a:noFill/>
          <a:ln/>
        </p:spPr>
        <p:txBody>
          <a:bodyPr/>
          <a:lstStyle/>
          <a:p>
            <a:pPr eaLnBrk="1" hangingPunct="1"/>
            <a:endParaRPr lang="es-ES" dirty="0"/>
          </a:p>
        </p:txBody>
      </p:sp>
    </p:spTree>
    <p:extLst>
      <p:ext uri="{BB962C8B-B14F-4D97-AF65-F5344CB8AC3E}">
        <p14:creationId xmlns:p14="http://schemas.microsoft.com/office/powerpoint/2010/main" val="8643001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a:noFill/>
        </p:spPr>
        <p:txBody>
          <a:bodyPr/>
          <a:lstStyle/>
          <a:p>
            <a:r>
              <a:rPr lang="es-ES_tradnl" dirty="0"/>
              <a:t>PERÚ 2021</a:t>
            </a:r>
          </a:p>
        </p:txBody>
      </p:sp>
      <p:sp>
        <p:nvSpPr>
          <p:cNvPr id="97283" name="Rectangle 2"/>
          <p:cNvSpPr>
            <a:spLocks noGrp="1" noRot="1" noChangeAspect="1" noChangeArrowheads="1" noTextEdit="1"/>
          </p:cNvSpPr>
          <p:nvPr>
            <p:ph type="sldImg"/>
          </p:nvPr>
        </p:nvSpPr>
        <p:spPr>
          <a:xfrm>
            <a:off x="590550" y="803275"/>
            <a:ext cx="5676900" cy="3194050"/>
          </a:xfrm>
          <a:ln/>
        </p:spPr>
      </p:sp>
      <p:sp>
        <p:nvSpPr>
          <p:cNvPr id="97284" name="Rectangle 3"/>
          <p:cNvSpPr>
            <a:spLocks noGrp="1" noChangeArrowheads="1"/>
          </p:cNvSpPr>
          <p:nvPr>
            <p:ph type="body" idx="1"/>
          </p:nvPr>
        </p:nvSpPr>
        <p:spPr>
          <a:noFill/>
          <a:ln/>
        </p:spPr>
        <p:txBody>
          <a:bodyPr/>
          <a:lstStyle/>
          <a:p>
            <a:pPr eaLnBrk="1" hangingPunct="1"/>
            <a:endParaRPr lang="es-ES" dirty="0"/>
          </a:p>
        </p:txBody>
      </p:sp>
    </p:spTree>
    <p:extLst>
      <p:ext uri="{BB962C8B-B14F-4D97-AF65-F5344CB8AC3E}">
        <p14:creationId xmlns:p14="http://schemas.microsoft.com/office/powerpoint/2010/main" val="10412635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hdr" sz="quarter"/>
          </p:nvPr>
        </p:nvSpPr>
        <p:spPr>
          <a:noFill/>
        </p:spPr>
        <p:txBody>
          <a:bodyPr/>
          <a:lstStyle/>
          <a:p>
            <a:r>
              <a:rPr lang="es-ES_tradnl" dirty="0"/>
              <a:t>PERÚ 2021</a:t>
            </a:r>
          </a:p>
        </p:txBody>
      </p:sp>
      <p:sp>
        <p:nvSpPr>
          <p:cNvPr id="99331" name="Rectangle 2"/>
          <p:cNvSpPr>
            <a:spLocks noGrp="1" noRot="1" noChangeAspect="1" noChangeArrowheads="1" noTextEdit="1"/>
          </p:cNvSpPr>
          <p:nvPr>
            <p:ph type="sldImg"/>
          </p:nvPr>
        </p:nvSpPr>
        <p:spPr>
          <a:xfrm>
            <a:off x="590550" y="803275"/>
            <a:ext cx="5676900" cy="3194050"/>
          </a:xfrm>
          <a:ln/>
        </p:spPr>
      </p:sp>
      <p:sp>
        <p:nvSpPr>
          <p:cNvPr id="99332" name="Rectangle 3"/>
          <p:cNvSpPr>
            <a:spLocks noGrp="1" noChangeArrowheads="1"/>
          </p:cNvSpPr>
          <p:nvPr>
            <p:ph type="body" idx="1"/>
          </p:nvPr>
        </p:nvSpPr>
        <p:spPr>
          <a:noFill/>
          <a:ln/>
        </p:spPr>
        <p:txBody>
          <a:bodyPr/>
          <a:lstStyle/>
          <a:p>
            <a:pPr eaLnBrk="1" hangingPunct="1"/>
            <a:endParaRPr lang="es-ES" dirty="0"/>
          </a:p>
        </p:txBody>
      </p:sp>
    </p:spTree>
    <p:extLst>
      <p:ext uri="{BB962C8B-B14F-4D97-AF65-F5344CB8AC3E}">
        <p14:creationId xmlns:p14="http://schemas.microsoft.com/office/powerpoint/2010/main" val="35925425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hdr" sz="quarter"/>
          </p:nvPr>
        </p:nvSpPr>
        <p:spPr>
          <a:noFill/>
        </p:spPr>
        <p:txBody>
          <a:bodyPr/>
          <a:lstStyle/>
          <a:p>
            <a:r>
              <a:rPr lang="es-ES_tradnl" dirty="0"/>
              <a:t>PERÚ 2021</a:t>
            </a:r>
          </a:p>
        </p:txBody>
      </p:sp>
      <p:sp>
        <p:nvSpPr>
          <p:cNvPr id="101379" name="Rectangle 2"/>
          <p:cNvSpPr>
            <a:spLocks noGrp="1" noRot="1" noChangeAspect="1" noChangeArrowheads="1" noTextEdit="1"/>
          </p:cNvSpPr>
          <p:nvPr>
            <p:ph type="sldImg"/>
          </p:nvPr>
        </p:nvSpPr>
        <p:spPr>
          <a:xfrm>
            <a:off x="590550" y="803275"/>
            <a:ext cx="5676900" cy="3194050"/>
          </a:xfrm>
          <a:ln/>
        </p:spPr>
      </p:sp>
      <p:sp>
        <p:nvSpPr>
          <p:cNvPr id="101380" name="Rectangle 3"/>
          <p:cNvSpPr>
            <a:spLocks noGrp="1" noChangeArrowheads="1"/>
          </p:cNvSpPr>
          <p:nvPr>
            <p:ph type="body" idx="1"/>
          </p:nvPr>
        </p:nvSpPr>
        <p:spPr>
          <a:noFill/>
          <a:ln/>
        </p:spPr>
        <p:txBody>
          <a:bodyPr/>
          <a:lstStyle/>
          <a:p>
            <a:pPr eaLnBrk="1" hangingPunct="1"/>
            <a:endParaRPr lang="es-ES" dirty="0"/>
          </a:p>
        </p:txBody>
      </p:sp>
    </p:spTree>
    <p:extLst>
      <p:ext uri="{BB962C8B-B14F-4D97-AF65-F5344CB8AC3E}">
        <p14:creationId xmlns:p14="http://schemas.microsoft.com/office/powerpoint/2010/main" val="5865366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hdr" sz="quarter"/>
          </p:nvPr>
        </p:nvSpPr>
        <p:spPr>
          <a:noFill/>
        </p:spPr>
        <p:txBody>
          <a:bodyPr/>
          <a:lstStyle/>
          <a:p>
            <a:r>
              <a:rPr lang="es-ES_tradnl" dirty="0"/>
              <a:t>PERÚ 2021</a:t>
            </a:r>
          </a:p>
        </p:txBody>
      </p:sp>
      <p:sp>
        <p:nvSpPr>
          <p:cNvPr id="103427" name="Rectangle 2"/>
          <p:cNvSpPr>
            <a:spLocks noGrp="1" noRot="1" noChangeAspect="1" noChangeArrowheads="1" noTextEdit="1"/>
          </p:cNvSpPr>
          <p:nvPr>
            <p:ph type="sldImg"/>
          </p:nvPr>
        </p:nvSpPr>
        <p:spPr>
          <a:xfrm>
            <a:off x="590550" y="803275"/>
            <a:ext cx="5676900" cy="3194050"/>
          </a:xfrm>
          <a:ln/>
        </p:spPr>
      </p:sp>
      <p:sp>
        <p:nvSpPr>
          <p:cNvPr id="103428" name="Rectangle 3"/>
          <p:cNvSpPr>
            <a:spLocks noGrp="1" noChangeArrowheads="1"/>
          </p:cNvSpPr>
          <p:nvPr>
            <p:ph type="body" idx="1"/>
          </p:nvPr>
        </p:nvSpPr>
        <p:spPr>
          <a:noFill/>
          <a:ln/>
        </p:spPr>
        <p:txBody>
          <a:bodyPr/>
          <a:lstStyle/>
          <a:p>
            <a:pPr eaLnBrk="1" hangingPunct="1"/>
            <a:endParaRPr lang="es-ES" dirty="0"/>
          </a:p>
        </p:txBody>
      </p:sp>
    </p:spTree>
    <p:extLst>
      <p:ext uri="{BB962C8B-B14F-4D97-AF65-F5344CB8AC3E}">
        <p14:creationId xmlns:p14="http://schemas.microsoft.com/office/powerpoint/2010/main" val="22576418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5f391192_0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5f391192_0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20E13C-61E5-46CC-960D-63C41DAD061E}"/>
              </a:ext>
            </a:extLst>
          </p:cNvPr>
          <p:cNvSpPr>
            <a:spLocks noGrp="1"/>
          </p:cNvSpPr>
          <p:nvPr>
            <p:ph type="ctrTitle"/>
          </p:nvPr>
        </p:nvSpPr>
        <p:spPr>
          <a:xfrm>
            <a:off x="1524000" y="1263684"/>
            <a:ext cx="9144000" cy="2387600"/>
          </a:xfrm>
          <a:prstGeom prst="rect">
            <a:avLst/>
          </a:prstGeom>
        </p:spPr>
        <p:txBody>
          <a:bodyPr anchor="b"/>
          <a:lstStyle>
            <a:lvl1pPr algn="ctr">
              <a:defRPr sz="6000"/>
            </a:lvl1pPr>
          </a:lstStyle>
          <a:p>
            <a:r>
              <a:rPr lang="es-ES"/>
              <a:t>Haga clic para modificar el estilo de título del patrón</a:t>
            </a:r>
            <a:endParaRPr lang="es-PE"/>
          </a:p>
        </p:txBody>
      </p:sp>
      <p:sp>
        <p:nvSpPr>
          <p:cNvPr id="3" name="Subtítulo 2">
            <a:extLst>
              <a:ext uri="{FF2B5EF4-FFF2-40B4-BE49-F238E27FC236}">
                <a16:creationId xmlns:a16="http://schemas.microsoft.com/office/drawing/2014/main" id="{E6267FC4-894E-4993-BA18-2C880EE5C7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E"/>
          </a:p>
        </p:txBody>
      </p:sp>
      <p:sp>
        <p:nvSpPr>
          <p:cNvPr id="4" name="Marcador de fecha 3">
            <a:extLst>
              <a:ext uri="{FF2B5EF4-FFF2-40B4-BE49-F238E27FC236}">
                <a16:creationId xmlns:a16="http://schemas.microsoft.com/office/drawing/2014/main" id="{0CFA1ECE-8248-44B1-88C7-8265017B783A}"/>
              </a:ext>
            </a:extLst>
          </p:cNvPr>
          <p:cNvSpPr>
            <a:spLocks noGrp="1"/>
          </p:cNvSpPr>
          <p:nvPr>
            <p:ph type="dt" sz="half" idx="10"/>
          </p:nvPr>
        </p:nvSpPr>
        <p:spPr/>
        <p:txBody>
          <a:bodyPr/>
          <a:lstStyle/>
          <a:p>
            <a:endParaRPr lang="es-PE"/>
          </a:p>
        </p:txBody>
      </p:sp>
      <p:sp>
        <p:nvSpPr>
          <p:cNvPr id="5" name="Marcador de pie de página 4">
            <a:extLst>
              <a:ext uri="{FF2B5EF4-FFF2-40B4-BE49-F238E27FC236}">
                <a16:creationId xmlns:a16="http://schemas.microsoft.com/office/drawing/2014/main" id="{4C7FFCCB-2285-4BA7-B745-4CE0B16C5B27}"/>
              </a:ext>
            </a:extLst>
          </p:cNvPr>
          <p:cNvSpPr>
            <a:spLocks noGrp="1"/>
          </p:cNvSpPr>
          <p:nvPr>
            <p:ph type="ftr" sz="quarter" idx="11"/>
          </p:nvPr>
        </p:nvSpPr>
        <p:spPr/>
        <p:txBody>
          <a:bodyPr/>
          <a:lstStyle/>
          <a:p>
            <a:r>
              <a:rPr lang="es-PE"/>
              <a:t>Anival Torre</a:t>
            </a:r>
          </a:p>
        </p:txBody>
      </p:sp>
      <p:sp>
        <p:nvSpPr>
          <p:cNvPr id="6" name="Marcador de número de diapositiva 5">
            <a:extLst>
              <a:ext uri="{FF2B5EF4-FFF2-40B4-BE49-F238E27FC236}">
                <a16:creationId xmlns:a16="http://schemas.microsoft.com/office/drawing/2014/main" id="{7C464D61-7B3F-4D44-B814-04BD0FE4C3C7}"/>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884842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2F9EE1-AB02-439C-A953-D0BD302CF3B0}"/>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EF391F11-EC76-4F7E-AC56-EAD0CEBCAEAF}"/>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DB378AEF-A6A9-47DF-9C5C-6B50070076FC}"/>
              </a:ext>
            </a:extLst>
          </p:cNvPr>
          <p:cNvSpPr>
            <a:spLocks noGrp="1"/>
          </p:cNvSpPr>
          <p:nvPr>
            <p:ph type="dt" sz="half" idx="10"/>
          </p:nvPr>
        </p:nvSpPr>
        <p:spPr/>
        <p:txBody>
          <a:bodyPr/>
          <a:lstStyle/>
          <a:p>
            <a:endParaRPr lang="es-PE"/>
          </a:p>
        </p:txBody>
      </p:sp>
      <p:sp>
        <p:nvSpPr>
          <p:cNvPr id="5" name="Marcador de pie de página 4">
            <a:extLst>
              <a:ext uri="{FF2B5EF4-FFF2-40B4-BE49-F238E27FC236}">
                <a16:creationId xmlns:a16="http://schemas.microsoft.com/office/drawing/2014/main" id="{B8D63CA0-8BC2-4AA4-81B5-97227686EA4A}"/>
              </a:ext>
            </a:extLst>
          </p:cNvPr>
          <p:cNvSpPr>
            <a:spLocks noGrp="1"/>
          </p:cNvSpPr>
          <p:nvPr>
            <p:ph type="ftr" sz="quarter" idx="11"/>
          </p:nvPr>
        </p:nvSpPr>
        <p:spPr/>
        <p:txBody>
          <a:bodyPr/>
          <a:lstStyle/>
          <a:p>
            <a:r>
              <a:rPr lang="es-PE"/>
              <a:t>Anival Torre</a:t>
            </a:r>
          </a:p>
        </p:txBody>
      </p:sp>
      <p:sp>
        <p:nvSpPr>
          <p:cNvPr id="6" name="Marcador de número de diapositiva 5">
            <a:extLst>
              <a:ext uri="{FF2B5EF4-FFF2-40B4-BE49-F238E27FC236}">
                <a16:creationId xmlns:a16="http://schemas.microsoft.com/office/drawing/2014/main" id="{2EA60248-016B-4028-85F2-75F83EB9133C}"/>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2730579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0EA209-C4D8-4196-890A-95A7CD4C0680}"/>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07D6A4D1-0438-48FA-ADCC-AC432CD76F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A542E60-612D-41CC-9EE5-C343BC61B2E7}"/>
              </a:ext>
            </a:extLst>
          </p:cNvPr>
          <p:cNvSpPr>
            <a:spLocks noGrp="1"/>
          </p:cNvSpPr>
          <p:nvPr>
            <p:ph type="dt" sz="half" idx="10"/>
          </p:nvPr>
        </p:nvSpPr>
        <p:spPr/>
        <p:txBody>
          <a:bodyPr/>
          <a:lstStyle/>
          <a:p>
            <a:endParaRPr lang="es-PE"/>
          </a:p>
        </p:txBody>
      </p:sp>
      <p:sp>
        <p:nvSpPr>
          <p:cNvPr id="5" name="Marcador de pie de página 4">
            <a:extLst>
              <a:ext uri="{FF2B5EF4-FFF2-40B4-BE49-F238E27FC236}">
                <a16:creationId xmlns:a16="http://schemas.microsoft.com/office/drawing/2014/main" id="{9BA065A3-6AD0-4723-847E-57B36A32A33D}"/>
              </a:ext>
            </a:extLst>
          </p:cNvPr>
          <p:cNvSpPr>
            <a:spLocks noGrp="1"/>
          </p:cNvSpPr>
          <p:nvPr>
            <p:ph type="ftr" sz="quarter" idx="11"/>
          </p:nvPr>
        </p:nvSpPr>
        <p:spPr/>
        <p:txBody>
          <a:bodyPr/>
          <a:lstStyle/>
          <a:p>
            <a:r>
              <a:rPr lang="es-PE"/>
              <a:t>Anival Torre</a:t>
            </a:r>
          </a:p>
        </p:txBody>
      </p:sp>
      <p:sp>
        <p:nvSpPr>
          <p:cNvPr id="6" name="Marcador de número de diapositiva 5">
            <a:extLst>
              <a:ext uri="{FF2B5EF4-FFF2-40B4-BE49-F238E27FC236}">
                <a16:creationId xmlns:a16="http://schemas.microsoft.com/office/drawing/2014/main" id="{86EC95E3-1973-401E-B849-5F2F2C4250A7}"/>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2837268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FDB3A3-9D86-449F-A088-128C6B5F0AB9}"/>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28EF8CB9-38CA-4EBF-8F62-EE68B4D6F6A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a:extLst>
              <a:ext uri="{FF2B5EF4-FFF2-40B4-BE49-F238E27FC236}">
                <a16:creationId xmlns:a16="http://schemas.microsoft.com/office/drawing/2014/main" id="{F5BC23C3-AE0F-4F5F-B104-BC7EA7551CA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7FCBCC75-FAFB-4988-ADC8-1E30F0A4E934}"/>
              </a:ext>
            </a:extLst>
          </p:cNvPr>
          <p:cNvSpPr>
            <a:spLocks noGrp="1"/>
          </p:cNvSpPr>
          <p:nvPr>
            <p:ph type="dt" sz="half" idx="10"/>
          </p:nvPr>
        </p:nvSpPr>
        <p:spPr/>
        <p:txBody>
          <a:bodyPr/>
          <a:lstStyle/>
          <a:p>
            <a:endParaRPr lang="es-PE"/>
          </a:p>
        </p:txBody>
      </p:sp>
      <p:sp>
        <p:nvSpPr>
          <p:cNvPr id="6" name="Marcador de pie de página 5">
            <a:extLst>
              <a:ext uri="{FF2B5EF4-FFF2-40B4-BE49-F238E27FC236}">
                <a16:creationId xmlns:a16="http://schemas.microsoft.com/office/drawing/2014/main" id="{9A7CF524-1AD2-4D6E-AF46-445C3506EF87}"/>
              </a:ext>
            </a:extLst>
          </p:cNvPr>
          <p:cNvSpPr>
            <a:spLocks noGrp="1"/>
          </p:cNvSpPr>
          <p:nvPr>
            <p:ph type="ftr" sz="quarter" idx="11"/>
          </p:nvPr>
        </p:nvSpPr>
        <p:spPr/>
        <p:txBody>
          <a:bodyPr/>
          <a:lstStyle/>
          <a:p>
            <a:r>
              <a:rPr lang="es-PE"/>
              <a:t>Anival Torre</a:t>
            </a:r>
          </a:p>
        </p:txBody>
      </p:sp>
      <p:sp>
        <p:nvSpPr>
          <p:cNvPr id="7" name="Marcador de número de diapositiva 6">
            <a:extLst>
              <a:ext uri="{FF2B5EF4-FFF2-40B4-BE49-F238E27FC236}">
                <a16:creationId xmlns:a16="http://schemas.microsoft.com/office/drawing/2014/main" id="{1FB533D9-E06A-43BB-8FFF-B7E7E56A373C}"/>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32397116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E725AD-02A9-499A-B864-01AF086F41AE}"/>
              </a:ext>
            </a:extLst>
          </p:cNvPr>
          <p:cNvSpPr>
            <a:spLocks noGrp="1"/>
          </p:cNvSpPr>
          <p:nvPr>
            <p:ph type="title"/>
          </p:nvPr>
        </p:nvSpPr>
        <p:spPr>
          <a:xfrm>
            <a:off x="839788" y="365125"/>
            <a:ext cx="10515600" cy="1325563"/>
          </a:xfrm>
          <a:prstGeom prst="rect">
            <a:avLst/>
          </a:prstGeo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0A753734-FC45-4B55-9A29-B26B4CA130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198FBB3-E4E6-411C-A6B3-B26D0633537B}"/>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0EBACB3A-C4CB-4902-9988-B007A97C90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EE2010D-8FDA-4E19-9A31-23C0FE9DC25D}"/>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7D1D191B-5CF0-419F-BF5B-EA606AC8D5E6}"/>
              </a:ext>
            </a:extLst>
          </p:cNvPr>
          <p:cNvSpPr>
            <a:spLocks noGrp="1"/>
          </p:cNvSpPr>
          <p:nvPr>
            <p:ph type="dt" sz="half" idx="10"/>
          </p:nvPr>
        </p:nvSpPr>
        <p:spPr/>
        <p:txBody>
          <a:bodyPr/>
          <a:lstStyle/>
          <a:p>
            <a:endParaRPr lang="es-PE"/>
          </a:p>
        </p:txBody>
      </p:sp>
      <p:sp>
        <p:nvSpPr>
          <p:cNvPr id="8" name="Marcador de pie de página 7">
            <a:extLst>
              <a:ext uri="{FF2B5EF4-FFF2-40B4-BE49-F238E27FC236}">
                <a16:creationId xmlns:a16="http://schemas.microsoft.com/office/drawing/2014/main" id="{3D8A4629-604A-46AD-BB45-292C54D7C6BA}"/>
              </a:ext>
            </a:extLst>
          </p:cNvPr>
          <p:cNvSpPr>
            <a:spLocks noGrp="1"/>
          </p:cNvSpPr>
          <p:nvPr>
            <p:ph type="ftr" sz="quarter" idx="11"/>
          </p:nvPr>
        </p:nvSpPr>
        <p:spPr/>
        <p:txBody>
          <a:bodyPr/>
          <a:lstStyle/>
          <a:p>
            <a:r>
              <a:rPr lang="es-PE"/>
              <a:t>Anival Torre</a:t>
            </a:r>
          </a:p>
        </p:txBody>
      </p:sp>
      <p:sp>
        <p:nvSpPr>
          <p:cNvPr id="9" name="Marcador de número de diapositiva 8">
            <a:extLst>
              <a:ext uri="{FF2B5EF4-FFF2-40B4-BE49-F238E27FC236}">
                <a16:creationId xmlns:a16="http://schemas.microsoft.com/office/drawing/2014/main" id="{5C5A188A-724B-44E9-BEF7-9E257530ECA1}"/>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7492766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94FFE6-E44F-47FD-8C64-C1FC42A7E758}"/>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fecha 2">
            <a:extLst>
              <a:ext uri="{FF2B5EF4-FFF2-40B4-BE49-F238E27FC236}">
                <a16:creationId xmlns:a16="http://schemas.microsoft.com/office/drawing/2014/main" id="{A168DDD2-028A-4549-9EB3-E843188772B4}"/>
              </a:ext>
            </a:extLst>
          </p:cNvPr>
          <p:cNvSpPr>
            <a:spLocks noGrp="1"/>
          </p:cNvSpPr>
          <p:nvPr>
            <p:ph type="dt" sz="half" idx="10"/>
          </p:nvPr>
        </p:nvSpPr>
        <p:spPr/>
        <p:txBody>
          <a:bodyPr/>
          <a:lstStyle/>
          <a:p>
            <a:endParaRPr lang="es-PE"/>
          </a:p>
        </p:txBody>
      </p:sp>
      <p:sp>
        <p:nvSpPr>
          <p:cNvPr id="4" name="Marcador de pie de página 3">
            <a:extLst>
              <a:ext uri="{FF2B5EF4-FFF2-40B4-BE49-F238E27FC236}">
                <a16:creationId xmlns:a16="http://schemas.microsoft.com/office/drawing/2014/main" id="{ED50669B-5EDE-4060-A1CA-FE7DBD964491}"/>
              </a:ext>
            </a:extLst>
          </p:cNvPr>
          <p:cNvSpPr>
            <a:spLocks noGrp="1"/>
          </p:cNvSpPr>
          <p:nvPr>
            <p:ph type="ftr" sz="quarter" idx="11"/>
          </p:nvPr>
        </p:nvSpPr>
        <p:spPr/>
        <p:txBody>
          <a:bodyPr/>
          <a:lstStyle/>
          <a:p>
            <a:r>
              <a:rPr lang="es-PE"/>
              <a:t>Anival Torre</a:t>
            </a:r>
          </a:p>
        </p:txBody>
      </p:sp>
      <p:sp>
        <p:nvSpPr>
          <p:cNvPr id="5" name="Marcador de número de diapositiva 4">
            <a:extLst>
              <a:ext uri="{FF2B5EF4-FFF2-40B4-BE49-F238E27FC236}">
                <a16:creationId xmlns:a16="http://schemas.microsoft.com/office/drawing/2014/main" id="{6F429BDB-A623-46DB-A3B7-8B68CD92E4DB}"/>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576645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578ADCC-78DF-44C4-A2C7-A7CF2426998D}"/>
              </a:ext>
            </a:extLst>
          </p:cNvPr>
          <p:cNvSpPr>
            <a:spLocks noGrp="1"/>
          </p:cNvSpPr>
          <p:nvPr>
            <p:ph type="dt" sz="half" idx="10"/>
          </p:nvPr>
        </p:nvSpPr>
        <p:spPr/>
        <p:txBody>
          <a:bodyPr/>
          <a:lstStyle/>
          <a:p>
            <a:endParaRPr lang="es-PE"/>
          </a:p>
        </p:txBody>
      </p:sp>
      <p:sp>
        <p:nvSpPr>
          <p:cNvPr id="3" name="Marcador de pie de página 2">
            <a:extLst>
              <a:ext uri="{FF2B5EF4-FFF2-40B4-BE49-F238E27FC236}">
                <a16:creationId xmlns:a16="http://schemas.microsoft.com/office/drawing/2014/main" id="{BB7367FB-6CD9-4469-A229-B61F0DC43390}"/>
              </a:ext>
            </a:extLst>
          </p:cNvPr>
          <p:cNvSpPr>
            <a:spLocks noGrp="1"/>
          </p:cNvSpPr>
          <p:nvPr>
            <p:ph type="ftr" sz="quarter" idx="11"/>
          </p:nvPr>
        </p:nvSpPr>
        <p:spPr/>
        <p:txBody>
          <a:bodyPr/>
          <a:lstStyle/>
          <a:p>
            <a:r>
              <a:rPr lang="es-PE"/>
              <a:t>Anival Torre</a:t>
            </a:r>
          </a:p>
        </p:txBody>
      </p:sp>
      <p:sp>
        <p:nvSpPr>
          <p:cNvPr id="4" name="Marcador de número de diapositiva 3">
            <a:extLst>
              <a:ext uri="{FF2B5EF4-FFF2-40B4-BE49-F238E27FC236}">
                <a16:creationId xmlns:a16="http://schemas.microsoft.com/office/drawing/2014/main" id="{C301C5A5-C7FD-466A-934B-60249339DC95}"/>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052191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11FB1A-74AA-4E0D-83B3-1170F865B31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65D0C1AE-BAE4-48E0-88AC-F6958D0E85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6F3CCC19-652F-4628-8819-4FD180AB86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33BD21F-BC06-43CD-9F66-5FD87304EEC4}"/>
              </a:ext>
            </a:extLst>
          </p:cNvPr>
          <p:cNvSpPr>
            <a:spLocks noGrp="1"/>
          </p:cNvSpPr>
          <p:nvPr>
            <p:ph type="dt" sz="half" idx="10"/>
          </p:nvPr>
        </p:nvSpPr>
        <p:spPr/>
        <p:txBody>
          <a:bodyPr/>
          <a:lstStyle/>
          <a:p>
            <a:endParaRPr lang="es-PE"/>
          </a:p>
        </p:txBody>
      </p:sp>
      <p:sp>
        <p:nvSpPr>
          <p:cNvPr id="6" name="Marcador de pie de página 5">
            <a:extLst>
              <a:ext uri="{FF2B5EF4-FFF2-40B4-BE49-F238E27FC236}">
                <a16:creationId xmlns:a16="http://schemas.microsoft.com/office/drawing/2014/main" id="{B82DF95C-F515-4AB8-9206-5F559DA0B4D2}"/>
              </a:ext>
            </a:extLst>
          </p:cNvPr>
          <p:cNvSpPr>
            <a:spLocks noGrp="1"/>
          </p:cNvSpPr>
          <p:nvPr>
            <p:ph type="ftr" sz="quarter" idx="11"/>
          </p:nvPr>
        </p:nvSpPr>
        <p:spPr/>
        <p:txBody>
          <a:bodyPr/>
          <a:lstStyle/>
          <a:p>
            <a:r>
              <a:rPr lang="es-PE"/>
              <a:t>Anival Torre</a:t>
            </a:r>
          </a:p>
        </p:txBody>
      </p:sp>
      <p:sp>
        <p:nvSpPr>
          <p:cNvPr id="7" name="Marcador de número de diapositiva 6">
            <a:extLst>
              <a:ext uri="{FF2B5EF4-FFF2-40B4-BE49-F238E27FC236}">
                <a16:creationId xmlns:a16="http://schemas.microsoft.com/office/drawing/2014/main" id="{93A0F4A3-A4A8-4405-B84F-C1D44A15E05E}"/>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4787573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593BB7-CA9F-4940-8C7F-2CBF43BB503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3045E52B-AEB7-42F1-BC8E-CA7E0DDCD4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a:extLst>
              <a:ext uri="{FF2B5EF4-FFF2-40B4-BE49-F238E27FC236}">
                <a16:creationId xmlns:a16="http://schemas.microsoft.com/office/drawing/2014/main" id="{193A4FC1-5C27-4983-99E0-60D4F82D50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FFB805C-3A94-453E-BC4E-88A5F9C856A2}"/>
              </a:ext>
            </a:extLst>
          </p:cNvPr>
          <p:cNvSpPr>
            <a:spLocks noGrp="1"/>
          </p:cNvSpPr>
          <p:nvPr>
            <p:ph type="dt" sz="half" idx="10"/>
          </p:nvPr>
        </p:nvSpPr>
        <p:spPr/>
        <p:txBody>
          <a:bodyPr/>
          <a:lstStyle/>
          <a:p>
            <a:endParaRPr lang="es-PE"/>
          </a:p>
        </p:txBody>
      </p:sp>
      <p:sp>
        <p:nvSpPr>
          <p:cNvPr id="6" name="Marcador de pie de página 5">
            <a:extLst>
              <a:ext uri="{FF2B5EF4-FFF2-40B4-BE49-F238E27FC236}">
                <a16:creationId xmlns:a16="http://schemas.microsoft.com/office/drawing/2014/main" id="{C448EB1F-6B71-43D0-B4BB-2F47A94BAF65}"/>
              </a:ext>
            </a:extLst>
          </p:cNvPr>
          <p:cNvSpPr>
            <a:spLocks noGrp="1"/>
          </p:cNvSpPr>
          <p:nvPr>
            <p:ph type="ftr" sz="quarter" idx="11"/>
          </p:nvPr>
        </p:nvSpPr>
        <p:spPr/>
        <p:txBody>
          <a:bodyPr/>
          <a:lstStyle/>
          <a:p>
            <a:r>
              <a:rPr lang="es-PE"/>
              <a:t>Anival Torre</a:t>
            </a:r>
          </a:p>
        </p:txBody>
      </p:sp>
      <p:sp>
        <p:nvSpPr>
          <p:cNvPr id="7" name="Marcador de número de diapositiva 6">
            <a:extLst>
              <a:ext uri="{FF2B5EF4-FFF2-40B4-BE49-F238E27FC236}">
                <a16:creationId xmlns:a16="http://schemas.microsoft.com/office/drawing/2014/main" id="{F90476AE-7DAC-4DCA-A6E4-E2E505CBF2BE}"/>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519759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15B00E-0B7A-4AA1-B637-DC7127C42E77}"/>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882176F4-1231-4795-897F-95458CBCE88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606A9332-3346-4724-9DEE-503B007FAF02}"/>
              </a:ext>
            </a:extLst>
          </p:cNvPr>
          <p:cNvSpPr>
            <a:spLocks noGrp="1"/>
          </p:cNvSpPr>
          <p:nvPr>
            <p:ph type="dt" sz="half" idx="10"/>
          </p:nvPr>
        </p:nvSpPr>
        <p:spPr/>
        <p:txBody>
          <a:bodyPr/>
          <a:lstStyle/>
          <a:p>
            <a:endParaRPr lang="es-PE"/>
          </a:p>
        </p:txBody>
      </p:sp>
      <p:sp>
        <p:nvSpPr>
          <p:cNvPr id="5" name="Marcador de pie de página 4">
            <a:extLst>
              <a:ext uri="{FF2B5EF4-FFF2-40B4-BE49-F238E27FC236}">
                <a16:creationId xmlns:a16="http://schemas.microsoft.com/office/drawing/2014/main" id="{86A3589D-3073-43DA-AEA2-6F6C05DA511B}"/>
              </a:ext>
            </a:extLst>
          </p:cNvPr>
          <p:cNvSpPr>
            <a:spLocks noGrp="1"/>
          </p:cNvSpPr>
          <p:nvPr>
            <p:ph type="ftr" sz="quarter" idx="11"/>
          </p:nvPr>
        </p:nvSpPr>
        <p:spPr/>
        <p:txBody>
          <a:bodyPr/>
          <a:lstStyle/>
          <a:p>
            <a:r>
              <a:rPr lang="es-PE"/>
              <a:t>Anival Torre</a:t>
            </a:r>
          </a:p>
        </p:txBody>
      </p:sp>
      <p:sp>
        <p:nvSpPr>
          <p:cNvPr id="6" name="Marcador de número de diapositiva 5">
            <a:extLst>
              <a:ext uri="{FF2B5EF4-FFF2-40B4-BE49-F238E27FC236}">
                <a16:creationId xmlns:a16="http://schemas.microsoft.com/office/drawing/2014/main" id="{3FEE47B5-2AEE-4851-B029-9988B8B57A77}"/>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3771582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4AFE1D6-7CA5-4A02-A9CE-8A394A8F3E8F}"/>
              </a:ext>
            </a:extLst>
          </p:cNvPr>
          <p:cNvSpPr>
            <a:spLocks noGrp="1"/>
          </p:cNvSpPr>
          <p:nvPr>
            <p:ph type="title" orient="vert"/>
          </p:nvPr>
        </p:nvSpPr>
        <p:spPr>
          <a:xfrm>
            <a:off x="8724900" y="365125"/>
            <a:ext cx="2628900" cy="5811838"/>
          </a:xfrm>
          <a:prstGeom prst="rect">
            <a:avLst/>
          </a:prstGeo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C218F9D7-F895-4417-B97E-7076B318453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4A8AE240-89B5-46F0-94D1-CF5205BCB4DE}"/>
              </a:ext>
            </a:extLst>
          </p:cNvPr>
          <p:cNvSpPr>
            <a:spLocks noGrp="1"/>
          </p:cNvSpPr>
          <p:nvPr>
            <p:ph type="dt" sz="half" idx="10"/>
          </p:nvPr>
        </p:nvSpPr>
        <p:spPr/>
        <p:txBody>
          <a:bodyPr/>
          <a:lstStyle/>
          <a:p>
            <a:endParaRPr lang="es-PE"/>
          </a:p>
        </p:txBody>
      </p:sp>
      <p:sp>
        <p:nvSpPr>
          <p:cNvPr id="5" name="Marcador de pie de página 4">
            <a:extLst>
              <a:ext uri="{FF2B5EF4-FFF2-40B4-BE49-F238E27FC236}">
                <a16:creationId xmlns:a16="http://schemas.microsoft.com/office/drawing/2014/main" id="{E4EB6FE0-843B-48B7-80F0-575414327683}"/>
              </a:ext>
            </a:extLst>
          </p:cNvPr>
          <p:cNvSpPr>
            <a:spLocks noGrp="1"/>
          </p:cNvSpPr>
          <p:nvPr>
            <p:ph type="ftr" sz="quarter" idx="11"/>
          </p:nvPr>
        </p:nvSpPr>
        <p:spPr/>
        <p:txBody>
          <a:bodyPr/>
          <a:lstStyle/>
          <a:p>
            <a:r>
              <a:rPr lang="es-PE"/>
              <a:t>Anival Torre</a:t>
            </a:r>
          </a:p>
        </p:txBody>
      </p:sp>
      <p:sp>
        <p:nvSpPr>
          <p:cNvPr id="6" name="Marcador de número de diapositiva 5">
            <a:extLst>
              <a:ext uri="{FF2B5EF4-FFF2-40B4-BE49-F238E27FC236}">
                <a16:creationId xmlns:a16="http://schemas.microsoft.com/office/drawing/2014/main" id="{42CE9982-F23C-426D-A95A-1B50FADAB460}"/>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3670270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title"/>
          </p:nvPr>
        </p:nvSpPr>
        <p:spPr>
          <a:xfrm>
            <a:off x="974400" y="3986567"/>
            <a:ext cx="5629600" cy="1220400"/>
          </a:xfrm>
          <a:prstGeom prst="rect">
            <a:avLst/>
          </a:prstGeom>
        </p:spPr>
        <p:txBody>
          <a:bodyPr spcFirstLastPara="1" wrap="square" lIns="0" tIns="0" rIns="0" bIns="0" anchor="ctr" anchorCtr="0">
            <a:noAutofit/>
          </a:bodyPr>
          <a:lstStyle>
            <a:lvl1pPr lvl="0" rtl="0">
              <a:spcBef>
                <a:spcPts val="0"/>
              </a:spcBef>
              <a:spcAft>
                <a:spcPts val="0"/>
              </a:spcAft>
              <a:buSzPts val="9400"/>
              <a:buNone/>
              <a:defRPr sz="12535"/>
            </a:lvl1pPr>
            <a:lvl2pPr lvl="1" rtl="0">
              <a:spcBef>
                <a:spcPts val="0"/>
              </a:spcBef>
              <a:spcAft>
                <a:spcPts val="0"/>
              </a:spcAft>
              <a:buSzPts val="3600"/>
              <a:buNone/>
              <a:defRPr sz="4800"/>
            </a:lvl2pPr>
            <a:lvl3pPr lvl="2" rtl="0">
              <a:spcBef>
                <a:spcPts val="0"/>
              </a:spcBef>
              <a:spcAft>
                <a:spcPts val="0"/>
              </a:spcAft>
              <a:buSzPts val="3600"/>
              <a:buNone/>
              <a:defRPr sz="4800"/>
            </a:lvl3pPr>
            <a:lvl4pPr lvl="3" rtl="0">
              <a:spcBef>
                <a:spcPts val="0"/>
              </a:spcBef>
              <a:spcAft>
                <a:spcPts val="0"/>
              </a:spcAft>
              <a:buSzPts val="3600"/>
              <a:buNone/>
              <a:defRPr sz="4800"/>
            </a:lvl4pPr>
            <a:lvl5pPr lvl="4" rtl="0">
              <a:spcBef>
                <a:spcPts val="0"/>
              </a:spcBef>
              <a:spcAft>
                <a:spcPts val="0"/>
              </a:spcAft>
              <a:buSzPts val="3600"/>
              <a:buNone/>
              <a:defRPr sz="4800"/>
            </a:lvl5pPr>
            <a:lvl6pPr lvl="5" rtl="0">
              <a:spcBef>
                <a:spcPts val="0"/>
              </a:spcBef>
              <a:spcAft>
                <a:spcPts val="0"/>
              </a:spcAft>
              <a:buSzPts val="3600"/>
              <a:buNone/>
              <a:defRPr sz="4800"/>
            </a:lvl6pPr>
            <a:lvl7pPr lvl="6" rtl="0">
              <a:spcBef>
                <a:spcPts val="0"/>
              </a:spcBef>
              <a:spcAft>
                <a:spcPts val="0"/>
              </a:spcAft>
              <a:buSzPts val="3600"/>
              <a:buNone/>
              <a:defRPr sz="4800"/>
            </a:lvl7pPr>
            <a:lvl8pPr lvl="7" rtl="0">
              <a:spcBef>
                <a:spcPts val="0"/>
              </a:spcBef>
              <a:spcAft>
                <a:spcPts val="0"/>
              </a:spcAft>
              <a:buSzPts val="3600"/>
              <a:buNone/>
              <a:defRPr sz="4800"/>
            </a:lvl8pPr>
            <a:lvl9pPr lvl="8" rtl="0">
              <a:spcBef>
                <a:spcPts val="0"/>
              </a:spcBef>
              <a:spcAft>
                <a:spcPts val="0"/>
              </a:spcAft>
              <a:buSzPts val="3600"/>
              <a:buNone/>
              <a:defRPr sz="4800"/>
            </a:lvl9pPr>
          </a:lstStyle>
          <a:p>
            <a:r>
              <a:rPr lang="es-ES"/>
              <a:t>Haga clic para modificar el estilo de título del patrón</a:t>
            </a:r>
          </a:p>
        </p:txBody>
      </p:sp>
      <p:grpSp>
        <p:nvGrpSpPr>
          <p:cNvPr id="10" name="Google Shape;10;p2"/>
          <p:cNvGrpSpPr/>
          <p:nvPr/>
        </p:nvGrpSpPr>
        <p:grpSpPr>
          <a:xfrm>
            <a:off x="4658468" y="-60667"/>
            <a:ext cx="7533533" cy="6979333"/>
            <a:chOff x="970375" y="238125"/>
            <a:chExt cx="5650150" cy="5234500"/>
          </a:xfrm>
        </p:grpSpPr>
        <p:sp>
          <p:nvSpPr>
            <p:cNvPr id="11" name="Google Shape;11;p2"/>
            <p:cNvSpPr/>
            <p:nvPr/>
          </p:nvSpPr>
          <p:spPr>
            <a:xfrm>
              <a:off x="970375" y="238125"/>
              <a:ext cx="1456750" cy="5234500"/>
            </a:xfrm>
            <a:custGeom>
              <a:avLst/>
              <a:gdLst/>
              <a:ahLst/>
              <a:cxnLst/>
              <a:rect l="l" t="t" r="r" b="b"/>
              <a:pathLst>
                <a:path w="58270" h="209380" extrusionOk="0">
                  <a:moveTo>
                    <a:pt x="55587" y="0"/>
                  </a:moveTo>
                  <a:lnTo>
                    <a:pt x="7833" y="82697"/>
                  </a:lnTo>
                  <a:cubicBezTo>
                    <a:pt x="0" y="96268"/>
                    <a:pt x="16" y="113111"/>
                    <a:pt x="7833" y="126682"/>
                  </a:cubicBezTo>
                  <a:lnTo>
                    <a:pt x="55587" y="209379"/>
                  </a:lnTo>
                  <a:lnTo>
                    <a:pt x="58270" y="209379"/>
                  </a:lnTo>
                  <a:lnTo>
                    <a:pt x="9849" y="125519"/>
                  </a:lnTo>
                  <a:cubicBezTo>
                    <a:pt x="2435" y="112677"/>
                    <a:pt x="2435" y="96718"/>
                    <a:pt x="9849" y="83860"/>
                  </a:cubicBezTo>
                  <a:lnTo>
                    <a:pt x="5827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 name="Google Shape;12;p2"/>
            <p:cNvSpPr/>
            <p:nvPr/>
          </p:nvSpPr>
          <p:spPr>
            <a:xfrm>
              <a:off x="1607825" y="238125"/>
              <a:ext cx="5012700" cy="5234500"/>
            </a:xfrm>
            <a:custGeom>
              <a:avLst/>
              <a:gdLst/>
              <a:ahLst/>
              <a:cxnLst/>
              <a:rect l="l" t="t" r="r" b="b"/>
              <a:pathLst>
                <a:path w="200508" h="209380" extrusionOk="0">
                  <a:moveTo>
                    <a:pt x="58300" y="0"/>
                  </a:moveTo>
                  <a:lnTo>
                    <a:pt x="3490" y="94919"/>
                  </a:lnTo>
                  <a:cubicBezTo>
                    <a:pt x="0" y="100967"/>
                    <a:pt x="0" y="108412"/>
                    <a:pt x="3490" y="114461"/>
                  </a:cubicBezTo>
                  <a:lnTo>
                    <a:pt x="58300" y="209379"/>
                  </a:lnTo>
                  <a:lnTo>
                    <a:pt x="200507" y="209379"/>
                  </a:lnTo>
                  <a:lnTo>
                    <a:pt x="20050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3" name="Google Shape;13;p2"/>
          <p:cNvSpPr/>
          <p:nvPr/>
        </p:nvSpPr>
        <p:spPr>
          <a:xfrm rot="1799984">
            <a:off x="7317323" y="61421"/>
            <a:ext cx="28460" cy="2319628"/>
          </a:xfrm>
          <a:custGeom>
            <a:avLst/>
            <a:gdLst/>
            <a:ahLst/>
            <a:cxnLst/>
            <a:rect l="l" t="t" r="r" b="b"/>
            <a:pathLst>
              <a:path w="2187" h="207239" extrusionOk="0">
                <a:moveTo>
                  <a:pt x="1094" y="0"/>
                </a:moveTo>
                <a:cubicBezTo>
                  <a:pt x="500" y="0"/>
                  <a:pt x="1" y="469"/>
                  <a:pt x="1" y="1063"/>
                </a:cubicBezTo>
                <a:lnTo>
                  <a:pt x="1" y="206145"/>
                </a:lnTo>
                <a:cubicBezTo>
                  <a:pt x="1" y="206739"/>
                  <a:pt x="500" y="207239"/>
                  <a:pt x="1094" y="207239"/>
                </a:cubicBezTo>
                <a:cubicBezTo>
                  <a:pt x="1281" y="207239"/>
                  <a:pt x="1469" y="207176"/>
                  <a:pt x="1625" y="207083"/>
                </a:cubicBezTo>
                <a:cubicBezTo>
                  <a:pt x="1968" y="206895"/>
                  <a:pt x="2187" y="206552"/>
                  <a:pt x="2187" y="206145"/>
                </a:cubicBezTo>
                <a:lnTo>
                  <a:pt x="2187" y="1063"/>
                </a:lnTo>
                <a:cubicBezTo>
                  <a:pt x="2187" y="469"/>
                  <a:pt x="1687" y="0"/>
                  <a:pt x="109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 name="Google Shape;14;p2"/>
          <p:cNvSpPr/>
          <p:nvPr/>
        </p:nvSpPr>
        <p:spPr>
          <a:xfrm rot="1799984">
            <a:off x="8289458" y="-929179"/>
            <a:ext cx="28460" cy="2319628"/>
          </a:xfrm>
          <a:custGeom>
            <a:avLst/>
            <a:gdLst/>
            <a:ahLst/>
            <a:cxnLst/>
            <a:rect l="l" t="t" r="r" b="b"/>
            <a:pathLst>
              <a:path w="2187" h="207239" extrusionOk="0">
                <a:moveTo>
                  <a:pt x="1094" y="0"/>
                </a:moveTo>
                <a:cubicBezTo>
                  <a:pt x="500" y="0"/>
                  <a:pt x="1" y="469"/>
                  <a:pt x="1" y="1063"/>
                </a:cubicBezTo>
                <a:lnTo>
                  <a:pt x="1" y="206145"/>
                </a:lnTo>
                <a:cubicBezTo>
                  <a:pt x="1" y="206739"/>
                  <a:pt x="500" y="207239"/>
                  <a:pt x="1094" y="207239"/>
                </a:cubicBezTo>
                <a:cubicBezTo>
                  <a:pt x="1281" y="207239"/>
                  <a:pt x="1469" y="207176"/>
                  <a:pt x="1625" y="207083"/>
                </a:cubicBezTo>
                <a:cubicBezTo>
                  <a:pt x="1968" y="206895"/>
                  <a:pt x="2187" y="206552"/>
                  <a:pt x="2187" y="206145"/>
                </a:cubicBezTo>
                <a:lnTo>
                  <a:pt x="2187" y="1063"/>
                </a:lnTo>
                <a:cubicBezTo>
                  <a:pt x="2187" y="469"/>
                  <a:pt x="1687" y="0"/>
                  <a:pt x="109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5" name="Google Shape;15;p2"/>
          <p:cNvGrpSpPr/>
          <p:nvPr/>
        </p:nvGrpSpPr>
        <p:grpSpPr>
          <a:xfrm>
            <a:off x="1016002" y="1081899"/>
            <a:ext cx="620999" cy="573676"/>
            <a:chOff x="1877325" y="757774"/>
            <a:chExt cx="581969" cy="537619"/>
          </a:xfrm>
        </p:grpSpPr>
        <p:sp>
          <p:nvSpPr>
            <p:cNvPr id="16" name="Google Shape;16;p2"/>
            <p:cNvSpPr/>
            <p:nvPr/>
          </p:nvSpPr>
          <p:spPr>
            <a:xfrm>
              <a:off x="1877325" y="757774"/>
              <a:ext cx="63598" cy="63598"/>
            </a:xfrm>
            <a:custGeom>
              <a:avLst/>
              <a:gdLst/>
              <a:ahLst/>
              <a:cxnLst/>
              <a:rect l="l" t="t" r="r" b="b"/>
              <a:pathLst>
                <a:path w="13312" h="13312" extrusionOk="0">
                  <a:moveTo>
                    <a:pt x="6656" y="0"/>
                  </a:moveTo>
                  <a:cubicBezTo>
                    <a:pt x="3026" y="0"/>
                    <a:pt x="0" y="3026"/>
                    <a:pt x="0" y="6656"/>
                  </a:cubicBezTo>
                  <a:cubicBezTo>
                    <a:pt x="0" y="10387"/>
                    <a:pt x="3026" y="13312"/>
                    <a:pt x="6656" y="13312"/>
                  </a:cubicBezTo>
                  <a:cubicBezTo>
                    <a:pt x="10387" y="13312"/>
                    <a:pt x="13311" y="10387"/>
                    <a:pt x="13311" y="6656"/>
                  </a:cubicBezTo>
                  <a:cubicBezTo>
                    <a:pt x="13311" y="3026"/>
                    <a:pt x="103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 name="Google Shape;17;p2"/>
            <p:cNvSpPr/>
            <p:nvPr/>
          </p:nvSpPr>
          <p:spPr>
            <a:xfrm>
              <a:off x="2050274" y="757774"/>
              <a:ext cx="63598" cy="63598"/>
            </a:xfrm>
            <a:custGeom>
              <a:avLst/>
              <a:gdLst/>
              <a:ahLst/>
              <a:cxnLst/>
              <a:rect l="l" t="t" r="r" b="b"/>
              <a:pathLst>
                <a:path w="13312" h="13312" extrusionOk="0">
                  <a:moveTo>
                    <a:pt x="6656" y="0"/>
                  </a:moveTo>
                  <a:cubicBezTo>
                    <a:pt x="3026" y="0"/>
                    <a:pt x="1" y="3026"/>
                    <a:pt x="1" y="6656"/>
                  </a:cubicBezTo>
                  <a:cubicBezTo>
                    <a:pt x="1" y="10387"/>
                    <a:pt x="3026" y="13312"/>
                    <a:pt x="6656" y="13312"/>
                  </a:cubicBezTo>
                  <a:cubicBezTo>
                    <a:pt x="10287" y="13312"/>
                    <a:pt x="13312" y="10387"/>
                    <a:pt x="13312" y="6656"/>
                  </a:cubicBezTo>
                  <a:cubicBezTo>
                    <a:pt x="13312" y="3026"/>
                    <a:pt x="102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 name="Google Shape;18;p2"/>
            <p:cNvSpPr/>
            <p:nvPr/>
          </p:nvSpPr>
          <p:spPr>
            <a:xfrm>
              <a:off x="2223224" y="757774"/>
              <a:ext cx="63603" cy="63598"/>
            </a:xfrm>
            <a:custGeom>
              <a:avLst/>
              <a:gdLst/>
              <a:ahLst/>
              <a:cxnLst/>
              <a:rect l="l" t="t" r="r" b="b"/>
              <a:pathLst>
                <a:path w="13313" h="13312" extrusionOk="0">
                  <a:moveTo>
                    <a:pt x="6657" y="0"/>
                  </a:moveTo>
                  <a:cubicBezTo>
                    <a:pt x="2925" y="0"/>
                    <a:pt x="1" y="3026"/>
                    <a:pt x="1" y="6656"/>
                  </a:cubicBezTo>
                  <a:cubicBezTo>
                    <a:pt x="1" y="10387"/>
                    <a:pt x="2925" y="13312"/>
                    <a:pt x="6657" y="13312"/>
                  </a:cubicBezTo>
                  <a:cubicBezTo>
                    <a:pt x="10287" y="13312"/>
                    <a:pt x="13312" y="10387"/>
                    <a:pt x="13312" y="6656"/>
                  </a:cubicBezTo>
                  <a:cubicBezTo>
                    <a:pt x="13312" y="3026"/>
                    <a:pt x="10287" y="0"/>
                    <a:pt x="66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 name="Google Shape;19;p2"/>
            <p:cNvSpPr/>
            <p:nvPr/>
          </p:nvSpPr>
          <p:spPr>
            <a:xfrm>
              <a:off x="2395695" y="757774"/>
              <a:ext cx="63598" cy="63598"/>
            </a:xfrm>
            <a:custGeom>
              <a:avLst/>
              <a:gdLst/>
              <a:ahLst/>
              <a:cxnLst/>
              <a:rect l="l" t="t" r="r" b="b"/>
              <a:pathLst>
                <a:path w="13312" h="13312" extrusionOk="0">
                  <a:moveTo>
                    <a:pt x="6656" y="0"/>
                  </a:moveTo>
                  <a:cubicBezTo>
                    <a:pt x="3026" y="0"/>
                    <a:pt x="0" y="3026"/>
                    <a:pt x="0" y="6656"/>
                  </a:cubicBezTo>
                  <a:cubicBezTo>
                    <a:pt x="0" y="10387"/>
                    <a:pt x="3026" y="13312"/>
                    <a:pt x="6656" y="13312"/>
                  </a:cubicBezTo>
                  <a:cubicBezTo>
                    <a:pt x="10387" y="13312"/>
                    <a:pt x="13312" y="10387"/>
                    <a:pt x="13312" y="6656"/>
                  </a:cubicBezTo>
                  <a:cubicBezTo>
                    <a:pt x="13312" y="3026"/>
                    <a:pt x="103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 name="Google Shape;20;p2"/>
            <p:cNvSpPr/>
            <p:nvPr/>
          </p:nvSpPr>
          <p:spPr>
            <a:xfrm>
              <a:off x="1877325" y="915780"/>
              <a:ext cx="63598" cy="63598"/>
            </a:xfrm>
            <a:custGeom>
              <a:avLst/>
              <a:gdLst/>
              <a:ahLst/>
              <a:cxnLst/>
              <a:rect l="l" t="t" r="r" b="b"/>
              <a:pathLst>
                <a:path w="13312" h="13312" extrusionOk="0">
                  <a:moveTo>
                    <a:pt x="6656" y="1"/>
                  </a:moveTo>
                  <a:cubicBezTo>
                    <a:pt x="3026" y="1"/>
                    <a:pt x="0" y="3026"/>
                    <a:pt x="0" y="6656"/>
                  </a:cubicBezTo>
                  <a:cubicBezTo>
                    <a:pt x="0" y="10387"/>
                    <a:pt x="3026" y="13312"/>
                    <a:pt x="6656" y="13312"/>
                  </a:cubicBezTo>
                  <a:cubicBezTo>
                    <a:pt x="10387" y="13312"/>
                    <a:pt x="13311" y="10387"/>
                    <a:pt x="13311" y="6656"/>
                  </a:cubicBezTo>
                  <a:cubicBezTo>
                    <a:pt x="13311" y="3026"/>
                    <a:pt x="103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 name="Google Shape;21;p2"/>
            <p:cNvSpPr/>
            <p:nvPr/>
          </p:nvSpPr>
          <p:spPr>
            <a:xfrm>
              <a:off x="2050274" y="915780"/>
              <a:ext cx="63598" cy="63598"/>
            </a:xfrm>
            <a:custGeom>
              <a:avLst/>
              <a:gdLst/>
              <a:ahLst/>
              <a:cxnLst/>
              <a:rect l="l" t="t" r="r" b="b"/>
              <a:pathLst>
                <a:path w="13312" h="13312" extrusionOk="0">
                  <a:moveTo>
                    <a:pt x="6656" y="1"/>
                  </a:moveTo>
                  <a:cubicBezTo>
                    <a:pt x="3026" y="1"/>
                    <a:pt x="1" y="3026"/>
                    <a:pt x="1" y="6656"/>
                  </a:cubicBezTo>
                  <a:cubicBezTo>
                    <a:pt x="1" y="10387"/>
                    <a:pt x="3026" y="13312"/>
                    <a:pt x="6656" y="13312"/>
                  </a:cubicBezTo>
                  <a:cubicBezTo>
                    <a:pt x="10287" y="13312"/>
                    <a:pt x="13312" y="10387"/>
                    <a:pt x="13312" y="6656"/>
                  </a:cubicBezTo>
                  <a:cubicBezTo>
                    <a:pt x="13312" y="3026"/>
                    <a:pt x="102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 name="Google Shape;22;p2"/>
            <p:cNvSpPr/>
            <p:nvPr/>
          </p:nvSpPr>
          <p:spPr>
            <a:xfrm>
              <a:off x="2223224" y="915780"/>
              <a:ext cx="63603" cy="63598"/>
            </a:xfrm>
            <a:custGeom>
              <a:avLst/>
              <a:gdLst/>
              <a:ahLst/>
              <a:cxnLst/>
              <a:rect l="l" t="t" r="r" b="b"/>
              <a:pathLst>
                <a:path w="13313" h="13312" extrusionOk="0">
                  <a:moveTo>
                    <a:pt x="6657" y="1"/>
                  </a:moveTo>
                  <a:cubicBezTo>
                    <a:pt x="2925" y="1"/>
                    <a:pt x="1" y="3026"/>
                    <a:pt x="1" y="6656"/>
                  </a:cubicBezTo>
                  <a:cubicBezTo>
                    <a:pt x="1" y="10387"/>
                    <a:pt x="2925" y="13312"/>
                    <a:pt x="6657" y="13312"/>
                  </a:cubicBezTo>
                  <a:cubicBezTo>
                    <a:pt x="10287" y="13312"/>
                    <a:pt x="13312" y="10387"/>
                    <a:pt x="13312" y="6656"/>
                  </a:cubicBezTo>
                  <a:cubicBezTo>
                    <a:pt x="13312" y="3026"/>
                    <a:pt x="10287" y="1"/>
                    <a:pt x="66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 name="Google Shape;23;p2"/>
            <p:cNvSpPr/>
            <p:nvPr/>
          </p:nvSpPr>
          <p:spPr>
            <a:xfrm>
              <a:off x="2395695" y="915780"/>
              <a:ext cx="63598" cy="63598"/>
            </a:xfrm>
            <a:custGeom>
              <a:avLst/>
              <a:gdLst/>
              <a:ahLst/>
              <a:cxnLst/>
              <a:rect l="l" t="t" r="r" b="b"/>
              <a:pathLst>
                <a:path w="13312" h="13312" extrusionOk="0">
                  <a:moveTo>
                    <a:pt x="6656" y="1"/>
                  </a:moveTo>
                  <a:cubicBezTo>
                    <a:pt x="3026" y="1"/>
                    <a:pt x="0" y="3026"/>
                    <a:pt x="0" y="6656"/>
                  </a:cubicBezTo>
                  <a:cubicBezTo>
                    <a:pt x="0" y="10387"/>
                    <a:pt x="3026" y="13312"/>
                    <a:pt x="6656" y="13312"/>
                  </a:cubicBezTo>
                  <a:cubicBezTo>
                    <a:pt x="10387" y="13312"/>
                    <a:pt x="13312" y="10387"/>
                    <a:pt x="13312" y="6656"/>
                  </a:cubicBezTo>
                  <a:cubicBezTo>
                    <a:pt x="13312" y="3026"/>
                    <a:pt x="103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 name="Google Shape;24;p2"/>
            <p:cNvSpPr/>
            <p:nvPr/>
          </p:nvSpPr>
          <p:spPr>
            <a:xfrm>
              <a:off x="1877325" y="1073785"/>
              <a:ext cx="63598" cy="63603"/>
            </a:xfrm>
            <a:custGeom>
              <a:avLst/>
              <a:gdLst/>
              <a:ahLst/>
              <a:cxnLst/>
              <a:rect l="l" t="t" r="r" b="b"/>
              <a:pathLst>
                <a:path w="13312" h="13313" extrusionOk="0">
                  <a:moveTo>
                    <a:pt x="6656" y="1"/>
                  </a:moveTo>
                  <a:cubicBezTo>
                    <a:pt x="3026" y="1"/>
                    <a:pt x="0" y="3026"/>
                    <a:pt x="0" y="6656"/>
                  </a:cubicBezTo>
                  <a:cubicBezTo>
                    <a:pt x="0" y="10287"/>
                    <a:pt x="3026" y="13312"/>
                    <a:pt x="6656" y="13312"/>
                  </a:cubicBezTo>
                  <a:cubicBezTo>
                    <a:pt x="10387" y="13312"/>
                    <a:pt x="13311" y="10287"/>
                    <a:pt x="13311" y="6656"/>
                  </a:cubicBezTo>
                  <a:cubicBezTo>
                    <a:pt x="13311" y="3026"/>
                    <a:pt x="103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 name="Google Shape;25;p2"/>
            <p:cNvSpPr/>
            <p:nvPr/>
          </p:nvSpPr>
          <p:spPr>
            <a:xfrm>
              <a:off x="2050274" y="1073785"/>
              <a:ext cx="63598" cy="63603"/>
            </a:xfrm>
            <a:custGeom>
              <a:avLst/>
              <a:gdLst/>
              <a:ahLst/>
              <a:cxnLst/>
              <a:rect l="l" t="t" r="r" b="b"/>
              <a:pathLst>
                <a:path w="13312" h="13313" extrusionOk="0">
                  <a:moveTo>
                    <a:pt x="6656" y="1"/>
                  </a:moveTo>
                  <a:cubicBezTo>
                    <a:pt x="3026" y="1"/>
                    <a:pt x="1" y="3026"/>
                    <a:pt x="1" y="6656"/>
                  </a:cubicBezTo>
                  <a:cubicBezTo>
                    <a:pt x="1" y="10287"/>
                    <a:pt x="3026" y="13312"/>
                    <a:pt x="6656" y="13312"/>
                  </a:cubicBezTo>
                  <a:cubicBezTo>
                    <a:pt x="10287" y="13312"/>
                    <a:pt x="13312" y="10287"/>
                    <a:pt x="13312" y="6656"/>
                  </a:cubicBezTo>
                  <a:cubicBezTo>
                    <a:pt x="13312" y="3026"/>
                    <a:pt x="102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 name="Google Shape;26;p2"/>
            <p:cNvSpPr/>
            <p:nvPr/>
          </p:nvSpPr>
          <p:spPr>
            <a:xfrm>
              <a:off x="2223224" y="1073785"/>
              <a:ext cx="63603" cy="63603"/>
            </a:xfrm>
            <a:custGeom>
              <a:avLst/>
              <a:gdLst/>
              <a:ahLst/>
              <a:cxnLst/>
              <a:rect l="l" t="t" r="r" b="b"/>
              <a:pathLst>
                <a:path w="13313" h="13313" extrusionOk="0">
                  <a:moveTo>
                    <a:pt x="6657" y="1"/>
                  </a:moveTo>
                  <a:cubicBezTo>
                    <a:pt x="2925" y="1"/>
                    <a:pt x="1" y="3026"/>
                    <a:pt x="1" y="6656"/>
                  </a:cubicBezTo>
                  <a:cubicBezTo>
                    <a:pt x="1" y="10287"/>
                    <a:pt x="2925" y="13312"/>
                    <a:pt x="6657" y="13312"/>
                  </a:cubicBezTo>
                  <a:cubicBezTo>
                    <a:pt x="10287" y="13312"/>
                    <a:pt x="13312" y="10287"/>
                    <a:pt x="13312" y="6656"/>
                  </a:cubicBezTo>
                  <a:cubicBezTo>
                    <a:pt x="13312" y="3026"/>
                    <a:pt x="10287" y="1"/>
                    <a:pt x="66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 name="Google Shape;27;p2"/>
            <p:cNvSpPr/>
            <p:nvPr/>
          </p:nvSpPr>
          <p:spPr>
            <a:xfrm>
              <a:off x="2395695" y="1073785"/>
              <a:ext cx="63598" cy="63603"/>
            </a:xfrm>
            <a:custGeom>
              <a:avLst/>
              <a:gdLst/>
              <a:ahLst/>
              <a:cxnLst/>
              <a:rect l="l" t="t" r="r" b="b"/>
              <a:pathLst>
                <a:path w="13312" h="13313" extrusionOk="0">
                  <a:moveTo>
                    <a:pt x="6656" y="1"/>
                  </a:moveTo>
                  <a:cubicBezTo>
                    <a:pt x="3026" y="1"/>
                    <a:pt x="0" y="3026"/>
                    <a:pt x="0" y="6656"/>
                  </a:cubicBezTo>
                  <a:cubicBezTo>
                    <a:pt x="0" y="10287"/>
                    <a:pt x="3026" y="13312"/>
                    <a:pt x="6656" y="13312"/>
                  </a:cubicBezTo>
                  <a:cubicBezTo>
                    <a:pt x="10387" y="13312"/>
                    <a:pt x="13312" y="10287"/>
                    <a:pt x="13312" y="6656"/>
                  </a:cubicBezTo>
                  <a:cubicBezTo>
                    <a:pt x="13312" y="3026"/>
                    <a:pt x="103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 name="Google Shape;28;p2"/>
            <p:cNvSpPr/>
            <p:nvPr/>
          </p:nvSpPr>
          <p:spPr>
            <a:xfrm>
              <a:off x="1877325" y="1231796"/>
              <a:ext cx="63598" cy="63598"/>
            </a:xfrm>
            <a:custGeom>
              <a:avLst/>
              <a:gdLst/>
              <a:ahLst/>
              <a:cxnLst/>
              <a:rect l="l" t="t" r="r" b="b"/>
              <a:pathLst>
                <a:path w="13312" h="13312" extrusionOk="0">
                  <a:moveTo>
                    <a:pt x="6656" y="0"/>
                  </a:moveTo>
                  <a:cubicBezTo>
                    <a:pt x="3026" y="0"/>
                    <a:pt x="0" y="2925"/>
                    <a:pt x="0" y="6656"/>
                  </a:cubicBezTo>
                  <a:cubicBezTo>
                    <a:pt x="0" y="10286"/>
                    <a:pt x="3026" y="13311"/>
                    <a:pt x="6656" y="13311"/>
                  </a:cubicBezTo>
                  <a:cubicBezTo>
                    <a:pt x="10387" y="13311"/>
                    <a:pt x="13311" y="10286"/>
                    <a:pt x="13311" y="6656"/>
                  </a:cubicBezTo>
                  <a:cubicBezTo>
                    <a:pt x="13311" y="2925"/>
                    <a:pt x="103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 name="Google Shape;29;p2"/>
            <p:cNvSpPr/>
            <p:nvPr/>
          </p:nvSpPr>
          <p:spPr>
            <a:xfrm>
              <a:off x="2050274" y="1231796"/>
              <a:ext cx="63598" cy="63598"/>
            </a:xfrm>
            <a:custGeom>
              <a:avLst/>
              <a:gdLst/>
              <a:ahLst/>
              <a:cxnLst/>
              <a:rect l="l" t="t" r="r" b="b"/>
              <a:pathLst>
                <a:path w="13312" h="13312" extrusionOk="0">
                  <a:moveTo>
                    <a:pt x="6656" y="0"/>
                  </a:moveTo>
                  <a:cubicBezTo>
                    <a:pt x="3026" y="0"/>
                    <a:pt x="1" y="2925"/>
                    <a:pt x="1" y="6656"/>
                  </a:cubicBezTo>
                  <a:cubicBezTo>
                    <a:pt x="1" y="10286"/>
                    <a:pt x="3026" y="13311"/>
                    <a:pt x="6656" y="13311"/>
                  </a:cubicBezTo>
                  <a:cubicBezTo>
                    <a:pt x="10287" y="13311"/>
                    <a:pt x="13312" y="10286"/>
                    <a:pt x="13312" y="6656"/>
                  </a:cubicBezTo>
                  <a:cubicBezTo>
                    <a:pt x="13312" y="2925"/>
                    <a:pt x="102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 name="Google Shape;30;p2"/>
            <p:cNvSpPr/>
            <p:nvPr/>
          </p:nvSpPr>
          <p:spPr>
            <a:xfrm>
              <a:off x="2223224" y="1231796"/>
              <a:ext cx="63603" cy="63598"/>
            </a:xfrm>
            <a:custGeom>
              <a:avLst/>
              <a:gdLst/>
              <a:ahLst/>
              <a:cxnLst/>
              <a:rect l="l" t="t" r="r" b="b"/>
              <a:pathLst>
                <a:path w="13313" h="13312" extrusionOk="0">
                  <a:moveTo>
                    <a:pt x="6657" y="0"/>
                  </a:moveTo>
                  <a:cubicBezTo>
                    <a:pt x="2925" y="0"/>
                    <a:pt x="1" y="2925"/>
                    <a:pt x="1" y="6656"/>
                  </a:cubicBezTo>
                  <a:cubicBezTo>
                    <a:pt x="1" y="10286"/>
                    <a:pt x="2925" y="13311"/>
                    <a:pt x="6657" y="13311"/>
                  </a:cubicBezTo>
                  <a:cubicBezTo>
                    <a:pt x="10287" y="13311"/>
                    <a:pt x="13312" y="10286"/>
                    <a:pt x="13312" y="6656"/>
                  </a:cubicBezTo>
                  <a:cubicBezTo>
                    <a:pt x="13312" y="2925"/>
                    <a:pt x="10287" y="0"/>
                    <a:pt x="66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 name="Google Shape;31;p2"/>
            <p:cNvSpPr/>
            <p:nvPr/>
          </p:nvSpPr>
          <p:spPr>
            <a:xfrm>
              <a:off x="2395695" y="1231796"/>
              <a:ext cx="63598" cy="63598"/>
            </a:xfrm>
            <a:custGeom>
              <a:avLst/>
              <a:gdLst/>
              <a:ahLst/>
              <a:cxnLst/>
              <a:rect l="l" t="t" r="r" b="b"/>
              <a:pathLst>
                <a:path w="13312" h="13312" extrusionOk="0">
                  <a:moveTo>
                    <a:pt x="6656" y="0"/>
                  </a:moveTo>
                  <a:cubicBezTo>
                    <a:pt x="3026" y="0"/>
                    <a:pt x="0" y="2925"/>
                    <a:pt x="0" y="6656"/>
                  </a:cubicBezTo>
                  <a:cubicBezTo>
                    <a:pt x="0" y="10286"/>
                    <a:pt x="3026" y="13311"/>
                    <a:pt x="6656" y="13311"/>
                  </a:cubicBezTo>
                  <a:cubicBezTo>
                    <a:pt x="10387" y="13311"/>
                    <a:pt x="13312" y="10286"/>
                    <a:pt x="13312" y="6656"/>
                  </a:cubicBezTo>
                  <a:cubicBezTo>
                    <a:pt x="13312" y="2925"/>
                    <a:pt x="103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2" name="Google Shape;32;p2"/>
          <p:cNvSpPr/>
          <p:nvPr/>
        </p:nvSpPr>
        <p:spPr>
          <a:xfrm>
            <a:off x="7726169" y="5880102"/>
            <a:ext cx="947851" cy="117881"/>
          </a:xfrm>
          <a:custGeom>
            <a:avLst/>
            <a:gdLst/>
            <a:ahLst/>
            <a:cxnLst/>
            <a:rect l="l" t="t" r="r" b="b"/>
            <a:pathLst>
              <a:path w="178391" h="22186" extrusionOk="0">
                <a:moveTo>
                  <a:pt x="173752" y="13009"/>
                </a:moveTo>
                <a:cubicBezTo>
                  <a:pt x="172743" y="13009"/>
                  <a:pt x="171836" y="12807"/>
                  <a:pt x="171130" y="12202"/>
                </a:cubicBezTo>
                <a:cubicBezTo>
                  <a:pt x="170525" y="11698"/>
                  <a:pt x="170020" y="10992"/>
                  <a:pt x="169718" y="9883"/>
                </a:cubicBezTo>
                <a:cubicBezTo>
                  <a:pt x="168911" y="6958"/>
                  <a:pt x="167298" y="4437"/>
                  <a:pt x="165079" y="2723"/>
                </a:cubicBezTo>
                <a:cubicBezTo>
                  <a:pt x="162760" y="1009"/>
                  <a:pt x="159936" y="0"/>
                  <a:pt x="156911" y="0"/>
                </a:cubicBezTo>
                <a:cubicBezTo>
                  <a:pt x="153785" y="0"/>
                  <a:pt x="150961" y="1009"/>
                  <a:pt x="148642" y="2723"/>
                </a:cubicBezTo>
                <a:cubicBezTo>
                  <a:pt x="146423" y="4437"/>
                  <a:pt x="144810" y="6958"/>
                  <a:pt x="144003" y="9883"/>
                </a:cubicBezTo>
                <a:cubicBezTo>
                  <a:pt x="143701" y="10992"/>
                  <a:pt x="143196" y="11698"/>
                  <a:pt x="142591" y="12202"/>
                </a:cubicBezTo>
                <a:cubicBezTo>
                  <a:pt x="141885" y="12807"/>
                  <a:pt x="140978" y="13009"/>
                  <a:pt x="139969" y="13009"/>
                </a:cubicBezTo>
                <a:cubicBezTo>
                  <a:pt x="138961" y="13009"/>
                  <a:pt x="138053" y="12807"/>
                  <a:pt x="137348" y="12202"/>
                </a:cubicBezTo>
                <a:cubicBezTo>
                  <a:pt x="136642" y="11698"/>
                  <a:pt x="136137" y="10891"/>
                  <a:pt x="135936" y="9883"/>
                </a:cubicBezTo>
                <a:cubicBezTo>
                  <a:pt x="135129" y="6958"/>
                  <a:pt x="133516" y="4437"/>
                  <a:pt x="131196" y="2723"/>
                </a:cubicBezTo>
                <a:cubicBezTo>
                  <a:pt x="128877" y="1009"/>
                  <a:pt x="126053" y="0"/>
                  <a:pt x="123028" y="0"/>
                </a:cubicBezTo>
                <a:cubicBezTo>
                  <a:pt x="120003" y="0"/>
                  <a:pt x="117179" y="1009"/>
                  <a:pt x="114860" y="2723"/>
                </a:cubicBezTo>
                <a:cubicBezTo>
                  <a:pt x="112540" y="4437"/>
                  <a:pt x="110927" y="6958"/>
                  <a:pt x="110120" y="9883"/>
                </a:cubicBezTo>
                <a:cubicBezTo>
                  <a:pt x="109918" y="10992"/>
                  <a:pt x="109414" y="11698"/>
                  <a:pt x="108708" y="12202"/>
                </a:cubicBezTo>
                <a:cubicBezTo>
                  <a:pt x="108002" y="12807"/>
                  <a:pt x="107095" y="13009"/>
                  <a:pt x="106086" y="13009"/>
                </a:cubicBezTo>
                <a:cubicBezTo>
                  <a:pt x="105078" y="13009"/>
                  <a:pt x="104170" y="12807"/>
                  <a:pt x="103465" y="12202"/>
                </a:cubicBezTo>
                <a:cubicBezTo>
                  <a:pt x="102859" y="11698"/>
                  <a:pt x="102355" y="10992"/>
                  <a:pt x="102053" y="9883"/>
                </a:cubicBezTo>
                <a:cubicBezTo>
                  <a:pt x="101246" y="6958"/>
                  <a:pt x="99633" y="4437"/>
                  <a:pt x="97313" y="2723"/>
                </a:cubicBezTo>
                <a:cubicBezTo>
                  <a:pt x="95095" y="1009"/>
                  <a:pt x="92271" y="0"/>
                  <a:pt x="89145" y="0"/>
                </a:cubicBezTo>
                <a:cubicBezTo>
                  <a:pt x="86120" y="0"/>
                  <a:pt x="83296" y="1009"/>
                  <a:pt x="80977" y="2723"/>
                </a:cubicBezTo>
                <a:cubicBezTo>
                  <a:pt x="78758" y="4437"/>
                  <a:pt x="77044" y="6958"/>
                  <a:pt x="76338" y="9883"/>
                </a:cubicBezTo>
                <a:cubicBezTo>
                  <a:pt x="76035" y="10891"/>
                  <a:pt x="75531" y="11698"/>
                  <a:pt x="74926" y="12202"/>
                </a:cubicBezTo>
                <a:cubicBezTo>
                  <a:pt x="74220" y="12807"/>
                  <a:pt x="73313" y="13009"/>
                  <a:pt x="72304" y="13009"/>
                </a:cubicBezTo>
                <a:cubicBezTo>
                  <a:pt x="71195" y="13009"/>
                  <a:pt x="70287" y="12807"/>
                  <a:pt x="69682" y="12202"/>
                </a:cubicBezTo>
                <a:cubicBezTo>
                  <a:pt x="68977" y="11698"/>
                  <a:pt x="68472" y="10891"/>
                  <a:pt x="68170" y="9883"/>
                </a:cubicBezTo>
                <a:cubicBezTo>
                  <a:pt x="67464" y="6958"/>
                  <a:pt x="65750" y="4437"/>
                  <a:pt x="63531" y="2723"/>
                </a:cubicBezTo>
                <a:cubicBezTo>
                  <a:pt x="61212" y="1009"/>
                  <a:pt x="58388" y="0"/>
                  <a:pt x="55363" y="0"/>
                </a:cubicBezTo>
                <a:cubicBezTo>
                  <a:pt x="52237" y="0"/>
                  <a:pt x="49413" y="1009"/>
                  <a:pt x="47195" y="2723"/>
                </a:cubicBezTo>
                <a:cubicBezTo>
                  <a:pt x="44875" y="4437"/>
                  <a:pt x="43262" y="6958"/>
                  <a:pt x="42455" y="9883"/>
                </a:cubicBezTo>
                <a:cubicBezTo>
                  <a:pt x="42153" y="10992"/>
                  <a:pt x="41749" y="11698"/>
                  <a:pt x="41043" y="12202"/>
                </a:cubicBezTo>
                <a:cubicBezTo>
                  <a:pt x="40337" y="12807"/>
                  <a:pt x="39430" y="13009"/>
                  <a:pt x="38421" y="13009"/>
                </a:cubicBezTo>
                <a:cubicBezTo>
                  <a:pt x="37413" y="13009"/>
                  <a:pt x="36505" y="12807"/>
                  <a:pt x="35799" y="12202"/>
                </a:cubicBezTo>
                <a:cubicBezTo>
                  <a:pt x="35094" y="11698"/>
                  <a:pt x="34589" y="10992"/>
                  <a:pt x="34388" y="9883"/>
                </a:cubicBezTo>
                <a:cubicBezTo>
                  <a:pt x="33581" y="6958"/>
                  <a:pt x="31967" y="4437"/>
                  <a:pt x="29648" y="2723"/>
                </a:cubicBezTo>
                <a:cubicBezTo>
                  <a:pt x="27329" y="1009"/>
                  <a:pt x="24505" y="0"/>
                  <a:pt x="21480" y="0"/>
                </a:cubicBezTo>
                <a:cubicBezTo>
                  <a:pt x="18455" y="0"/>
                  <a:pt x="15631" y="1009"/>
                  <a:pt x="13312" y="2723"/>
                </a:cubicBezTo>
                <a:cubicBezTo>
                  <a:pt x="10992" y="4437"/>
                  <a:pt x="9379" y="6958"/>
                  <a:pt x="8572" y="9883"/>
                </a:cubicBezTo>
                <a:cubicBezTo>
                  <a:pt x="8370" y="10891"/>
                  <a:pt x="7866" y="11698"/>
                  <a:pt x="7160" y="12202"/>
                </a:cubicBezTo>
                <a:cubicBezTo>
                  <a:pt x="6555" y="12807"/>
                  <a:pt x="5648" y="13009"/>
                  <a:pt x="4538" y="13009"/>
                </a:cubicBezTo>
                <a:cubicBezTo>
                  <a:pt x="2017" y="13009"/>
                  <a:pt x="0" y="15127"/>
                  <a:pt x="0" y="17648"/>
                </a:cubicBezTo>
                <a:cubicBezTo>
                  <a:pt x="0" y="20169"/>
                  <a:pt x="2017" y="22186"/>
                  <a:pt x="4538" y="22186"/>
                </a:cubicBezTo>
                <a:cubicBezTo>
                  <a:pt x="7664" y="22186"/>
                  <a:pt x="10488" y="21278"/>
                  <a:pt x="12707" y="19463"/>
                </a:cubicBezTo>
                <a:cubicBezTo>
                  <a:pt x="15026" y="17748"/>
                  <a:pt x="16639" y="15227"/>
                  <a:pt x="17446" y="12303"/>
                </a:cubicBezTo>
                <a:cubicBezTo>
                  <a:pt x="17749" y="11295"/>
                  <a:pt x="18152" y="10488"/>
                  <a:pt x="18858" y="9984"/>
                </a:cubicBezTo>
                <a:cubicBezTo>
                  <a:pt x="19564" y="9479"/>
                  <a:pt x="20471" y="9177"/>
                  <a:pt x="21480" y="9177"/>
                </a:cubicBezTo>
                <a:cubicBezTo>
                  <a:pt x="22488" y="9177"/>
                  <a:pt x="23396" y="9479"/>
                  <a:pt x="24102" y="9984"/>
                </a:cubicBezTo>
                <a:cubicBezTo>
                  <a:pt x="24808" y="10488"/>
                  <a:pt x="25211" y="11295"/>
                  <a:pt x="25514" y="12303"/>
                </a:cubicBezTo>
                <a:cubicBezTo>
                  <a:pt x="26320" y="15227"/>
                  <a:pt x="27934" y="17748"/>
                  <a:pt x="30253" y="19463"/>
                </a:cubicBezTo>
                <a:cubicBezTo>
                  <a:pt x="32472" y="21278"/>
                  <a:pt x="35396" y="22186"/>
                  <a:pt x="38421" y="22186"/>
                </a:cubicBezTo>
                <a:cubicBezTo>
                  <a:pt x="41447" y="22186"/>
                  <a:pt x="44270" y="21278"/>
                  <a:pt x="46590" y="19463"/>
                </a:cubicBezTo>
                <a:cubicBezTo>
                  <a:pt x="48909" y="17748"/>
                  <a:pt x="50522" y="15227"/>
                  <a:pt x="51329" y="12303"/>
                </a:cubicBezTo>
                <a:cubicBezTo>
                  <a:pt x="51531" y="11295"/>
                  <a:pt x="52035" y="10488"/>
                  <a:pt x="52741" y="9984"/>
                </a:cubicBezTo>
                <a:cubicBezTo>
                  <a:pt x="53346" y="9479"/>
                  <a:pt x="54254" y="9177"/>
                  <a:pt x="55363" y="9177"/>
                </a:cubicBezTo>
                <a:cubicBezTo>
                  <a:pt x="56371" y="9177"/>
                  <a:pt x="57279" y="9479"/>
                  <a:pt x="57985" y="9984"/>
                </a:cubicBezTo>
                <a:cubicBezTo>
                  <a:pt x="58590" y="10488"/>
                  <a:pt x="59094" y="11295"/>
                  <a:pt x="59397" y="12303"/>
                </a:cubicBezTo>
                <a:cubicBezTo>
                  <a:pt x="60203" y="15227"/>
                  <a:pt x="61817" y="17748"/>
                  <a:pt x="64035" y="19463"/>
                </a:cubicBezTo>
                <a:cubicBezTo>
                  <a:pt x="66355" y="21278"/>
                  <a:pt x="69178" y="22186"/>
                  <a:pt x="72203" y="22186"/>
                </a:cubicBezTo>
                <a:cubicBezTo>
                  <a:pt x="75330" y="22186"/>
                  <a:pt x="78153" y="21278"/>
                  <a:pt x="80473" y="19463"/>
                </a:cubicBezTo>
                <a:cubicBezTo>
                  <a:pt x="82691" y="17748"/>
                  <a:pt x="84305" y="15227"/>
                  <a:pt x="85111" y="12303"/>
                </a:cubicBezTo>
                <a:cubicBezTo>
                  <a:pt x="85414" y="11295"/>
                  <a:pt x="85918" y="10488"/>
                  <a:pt x="86523" y="9984"/>
                </a:cubicBezTo>
                <a:cubicBezTo>
                  <a:pt x="87229" y="9479"/>
                  <a:pt x="88137" y="9177"/>
                  <a:pt x="89145" y="9177"/>
                </a:cubicBezTo>
                <a:cubicBezTo>
                  <a:pt x="90254" y="9177"/>
                  <a:pt x="91162" y="9479"/>
                  <a:pt x="91767" y="9984"/>
                </a:cubicBezTo>
                <a:cubicBezTo>
                  <a:pt x="92473" y="10488"/>
                  <a:pt x="92977" y="11295"/>
                  <a:pt x="93179" y="12303"/>
                </a:cubicBezTo>
                <a:cubicBezTo>
                  <a:pt x="93985" y="15227"/>
                  <a:pt x="95599" y="17748"/>
                  <a:pt x="97918" y="19463"/>
                </a:cubicBezTo>
                <a:cubicBezTo>
                  <a:pt x="100238" y="21278"/>
                  <a:pt x="103061" y="22186"/>
                  <a:pt x="106086" y="22186"/>
                </a:cubicBezTo>
                <a:cubicBezTo>
                  <a:pt x="109112" y="22186"/>
                  <a:pt x="112036" y="21278"/>
                  <a:pt x="114255" y="19463"/>
                </a:cubicBezTo>
                <a:cubicBezTo>
                  <a:pt x="116574" y="17748"/>
                  <a:pt x="118187" y="15227"/>
                  <a:pt x="118994" y="12303"/>
                </a:cubicBezTo>
                <a:cubicBezTo>
                  <a:pt x="119297" y="11295"/>
                  <a:pt x="119700" y="10488"/>
                  <a:pt x="120406" y="9984"/>
                </a:cubicBezTo>
                <a:cubicBezTo>
                  <a:pt x="121112" y="9479"/>
                  <a:pt x="122019" y="9177"/>
                  <a:pt x="123028" y="9177"/>
                </a:cubicBezTo>
                <a:cubicBezTo>
                  <a:pt x="124036" y="9177"/>
                  <a:pt x="124944" y="9479"/>
                  <a:pt x="125650" y="9984"/>
                </a:cubicBezTo>
                <a:cubicBezTo>
                  <a:pt x="126356" y="10488"/>
                  <a:pt x="126759" y="11295"/>
                  <a:pt x="127062" y="12303"/>
                </a:cubicBezTo>
                <a:cubicBezTo>
                  <a:pt x="127868" y="15227"/>
                  <a:pt x="129482" y="17748"/>
                  <a:pt x="131801" y="19463"/>
                </a:cubicBezTo>
                <a:cubicBezTo>
                  <a:pt x="134020" y="21278"/>
                  <a:pt x="136843" y="22186"/>
                  <a:pt x="139969" y="22186"/>
                </a:cubicBezTo>
                <a:cubicBezTo>
                  <a:pt x="142995" y="22186"/>
                  <a:pt x="145818" y="21278"/>
                  <a:pt x="148138" y="19463"/>
                </a:cubicBezTo>
                <a:cubicBezTo>
                  <a:pt x="150356" y="17748"/>
                  <a:pt x="152070" y="15227"/>
                  <a:pt x="152776" y="12303"/>
                </a:cubicBezTo>
                <a:cubicBezTo>
                  <a:pt x="153079" y="11295"/>
                  <a:pt x="153583" y="10488"/>
                  <a:pt x="154289" y="9984"/>
                </a:cubicBezTo>
                <a:cubicBezTo>
                  <a:pt x="154894" y="9479"/>
                  <a:pt x="155802" y="9177"/>
                  <a:pt x="156911" y="9177"/>
                </a:cubicBezTo>
                <a:cubicBezTo>
                  <a:pt x="157919" y="9177"/>
                  <a:pt x="158827" y="9479"/>
                  <a:pt x="159533" y="9984"/>
                </a:cubicBezTo>
                <a:cubicBezTo>
                  <a:pt x="160138" y="10488"/>
                  <a:pt x="160642" y="11295"/>
                  <a:pt x="160945" y="12303"/>
                </a:cubicBezTo>
                <a:cubicBezTo>
                  <a:pt x="161751" y="15227"/>
                  <a:pt x="163365" y="17748"/>
                  <a:pt x="165583" y="19463"/>
                </a:cubicBezTo>
                <a:cubicBezTo>
                  <a:pt x="167903" y="21278"/>
                  <a:pt x="170726" y="22186"/>
                  <a:pt x="173752" y="22186"/>
                </a:cubicBezTo>
                <a:cubicBezTo>
                  <a:pt x="176273" y="22186"/>
                  <a:pt x="178390" y="20169"/>
                  <a:pt x="178390" y="17648"/>
                </a:cubicBezTo>
                <a:cubicBezTo>
                  <a:pt x="178390" y="15127"/>
                  <a:pt x="176273" y="13009"/>
                  <a:pt x="173752" y="1300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3" name="Google Shape;33;p2"/>
          <p:cNvSpPr/>
          <p:nvPr/>
        </p:nvSpPr>
        <p:spPr>
          <a:xfrm>
            <a:off x="1016000" y="5406567"/>
            <a:ext cx="838000" cy="1196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4" name="Google Shape;34;p2"/>
          <p:cNvSpPr txBox="1">
            <a:spLocks noGrp="1"/>
          </p:cNvSpPr>
          <p:nvPr>
            <p:ph type="subTitle" idx="1"/>
          </p:nvPr>
        </p:nvSpPr>
        <p:spPr>
          <a:xfrm>
            <a:off x="974400" y="2720472"/>
            <a:ext cx="5706000" cy="1162000"/>
          </a:xfrm>
          <a:prstGeom prst="rect">
            <a:avLst/>
          </a:prstGeom>
        </p:spPr>
        <p:txBody>
          <a:bodyPr spcFirstLastPara="1" wrap="square" lIns="0" tIns="0" rIns="0" bIns="0" anchor="b" anchorCtr="0">
            <a:noAutofit/>
          </a:bodyPr>
          <a:lstStyle>
            <a:lvl1pPr lvl="0">
              <a:lnSpc>
                <a:spcPct val="100000"/>
              </a:lnSpc>
              <a:spcBef>
                <a:spcPts val="0"/>
              </a:spcBef>
              <a:spcAft>
                <a:spcPts val="0"/>
              </a:spcAft>
              <a:buClr>
                <a:schemeClr val="dk1"/>
              </a:buClr>
              <a:buSzPts val="2300"/>
              <a:buNone/>
              <a:defRPr sz="5465" b="1">
                <a:solidFill>
                  <a:schemeClr val="dk1"/>
                </a:solidFill>
                <a:latin typeface="Signika"/>
                <a:ea typeface="Signika"/>
                <a:cs typeface="Signika"/>
                <a:sym typeface="Signika"/>
              </a:defRPr>
            </a:lvl1pPr>
            <a:lvl2pPr lvl="1">
              <a:lnSpc>
                <a:spcPct val="100000"/>
              </a:lnSpc>
              <a:spcBef>
                <a:spcPts val="0"/>
              </a:spcBef>
              <a:spcAft>
                <a:spcPts val="0"/>
              </a:spcAft>
              <a:buSzPts val="2800"/>
              <a:buNone/>
              <a:defRPr sz="3735"/>
            </a:lvl2pPr>
            <a:lvl3pPr lvl="2">
              <a:lnSpc>
                <a:spcPct val="100000"/>
              </a:lnSpc>
              <a:spcBef>
                <a:spcPts val="0"/>
              </a:spcBef>
              <a:spcAft>
                <a:spcPts val="0"/>
              </a:spcAft>
              <a:buSzPts val="2800"/>
              <a:buNone/>
              <a:defRPr sz="3735"/>
            </a:lvl3pPr>
            <a:lvl4pPr lvl="3">
              <a:lnSpc>
                <a:spcPct val="100000"/>
              </a:lnSpc>
              <a:spcBef>
                <a:spcPts val="0"/>
              </a:spcBef>
              <a:spcAft>
                <a:spcPts val="0"/>
              </a:spcAft>
              <a:buSzPts val="2800"/>
              <a:buNone/>
              <a:defRPr sz="3735"/>
            </a:lvl4pPr>
            <a:lvl5pPr lvl="4">
              <a:lnSpc>
                <a:spcPct val="100000"/>
              </a:lnSpc>
              <a:spcBef>
                <a:spcPts val="0"/>
              </a:spcBef>
              <a:spcAft>
                <a:spcPts val="0"/>
              </a:spcAft>
              <a:buSzPts val="2800"/>
              <a:buNone/>
              <a:defRPr sz="3735"/>
            </a:lvl5pPr>
            <a:lvl6pPr lvl="5">
              <a:lnSpc>
                <a:spcPct val="100000"/>
              </a:lnSpc>
              <a:spcBef>
                <a:spcPts val="0"/>
              </a:spcBef>
              <a:spcAft>
                <a:spcPts val="0"/>
              </a:spcAft>
              <a:buSzPts val="2800"/>
              <a:buNone/>
              <a:defRPr sz="3735"/>
            </a:lvl6pPr>
            <a:lvl7pPr lvl="6">
              <a:lnSpc>
                <a:spcPct val="100000"/>
              </a:lnSpc>
              <a:spcBef>
                <a:spcPts val="0"/>
              </a:spcBef>
              <a:spcAft>
                <a:spcPts val="0"/>
              </a:spcAft>
              <a:buSzPts val="2800"/>
              <a:buNone/>
              <a:defRPr sz="3735"/>
            </a:lvl7pPr>
            <a:lvl8pPr lvl="7">
              <a:lnSpc>
                <a:spcPct val="100000"/>
              </a:lnSpc>
              <a:spcBef>
                <a:spcPts val="0"/>
              </a:spcBef>
              <a:spcAft>
                <a:spcPts val="0"/>
              </a:spcAft>
              <a:buSzPts val="2800"/>
              <a:buNone/>
              <a:defRPr sz="3735"/>
            </a:lvl8pPr>
            <a:lvl9pPr lvl="8">
              <a:lnSpc>
                <a:spcPct val="100000"/>
              </a:lnSpc>
              <a:spcBef>
                <a:spcPts val="0"/>
              </a:spcBef>
              <a:spcAft>
                <a:spcPts val="0"/>
              </a:spcAft>
              <a:buSzPts val="2800"/>
              <a:buNone/>
              <a:defRPr sz="3735"/>
            </a:lvl9pPr>
          </a:lstStyle>
          <a:p>
            <a:r>
              <a:rPr lang="es-ES"/>
              <a:t>Haga clic para editar el estilo de subtítulo del patrón</a:t>
            </a:r>
          </a:p>
        </p:txBody>
      </p:sp>
      <p:sp>
        <p:nvSpPr>
          <p:cNvPr id="35" name="Google Shape;35;p2"/>
          <p:cNvSpPr txBox="1">
            <a:spLocks noGrp="1"/>
          </p:cNvSpPr>
          <p:nvPr>
            <p:ph type="subTitle" idx="2"/>
          </p:nvPr>
        </p:nvSpPr>
        <p:spPr>
          <a:xfrm>
            <a:off x="974400" y="5716467"/>
            <a:ext cx="4996800" cy="316400"/>
          </a:xfrm>
          <a:prstGeom prst="rect">
            <a:avLst/>
          </a:prstGeom>
        </p:spPr>
        <p:txBody>
          <a:bodyPr spcFirstLastPara="1" wrap="square" lIns="91425" tIns="91425" rIns="91425" bIns="91425" anchor="ctr" anchorCtr="0">
            <a:noAutofit/>
          </a:bodyPr>
          <a:lstStyle>
            <a:lvl1pPr lvl="0">
              <a:spcBef>
                <a:spcPts val="0"/>
              </a:spcBef>
              <a:spcAft>
                <a:spcPts val="0"/>
              </a:spcAft>
              <a:buSzPts val="1800"/>
              <a:buNone/>
              <a:defRPr sz="2135">
                <a:latin typeface="Signika"/>
                <a:ea typeface="Signika"/>
                <a:cs typeface="Signika"/>
                <a:sym typeface="Signika"/>
              </a:defRPr>
            </a:lvl1pPr>
            <a:lvl2pPr lvl="1">
              <a:spcBef>
                <a:spcPts val="0"/>
              </a:spcBef>
              <a:spcAft>
                <a:spcPts val="0"/>
              </a:spcAft>
              <a:buSzPts val="1400"/>
              <a:buNone/>
              <a:defRPr/>
            </a:lvl2pPr>
            <a:lvl3pPr lvl="2">
              <a:spcBef>
                <a:spcPts val="2135"/>
              </a:spcBef>
              <a:spcAft>
                <a:spcPts val="0"/>
              </a:spcAft>
              <a:buSzPts val="1400"/>
              <a:buNone/>
              <a:defRPr/>
            </a:lvl3pPr>
            <a:lvl4pPr lvl="3">
              <a:spcBef>
                <a:spcPts val="2135"/>
              </a:spcBef>
              <a:spcAft>
                <a:spcPts val="0"/>
              </a:spcAft>
              <a:buSzPts val="1400"/>
              <a:buNone/>
              <a:defRPr/>
            </a:lvl4pPr>
            <a:lvl5pPr lvl="4">
              <a:spcBef>
                <a:spcPts val="2135"/>
              </a:spcBef>
              <a:spcAft>
                <a:spcPts val="0"/>
              </a:spcAft>
              <a:buSzPts val="1400"/>
              <a:buNone/>
              <a:defRPr/>
            </a:lvl5pPr>
            <a:lvl6pPr lvl="5">
              <a:spcBef>
                <a:spcPts val="2135"/>
              </a:spcBef>
              <a:spcAft>
                <a:spcPts val="0"/>
              </a:spcAft>
              <a:buSzPts val="1400"/>
              <a:buNone/>
              <a:defRPr/>
            </a:lvl6pPr>
            <a:lvl7pPr lvl="6">
              <a:spcBef>
                <a:spcPts val="2135"/>
              </a:spcBef>
              <a:spcAft>
                <a:spcPts val="0"/>
              </a:spcAft>
              <a:buSzPts val="1400"/>
              <a:buNone/>
              <a:defRPr/>
            </a:lvl7pPr>
            <a:lvl8pPr lvl="7">
              <a:spcBef>
                <a:spcPts val="2135"/>
              </a:spcBef>
              <a:spcAft>
                <a:spcPts val="0"/>
              </a:spcAft>
              <a:buSzPts val="1400"/>
              <a:buNone/>
              <a:defRPr/>
            </a:lvl8pPr>
            <a:lvl9pPr lvl="8">
              <a:spcBef>
                <a:spcPts val="2135"/>
              </a:spcBef>
              <a:spcAft>
                <a:spcPts val="2135"/>
              </a:spcAft>
              <a:buSzPts val="1400"/>
              <a:buNone/>
              <a:defRPr/>
            </a:lvl9pPr>
          </a:lstStyle>
          <a:p>
            <a:r>
              <a:rPr lang="es-ES"/>
              <a:t>Haga clic para editar el estilo de subtítulo del patrón</a:t>
            </a:r>
          </a:p>
        </p:txBody>
      </p:sp>
    </p:spTree>
    <p:extLst>
      <p:ext uri="{BB962C8B-B14F-4D97-AF65-F5344CB8AC3E}">
        <p14:creationId xmlns:p14="http://schemas.microsoft.com/office/powerpoint/2010/main" val="1622341512"/>
      </p:ext>
    </p:extLst>
  </p:cSld>
  <p:clrMapOvr>
    <a:masterClrMapping/>
  </p:clrMapOvr>
  <p:transition>
    <p:fade thruBlk="1"/>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12"/>
        <p:cNvGrpSpPr/>
        <p:nvPr/>
      </p:nvGrpSpPr>
      <p:grpSpPr>
        <a:xfrm>
          <a:off x="0" y="0"/>
          <a:ext cx="0" cy="0"/>
          <a:chOff x="0" y="0"/>
          <a:chExt cx="0" cy="0"/>
        </a:xfrm>
      </p:grpSpPr>
      <p:pic>
        <p:nvPicPr>
          <p:cNvPr id="13" name="Google Shape;13;p3"/>
          <p:cNvPicPr preferRelativeResize="0"/>
          <p:nvPr/>
        </p:nvPicPr>
        <p:blipFill>
          <a:blip r:embed="rId2">
            <a:alphaModFix/>
          </a:blip>
          <a:stretch>
            <a:fillRect/>
          </a:stretch>
        </p:blipFill>
        <p:spPr>
          <a:xfrm>
            <a:off x="0" y="0"/>
            <a:ext cx="12192000" cy="6858000"/>
          </a:xfrm>
          <a:prstGeom prst="rect">
            <a:avLst/>
          </a:prstGeom>
          <a:noFill/>
          <a:ln>
            <a:noFill/>
          </a:ln>
        </p:spPr>
      </p:pic>
      <p:sp>
        <p:nvSpPr>
          <p:cNvPr id="14" name="Google Shape;14;p3"/>
          <p:cNvSpPr txBox="1">
            <a:spLocks noGrp="1"/>
          </p:cNvSpPr>
          <p:nvPr>
            <p:ph type="ctrTitle"/>
          </p:nvPr>
        </p:nvSpPr>
        <p:spPr>
          <a:xfrm>
            <a:off x="914400" y="2212733"/>
            <a:ext cx="5685200" cy="1546400"/>
          </a:xfrm>
          <a:prstGeom prst="rect">
            <a:avLst/>
          </a:prstGeom>
        </p:spPr>
        <p:txBody>
          <a:bodyPr spcFirstLastPara="1" wrap="square" lIns="0" tIns="0" rIns="0" bIns="0"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5" name="Google Shape;15;p3"/>
          <p:cNvSpPr txBox="1">
            <a:spLocks noGrp="1"/>
          </p:cNvSpPr>
          <p:nvPr>
            <p:ph type="subTitle" idx="1"/>
          </p:nvPr>
        </p:nvSpPr>
        <p:spPr>
          <a:xfrm>
            <a:off x="914400" y="3888339"/>
            <a:ext cx="5685200" cy="1046400"/>
          </a:xfrm>
          <a:prstGeom prst="rect">
            <a:avLst/>
          </a:prstGeom>
        </p:spPr>
        <p:txBody>
          <a:bodyPr spcFirstLastPara="1" wrap="square" lIns="0" tIns="0" rIns="0" bIns="0" anchor="t" anchorCtr="0">
            <a:noAutofit/>
          </a:bodyPr>
          <a:lstStyle>
            <a:lvl1pPr lvl="0" rtl="0">
              <a:spcBef>
                <a:spcPts val="0"/>
              </a:spcBef>
              <a:spcAft>
                <a:spcPts val="0"/>
              </a:spcAft>
              <a:buClr>
                <a:schemeClr val="accent4"/>
              </a:buClr>
              <a:buSzPts val="1800"/>
              <a:buNone/>
              <a:defRPr sz="1800">
                <a:solidFill>
                  <a:schemeClr val="accent4"/>
                </a:solidFill>
              </a:defRPr>
            </a:lvl1pPr>
            <a:lvl2pPr lvl="1" rtl="0">
              <a:spcBef>
                <a:spcPts val="0"/>
              </a:spcBef>
              <a:spcAft>
                <a:spcPts val="0"/>
              </a:spcAft>
              <a:buClr>
                <a:schemeClr val="accent4"/>
              </a:buClr>
              <a:buSzPts val="1800"/>
              <a:buNone/>
              <a:defRPr sz="1800">
                <a:solidFill>
                  <a:schemeClr val="accent4"/>
                </a:solidFill>
              </a:defRPr>
            </a:lvl2pPr>
            <a:lvl3pPr lvl="2" rtl="0">
              <a:spcBef>
                <a:spcPts val="0"/>
              </a:spcBef>
              <a:spcAft>
                <a:spcPts val="0"/>
              </a:spcAft>
              <a:buClr>
                <a:schemeClr val="accent4"/>
              </a:buClr>
              <a:buSzPts val="1800"/>
              <a:buNone/>
              <a:defRPr sz="1800">
                <a:solidFill>
                  <a:schemeClr val="accent4"/>
                </a:solidFill>
              </a:defRPr>
            </a:lvl3pPr>
            <a:lvl4pPr lvl="3" rtl="0">
              <a:spcBef>
                <a:spcPts val="0"/>
              </a:spcBef>
              <a:spcAft>
                <a:spcPts val="0"/>
              </a:spcAft>
              <a:buClr>
                <a:schemeClr val="accent4"/>
              </a:buClr>
              <a:buSzPts val="1800"/>
              <a:buNone/>
              <a:defRPr sz="1800">
                <a:solidFill>
                  <a:schemeClr val="accent4"/>
                </a:solidFill>
              </a:defRPr>
            </a:lvl4pPr>
            <a:lvl5pPr lvl="4" rtl="0">
              <a:spcBef>
                <a:spcPts val="0"/>
              </a:spcBef>
              <a:spcAft>
                <a:spcPts val="0"/>
              </a:spcAft>
              <a:buClr>
                <a:schemeClr val="accent4"/>
              </a:buClr>
              <a:buSzPts val="1800"/>
              <a:buNone/>
              <a:defRPr sz="1800">
                <a:solidFill>
                  <a:schemeClr val="accent4"/>
                </a:solidFill>
              </a:defRPr>
            </a:lvl5pPr>
            <a:lvl6pPr lvl="5" rtl="0">
              <a:spcBef>
                <a:spcPts val="0"/>
              </a:spcBef>
              <a:spcAft>
                <a:spcPts val="0"/>
              </a:spcAft>
              <a:buClr>
                <a:schemeClr val="accent4"/>
              </a:buClr>
              <a:buSzPts val="1800"/>
              <a:buNone/>
              <a:defRPr sz="1800">
                <a:solidFill>
                  <a:schemeClr val="accent4"/>
                </a:solidFill>
              </a:defRPr>
            </a:lvl6pPr>
            <a:lvl7pPr lvl="6" rtl="0">
              <a:spcBef>
                <a:spcPts val="0"/>
              </a:spcBef>
              <a:spcAft>
                <a:spcPts val="0"/>
              </a:spcAft>
              <a:buClr>
                <a:schemeClr val="accent4"/>
              </a:buClr>
              <a:buSzPts val="1800"/>
              <a:buNone/>
              <a:defRPr sz="1800">
                <a:solidFill>
                  <a:schemeClr val="accent4"/>
                </a:solidFill>
              </a:defRPr>
            </a:lvl7pPr>
            <a:lvl8pPr lvl="7" rtl="0">
              <a:spcBef>
                <a:spcPts val="0"/>
              </a:spcBef>
              <a:spcAft>
                <a:spcPts val="0"/>
              </a:spcAft>
              <a:buClr>
                <a:schemeClr val="accent4"/>
              </a:buClr>
              <a:buSzPts val="1800"/>
              <a:buNone/>
              <a:defRPr sz="1800">
                <a:solidFill>
                  <a:schemeClr val="accent4"/>
                </a:solidFill>
              </a:defRPr>
            </a:lvl8pPr>
            <a:lvl9pPr lvl="8" rtl="0">
              <a:spcBef>
                <a:spcPts val="0"/>
              </a:spcBef>
              <a:spcAft>
                <a:spcPts val="0"/>
              </a:spcAft>
              <a:buClr>
                <a:schemeClr val="accent4"/>
              </a:buClr>
              <a:buSzPts val="1800"/>
              <a:buNone/>
              <a:defRPr sz="1800">
                <a:solidFill>
                  <a:schemeClr val="accent4"/>
                </a:solidFill>
              </a:defRPr>
            </a:lvl9pPr>
          </a:lstStyle>
          <a:p>
            <a:endParaRPr/>
          </a:p>
        </p:txBody>
      </p:sp>
    </p:spTree>
    <p:extLst>
      <p:ext uri="{BB962C8B-B14F-4D97-AF65-F5344CB8AC3E}">
        <p14:creationId xmlns:p14="http://schemas.microsoft.com/office/powerpoint/2010/main" val="7498017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 Big circuit">
  <p:cSld name="Blank · Big circuit">
    <p:spTree>
      <p:nvGrpSpPr>
        <p:cNvPr id="1" name="Shape 51"/>
        <p:cNvGrpSpPr/>
        <p:nvPr/>
      </p:nvGrpSpPr>
      <p:grpSpPr>
        <a:xfrm>
          <a:off x="0" y="0"/>
          <a:ext cx="0" cy="0"/>
          <a:chOff x="0" y="0"/>
          <a:chExt cx="0" cy="0"/>
        </a:xfrm>
      </p:grpSpPr>
      <p:sp>
        <p:nvSpPr>
          <p:cNvPr id="53" name="Google Shape;53;p11"/>
          <p:cNvSpPr txBox="1">
            <a:spLocks noGrp="1"/>
          </p:cNvSpPr>
          <p:nvPr>
            <p:ph type="sldNum" idx="12"/>
          </p:nvPr>
        </p:nvSpPr>
        <p:spPr>
          <a:xfrm>
            <a:off x="11307445" y="6333135"/>
            <a:ext cx="731600" cy="5248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s-PE" smtClean="0"/>
              <a:pPr/>
              <a:t>‹Nº›</a:t>
            </a:fld>
            <a:endParaRPr lang="es-PE" dirty="0"/>
          </a:p>
        </p:txBody>
      </p:sp>
    </p:spTree>
    <p:extLst>
      <p:ext uri="{BB962C8B-B14F-4D97-AF65-F5344CB8AC3E}">
        <p14:creationId xmlns:p14="http://schemas.microsoft.com/office/powerpoint/2010/main" val="7953588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cSld name="1_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4" name="Content Placeholder 3"/>
          <p:cNvSpPr>
            <a:spLocks noGrp="1"/>
          </p:cNvSpPr>
          <p:nvPr>
            <p:ph sz="half" idx="2"/>
          </p:nvPr>
        </p:nvSpPr>
        <p:spPr>
          <a:xfrm>
            <a:off x="6197600" y="1600201"/>
            <a:ext cx="53848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a:t>Anival Torre</a:t>
            </a:r>
            <a:endParaRPr lang="en-US" dirty="0"/>
          </a:p>
        </p:txBody>
      </p:sp>
      <p:sp>
        <p:nvSpPr>
          <p:cNvPr id="7" name="Slide Number Placeholder 6"/>
          <p:cNvSpPr>
            <a:spLocks noGrp="1"/>
          </p:cNvSpPr>
          <p:nvPr>
            <p:ph type="sldNum" sz="quarter" idx="12"/>
          </p:nvPr>
        </p:nvSpPr>
        <p:spPr/>
        <p:txBody>
          <a:bodyPr/>
          <a:lstStyle/>
          <a:p>
            <a:fld id="{F296E910-37BC-4096-8026-55DA8B4C3AB6}" type="slidenum">
              <a:rPr lang="en-US" smtClean="0"/>
              <a:pPr/>
              <a:t>‹Nº›</a:t>
            </a:fld>
            <a:endParaRPr lang="en-US" dirty="0"/>
          </a:p>
        </p:txBody>
      </p:sp>
      <p:sp>
        <p:nvSpPr>
          <p:cNvPr id="9" name="Content Placeholder 8"/>
          <p:cNvSpPr>
            <a:spLocks noGrp="1"/>
          </p:cNvSpPr>
          <p:nvPr>
            <p:ph sz="quarter" idx="13"/>
          </p:nvPr>
        </p:nvSpPr>
        <p:spPr>
          <a:xfrm>
            <a:off x="487680" y="1600200"/>
            <a:ext cx="5388864" cy="452628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21969071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AF1AAE89-7064-421D-9916-420AA2E7F7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4" name="Marcador de fecha 3">
            <a:extLst>
              <a:ext uri="{FF2B5EF4-FFF2-40B4-BE49-F238E27FC236}">
                <a16:creationId xmlns:a16="http://schemas.microsoft.com/office/drawing/2014/main" id="{7A6A12CE-274A-4C60-9546-77A9682AF5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PE"/>
          </a:p>
        </p:txBody>
      </p:sp>
      <p:sp>
        <p:nvSpPr>
          <p:cNvPr id="5" name="Marcador de pie de página 4">
            <a:extLst>
              <a:ext uri="{FF2B5EF4-FFF2-40B4-BE49-F238E27FC236}">
                <a16:creationId xmlns:a16="http://schemas.microsoft.com/office/drawing/2014/main" id="{2573BBF9-6C16-49C0-B59C-BBB728D49E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s-PE"/>
              <a:t>Anival Torre</a:t>
            </a:r>
          </a:p>
        </p:txBody>
      </p:sp>
      <p:sp>
        <p:nvSpPr>
          <p:cNvPr id="6" name="Marcador de número de diapositiva 5">
            <a:extLst>
              <a:ext uri="{FF2B5EF4-FFF2-40B4-BE49-F238E27FC236}">
                <a16:creationId xmlns:a16="http://schemas.microsoft.com/office/drawing/2014/main" id="{950E9423-4AA5-436D-A3A1-72E3B07693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7BA379-2009-4338-BF9E-30C0A8FACAF6}" type="slidenum">
              <a:rPr lang="es-PE" smtClean="0"/>
              <a:t>‹Nº›</a:t>
            </a:fld>
            <a:endParaRPr lang="es-PE"/>
          </a:p>
        </p:txBody>
      </p:sp>
      <p:sp>
        <p:nvSpPr>
          <p:cNvPr id="8" name="Rectángulo 7">
            <a:extLst>
              <a:ext uri="{FF2B5EF4-FFF2-40B4-BE49-F238E27FC236}">
                <a16:creationId xmlns:a16="http://schemas.microsoft.com/office/drawing/2014/main" id="{91A87426-75BB-4DA5-A531-460DD7508A1B}"/>
              </a:ext>
            </a:extLst>
          </p:cNvPr>
          <p:cNvSpPr/>
          <p:nvPr userDrawn="1"/>
        </p:nvSpPr>
        <p:spPr>
          <a:xfrm>
            <a:off x="6096000" y="-9331"/>
            <a:ext cx="6096000" cy="1073257"/>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Rectángulo 9">
            <a:extLst>
              <a:ext uri="{FF2B5EF4-FFF2-40B4-BE49-F238E27FC236}">
                <a16:creationId xmlns:a16="http://schemas.microsoft.com/office/drawing/2014/main" id="{E90ED3DD-A7C3-4095-9269-329F194BB6AC}"/>
              </a:ext>
            </a:extLst>
          </p:cNvPr>
          <p:cNvSpPr/>
          <p:nvPr userDrawn="1"/>
        </p:nvSpPr>
        <p:spPr>
          <a:xfrm>
            <a:off x="0" y="1073257"/>
            <a:ext cx="12192000" cy="151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11" name="Imagen 10" descr="Resultado de imagen para LOGO UNAC">
            <a:extLst>
              <a:ext uri="{FF2B5EF4-FFF2-40B4-BE49-F238E27FC236}">
                <a16:creationId xmlns:a16="http://schemas.microsoft.com/office/drawing/2014/main" id="{C8363EE3-3A68-4118-94B3-883E5C704F10}"/>
              </a:ext>
            </a:extLst>
          </p:cNvPr>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152732" y="188233"/>
            <a:ext cx="537224" cy="684603"/>
          </a:xfrm>
          <a:prstGeom prst="rect">
            <a:avLst/>
          </a:prstGeom>
          <a:noFill/>
          <a:ln>
            <a:noFill/>
          </a:ln>
        </p:spPr>
      </p:pic>
    </p:spTree>
    <p:extLst>
      <p:ext uri="{BB962C8B-B14F-4D97-AF65-F5344CB8AC3E}">
        <p14:creationId xmlns:p14="http://schemas.microsoft.com/office/powerpoint/2010/main" val="24801735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5" r:id="rId12"/>
    <p:sldLayoutId id="2147483666" r:id="rId13"/>
    <p:sldLayoutId id="2147483667" r:id="rId14"/>
    <p:sldLayoutId id="2147483668" r:id="rId15"/>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8.gif"/><Relationship Id="rId7"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17.jpeg"/><Relationship Id="rId7" Type="http://schemas.openxmlformats.org/officeDocument/2006/relationships/diagramColors" Target="../diagrams/colors4.xml"/><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diagramQuickStyle" Target="../diagrams/quickStyle4.xml"/><Relationship Id="rId5" Type="http://schemas.openxmlformats.org/officeDocument/2006/relationships/diagramLayout" Target="../diagrams/layout4.xml"/><Relationship Id="rId10" Type="http://schemas.openxmlformats.org/officeDocument/2006/relationships/image" Target="../media/image18.wmf"/><Relationship Id="rId4" Type="http://schemas.openxmlformats.org/officeDocument/2006/relationships/diagramData" Target="../diagrams/data4.xml"/><Relationship Id="rId9"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2.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20.jpeg"/><Relationship Id="rId7" Type="http://schemas.openxmlformats.org/officeDocument/2006/relationships/diagramColors" Target="../diagrams/colors6.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3.e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24.emf"/></Relationships>
</file>

<file path=ppt/slides/_rels/slide2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3.xml"/><Relationship Id="rId1" Type="http://schemas.openxmlformats.org/officeDocument/2006/relationships/slideLayout" Target="../slideLayouts/slideLayout6.xml"/><Relationship Id="rId5" Type="http://schemas.openxmlformats.org/officeDocument/2006/relationships/image" Target="../media/image25.emf"/><Relationship Id="rId4" Type="http://schemas.openxmlformats.org/officeDocument/2006/relationships/oleObject" Target="../embeddings/oleObject4.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p:cNvPicPr>
            <a:picLocks noChangeAspect="1"/>
          </p:cNvPicPr>
          <p:nvPr/>
        </p:nvPicPr>
        <p:blipFill>
          <a:blip r:embed="rId2"/>
          <a:stretch>
            <a:fillRect/>
          </a:stretch>
        </p:blipFill>
        <p:spPr>
          <a:xfrm>
            <a:off x="7235024" y="2518396"/>
            <a:ext cx="4913785" cy="2916657"/>
          </a:xfrm>
          <a:prstGeom prst="rect">
            <a:avLst/>
          </a:prstGeom>
          <a:solidFill>
            <a:srgbClr val="FFFFFF">
              <a:shade val="85000"/>
            </a:srgbClr>
          </a:solidFill>
          <a:ln w="88900" cap="sq">
            <a:solidFill>
              <a:srgbClr val="FFFFFF"/>
            </a:solidFill>
            <a:miter lim="800000"/>
            <a:headEnd/>
            <a:tailEnd/>
          </a:ln>
          <a:effectLst/>
          <a:scene3d>
            <a:camera prst="orthographicFront"/>
            <a:lightRig rig="twoPt" dir="t">
              <a:rot lat="0" lon="0" rev="7200000"/>
            </a:lightRig>
          </a:scene3d>
          <a:sp3d>
            <a:bevelT w="25400" h="19050"/>
            <a:contourClr>
              <a:srgbClr val="FFFFFF"/>
            </a:contourClr>
          </a:sp3d>
        </p:spPr>
      </p:pic>
      <p:pic>
        <p:nvPicPr>
          <p:cNvPr id="5" name="Picture 2" descr="UNA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071" y="190477"/>
            <a:ext cx="2855333" cy="674048"/>
          </a:xfrm>
          <a:prstGeom prst="rect">
            <a:avLst/>
          </a:prstGeom>
          <a:noFill/>
          <a:extLst>
            <a:ext uri="{909E8E84-426E-40DD-AFC4-6F175D3DCCD1}">
              <a14:hiddenFill xmlns:a14="http://schemas.microsoft.com/office/drawing/2010/main">
                <a:solidFill>
                  <a:srgbClr val="FFFFFF"/>
                </a:solidFill>
              </a14:hiddenFill>
            </a:ext>
          </a:extLst>
        </p:spPr>
      </p:pic>
      <p:sp>
        <p:nvSpPr>
          <p:cNvPr id="19" name="Rectángulo 18"/>
          <p:cNvSpPr/>
          <p:nvPr/>
        </p:nvSpPr>
        <p:spPr>
          <a:xfrm>
            <a:off x="7261461" y="5795306"/>
            <a:ext cx="467139" cy="450222"/>
          </a:xfrm>
          <a:prstGeom prst="rect">
            <a:avLst/>
          </a:prstGeom>
          <a:solidFill>
            <a:srgbClr val="D7E7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10" name="Título 2"/>
          <p:cNvSpPr txBox="1"/>
          <p:nvPr/>
        </p:nvSpPr>
        <p:spPr>
          <a:xfrm>
            <a:off x="8321150" y="5795306"/>
            <a:ext cx="2803628" cy="697178"/>
          </a:xfrm>
          <a:prstGeom prst="roundRect">
            <a:avLst/>
          </a:prstGeom>
          <a:solidFill>
            <a:schemeClr val="bg1"/>
          </a:solidFill>
          <a:ln w="28575">
            <a:noFill/>
            <a:prstDash val="lgDashDot"/>
          </a:ln>
        </p:spPr>
        <p:txBody>
          <a:bodyPr vert="horz" lIns="91440" tIns="45720" rIns="91440" bIns="45720" rtlCol="0" anchor="ctr">
            <a:noAutofit/>
          </a:bodyPr>
          <a:lstStyle>
            <a:lvl1pPr algn="l" defTabSz="914400" rtl="0" eaLnBrk="1" latinLnBrk="0" hangingPunct="1">
              <a:lnSpc>
                <a:spcPct val="90000"/>
              </a:lnSpc>
              <a:spcBef>
                <a:spcPct val="0"/>
              </a:spcBef>
              <a:buNone/>
              <a:defRPr sz="6000" b="1" kern="1200">
                <a:solidFill>
                  <a:schemeClr val="bg1"/>
                </a:solidFill>
                <a:latin typeface="+mj-lt"/>
                <a:ea typeface="+mj-ea"/>
                <a:cs typeface="+mj-cs"/>
              </a:defRPr>
            </a:lvl1pPr>
          </a:lstStyle>
          <a:p>
            <a:pPr algn="ctr"/>
            <a:r>
              <a:rPr lang="es-PE" sz="1800" dirty="0">
                <a:solidFill>
                  <a:srgbClr val="002060"/>
                </a:solidFill>
                <a:latin typeface="Bodoni MT Black" panose="02070A03080606020203" pitchFamily="18" charset="0"/>
                <a:cs typeface="Leelawadee UI" panose="020B0502040204020203" pitchFamily="34" charset="-34"/>
              </a:rPr>
              <a:t>SEMESTRE ACADÉMICO 2026 B</a:t>
            </a:r>
            <a:endParaRPr lang="es-ES" sz="1800" dirty="0">
              <a:solidFill>
                <a:srgbClr val="002060"/>
              </a:solidFill>
              <a:latin typeface="Bodoni MT Black" panose="02070A03080606020203" pitchFamily="18" charset="0"/>
              <a:cs typeface="Leelawadee UI" panose="020B0502040204020203" pitchFamily="34" charset="-34"/>
            </a:endParaRPr>
          </a:p>
        </p:txBody>
      </p:sp>
      <p:pic>
        <p:nvPicPr>
          <p:cNvPr id="26" name="Imagen 25"/>
          <p:cNvPicPr>
            <a:picLocks noChangeAspect="1"/>
          </p:cNvPicPr>
          <p:nvPr/>
        </p:nvPicPr>
        <p:blipFill>
          <a:blip r:embed="rId4"/>
          <a:stretch>
            <a:fillRect/>
          </a:stretch>
        </p:blipFill>
        <p:spPr>
          <a:xfrm>
            <a:off x="7261461" y="0"/>
            <a:ext cx="4923006" cy="1400220"/>
          </a:xfrm>
          <a:prstGeom prst="rect">
            <a:avLst/>
          </a:prstGeom>
        </p:spPr>
      </p:pic>
      <p:sp>
        <p:nvSpPr>
          <p:cNvPr id="15" name="4 CuadroTexto">
            <a:extLst>
              <a:ext uri="{FF2B5EF4-FFF2-40B4-BE49-F238E27FC236}">
                <a16:creationId xmlns:a16="http://schemas.microsoft.com/office/drawing/2014/main" id="{4365F436-E173-4817-8107-4110CE39FADE}"/>
              </a:ext>
            </a:extLst>
          </p:cNvPr>
          <p:cNvSpPr txBox="1"/>
          <p:nvPr/>
        </p:nvSpPr>
        <p:spPr>
          <a:xfrm>
            <a:off x="0" y="4134513"/>
            <a:ext cx="6096000" cy="830997"/>
          </a:xfrm>
          <a:prstGeom prst="rect">
            <a:avLst/>
          </a:prstGeom>
          <a:noFill/>
        </p:spPr>
        <p:txBody>
          <a:bodyPr wrap="square" rtlCol="0">
            <a:spAutoFit/>
          </a:bodyPr>
          <a:lstStyle/>
          <a:p>
            <a:pPr algn="ctr"/>
            <a:r>
              <a:rPr lang="es-ES" sz="2400" b="1" dirty="0">
                <a:solidFill>
                  <a:srgbClr val="700000"/>
                </a:solidFill>
              </a:rPr>
              <a:t>Docente:</a:t>
            </a:r>
          </a:p>
          <a:p>
            <a:pPr algn="ctr"/>
            <a:r>
              <a:rPr lang="es-ES" sz="2400" b="1" dirty="0" err="1">
                <a:solidFill>
                  <a:srgbClr val="700000"/>
                </a:solidFill>
              </a:rPr>
              <a:t>ANIVAL</a:t>
            </a:r>
            <a:r>
              <a:rPr lang="es-ES" sz="2400" b="1" dirty="0">
                <a:solidFill>
                  <a:srgbClr val="700000"/>
                </a:solidFill>
              </a:rPr>
              <a:t> TORRE CAMONES</a:t>
            </a:r>
            <a:endParaRPr lang="es-PE" sz="2400" b="1" dirty="0">
              <a:solidFill>
                <a:srgbClr val="700000"/>
              </a:solidFill>
            </a:endParaRPr>
          </a:p>
        </p:txBody>
      </p:sp>
      <p:sp>
        <p:nvSpPr>
          <p:cNvPr id="2" name="5 Rectángulo">
            <a:extLst>
              <a:ext uri="{FF2B5EF4-FFF2-40B4-BE49-F238E27FC236}">
                <a16:creationId xmlns:a16="http://schemas.microsoft.com/office/drawing/2014/main" id="{3267FC93-B427-4E7C-B243-BE63C44CB29D}"/>
              </a:ext>
            </a:extLst>
          </p:cNvPr>
          <p:cNvSpPr/>
          <p:nvPr/>
        </p:nvSpPr>
        <p:spPr>
          <a:xfrm>
            <a:off x="390" y="2394096"/>
            <a:ext cx="6096000" cy="1323439"/>
          </a:xfrm>
          <a:prstGeom prst="rect">
            <a:avLst/>
          </a:prstGeom>
          <a:noFill/>
        </p:spPr>
        <p:txBody>
          <a:bodyPr wrap="square" rtlCol="0">
            <a:spAutoFit/>
          </a:bodyPr>
          <a:ls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4000" b="1" dirty="0">
                <a:solidFill>
                  <a:srgbClr val="700000"/>
                </a:solidFill>
              </a:rPr>
              <a:t>INVESTIGACION DE OPERACIONES</a:t>
            </a:r>
            <a:endParaRPr lang="es-PE" sz="4000" b="1" dirty="0">
              <a:solidFill>
                <a:srgbClr val="700000"/>
              </a:solidFill>
            </a:endParaRPr>
          </a:p>
        </p:txBody>
      </p:sp>
      <p:pic>
        <p:nvPicPr>
          <p:cNvPr id="4" name="Imagen 3">
            <a:extLst>
              <a:ext uri="{FF2B5EF4-FFF2-40B4-BE49-F238E27FC236}">
                <a16:creationId xmlns:a16="http://schemas.microsoft.com/office/drawing/2014/main" id="{EF291808-C582-26D7-9A61-E42C7376AD2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47736" y="3366595"/>
            <a:ext cx="1097308" cy="1097308"/>
          </a:xfrm>
          <a:prstGeom prst="rect">
            <a:avLst/>
          </a:prstGeom>
        </p:spPr>
      </p:pic>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3" name="2 Título"/>
          <p:cNvSpPr>
            <a:spLocks noGrp="1"/>
          </p:cNvSpPr>
          <p:nvPr>
            <p:ph type="ctrTitle"/>
          </p:nvPr>
        </p:nvSpPr>
        <p:spPr/>
        <p:txBody>
          <a:bodyPr/>
          <a:lstStyle/>
          <a:p>
            <a:pPr algn="ctr"/>
            <a:r>
              <a:rPr lang="en" b="0" dirty="0">
                <a:solidFill>
                  <a:srgbClr val="FF0000"/>
                </a:solidFill>
                <a:latin typeface="Bauhaus 93" pitchFamily="82" charset="0"/>
              </a:rPr>
              <a:t>Administración de proyectos</a:t>
            </a:r>
            <a:endParaRPr lang="es-ES" b="0" dirty="0">
              <a:solidFill>
                <a:srgbClr val="FF0000"/>
              </a:solidFill>
            </a:endParaRPr>
          </a:p>
        </p:txBody>
      </p:sp>
      <p:sp>
        <p:nvSpPr>
          <p:cNvPr id="83" name="Google Shape;83;p15"/>
          <p:cNvSpPr txBox="1">
            <a:spLocks noGrp="1"/>
          </p:cNvSpPr>
          <p:nvPr>
            <p:ph type="sldNum" idx="4294967295"/>
          </p:nvPr>
        </p:nvSpPr>
        <p:spPr>
          <a:xfrm>
            <a:off x="10118726" y="6332538"/>
            <a:ext cx="549275" cy="525462"/>
          </a:xfrm>
          <a:prstGeom prst="rect">
            <a:avLst/>
          </a:prstGeom>
        </p:spPr>
        <p:txBody>
          <a:bodyPr spcFirstLastPara="1" vert="horz" wrap="square" lIns="0" tIns="0" rIns="0" bIns="0" rtlCol="0" anchor="ctr" anchorCtr="0">
            <a:noAutofit/>
          </a:bodyPr>
          <a:lstStyle/>
          <a:p>
            <a:fld id="{00000000-1234-1234-1234-123412341234}" type="slidenum">
              <a:rPr lang="en"/>
              <a:pPr/>
              <a:t>2</a:t>
            </a:fld>
            <a:endParaRPr dirty="0"/>
          </a:p>
        </p:txBody>
      </p:sp>
      <p:sp>
        <p:nvSpPr>
          <p:cNvPr id="7" name="Rectangle 2"/>
          <p:cNvSpPr txBox="1">
            <a:spLocks noChangeArrowheads="1"/>
          </p:cNvSpPr>
          <p:nvPr/>
        </p:nvSpPr>
        <p:spPr bwMode="black">
          <a:xfrm>
            <a:off x="6096000" y="142579"/>
            <a:ext cx="6096000" cy="8583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rtl="0" eaLnBrk="1" fontAlgn="base" hangingPunct="1">
              <a:spcBef>
                <a:spcPct val="0"/>
              </a:spcBef>
              <a:spcAft>
                <a:spcPct val="0"/>
              </a:spcAft>
              <a:defRPr sz="2800" b="1" i="1">
                <a:solidFill>
                  <a:schemeClr val="tx1"/>
                </a:solidFill>
                <a:latin typeface="+mj-lt"/>
                <a:ea typeface="+mj-ea"/>
                <a:cs typeface="+mj-cs"/>
              </a:defRPr>
            </a:lvl1pPr>
            <a:lvl2pPr algn="r" rtl="0" eaLnBrk="1" fontAlgn="base" hangingPunct="1">
              <a:spcBef>
                <a:spcPct val="0"/>
              </a:spcBef>
              <a:spcAft>
                <a:spcPct val="0"/>
              </a:spcAft>
              <a:defRPr sz="2800" b="1" i="1">
                <a:solidFill>
                  <a:schemeClr val="tx1"/>
                </a:solidFill>
                <a:latin typeface="Verdana" pitchFamily="34" charset="0"/>
              </a:defRPr>
            </a:lvl2pPr>
            <a:lvl3pPr algn="r" rtl="0" eaLnBrk="1" fontAlgn="base" hangingPunct="1">
              <a:spcBef>
                <a:spcPct val="0"/>
              </a:spcBef>
              <a:spcAft>
                <a:spcPct val="0"/>
              </a:spcAft>
              <a:defRPr sz="2800" b="1" i="1">
                <a:solidFill>
                  <a:schemeClr val="tx1"/>
                </a:solidFill>
                <a:latin typeface="Verdana" pitchFamily="34" charset="0"/>
              </a:defRPr>
            </a:lvl3pPr>
            <a:lvl4pPr algn="r" rtl="0" eaLnBrk="1" fontAlgn="base" hangingPunct="1">
              <a:spcBef>
                <a:spcPct val="0"/>
              </a:spcBef>
              <a:spcAft>
                <a:spcPct val="0"/>
              </a:spcAft>
              <a:defRPr sz="2800" b="1" i="1">
                <a:solidFill>
                  <a:schemeClr val="tx1"/>
                </a:solidFill>
                <a:latin typeface="Verdana" pitchFamily="34" charset="0"/>
              </a:defRPr>
            </a:lvl4pPr>
            <a:lvl5pPr algn="r" rtl="0" eaLnBrk="1" fontAlgn="base" hangingPunct="1">
              <a:spcBef>
                <a:spcPct val="0"/>
              </a:spcBef>
              <a:spcAft>
                <a:spcPct val="0"/>
              </a:spcAft>
              <a:defRPr sz="2800" b="1" i="1">
                <a:solidFill>
                  <a:schemeClr val="tx1"/>
                </a:solidFill>
                <a:latin typeface="Verdana" pitchFamily="34" charset="0"/>
              </a:defRPr>
            </a:lvl5pPr>
            <a:lvl6pPr marL="457200" algn="r" rtl="0" eaLnBrk="1" fontAlgn="base" hangingPunct="1">
              <a:spcBef>
                <a:spcPct val="0"/>
              </a:spcBef>
              <a:spcAft>
                <a:spcPct val="0"/>
              </a:spcAft>
              <a:defRPr sz="2800" b="1" i="1">
                <a:solidFill>
                  <a:schemeClr val="tx1"/>
                </a:solidFill>
                <a:latin typeface="Verdana" pitchFamily="34" charset="0"/>
              </a:defRPr>
            </a:lvl6pPr>
            <a:lvl7pPr marL="914400" algn="r" rtl="0" eaLnBrk="1" fontAlgn="base" hangingPunct="1">
              <a:spcBef>
                <a:spcPct val="0"/>
              </a:spcBef>
              <a:spcAft>
                <a:spcPct val="0"/>
              </a:spcAft>
              <a:defRPr sz="2800" b="1" i="1">
                <a:solidFill>
                  <a:schemeClr val="tx1"/>
                </a:solidFill>
                <a:latin typeface="Verdana" pitchFamily="34" charset="0"/>
              </a:defRPr>
            </a:lvl7pPr>
            <a:lvl8pPr marL="1371600" algn="r" rtl="0" eaLnBrk="1" fontAlgn="base" hangingPunct="1">
              <a:spcBef>
                <a:spcPct val="0"/>
              </a:spcBef>
              <a:spcAft>
                <a:spcPct val="0"/>
              </a:spcAft>
              <a:defRPr sz="2800" b="1" i="1">
                <a:solidFill>
                  <a:schemeClr val="tx1"/>
                </a:solidFill>
                <a:latin typeface="Verdana" pitchFamily="34" charset="0"/>
              </a:defRPr>
            </a:lvl8pPr>
            <a:lvl9pPr marL="1828800" algn="r" rtl="0" eaLnBrk="1" fontAlgn="base" hangingPunct="1">
              <a:spcBef>
                <a:spcPct val="0"/>
              </a:spcBef>
              <a:spcAft>
                <a:spcPct val="0"/>
              </a:spcAft>
              <a:defRPr sz="2800" b="1" i="1">
                <a:solidFill>
                  <a:schemeClr val="tx1"/>
                </a:solidFill>
                <a:latin typeface="Verdana" pitchFamily="34" charset="0"/>
              </a:defRPr>
            </a:lvl9pPr>
          </a:lstStyle>
          <a:p>
            <a:pPr algn="ctr">
              <a:buSzPts val="3600"/>
            </a:pPr>
            <a:r>
              <a:rPr lang="es-ES" sz="3200" b="0" i="0" dirty="0">
                <a:solidFill>
                  <a:schemeClr val="bg1"/>
                </a:solidFill>
                <a:latin typeface="Bauhaus 93" pitchFamily="82" charset="0"/>
              </a:rPr>
              <a:t>Novena semana</a:t>
            </a:r>
            <a:endParaRPr lang="en-US" sz="3200" b="0" i="0" dirty="0">
              <a:solidFill>
                <a:schemeClr val="bg1"/>
              </a:solidFill>
              <a:latin typeface="Bauhaus 93" pitchFamily="82" charset="0"/>
            </a:endParaRPr>
          </a:p>
        </p:txBody>
      </p:sp>
      <p:pic>
        <p:nvPicPr>
          <p:cNvPr id="8" name="Google Shape;61;p13"/>
          <p:cNvPicPr preferRelativeResize="0"/>
          <p:nvPr/>
        </p:nvPicPr>
        <p:blipFill>
          <a:blip r:embed="rId3">
            <a:alphaModFix/>
          </a:blip>
          <a:stretch>
            <a:fillRect/>
          </a:stretch>
        </p:blipFill>
        <p:spPr>
          <a:xfrm>
            <a:off x="7436237" y="2564904"/>
            <a:ext cx="1782850" cy="1988920"/>
          </a:xfrm>
          <a:prstGeom prst="rect">
            <a:avLst/>
          </a:prstGeom>
          <a:noFill/>
          <a:ln>
            <a:noFill/>
          </a:ln>
        </p:spPr>
      </p:pic>
    </p:spTree>
    <p:extLst>
      <p:ext uri="{BB962C8B-B14F-4D97-AF65-F5344CB8AC3E}">
        <p14:creationId xmlns:p14="http://schemas.microsoft.com/office/powerpoint/2010/main" val="798679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6096000" y="134643"/>
            <a:ext cx="6096000" cy="566762"/>
          </a:xfr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r>
              <a:rPr lang="es-UY" sz="3200" dirty="0">
                <a:solidFill>
                  <a:schemeClr val="bg1"/>
                </a:solidFill>
                <a:latin typeface="Bauhaus 93" pitchFamily="82" charset="0"/>
                <a:ea typeface="+mn-ea"/>
                <a:cs typeface="+mn-cs"/>
              </a:rPr>
              <a:t>Contenido</a:t>
            </a:r>
          </a:p>
        </p:txBody>
      </p:sp>
      <p:grpSp>
        <p:nvGrpSpPr>
          <p:cNvPr id="67587" name="Group 3"/>
          <p:cNvGrpSpPr>
            <a:grpSpLocks/>
          </p:cNvGrpSpPr>
          <p:nvPr/>
        </p:nvGrpSpPr>
        <p:grpSpPr bwMode="auto">
          <a:xfrm>
            <a:off x="3352800" y="2024063"/>
            <a:ext cx="762000" cy="665162"/>
            <a:chOff x="1110" y="2656"/>
            <a:chExt cx="1549" cy="1351"/>
          </a:xfrm>
        </p:grpSpPr>
        <p:sp>
          <p:nvSpPr>
            <p:cNvPr id="67588" name="AutoShape 4"/>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headEnd/>
              <a:tailEnd/>
            </a:ln>
            <a:effectLst/>
          </p:spPr>
          <p:txBody>
            <a:bodyPr wrap="none" anchor="ctr"/>
            <a:lstStyle/>
            <a:p>
              <a:endParaRPr lang="es-ES" dirty="0"/>
            </a:p>
          </p:txBody>
        </p:sp>
        <p:sp>
          <p:nvSpPr>
            <p:cNvPr id="67589" name="AutoShape 5"/>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p:spPr>
          <p:txBody>
            <a:bodyPr wrap="none" anchor="ctr"/>
            <a:lstStyle/>
            <a:p>
              <a:endParaRPr lang="es-ES" dirty="0"/>
            </a:p>
          </p:txBody>
        </p:sp>
        <p:sp>
          <p:nvSpPr>
            <p:cNvPr id="67590" name="AutoShape 6"/>
            <p:cNvSpPr>
              <a:spLocks noChangeArrowheads="1"/>
            </p:cNvSpPr>
            <p:nvPr/>
          </p:nvSpPr>
          <p:spPr bwMode="gray">
            <a:xfrm>
              <a:off x="1200" y="2736"/>
              <a:ext cx="1350" cy="1168"/>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endParaRPr lang="es-ES" dirty="0"/>
            </a:p>
          </p:txBody>
        </p:sp>
      </p:grpSp>
      <p:grpSp>
        <p:nvGrpSpPr>
          <p:cNvPr id="67591" name="Group 7"/>
          <p:cNvGrpSpPr>
            <a:grpSpLocks/>
          </p:cNvGrpSpPr>
          <p:nvPr/>
        </p:nvGrpSpPr>
        <p:grpSpPr bwMode="auto">
          <a:xfrm>
            <a:off x="3352800" y="2938463"/>
            <a:ext cx="762000" cy="665162"/>
            <a:chOff x="3174" y="2656"/>
            <a:chExt cx="1549" cy="1351"/>
          </a:xfrm>
        </p:grpSpPr>
        <p:sp>
          <p:nvSpPr>
            <p:cNvPr id="67592" name="AutoShape 8"/>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a:effectLst/>
          </p:spPr>
          <p:txBody>
            <a:bodyPr wrap="none" anchor="ctr"/>
            <a:lstStyle/>
            <a:p>
              <a:endParaRPr lang="es-ES" dirty="0"/>
            </a:p>
          </p:txBody>
        </p:sp>
        <p:sp>
          <p:nvSpPr>
            <p:cNvPr id="67593" name="AutoShape 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p:spPr>
          <p:txBody>
            <a:bodyPr wrap="none" anchor="ctr"/>
            <a:lstStyle/>
            <a:p>
              <a:endParaRPr lang="es-ES" dirty="0"/>
            </a:p>
          </p:txBody>
        </p:sp>
        <p:sp>
          <p:nvSpPr>
            <p:cNvPr id="67594" name="AutoShape 10"/>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endParaRPr lang="es-ES" dirty="0"/>
            </a:p>
          </p:txBody>
        </p:sp>
      </p:grpSp>
      <p:sp>
        <p:nvSpPr>
          <p:cNvPr id="67595" name="Line 11"/>
          <p:cNvSpPr>
            <a:spLocks noChangeShapeType="1"/>
          </p:cNvSpPr>
          <p:nvPr/>
        </p:nvSpPr>
        <p:spPr bwMode="auto">
          <a:xfrm>
            <a:off x="3962400" y="2633663"/>
            <a:ext cx="4800600" cy="0"/>
          </a:xfrm>
          <a:prstGeom prst="line">
            <a:avLst/>
          </a:prstGeom>
          <a:noFill/>
          <a:ln w="25400">
            <a:solidFill>
              <a:schemeClr val="tx2"/>
            </a:solidFill>
            <a:prstDash val="sysDot"/>
            <a:round/>
            <a:headEnd/>
            <a:tailEnd type="oval" w="med" len="med"/>
          </a:ln>
          <a:effectLst/>
        </p:spPr>
        <p:txBody>
          <a:bodyPr wrap="none" anchor="ctr"/>
          <a:lstStyle/>
          <a:p>
            <a:endParaRPr lang="es-ES" dirty="0"/>
          </a:p>
        </p:txBody>
      </p:sp>
      <p:sp>
        <p:nvSpPr>
          <p:cNvPr id="67596" name="Text Box 12"/>
          <p:cNvSpPr txBox="1">
            <a:spLocks noChangeArrowheads="1"/>
          </p:cNvSpPr>
          <p:nvPr/>
        </p:nvSpPr>
        <p:spPr bwMode="auto">
          <a:xfrm>
            <a:off x="4238612" y="2100264"/>
            <a:ext cx="5214974" cy="461665"/>
          </a:xfrm>
          <a:prstGeom prst="rect">
            <a:avLst/>
          </a:prstGeom>
          <a:noFill/>
          <a:ln w="9525" algn="ctr">
            <a:noFill/>
            <a:miter lim="800000"/>
            <a:headEnd/>
            <a:tailEnd/>
          </a:ln>
          <a:effectLst/>
        </p:spPr>
        <p:txBody>
          <a:bodyPr wrap="square">
            <a:spAutoFit/>
          </a:bodyPr>
          <a:lstStyle/>
          <a:p>
            <a:pPr eaLnBrk="0" hangingPunct="0"/>
            <a:r>
              <a:rPr lang="es-ES_tradnl" sz="2400" b="1" dirty="0">
                <a:solidFill>
                  <a:srgbClr val="7030A0"/>
                </a:solidFill>
              </a:rPr>
              <a:t>Proyecto e inversión</a:t>
            </a:r>
          </a:p>
        </p:txBody>
      </p:sp>
      <p:sp>
        <p:nvSpPr>
          <p:cNvPr id="67597" name="Text Box 13"/>
          <p:cNvSpPr txBox="1">
            <a:spLocks noChangeArrowheads="1"/>
          </p:cNvSpPr>
          <p:nvPr/>
        </p:nvSpPr>
        <p:spPr bwMode="gray">
          <a:xfrm>
            <a:off x="3556579" y="2122489"/>
            <a:ext cx="340157" cy="461665"/>
          </a:xfrm>
          <a:prstGeom prst="rect">
            <a:avLst/>
          </a:prstGeom>
          <a:noFill/>
          <a:ln w="9525" algn="ctr">
            <a:noFill/>
            <a:miter lim="800000"/>
            <a:headEnd/>
            <a:tailEnd/>
          </a:ln>
          <a:effectLst/>
        </p:spPr>
        <p:txBody>
          <a:bodyPr wrap="none">
            <a:spAutoFit/>
          </a:bodyPr>
          <a:lstStyle/>
          <a:p>
            <a:pPr algn="ctr" eaLnBrk="0" hangingPunct="0"/>
            <a:r>
              <a:rPr lang="en-US" sz="2400" dirty="0">
                <a:solidFill>
                  <a:schemeClr val="bg1"/>
                </a:solidFill>
              </a:rPr>
              <a:t>1</a:t>
            </a:r>
          </a:p>
        </p:txBody>
      </p:sp>
      <p:sp>
        <p:nvSpPr>
          <p:cNvPr id="67598" name="Line 14"/>
          <p:cNvSpPr>
            <a:spLocks noChangeShapeType="1"/>
          </p:cNvSpPr>
          <p:nvPr/>
        </p:nvSpPr>
        <p:spPr bwMode="auto">
          <a:xfrm>
            <a:off x="3962400" y="3548063"/>
            <a:ext cx="4800600" cy="0"/>
          </a:xfrm>
          <a:prstGeom prst="line">
            <a:avLst/>
          </a:prstGeom>
          <a:noFill/>
          <a:ln w="25400">
            <a:solidFill>
              <a:schemeClr val="tx2"/>
            </a:solidFill>
            <a:prstDash val="sysDot"/>
            <a:round/>
            <a:headEnd/>
            <a:tailEnd type="oval" w="med" len="med"/>
          </a:ln>
          <a:effectLst/>
        </p:spPr>
        <p:txBody>
          <a:bodyPr wrap="none" anchor="ctr"/>
          <a:lstStyle/>
          <a:p>
            <a:endParaRPr lang="es-ES" dirty="0"/>
          </a:p>
        </p:txBody>
      </p:sp>
      <p:sp>
        <p:nvSpPr>
          <p:cNvPr id="67599" name="Text Box 15"/>
          <p:cNvSpPr txBox="1">
            <a:spLocks noChangeArrowheads="1"/>
          </p:cNvSpPr>
          <p:nvPr/>
        </p:nvSpPr>
        <p:spPr bwMode="auto">
          <a:xfrm>
            <a:off x="4238612" y="3014664"/>
            <a:ext cx="4714908" cy="461665"/>
          </a:xfrm>
          <a:prstGeom prst="rect">
            <a:avLst/>
          </a:prstGeom>
          <a:noFill/>
          <a:ln w="9525" algn="ctr">
            <a:noFill/>
            <a:miter lim="800000"/>
            <a:headEnd/>
            <a:tailEnd/>
          </a:ln>
          <a:effectLst/>
        </p:spPr>
        <p:txBody>
          <a:bodyPr wrap="square">
            <a:spAutoFit/>
          </a:bodyPr>
          <a:lstStyle/>
          <a:p>
            <a:pPr eaLnBrk="0" hangingPunct="0"/>
            <a:r>
              <a:rPr lang="es-ES_tradnl" sz="2400" b="1" dirty="0">
                <a:solidFill>
                  <a:srgbClr val="7030A0"/>
                </a:solidFill>
              </a:rPr>
              <a:t>Problemas determinísticos</a:t>
            </a:r>
          </a:p>
        </p:txBody>
      </p:sp>
      <p:sp>
        <p:nvSpPr>
          <p:cNvPr id="67600" name="Text Box 16"/>
          <p:cNvSpPr txBox="1">
            <a:spLocks noChangeArrowheads="1"/>
          </p:cNvSpPr>
          <p:nvPr/>
        </p:nvSpPr>
        <p:spPr bwMode="gray">
          <a:xfrm>
            <a:off x="3556579" y="3036889"/>
            <a:ext cx="340157" cy="461665"/>
          </a:xfrm>
          <a:prstGeom prst="rect">
            <a:avLst/>
          </a:prstGeom>
          <a:noFill/>
          <a:ln w="9525" algn="ctr">
            <a:noFill/>
            <a:miter lim="800000"/>
            <a:headEnd/>
            <a:tailEnd/>
          </a:ln>
          <a:effectLst/>
        </p:spPr>
        <p:txBody>
          <a:bodyPr wrap="none">
            <a:spAutoFit/>
          </a:bodyPr>
          <a:lstStyle/>
          <a:p>
            <a:pPr algn="ctr" eaLnBrk="0" hangingPunct="0"/>
            <a:r>
              <a:rPr lang="en-US" sz="2400" dirty="0">
                <a:solidFill>
                  <a:schemeClr val="bg1"/>
                </a:solidFill>
              </a:rPr>
              <a:t>2</a:t>
            </a:r>
          </a:p>
        </p:txBody>
      </p:sp>
      <p:grpSp>
        <p:nvGrpSpPr>
          <p:cNvPr id="67601" name="Group 17"/>
          <p:cNvGrpSpPr>
            <a:grpSpLocks/>
          </p:cNvGrpSpPr>
          <p:nvPr/>
        </p:nvGrpSpPr>
        <p:grpSpPr bwMode="auto">
          <a:xfrm>
            <a:off x="3352800" y="3830638"/>
            <a:ext cx="762000" cy="665162"/>
            <a:chOff x="1110" y="2656"/>
            <a:chExt cx="1549" cy="1351"/>
          </a:xfrm>
        </p:grpSpPr>
        <p:sp>
          <p:nvSpPr>
            <p:cNvPr id="67602"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headEnd/>
              <a:tailEnd/>
            </a:ln>
            <a:effectLst/>
          </p:spPr>
          <p:txBody>
            <a:bodyPr wrap="none" anchor="ctr"/>
            <a:lstStyle/>
            <a:p>
              <a:endParaRPr lang="es-ES" dirty="0"/>
            </a:p>
          </p:txBody>
        </p:sp>
        <p:sp>
          <p:nvSpPr>
            <p:cNvPr id="67603"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p:spPr>
          <p:txBody>
            <a:bodyPr wrap="none" anchor="ctr"/>
            <a:lstStyle/>
            <a:p>
              <a:endParaRPr lang="es-ES" dirty="0"/>
            </a:p>
          </p:txBody>
        </p:sp>
        <p:sp>
          <p:nvSpPr>
            <p:cNvPr id="67604"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endParaRPr lang="es-ES" dirty="0"/>
            </a:p>
          </p:txBody>
        </p:sp>
      </p:grpSp>
      <p:grpSp>
        <p:nvGrpSpPr>
          <p:cNvPr id="67605" name="Group 21"/>
          <p:cNvGrpSpPr>
            <a:grpSpLocks/>
          </p:cNvGrpSpPr>
          <p:nvPr/>
        </p:nvGrpSpPr>
        <p:grpSpPr bwMode="auto">
          <a:xfrm>
            <a:off x="3352800" y="4745038"/>
            <a:ext cx="762000" cy="665162"/>
            <a:chOff x="3174" y="2656"/>
            <a:chExt cx="1549" cy="1351"/>
          </a:xfrm>
        </p:grpSpPr>
        <p:sp>
          <p:nvSpPr>
            <p:cNvPr id="67606" name="AutoShape 22"/>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a:effectLst/>
          </p:spPr>
          <p:txBody>
            <a:bodyPr wrap="none" anchor="ctr"/>
            <a:lstStyle/>
            <a:p>
              <a:endParaRPr lang="es-ES" dirty="0"/>
            </a:p>
          </p:txBody>
        </p:sp>
        <p:sp>
          <p:nvSpPr>
            <p:cNvPr id="67607" name="AutoShape 2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p:spPr>
          <p:txBody>
            <a:bodyPr wrap="none" anchor="ctr"/>
            <a:lstStyle/>
            <a:p>
              <a:endParaRPr lang="es-ES" dirty="0"/>
            </a:p>
          </p:txBody>
        </p:sp>
        <p:sp>
          <p:nvSpPr>
            <p:cNvPr id="67608" name="AutoShape 24"/>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endParaRPr lang="es-ES" dirty="0"/>
            </a:p>
          </p:txBody>
        </p:sp>
      </p:grpSp>
      <p:sp>
        <p:nvSpPr>
          <p:cNvPr id="67609" name="Line 25"/>
          <p:cNvSpPr>
            <a:spLocks noChangeShapeType="1"/>
          </p:cNvSpPr>
          <p:nvPr/>
        </p:nvSpPr>
        <p:spPr bwMode="auto">
          <a:xfrm>
            <a:off x="3962400" y="4440238"/>
            <a:ext cx="4800600" cy="0"/>
          </a:xfrm>
          <a:prstGeom prst="line">
            <a:avLst/>
          </a:prstGeom>
          <a:noFill/>
          <a:ln w="25400">
            <a:solidFill>
              <a:schemeClr val="tx2"/>
            </a:solidFill>
            <a:prstDash val="sysDot"/>
            <a:round/>
            <a:headEnd/>
            <a:tailEnd type="oval" w="med" len="med"/>
          </a:ln>
          <a:effectLst/>
        </p:spPr>
        <p:txBody>
          <a:bodyPr wrap="none" anchor="ctr"/>
          <a:lstStyle/>
          <a:p>
            <a:endParaRPr lang="es-ES" dirty="0"/>
          </a:p>
        </p:txBody>
      </p:sp>
      <p:sp>
        <p:nvSpPr>
          <p:cNvPr id="67610" name="Text Box 26"/>
          <p:cNvSpPr txBox="1">
            <a:spLocks noChangeArrowheads="1"/>
          </p:cNvSpPr>
          <p:nvPr/>
        </p:nvSpPr>
        <p:spPr bwMode="auto">
          <a:xfrm>
            <a:off x="4238612" y="4857761"/>
            <a:ext cx="4572032" cy="461665"/>
          </a:xfrm>
          <a:prstGeom prst="rect">
            <a:avLst/>
          </a:prstGeom>
          <a:noFill/>
          <a:ln w="9525" algn="ctr">
            <a:noFill/>
            <a:miter lim="800000"/>
            <a:headEnd/>
            <a:tailEnd/>
          </a:ln>
          <a:effectLst/>
        </p:spPr>
        <p:txBody>
          <a:bodyPr wrap="square">
            <a:spAutoFit/>
          </a:bodyPr>
          <a:lstStyle/>
          <a:p>
            <a:pPr eaLnBrk="0" hangingPunct="0"/>
            <a:r>
              <a:rPr lang="es-ES_tradnl" sz="2400" dirty="0"/>
              <a:t>Problemas probabilísticos</a:t>
            </a:r>
          </a:p>
        </p:txBody>
      </p:sp>
      <p:sp>
        <p:nvSpPr>
          <p:cNvPr id="67611" name="Text Box 27"/>
          <p:cNvSpPr txBox="1">
            <a:spLocks noChangeArrowheads="1"/>
          </p:cNvSpPr>
          <p:nvPr/>
        </p:nvSpPr>
        <p:spPr bwMode="gray">
          <a:xfrm>
            <a:off x="3556579" y="3929064"/>
            <a:ext cx="340157" cy="461665"/>
          </a:xfrm>
          <a:prstGeom prst="rect">
            <a:avLst/>
          </a:prstGeom>
          <a:noFill/>
          <a:ln w="9525" algn="ctr">
            <a:noFill/>
            <a:miter lim="800000"/>
            <a:headEnd/>
            <a:tailEnd/>
          </a:ln>
          <a:effectLst/>
        </p:spPr>
        <p:txBody>
          <a:bodyPr wrap="none">
            <a:spAutoFit/>
          </a:bodyPr>
          <a:lstStyle/>
          <a:p>
            <a:pPr algn="ctr" eaLnBrk="0" hangingPunct="0"/>
            <a:r>
              <a:rPr lang="en-US" sz="2400" dirty="0">
                <a:solidFill>
                  <a:schemeClr val="bg1"/>
                </a:solidFill>
              </a:rPr>
              <a:t>3</a:t>
            </a:r>
          </a:p>
        </p:txBody>
      </p:sp>
      <p:sp>
        <p:nvSpPr>
          <p:cNvPr id="67612" name="Line 28"/>
          <p:cNvSpPr>
            <a:spLocks noChangeShapeType="1"/>
          </p:cNvSpPr>
          <p:nvPr/>
        </p:nvSpPr>
        <p:spPr bwMode="auto">
          <a:xfrm>
            <a:off x="3962400" y="5354638"/>
            <a:ext cx="4800600" cy="0"/>
          </a:xfrm>
          <a:prstGeom prst="line">
            <a:avLst/>
          </a:prstGeom>
          <a:noFill/>
          <a:ln w="25400">
            <a:solidFill>
              <a:schemeClr val="tx2"/>
            </a:solidFill>
            <a:prstDash val="sysDot"/>
            <a:round/>
            <a:headEnd/>
            <a:tailEnd type="oval" w="med" len="med"/>
          </a:ln>
          <a:effectLst/>
        </p:spPr>
        <p:txBody>
          <a:bodyPr wrap="none" anchor="ctr"/>
          <a:lstStyle/>
          <a:p>
            <a:endParaRPr lang="es-ES" dirty="0"/>
          </a:p>
        </p:txBody>
      </p:sp>
      <p:sp>
        <p:nvSpPr>
          <p:cNvPr id="67613" name="Text Box 29"/>
          <p:cNvSpPr txBox="1">
            <a:spLocks noChangeArrowheads="1"/>
          </p:cNvSpPr>
          <p:nvPr/>
        </p:nvSpPr>
        <p:spPr bwMode="auto">
          <a:xfrm>
            <a:off x="4238612" y="4000505"/>
            <a:ext cx="3587290" cy="461665"/>
          </a:xfrm>
          <a:prstGeom prst="rect">
            <a:avLst/>
          </a:prstGeom>
          <a:noFill/>
          <a:ln w="9525" algn="ctr">
            <a:noFill/>
            <a:miter lim="800000"/>
            <a:headEnd/>
            <a:tailEnd/>
          </a:ln>
          <a:effectLst/>
        </p:spPr>
        <p:txBody>
          <a:bodyPr wrap="square">
            <a:spAutoFit/>
          </a:bodyPr>
          <a:lstStyle/>
          <a:p>
            <a:pPr eaLnBrk="0" hangingPunct="0"/>
            <a:r>
              <a:rPr lang="es-ES_tradnl" sz="2400" dirty="0"/>
              <a:t>Técnica de choque</a:t>
            </a:r>
          </a:p>
        </p:txBody>
      </p:sp>
      <p:sp>
        <p:nvSpPr>
          <p:cNvPr id="67614" name="Text Box 30"/>
          <p:cNvSpPr txBox="1">
            <a:spLocks noChangeArrowheads="1"/>
          </p:cNvSpPr>
          <p:nvPr/>
        </p:nvSpPr>
        <p:spPr bwMode="gray">
          <a:xfrm>
            <a:off x="3556579" y="4843464"/>
            <a:ext cx="340157" cy="461665"/>
          </a:xfrm>
          <a:prstGeom prst="rect">
            <a:avLst/>
          </a:prstGeom>
          <a:noFill/>
          <a:ln w="9525" algn="ctr">
            <a:noFill/>
            <a:miter lim="800000"/>
            <a:headEnd/>
            <a:tailEnd/>
          </a:ln>
          <a:effectLst/>
        </p:spPr>
        <p:txBody>
          <a:bodyPr wrap="none">
            <a:spAutoFit/>
          </a:bodyPr>
          <a:lstStyle/>
          <a:p>
            <a:pPr algn="ctr" eaLnBrk="0" hangingPunct="0"/>
            <a:r>
              <a:rPr lang="en-US" sz="2400" dirty="0">
                <a:solidFill>
                  <a:schemeClr val="bg1"/>
                </a:solidFill>
              </a:rPr>
              <a:t>4</a:t>
            </a:r>
          </a:p>
        </p:txBody>
      </p:sp>
      <p:sp>
        <p:nvSpPr>
          <p:cNvPr id="67615" name="Text Box 31"/>
          <p:cNvSpPr txBox="1">
            <a:spLocks noChangeArrowheads="1"/>
          </p:cNvSpPr>
          <p:nvPr/>
        </p:nvSpPr>
        <p:spPr bwMode="auto">
          <a:xfrm>
            <a:off x="3184525" y="722313"/>
            <a:ext cx="184150" cy="366712"/>
          </a:xfrm>
          <a:prstGeom prst="rect">
            <a:avLst/>
          </a:prstGeom>
          <a:noFill/>
          <a:ln w="9525">
            <a:noFill/>
            <a:miter lim="800000"/>
            <a:headEnd/>
            <a:tailEnd/>
          </a:ln>
          <a:effectLst/>
        </p:spPr>
        <p:txBody>
          <a:bodyPr wrap="none">
            <a:spAutoFit/>
          </a:bodyPr>
          <a:lstStyle/>
          <a:p>
            <a:endParaRPr lang="es-ES" dirty="0"/>
          </a:p>
        </p:txBody>
      </p:sp>
      <p:sp>
        <p:nvSpPr>
          <p:cNvPr id="2" name="1 Marcador de pie de página"/>
          <p:cNvSpPr>
            <a:spLocks noGrp="1"/>
          </p:cNvSpPr>
          <p:nvPr>
            <p:ph type="ftr" sz="quarter" idx="11"/>
          </p:nvPr>
        </p:nvSpPr>
        <p:spPr/>
        <p:txBody>
          <a:bodyPr/>
          <a:lstStyle/>
          <a:p>
            <a:r>
              <a:rPr lang="en-US"/>
              <a:t>Anival Torre</a:t>
            </a:r>
            <a:endParaRPr lang="en-US" dirty="0"/>
          </a:p>
        </p:txBody>
      </p:sp>
      <p:sp>
        <p:nvSpPr>
          <p:cNvPr id="3" name="2 Marcador de número de diapositiva"/>
          <p:cNvSpPr>
            <a:spLocks noGrp="1"/>
          </p:cNvSpPr>
          <p:nvPr>
            <p:ph type="sldNum" sz="quarter" idx="12"/>
          </p:nvPr>
        </p:nvSpPr>
        <p:spPr/>
        <p:txBody>
          <a:bodyPr/>
          <a:lstStyle/>
          <a:p>
            <a:fld id="{4BC38C50-023F-42B7-BFCC-78669C22CA39}" type="slidenum">
              <a:rPr lang="en-US" smtClean="0"/>
              <a:pPr/>
              <a:t>3</a:t>
            </a:fld>
            <a:endParaRPr lang="en-US" dirty="0"/>
          </a:p>
        </p:txBody>
      </p:sp>
      <p:sp>
        <p:nvSpPr>
          <p:cNvPr id="39" name="Text Box 27"/>
          <p:cNvSpPr txBox="1">
            <a:spLocks noChangeArrowheads="1"/>
          </p:cNvSpPr>
          <p:nvPr/>
        </p:nvSpPr>
        <p:spPr bwMode="gray">
          <a:xfrm>
            <a:off x="3514246" y="5748476"/>
            <a:ext cx="340157" cy="461665"/>
          </a:xfrm>
          <a:prstGeom prst="rect">
            <a:avLst/>
          </a:prstGeom>
          <a:noFill/>
          <a:ln w="9525" algn="ctr">
            <a:noFill/>
            <a:miter lim="800000"/>
            <a:headEnd/>
            <a:tailEnd/>
          </a:ln>
          <a:effectLst/>
        </p:spPr>
        <p:txBody>
          <a:bodyPr wrap="none">
            <a:spAutoFit/>
          </a:bodyPr>
          <a:lstStyle/>
          <a:p>
            <a:pPr algn="ctr" eaLnBrk="0" hangingPunct="0"/>
            <a:r>
              <a:rPr lang="en-US" sz="2400" dirty="0">
                <a:solidFill>
                  <a:schemeClr val="bg1"/>
                </a:solidFill>
              </a:rPr>
              <a:t>5</a:t>
            </a:r>
          </a:p>
        </p:txBody>
      </p:sp>
    </p:spTree>
    <p:extLst>
      <p:ext uri="{BB962C8B-B14F-4D97-AF65-F5344CB8AC3E}">
        <p14:creationId xmlns:p14="http://schemas.microsoft.com/office/powerpoint/2010/main" val="38202601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14 Marcador de número de diapositiva"/>
          <p:cNvSpPr>
            <a:spLocks noGrp="1"/>
          </p:cNvSpPr>
          <p:nvPr>
            <p:ph type="sldNum" sz="quarter" idx="12"/>
          </p:nvPr>
        </p:nvSpPr>
        <p:spPr>
          <a:xfrm>
            <a:off x="9067801" y="6350334"/>
            <a:ext cx="2743200" cy="365125"/>
          </a:xfrm>
        </p:spPr>
        <p:txBody>
          <a:bodyPr/>
          <a:lstStyle/>
          <a:p>
            <a:fld id="{4BC38C50-023F-42B7-BFCC-78669C22CA39}" type="slidenum">
              <a:rPr lang="en-US" sz="2400" smtClean="0"/>
              <a:pPr/>
              <a:t>4</a:t>
            </a:fld>
            <a:endParaRPr lang="en-US" sz="2400" dirty="0"/>
          </a:p>
        </p:txBody>
      </p:sp>
      <p:sp>
        <p:nvSpPr>
          <p:cNvPr id="14" name="13 Marcador de pie de página"/>
          <p:cNvSpPr>
            <a:spLocks noGrp="1"/>
          </p:cNvSpPr>
          <p:nvPr>
            <p:ph type="ftr" sz="quarter" idx="11"/>
          </p:nvPr>
        </p:nvSpPr>
        <p:spPr>
          <a:xfrm>
            <a:off x="4495801" y="6350334"/>
            <a:ext cx="4114800" cy="365125"/>
          </a:xfrm>
        </p:spPr>
        <p:txBody>
          <a:bodyPr/>
          <a:lstStyle/>
          <a:p>
            <a:r>
              <a:rPr lang="en-US" sz="2400" dirty="0"/>
              <a:t>Anival Torre</a:t>
            </a:r>
          </a:p>
        </p:txBody>
      </p:sp>
      <p:sp>
        <p:nvSpPr>
          <p:cNvPr id="226306" name="Rectangle 2"/>
          <p:cNvSpPr>
            <a:spLocks noGrp="1" noRot="1" noChangeArrowheads="1"/>
          </p:cNvSpPr>
          <p:nvPr>
            <p:ph type="title"/>
          </p:nvPr>
        </p:nvSpPr>
        <p:spPr>
          <a:xfrm>
            <a:off x="6096000" y="37733"/>
            <a:ext cx="6096000" cy="785794"/>
          </a:xfrm>
          <a:noFill/>
          <a:ln w="9525">
            <a:noFill/>
            <a:miter lim="800000"/>
            <a:headEnd/>
            <a:tailEnd/>
          </a:ln>
          <a:effectLst/>
        </p:spPr>
        <p:txBody>
          <a:bodyPr vert="horz" wrap="square" lIns="91440" tIns="45720" rIns="91440" bIns="45720" numCol="1" anchor="ctr" anchorCtr="0" compatLnSpc="1">
            <a:prstTxWarp prst="textNoShape">
              <a:avLst/>
            </a:prstTxWarp>
          </a:bodyPr>
          <a:lstStyle/>
          <a:p>
            <a:pPr algn="ctr">
              <a:buSzPts val="3600"/>
            </a:pPr>
            <a:r>
              <a:rPr lang="es-MX" sz="3200" dirty="0">
                <a:solidFill>
                  <a:schemeClr val="bg1"/>
                </a:solidFill>
                <a:latin typeface="Bauhaus 93" pitchFamily="82" charset="0"/>
              </a:rPr>
              <a:t>Proyecto e inversión</a:t>
            </a:r>
            <a:endParaRPr lang="es-PE" sz="3200" dirty="0">
              <a:solidFill>
                <a:schemeClr val="bg1"/>
              </a:solidFill>
              <a:latin typeface="Bauhaus 93" pitchFamily="82" charset="0"/>
            </a:endParaRPr>
          </a:p>
        </p:txBody>
      </p:sp>
      <p:sp>
        <p:nvSpPr>
          <p:cNvPr id="17414" name="Text Box 11"/>
          <p:cNvSpPr txBox="1">
            <a:spLocks noChangeArrowheads="1"/>
          </p:cNvSpPr>
          <p:nvPr/>
        </p:nvSpPr>
        <p:spPr bwMode="auto">
          <a:xfrm>
            <a:off x="6314087" y="3679898"/>
            <a:ext cx="2437815" cy="3094039"/>
          </a:xfrm>
          <a:prstGeom prst="rect">
            <a:avLst/>
          </a:prstGeom>
          <a:solidFill>
            <a:schemeClr val="bg2">
              <a:lumMod val="25000"/>
            </a:schemeClr>
          </a:solidFill>
          <a:ln w="38100">
            <a:solidFill>
              <a:srgbClr val="0000FF"/>
            </a:solidFill>
            <a:miter lim="800000"/>
            <a:headEnd/>
            <a:tailEnd/>
          </a:ln>
        </p:spPr>
        <p:txBody>
          <a:bodyPr/>
          <a:lstStyle>
            <a:defPPr>
              <a:defRPr lang="es-ES"/>
            </a:defPPr>
            <a:lvl1pPr algn="ctr" defTabSz="762000" eaLnBrk="0" hangingPunct="0">
              <a:defRPr sz="2400" b="0">
                <a:solidFill>
                  <a:schemeClr val="bg1"/>
                </a:solidFill>
                <a:latin typeface="Arial Narrow" pitchFamily="34" charset="0"/>
                <a:cs typeface="Times New Roman" pitchFamily="18" charset="0"/>
              </a:defRPr>
            </a:lvl1pPr>
          </a:lstStyle>
          <a:p>
            <a:r>
              <a:rPr lang="es-ES" dirty="0">
                <a:solidFill>
                  <a:srgbClr val="FFFF00"/>
                </a:solidFill>
              </a:rPr>
              <a:t>PROYECTO</a:t>
            </a:r>
          </a:p>
          <a:p>
            <a:r>
              <a:rPr lang="es-ES" dirty="0"/>
              <a:t>Participan los expertos</a:t>
            </a:r>
          </a:p>
        </p:txBody>
      </p:sp>
      <p:sp>
        <p:nvSpPr>
          <p:cNvPr id="17412" name="Text Box 10"/>
          <p:cNvSpPr txBox="1">
            <a:spLocks noChangeArrowheads="1"/>
          </p:cNvSpPr>
          <p:nvPr/>
        </p:nvSpPr>
        <p:spPr bwMode="auto">
          <a:xfrm>
            <a:off x="609041" y="3682815"/>
            <a:ext cx="2437816" cy="3094039"/>
          </a:xfrm>
          <a:prstGeom prst="rect">
            <a:avLst/>
          </a:prstGeom>
          <a:solidFill>
            <a:schemeClr val="bg2">
              <a:lumMod val="25000"/>
            </a:schemeClr>
          </a:solidFill>
          <a:ln w="38100">
            <a:solidFill>
              <a:srgbClr val="0000FF"/>
            </a:solidFill>
            <a:miter lim="800000"/>
            <a:headEnd/>
            <a:tailEnd/>
          </a:ln>
        </p:spPr>
        <p:txBody>
          <a:bodyPr/>
          <a:lstStyle>
            <a:defPPr>
              <a:defRPr lang="es-ES"/>
            </a:defPPr>
            <a:lvl1pPr defTabSz="762000" eaLnBrk="0" hangingPunct="0">
              <a:defRPr sz="2800" b="0">
                <a:solidFill>
                  <a:schemeClr val="bg1"/>
                </a:solidFill>
                <a:latin typeface="Agency FB" pitchFamily="34" charset="0"/>
                <a:cs typeface="Times New Roman" pitchFamily="18" charset="0"/>
              </a:defRPr>
            </a:lvl1pPr>
          </a:lstStyle>
          <a:p>
            <a:pPr algn="ctr"/>
            <a:r>
              <a:rPr lang="es-ES" sz="2400" dirty="0">
                <a:solidFill>
                  <a:srgbClr val="FFFF00"/>
                </a:solidFill>
                <a:latin typeface="Arial Narrow" pitchFamily="34" charset="0"/>
              </a:rPr>
              <a:t>PERFIL</a:t>
            </a:r>
          </a:p>
          <a:p>
            <a:pPr algn="ctr"/>
            <a:r>
              <a:rPr lang="es-ES" sz="2400" dirty="0">
                <a:latin typeface="Arial Narrow" pitchFamily="34" charset="0"/>
              </a:rPr>
              <a:t>propósito</a:t>
            </a:r>
          </a:p>
          <a:p>
            <a:pPr algn="ctr"/>
            <a:r>
              <a:rPr lang="es-ES" sz="2400" dirty="0">
                <a:latin typeface="Arial Narrow" pitchFamily="34" charset="0"/>
              </a:rPr>
              <a:t>Inversión</a:t>
            </a:r>
          </a:p>
          <a:p>
            <a:pPr algn="ctr"/>
            <a:r>
              <a:rPr lang="es-ES" sz="2400" dirty="0">
                <a:latin typeface="Arial Narrow" pitchFamily="34" charset="0"/>
              </a:rPr>
              <a:t>Utilidad</a:t>
            </a:r>
          </a:p>
          <a:p>
            <a:pPr algn="ctr"/>
            <a:r>
              <a:rPr lang="es-ES" sz="2400" dirty="0">
                <a:latin typeface="Arial Narrow" pitchFamily="34" charset="0"/>
              </a:rPr>
              <a:t>Lugar</a:t>
            </a:r>
          </a:p>
          <a:p>
            <a:pPr algn="ctr"/>
            <a:r>
              <a:rPr lang="es-ES" sz="2400" dirty="0">
                <a:latin typeface="Arial Narrow" pitchFamily="34" charset="0"/>
              </a:rPr>
              <a:t>Fecha</a:t>
            </a:r>
          </a:p>
        </p:txBody>
      </p:sp>
      <p:sp>
        <p:nvSpPr>
          <p:cNvPr id="17413" name="Text Box 12"/>
          <p:cNvSpPr txBox="1">
            <a:spLocks noChangeArrowheads="1"/>
          </p:cNvSpPr>
          <p:nvPr/>
        </p:nvSpPr>
        <p:spPr bwMode="auto">
          <a:xfrm>
            <a:off x="3463521" y="3682814"/>
            <a:ext cx="2437815" cy="3094039"/>
          </a:xfrm>
          <a:prstGeom prst="rect">
            <a:avLst/>
          </a:prstGeom>
          <a:solidFill>
            <a:schemeClr val="bg2">
              <a:lumMod val="25000"/>
            </a:schemeClr>
          </a:solidFill>
          <a:ln w="38100">
            <a:solidFill>
              <a:srgbClr val="0000FF"/>
            </a:solidFill>
            <a:miter lim="800000"/>
            <a:headEnd/>
            <a:tailEnd/>
          </a:ln>
        </p:spPr>
        <p:txBody>
          <a:bodyPr/>
          <a:lstStyle>
            <a:defPPr>
              <a:defRPr lang="es-ES"/>
            </a:defPPr>
            <a:lvl1pPr algn="ctr" defTabSz="762000" eaLnBrk="0" hangingPunct="0">
              <a:defRPr sz="2400" b="0">
                <a:solidFill>
                  <a:schemeClr val="bg1"/>
                </a:solidFill>
                <a:latin typeface="Arial Narrow" pitchFamily="34" charset="0"/>
                <a:cs typeface="Times New Roman" pitchFamily="18" charset="0"/>
              </a:defRPr>
            </a:lvl1pPr>
          </a:lstStyle>
          <a:p>
            <a:r>
              <a:rPr lang="es-ES" dirty="0">
                <a:solidFill>
                  <a:srgbClr val="FFFF00"/>
                </a:solidFill>
              </a:rPr>
              <a:t>ANTE-PROYECTO</a:t>
            </a:r>
          </a:p>
          <a:p>
            <a:r>
              <a:rPr lang="es-ES" dirty="0"/>
              <a:t>E. Mercado (</a:t>
            </a:r>
            <a:r>
              <a:rPr lang="es-ES" dirty="0" err="1"/>
              <a:t>PPPP</a:t>
            </a:r>
            <a:r>
              <a:rPr lang="es-ES" dirty="0"/>
              <a:t>) </a:t>
            </a:r>
          </a:p>
          <a:p>
            <a:r>
              <a:rPr lang="es-ES" dirty="0"/>
              <a:t>E. Costos</a:t>
            </a:r>
          </a:p>
          <a:p>
            <a:r>
              <a:rPr lang="es-ES" dirty="0"/>
              <a:t>E. Ingresos/egresos   </a:t>
            </a:r>
          </a:p>
          <a:p>
            <a:r>
              <a:rPr lang="es-ES" dirty="0"/>
              <a:t>E. Financiamiento  </a:t>
            </a:r>
          </a:p>
          <a:p>
            <a:r>
              <a:rPr lang="es-ES" dirty="0"/>
              <a:t>E. Ingeniería</a:t>
            </a:r>
          </a:p>
          <a:p>
            <a:r>
              <a:rPr lang="es-ES" dirty="0"/>
              <a:t>Evaluación E/S/Ecol.</a:t>
            </a:r>
          </a:p>
        </p:txBody>
      </p:sp>
      <p:sp>
        <p:nvSpPr>
          <p:cNvPr id="17415" name="Text Box 14"/>
          <p:cNvSpPr txBox="1">
            <a:spLocks noChangeArrowheads="1"/>
          </p:cNvSpPr>
          <p:nvPr/>
        </p:nvSpPr>
        <p:spPr bwMode="auto">
          <a:xfrm>
            <a:off x="9164653" y="3676482"/>
            <a:ext cx="2437815" cy="3094039"/>
          </a:xfrm>
          <a:prstGeom prst="rect">
            <a:avLst/>
          </a:prstGeom>
          <a:solidFill>
            <a:schemeClr val="bg2">
              <a:lumMod val="25000"/>
            </a:schemeClr>
          </a:solidFill>
          <a:ln w="38100">
            <a:solidFill>
              <a:srgbClr val="0000FF"/>
            </a:solidFill>
            <a:miter lim="800000"/>
            <a:headEnd/>
            <a:tailEnd/>
          </a:ln>
        </p:spPr>
        <p:txBody>
          <a:bodyPr/>
          <a:lstStyle>
            <a:defPPr>
              <a:defRPr lang="es-ES"/>
            </a:defPPr>
            <a:lvl1pPr algn="ctr" defTabSz="762000" eaLnBrk="0" hangingPunct="0">
              <a:defRPr sz="2400" b="0">
                <a:solidFill>
                  <a:schemeClr val="bg1"/>
                </a:solidFill>
                <a:latin typeface="Arial Narrow" pitchFamily="34" charset="0"/>
                <a:cs typeface="Times New Roman" pitchFamily="18" charset="0"/>
              </a:defRPr>
            </a:lvl1pPr>
          </a:lstStyle>
          <a:p>
            <a:r>
              <a:rPr lang="es-ES" sz="2000" dirty="0">
                <a:solidFill>
                  <a:srgbClr val="FFFF00"/>
                </a:solidFill>
              </a:rPr>
              <a:t>ADM. DE PROYECTOS</a:t>
            </a:r>
          </a:p>
          <a:p>
            <a:r>
              <a:rPr lang="es-ES" sz="2000" dirty="0" err="1"/>
              <a:t>CPM-PERT</a:t>
            </a:r>
            <a:endParaRPr lang="es-ES" sz="2000" dirty="0"/>
          </a:p>
          <a:p>
            <a:r>
              <a:rPr lang="es-ES" sz="2000" dirty="0"/>
              <a:t>Project</a:t>
            </a:r>
          </a:p>
        </p:txBody>
      </p:sp>
      <p:sp>
        <p:nvSpPr>
          <p:cNvPr id="17416" name="Oval 13"/>
          <p:cNvSpPr>
            <a:spLocks noChangeArrowheads="1"/>
          </p:cNvSpPr>
          <p:nvPr/>
        </p:nvSpPr>
        <p:spPr bwMode="auto">
          <a:xfrm>
            <a:off x="8020368" y="1377624"/>
            <a:ext cx="1817576" cy="1825612"/>
          </a:xfrm>
          <a:prstGeom prst="ellipse">
            <a:avLst/>
          </a:prstGeom>
          <a:solidFill>
            <a:schemeClr val="bg2">
              <a:lumMod val="75000"/>
            </a:schemeClr>
          </a:solidFill>
          <a:ln w="38100">
            <a:solidFill>
              <a:srgbClr val="000000"/>
            </a:solidFill>
            <a:round/>
            <a:headEnd/>
            <a:tailEnd/>
          </a:ln>
        </p:spPr>
        <p:txBody>
          <a:bodyPr/>
          <a:lstStyle/>
          <a:p>
            <a:pPr algn="ctr"/>
            <a:endParaRPr lang="es-ES" dirty="0"/>
          </a:p>
        </p:txBody>
      </p:sp>
      <p:sp>
        <p:nvSpPr>
          <p:cNvPr id="17418" name="Text Box 18"/>
          <p:cNvSpPr txBox="1">
            <a:spLocks noChangeArrowheads="1"/>
          </p:cNvSpPr>
          <p:nvPr/>
        </p:nvSpPr>
        <p:spPr bwMode="auto">
          <a:xfrm>
            <a:off x="8541264" y="2705393"/>
            <a:ext cx="712724" cy="461665"/>
          </a:xfrm>
          <a:prstGeom prst="rect">
            <a:avLst/>
          </a:prstGeom>
          <a:noFill/>
          <a:ln w="12700">
            <a:noFill/>
            <a:miter lim="800000"/>
            <a:headEnd type="none" w="sm" len="sm"/>
            <a:tailEnd type="none" w="sm" len="sm"/>
          </a:ln>
        </p:spPr>
        <p:txBody>
          <a:bodyPr wrap="square">
            <a:spAutoFit/>
          </a:bodyPr>
          <a:lstStyle/>
          <a:p>
            <a:pPr algn="ctr"/>
            <a:r>
              <a:rPr lang="es-PE" sz="2400" b="1" dirty="0">
                <a:solidFill>
                  <a:schemeClr val="accent4">
                    <a:lumMod val="75000"/>
                  </a:schemeClr>
                </a:solidFill>
                <a:latin typeface="Agency FB" pitchFamily="34" charset="0"/>
              </a:rPr>
              <a:t>B &gt; C</a:t>
            </a:r>
          </a:p>
        </p:txBody>
      </p:sp>
      <p:sp>
        <p:nvSpPr>
          <p:cNvPr id="17419" name="AutoShape 20"/>
          <p:cNvSpPr>
            <a:spLocks noChangeArrowheads="1"/>
          </p:cNvSpPr>
          <p:nvPr/>
        </p:nvSpPr>
        <p:spPr bwMode="auto">
          <a:xfrm>
            <a:off x="3062150" y="5022944"/>
            <a:ext cx="372307" cy="433388"/>
          </a:xfrm>
          <a:prstGeom prst="rightArrow">
            <a:avLst>
              <a:gd name="adj1" fmla="val 50000"/>
              <a:gd name="adj2" fmla="val 25000"/>
            </a:avLst>
          </a:prstGeom>
          <a:solidFill>
            <a:schemeClr val="accent1"/>
          </a:solidFill>
          <a:ln w="12700">
            <a:solidFill>
              <a:schemeClr val="tx1"/>
            </a:solidFill>
            <a:miter lim="800000"/>
            <a:headEnd type="none" w="sm" len="sm"/>
            <a:tailEnd type="none" w="sm" len="sm"/>
          </a:ln>
        </p:spPr>
        <p:txBody>
          <a:bodyPr wrap="none" anchor="ctr"/>
          <a:lstStyle/>
          <a:p>
            <a:pPr algn="ctr"/>
            <a:endParaRPr lang="es-ES" sz="2400" dirty="0"/>
          </a:p>
        </p:txBody>
      </p:sp>
      <p:sp>
        <p:nvSpPr>
          <p:cNvPr id="17420" name="AutoShape 21"/>
          <p:cNvSpPr>
            <a:spLocks noChangeArrowheads="1"/>
          </p:cNvSpPr>
          <p:nvPr/>
        </p:nvSpPr>
        <p:spPr bwMode="auto">
          <a:xfrm rot="18680546">
            <a:off x="7630610" y="3064931"/>
            <a:ext cx="415179" cy="447753"/>
          </a:xfrm>
          <a:prstGeom prst="rightArrow">
            <a:avLst>
              <a:gd name="adj1" fmla="val 50000"/>
              <a:gd name="adj2" fmla="val 37363"/>
            </a:avLst>
          </a:prstGeom>
          <a:solidFill>
            <a:schemeClr val="accent1"/>
          </a:solidFill>
          <a:ln w="12700">
            <a:solidFill>
              <a:schemeClr val="tx1"/>
            </a:solidFill>
            <a:miter lim="800000"/>
            <a:headEnd type="none" w="sm" len="sm"/>
            <a:tailEnd type="none" w="sm" len="sm"/>
          </a:ln>
        </p:spPr>
        <p:txBody>
          <a:bodyPr wrap="none" anchor="ctr"/>
          <a:lstStyle/>
          <a:p>
            <a:pPr algn="ctr"/>
            <a:endParaRPr lang="es-ES" dirty="0"/>
          </a:p>
        </p:txBody>
      </p:sp>
      <p:sp>
        <p:nvSpPr>
          <p:cNvPr id="17421" name="AutoShape 22"/>
          <p:cNvSpPr>
            <a:spLocks noChangeArrowheads="1"/>
          </p:cNvSpPr>
          <p:nvPr/>
        </p:nvSpPr>
        <p:spPr bwMode="auto">
          <a:xfrm>
            <a:off x="5930400" y="5022944"/>
            <a:ext cx="372307" cy="433388"/>
          </a:xfrm>
          <a:prstGeom prst="rightArrow">
            <a:avLst>
              <a:gd name="adj1" fmla="val 50000"/>
              <a:gd name="adj2" fmla="val 25000"/>
            </a:avLst>
          </a:prstGeom>
          <a:solidFill>
            <a:schemeClr val="accent1"/>
          </a:solidFill>
          <a:ln w="12700">
            <a:solidFill>
              <a:schemeClr val="tx1"/>
            </a:solidFill>
            <a:miter lim="800000"/>
            <a:headEnd type="none" w="sm" len="sm"/>
            <a:tailEnd type="none" w="sm" len="sm"/>
          </a:ln>
        </p:spPr>
        <p:txBody>
          <a:bodyPr wrap="none" anchor="ctr"/>
          <a:lstStyle/>
          <a:p>
            <a:pPr algn="ctr"/>
            <a:endParaRPr lang="es-ES" sz="2400" dirty="0"/>
          </a:p>
        </p:txBody>
      </p:sp>
      <p:sp>
        <p:nvSpPr>
          <p:cNvPr id="17422" name="AutoShape 23"/>
          <p:cNvSpPr>
            <a:spLocks noChangeArrowheads="1"/>
          </p:cNvSpPr>
          <p:nvPr/>
        </p:nvSpPr>
        <p:spPr bwMode="auto">
          <a:xfrm rot="2892166">
            <a:off x="9873453" y="3065921"/>
            <a:ext cx="411890" cy="447753"/>
          </a:xfrm>
          <a:prstGeom prst="rightArrow">
            <a:avLst>
              <a:gd name="adj1" fmla="val 50000"/>
              <a:gd name="adj2" fmla="val 37363"/>
            </a:avLst>
          </a:prstGeom>
          <a:solidFill>
            <a:schemeClr val="accent1"/>
          </a:solidFill>
          <a:ln w="12700">
            <a:solidFill>
              <a:schemeClr val="tx1"/>
            </a:solidFill>
            <a:miter lim="800000"/>
            <a:headEnd type="none" w="sm" len="sm"/>
            <a:tailEnd type="none" w="sm" len="sm"/>
          </a:ln>
        </p:spPr>
        <p:txBody>
          <a:bodyPr wrap="none" anchor="ctr"/>
          <a:lstStyle/>
          <a:p>
            <a:pPr algn="ctr"/>
            <a:endParaRPr lang="es-ES" dirty="0"/>
          </a:p>
        </p:txBody>
      </p:sp>
      <p:sp>
        <p:nvSpPr>
          <p:cNvPr id="226329" name="Line 25"/>
          <p:cNvSpPr>
            <a:spLocks noChangeShapeType="1"/>
          </p:cNvSpPr>
          <p:nvPr/>
        </p:nvSpPr>
        <p:spPr bwMode="auto">
          <a:xfrm>
            <a:off x="3564572" y="1857825"/>
            <a:ext cx="4239703" cy="0"/>
          </a:xfrm>
          <a:prstGeom prst="line">
            <a:avLst/>
          </a:prstGeom>
          <a:noFill/>
          <a:ln w="38100" cmpd="dbl">
            <a:solidFill>
              <a:schemeClr val="folHlink"/>
            </a:solidFill>
            <a:prstDash val="lgDash"/>
            <a:round/>
            <a:headEnd type="none" w="sm" len="sm"/>
            <a:tailEnd type="triangle" w="sm" len="sm"/>
          </a:ln>
        </p:spPr>
        <p:txBody>
          <a:bodyPr/>
          <a:lstStyle/>
          <a:p>
            <a:pPr algn="ctr"/>
            <a:endParaRPr lang="es-ES" dirty="0"/>
          </a:p>
        </p:txBody>
      </p:sp>
      <p:pic>
        <p:nvPicPr>
          <p:cNvPr id="17427" name="Picture 68" descr="AG00222_"/>
          <p:cNvPicPr>
            <a:picLocks noChangeAspect="1" noChangeArrowheads="1" noCrop="1"/>
          </p:cNvPicPr>
          <p:nvPr/>
        </p:nvPicPr>
        <p:blipFill>
          <a:blip r:embed="rId3">
            <a:lum bright="10000" contrast="-70000"/>
          </a:blip>
          <a:srcRect/>
          <a:stretch>
            <a:fillRect/>
          </a:stretch>
        </p:blipFill>
        <p:spPr bwMode="auto">
          <a:xfrm>
            <a:off x="3814836" y="1237700"/>
            <a:ext cx="630792" cy="639385"/>
          </a:xfrm>
          <a:prstGeom prst="rect">
            <a:avLst/>
          </a:prstGeom>
          <a:noFill/>
          <a:ln w="9525">
            <a:noFill/>
            <a:miter lim="800000"/>
            <a:headEnd/>
            <a:tailEnd/>
          </a:ln>
        </p:spPr>
      </p:pic>
      <p:pic>
        <p:nvPicPr>
          <p:cNvPr id="1026" name="Picture 2" descr="Perfil de proyecto by maria mora on Prezi">
            <a:extLst>
              <a:ext uri="{FF2B5EF4-FFF2-40B4-BE49-F238E27FC236}">
                <a16:creationId xmlns:a16="http://schemas.microsoft.com/office/drawing/2014/main" id="{088579CB-CF49-FFA6-2026-4F93F10FF0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041" y="1899048"/>
            <a:ext cx="2437816" cy="1693496"/>
          </a:xfrm>
          <a:prstGeom prst="rect">
            <a:avLst/>
          </a:prstGeom>
          <a:noFill/>
          <a:extLst>
            <a:ext uri="{909E8E84-426E-40DD-AFC4-6F175D3DCCD1}">
              <a14:hiddenFill xmlns:a14="http://schemas.microsoft.com/office/drawing/2010/main">
                <a:solidFill>
                  <a:srgbClr val="FFFFFF"/>
                </a:solidFill>
              </a14:hiddenFill>
            </a:ext>
          </a:extLst>
        </p:spPr>
      </p:pic>
      <p:pic>
        <p:nvPicPr>
          <p:cNvPr id="7171" name="Picture 3" descr="C:\Users\PC\AppData\Local\Microsoft\Windows\INetCache\IE\77MULPOF\idea-azione-motivazione[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51386" y="1729687"/>
            <a:ext cx="360615" cy="46500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No photo description available.">
            <a:extLst>
              <a:ext uri="{FF2B5EF4-FFF2-40B4-BE49-F238E27FC236}">
                <a16:creationId xmlns:a16="http://schemas.microsoft.com/office/drawing/2014/main" id="{50FB1178-390A-2687-83C4-C4464CD7316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47832" y="5010459"/>
            <a:ext cx="2377669" cy="172304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nteproyecto">
            <a:extLst>
              <a:ext uri="{FF2B5EF4-FFF2-40B4-BE49-F238E27FC236}">
                <a16:creationId xmlns:a16="http://schemas.microsoft.com/office/drawing/2014/main" id="{40BD3F22-C0FF-14AA-9FD7-DD0F663C648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57619" y="1871069"/>
            <a:ext cx="2437815" cy="175035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uáles son las etapas de la administración de proyectos? | Blog UMAD">
            <a:extLst>
              <a:ext uri="{FF2B5EF4-FFF2-40B4-BE49-F238E27FC236}">
                <a16:creationId xmlns:a16="http://schemas.microsoft.com/office/drawing/2014/main" id="{BFD927C5-620F-822C-FD8F-78E5895B380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91730" y="4992412"/>
            <a:ext cx="2383659" cy="1737014"/>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Inversión: Qué es, características y tipos">
            <a:extLst>
              <a:ext uri="{FF2B5EF4-FFF2-40B4-BE49-F238E27FC236}">
                <a16:creationId xmlns:a16="http://schemas.microsoft.com/office/drawing/2014/main" id="{4B84B1F1-C0CB-0E6B-183B-4F74C78854D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178185" y="1836144"/>
            <a:ext cx="1501942" cy="9387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092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4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632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42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4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42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2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74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4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42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3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41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742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0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414" grpId="0" animBg="1"/>
      <p:bldP spid="17413" grpId="0" animBg="1"/>
      <p:bldP spid="17415" grpId="0" animBg="1"/>
      <p:bldP spid="17416" grpId="0" animBg="1"/>
      <p:bldP spid="17418" grpId="0"/>
      <p:bldP spid="17419" grpId="0" animBg="1"/>
      <p:bldP spid="17420" grpId="0" animBg="1"/>
      <p:bldP spid="17421" grpId="0" animBg="1"/>
      <p:bldP spid="17422" grpId="0" animBg="1"/>
      <p:bldP spid="22632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2"/>
          <p:cNvSpPr>
            <a:spLocks noGrp="1" noRot="1" noChangeArrowheads="1"/>
          </p:cNvSpPr>
          <p:nvPr>
            <p:ph type="title"/>
          </p:nvPr>
        </p:nvSpPr>
        <p:spPr>
          <a:xfrm>
            <a:off x="6096000" y="233733"/>
            <a:ext cx="6096000" cy="713786"/>
          </a:xfrm>
          <a:noFill/>
          <a:ln w="9525">
            <a:noFill/>
            <a:miter lim="800000"/>
            <a:headEnd/>
            <a:tailEnd/>
          </a:ln>
          <a:effectLst/>
        </p:spPr>
        <p:txBody>
          <a:bodyPr vert="horz" wrap="square" lIns="91440" tIns="45720" rIns="91440" bIns="45720" numCol="1" anchor="ctr" anchorCtr="0" compatLnSpc="1">
            <a:prstTxWarp prst="textNoShape">
              <a:avLst/>
            </a:prstTxWarp>
          </a:bodyPr>
          <a:lstStyle/>
          <a:p>
            <a:pPr algn="ctr">
              <a:buSzPts val="3600"/>
            </a:pPr>
            <a:r>
              <a:rPr lang="es-MX" sz="3200" dirty="0">
                <a:solidFill>
                  <a:schemeClr val="bg1"/>
                </a:solidFill>
                <a:latin typeface="Bauhaus 93" pitchFamily="82" charset="0"/>
              </a:rPr>
              <a:t>Etapas del proyecto</a:t>
            </a:r>
            <a:endParaRPr lang="es-ES" sz="3200" dirty="0">
              <a:solidFill>
                <a:schemeClr val="bg1"/>
              </a:solidFill>
              <a:latin typeface="Bauhaus 93" pitchFamily="82" charset="0"/>
            </a:endParaRPr>
          </a:p>
        </p:txBody>
      </p:sp>
      <p:sp>
        <p:nvSpPr>
          <p:cNvPr id="2" name="1 Marcador de pie de página"/>
          <p:cNvSpPr>
            <a:spLocks noGrp="1"/>
          </p:cNvSpPr>
          <p:nvPr>
            <p:ph type="ftr" sz="quarter" idx="11"/>
          </p:nvPr>
        </p:nvSpPr>
        <p:spPr>
          <a:xfrm>
            <a:off x="4180974" y="6452606"/>
            <a:ext cx="3840078" cy="365125"/>
          </a:xfrm>
        </p:spPr>
        <p:txBody>
          <a:bodyPr/>
          <a:lstStyle/>
          <a:p>
            <a:r>
              <a:rPr lang="en-US" sz="2400" b="1" dirty="0"/>
              <a:t>Anival Torre</a:t>
            </a:r>
          </a:p>
        </p:txBody>
      </p:sp>
      <p:sp>
        <p:nvSpPr>
          <p:cNvPr id="3" name="2 Marcador de número de diapositiva"/>
          <p:cNvSpPr>
            <a:spLocks noGrp="1"/>
          </p:cNvSpPr>
          <p:nvPr>
            <p:ph type="sldNum" sz="quarter" idx="12"/>
          </p:nvPr>
        </p:nvSpPr>
        <p:spPr/>
        <p:txBody>
          <a:bodyPr/>
          <a:lstStyle/>
          <a:p>
            <a:fld id="{F296E910-37BC-4096-8026-55DA8B4C3AB6}" type="slidenum">
              <a:rPr lang="en-US" smtClean="0"/>
              <a:pPr/>
              <a:t>5</a:t>
            </a:fld>
            <a:endParaRPr lang="en-US" dirty="0"/>
          </a:p>
        </p:txBody>
      </p:sp>
      <p:sp>
        <p:nvSpPr>
          <p:cNvPr id="16" name="Forma libre: forma 15">
            <a:extLst>
              <a:ext uri="{FF2B5EF4-FFF2-40B4-BE49-F238E27FC236}">
                <a16:creationId xmlns:a16="http://schemas.microsoft.com/office/drawing/2014/main" id="{2ABE53A3-1F40-E693-76AA-5C29E78F462C}"/>
              </a:ext>
            </a:extLst>
          </p:cNvPr>
          <p:cNvSpPr/>
          <p:nvPr/>
        </p:nvSpPr>
        <p:spPr>
          <a:xfrm>
            <a:off x="4737236" y="1325839"/>
            <a:ext cx="2714426" cy="2807074"/>
          </a:xfrm>
          <a:custGeom>
            <a:avLst/>
            <a:gdLst>
              <a:gd name="connsiteX0" fmla="*/ 0 w 2556509"/>
              <a:gd name="connsiteY0" fmla="*/ 1364032 h 2728064"/>
              <a:gd name="connsiteX1" fmla="*/ 1278255 w 2556509"/>
              <a:gd name="connsiteY1" fmla="*/ 0 h 2728064"/>
              <a:gd name="connsiteX2" fmla="*/ 2556510 w 2556509"/>
              <a:gd name="connsiteY2" fmla="*/ 1364032 h 2728064"/>
              <a:gd name="connsiteX3" fmla="*/ 1278255 w 2556509"/>
              <a:gd name="connsiteY3" fmla="*/ 2728064 h 2728064"/>
              <a:gd name="connsiteX4" fmla="*/ 0 w 2556509"/>
              <a:gd name="connsiteY4" fmla="*/ 1364032 h 27280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6509" h="2728064">
                <a:moveTo>
                  <a:pt x="0" y="1364032"/>
                </a:moveTo>
                <a:cubicBezTo>
                  <a:pt x="0" y="610698"/>
                  <a:pt x="572294" y="0"/>
                  <a:pt x="1278255" y="0"/>
                </a:cubicBezTo>
                <a:cubicBezTo>
                  <a:pt x="1984216" y="0"/>
                  <a:pt x="2556510" y="610698"/>
                  <a:pt x="2556510" y="1364032"/>
                </a:cubicBezTo>
                <a:cubicBezTo>
                  <a:pt x="2556510" y="2117366"/>
                  <a:pt x="1984216" y="2728064"/>
                  <a:pt x="1278255" y="2728064"/>
                </a:cubicBezTo>
                <a:cubicBezTo>
                  <a:pt x="572294" y="2728064"/>
                  <a:pt x="0" y="2117366"/>
                  <a:pt x="0" y="1364032"/>
                </a:cubicBezTo>
                <a:close/>
              </a:path>
            </a:pathLst>
          </a:custGeom>
          <a:solidFill>
            <a:srgbClr val="C0000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99792" tIns="424916" rIns="399792" bIns="424916" numCol="1" spcCol="1270" anchor="ctr" anchorCtr="0">
            <a:noAutofit/>
          </a:bodyPr>
          <a:lstStyle/>
          <a:p>
            <a:pPr marL="0" lvl="0" indent="0" algn="ctr" defTabSz="889000" rtl="0">
              <a:lnSpc>
                <a:spcPct val="90000"/>
              </a:lnSpc>
              <a:spcBef>
                <a:spcPct val="0"/>
              </a:spcBef>
              <a:spcAft>
                <a:spcPct val="35000"/>
              </a:spcAft>
              <a:buNone/>
            </a:pPr>
            <a:r>
              <a:rPr lang="es-MX" sz="2400" b="1" kern="1200" dirty="0"/>
              <a:t>1. Identificación de la idea (Perfil)</a:t>
            </a:r>
            <a:endParaRPr lang="es-PE" sz="2400" b="1" kern="1200" dirty="0"/>
          </a:p>
        </p:txBody>
      </p:sp>
      <p:sp>
        <p:nvSpPr>
          <p:cNvPr id="17" name="Forma libre: forma 16">
            <a:extLst>
              <a:ext uri="{FF2B5EF4-FFF2-40B4-BE49-F238E27FC236}">
                <a16:creationId xmlns:a16="http://schemas.microsoft.com/office/drawing/2014/main" id="{132057F7-3B20-456B-5245-28DBD88FE3B1}"/>
              </a:ext>
            </a:extLst>
          </p:cNvPr>
          <p:cNvSpPr/>
          <p:nvPr/>
        </p:nvSpPr>
        <p:spPr>
          <a:xfrm rot="97362">
            <a:off x="7501486" y="2458057"/>
            <a:ext cx="269899" cy="550012"/>
          </a:xfrm>
          <a:custGeom>
            <a:avLst/>
            <a:gdLst>
              <a:gd name="connsiteX0" fmla="*/ 0 w 269899"/>
              <a:gd name="connsiteY0" fmla="*/ 110002 h 550012"/>
              <a:gd name="connsiteX1" fmla="*/ 134950 w 269899"/>
              <a:gd name="connsiteY1" fmla="*/ 110002 h 550012"/>
              <a:gd name="connsiteX2" fmla="*/ 134950 w 269899"/>
              <a:gd name="connsiteY2" fmla="*/ 0 h 550012"/>
              <a:gd name="connsiteX3" fmla="*/ 269899 w 269899"/>
              <a:gd name="connsiteY3" fmla="*/ 275006 h 550012"/>
              <a:gd name="connsiteX4" fmla="*/ 134950 w 269899"/>
              <a:gd name="connsiteY4" fmla="*/ 550012 h 550012"/>
              <a:gd name="connsiteX5" fmla="*/ 134950 w 269899"/>
              <a:gd name="connsiteY5" fmla="*/ 440010 h 550012"/>
              <a:gd name="connsiteX6" fmla="*/ 0 w 269899"/>
              <a:gd name="connsiteY6" fmla="*/ 440010 h 550012"/>
              <a:gd name="connsiteX7" fmla="*/ 0 w 269899"/>
              <a:gd name="connsiteY7" fmla="*/ 110002 h 55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899" h="550012">
                <a:moveTo>
                  <a:pt x="0" y="110002"/>
                </a:moveTo>
                <a:lnTo>
                  <a:pt x="134950" y="110002"/>
                </a:lnTo>
                <a:lnTo>
                  <a:pt x="134950" y="0"/>
                </a:lnTo>
                <a:lnTo>
                  <a:pt x="269899" y="275006"/>
                </a:lnTo>
                <a:lnTo>
                  <a:pt x="134950" y="550012"/>
                </a:lnTo>
                <a:lnTo>
                  <a:pt x="134950" y="440010"/>
                </a:lnTo>
                <a:lnTo>
                  <a:pt x="0" y="440010"/>
                </a:lnTo>
                <a:lnTo>
                  <a:pt x="0" y="110002"/>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1" tIns="110002" rIns="80970" bIns="110001" numCol="1" spcCol="1270" anchor="ctr" anchorCtr="0">
            <a:noAutofit/>
          </a:bodyPr>
          <a:lstStyle/>
          <a:p>
            <a:pPr marL="0" lvl="0" indent="0" algn="ctr" defTabSz="889000">
              <a:lnSpc>
                <a:spcPct val="90000"/>
              </a:lnSpc>
              <a:spcBef>
                <a:spcPct val="0"/>
              </a:spcBef>
              <a:spcAft>
                <a:spcPct val="35000"/>
              </a:spcAft>
              <a:buNone/>
            </a:pPr>
            <a:endParaRPr lang="es-PE" sz="2400" b="1" kern="1200"/>
          </a:p>
        </p:txBody>
      </p:sp>
      <p:sp>
        <p:nvSpPr>
          <p:cNvPr id="18" name="Forma libre: forma 17">
            <a:extLst>
              <a:ext uri="{FF2B5EF4-FFF2-40B4-BE49-F238E27FC236}">
                <a16:creationId xmlns:a16="http://schemas.microsoft.com/office/drawing/2014/main" id="{21EB7080-F9AF-039D-01AE-44F2FA89D167}"/>
              </a:ext>
            </a:extLst>
          </p:cNvPr>
          <p:cNvSpPr/>
          <p:nvPr/>
        </p:nvSpPr>
        <p:spPr>
          <a:xfrm>
            <a:off x="7886150" y="1325839"/>
            <a:ext cx="2653516" cy="2807074"/>
          </a:xfrm>
          <a:custGeom>
            <a:avLst/>
            <a:gdLst>
              <a:gd name="connsiteX0" fmla="*/ 0 w 2509053"/>
              <a:gd name="connsiteY0" fmla="*/ 1390017 h 2780034"/>
              <a:gd name="connsiteX1" fmla="*/ 1254527 w 2509053"/>
              <a:gd name="connsiteY1" fmla="*/ 0 h 2780034"/>
              <a:gd name="connsiteX2" fmla="*/ 2509054 w 2509053"/>
              <a:gd name="connsiteY2" fmla="*/ 1390017 h 2780034"/>
              <a:gd name="connsiteX3" fmla="*/ 1254527 w 2509053"/>
              <a:gd name="connsiteY3" fmla="*/ 2780034 h 2780034"/>
              <a:gd name="connsiteX4" fmla="*/ 0 w 2509053"/>
              <a:gd name="connsiteY4" fmla="*/ 1390017 h 27800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9053" h="2780034">
                <a:moveTo>
                  <a:pt x="0" y="1390017"/>
                </a:moveTo>
                <a:cubicBezTo>
                  <a:pt x="0" y="622332"/>
                  <a:pt x="561671" y="0"/>
                  <a:pt x="1254527" y="0"/>
                </a:cubicBezTo>
                <a:cubicBezTo>
                  <a:pt x="1947383" y="0"/>
                  <a:pt x="2509054" y="622332"/>
                  <a:pt x="2509054" y="1390017"/>
                </a:cubicBezTo>
                <a:cubicBezTo>
                  <a:pt x="2509054" y="2157702"/>
                  <a:pt x="1947383" y="2780034"/>
                  <a:pt x="1254527" y="2780034"/>
                </a:cubicBezTo>
                <a:cubicBezTo>
                  <a:pt x="561671" y="2780034"/>
                  <a:pt x="0" y="2157702"/>
                  <a:pt x="0" y="1390017"/>
                </a:cubicBezTo>
                <a:close/>
              </a:path>
            </a:pathLst>
          </a:custGeom>
          <a:solidFill>
            <a:schemeClr val="accent6"/>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92842" tIns="432527" rIns="392842" bIns="432527" numCol="1" spcCol="1270" anchor="ctr" anchorCtr="0">
            <a:noAutofit/>
          </a:bodyPr>
          <a:lstStyle/>
          <a:p>
            <a:pPr marL="0" lvl="0" indent="0" algn="ctr" defTabSz="889000" rtl="0">
              <a:lnSpc>
                <a:spcPct val="90000"/>
              </a:lnSpc>
              <a:spcBef>
                <a:spcPct val="0"/>
              </a:spcBef>
              <a:spcAft>
                <a:spcPct val="35000"/>
              </a:spcAft>
              <a:buNone/>
            </a:pPr>
            <a:r>
              <a:rPr lang="es-MX" sz="2400" b="1" kern="1200" dirty="0"/>
              <a:t>2. Anteproyecto</a:t>
            </a:r>
            <a:endParaRPr lang="es-PE" sz="2400" b="1" kern="1200" dirty="0"/>
          </a:p>
        </p:txBody>
      </p:sp>
      <p:sp>
        <p:nvSpPr>
          <p:cNvPr id="19" name="Forma libre: forma 18">
            <a:extLst>
              <a:ext uri="{FF2B5EF4-FFF2-40B4-BE49-F238E27FC236}">
                <a16:creationId xmlns:a16="http://schemas.microsoft.com/office/drawing/2014/main" id="{D81085D4-BAEB-7831-6B6E-3B43792B60FD}"/>
              </a:ext>
            </a:extLst>
          </p:cNvPr>
          <p:cNvSpPr/>
          <p:nvPr/>
        </p:nvSpPr>
        <p:spPr>
          <a:xfrm rot="17905530">
            <a:off x="8212019" y="3781073"/>
            <a:ext cx="303141" cy="550012"/>
          </a:xfrm>
          <a:custGeom>
            <a:avLst/>
            <a:gdLst>
              <a:gd name="connsiteX0" fmla="*/ 0 w 177813"/>
              <a:gd name="connsiteY0" fmla="*/ 110002 h 550012"/>
              <a:gd name="connsiteX1" fmla="*/ 88907 w 177813"/>
              <a:gd name="connsiteY1" fmla="*/ 110002 h 550012"/>
              <a:gd name="connsiteX2" fmla="*/ 88907 w 177813"/>
              <a:gd name="connsiteY2" fmla="*/ 0 h 550012"/>
              <a:gd name="connsiteX3" fmla="*/ 177813 w 177813"/>
              <a:gd name="connsiteY3" fmla="*/ 275006 h 550012"/>
              <a:gd name="connsiteX4" fmla="*/ 88907 w 177813"/>
              <a:gd name="connsiteY4" fmla="*/ 550012 h 550012"/>
              <a:gd name="connsiteX5" fmla="*/ 88907 w 177813"/>
              <a:gd name="connsiteY5" fmla="*/ 440010 h 550012"/>
              <a:gd name="connsiteX6" fmla="*/ 0 w 177813"/>
              <a:gd name="connsiteY6" fmla="*/ 440010 h 550012"/>
              <a:gd name="connsiteX7" fmla="*/ 0 w 177813"/>
              <a:gd name="connsiteY7" fmla="*/ 110002 h 55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7813" h="550012">
                <a:moveTo>
                  <a:pt x="177812" y="440010"/>
                </a:moveTo>
                <a:lnTo>
                  <a:pt x="88906" y="440010"/>
                </a:lnTo>
                <a:lnTo>
                  <a:pt x="88906" y="550012"/>
                </a:lnTo>
                <a:lnTo>
                  <a:pt x="1" y="275006"/>
                </a:lnTo>
                <a:lnTo>
                  <a:pt x="88906" y="0"/>
                </a:lnTo>
                <a:lnTo>
                  <a:pt x="88906" y="110002"/>
                </a:lnTo>
                <a:lnTo>
                  <a:pt x="177812" y="110002"/>
                </a:lnTo>
                <a:lnTo>
                  <a:pt x="177812" y="440010"/>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53343" tIns="110002" rIns="0" bIns="110001" numCol="1" spcCol="1270" anchor="ctr" anchorCtr="0">
            <a:noAutofit/>
          </a:bodyPr>
          <a:lstStyle/>
          <a:p>
            <a:pPr marL="0" lvl="0" indent="0" algn="ctr" defTabSz="889000">
              <a:lnSpc>
                <a:spcPct val="90000"/>
              </a:lnSpc>
              <a:spcBef>
                <a:spcPct val="0"/>
              </a:spcBef>
              <a:spcAft>
                <a:spcPct val="35000"/>
              </a:spcAft>
              <a:buNone/>
            </a:pPr>
            <a:endParaRPr lang="es-PE" sz="2400" b="1" kern="1200"/>
          </a:p>
        </p:txBody>
      </p:sp>
      <p:sp>
        <p:nvSpPr>
          <p:cNvPr id="20" name="Forma libre: forma 19">
            <a:extLst>
              <a:ext uri="{FF2B5EF4-FFF2-40B4-BE49-F238E27FC236}">
                <a16:creationId xmlns:a16="http://schemas.microsoft.com/office/drawing/2014/main" id="{5C76062E-C370-6A74-D791-7AD8445A8ECA}"/>
              </a:ext>
            </a:extLst>
          </p:cNvPr>
          <p:cNvSpPr/>
          <p:nvPr/>
        </p:nvSpPr>
        <p:spPr>
          <a:xfrm>
            <a:off x="6356371" y="4084557"/>
            <a:ext cx="2529782" cy="2685937"/>
          </a:xfrm>
          <a:custGeom>
            <a:avLst/>
            <a:gdLst>
              <a:gd name="connsiteX0" fmla="*/ 0 w 2529782"/>
              <a:gd name="connsiteY0" fmla="*/ 1342969 h 2685937"/>
              <a:gd name="connsiteX1" fmla="*/ 1264891 w 2529782"/>
              <a:gd name="connsiteY1" fmla="*/ 0 h 2685937"/>
              <a:gd name="connsiteX2" fmla="*/ 2529782 w 2529782"/>
              <a:gd name="connsiteY2" fmla="*/ 1342969 h 2685937"/>
              <a:gd name="connsiteX3" fmla="*/ 1264891 w 2529782"/>
              <a:gd name="connsiteY3" fmla="*/ 2685938 h 2685937"/>
              <a:gd name="connsiteX4" fmla="*/ 0 w 2529782"/>
              <a:gd name="connsiteY4" fmla="*/ 1342969 h 2685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9782" h="2685937">
                <a:moveTo>
                  <a:pt x="0" y="1342969"/>
                </a:moveTo>
                <a:cubicBezTo>
                  <a:pt x="0" y="601268"/>
                  <a:pt x="566311" y="0"/>
                  <a:pt x="1264891" y="0"/>
                </a:cubicBezTo>
                <a:cubicBezTo>
                  <a:pt x="1963471" y="0"/>
                  <a:pt x="2529782" y="601268"/>
                  <a:pt x="2529782" y="1342969"/>
                </a:cubicBezTo>
                <a:cubicBezTo>
                  <a:pt x="2529782" y="2084670"/>
                  <a:pt x="1963471" y="2685938"/>
                  <a:pt x="1264891" y="2685938"/>
                </a:cubicBezTo>
                <a:cubicBezTo>
                  <a:pt x="566311" y="2685938"/>
                  <a:pt x="0" y="2084670"/>
                  <a:pt x="0" y="1342969"/>
                </a:cubicBezTo>
                <a:close/>
              </a:path>
            </a:pathLst>
          </a:cu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95878" tIns="418746" rIns="395878" bIns="418746" numCol="1" spcCol="1270" anchor="ctr" anchorCtr="0">
            <a:noAutofit/>
          </a:bodyPr>
          <a:lstStyle/>
          <a:p>
            <a:pPr marL="0" lvl="0" indent="0" algn="ctr" defTabSz="889000" rtl="0">
              <a:lnSpc>
                <a:spcPct val="90000"/>
              </a:lnSpc>
              <a:spcBef>
                <a:spcPct val="0"/>
              </a:spcBef>
              <a:spcAft>
                <a:spcPct val="35000"/>
              </a:spcAft>
              <a:buNone/>
            </a:pPr>
            <a:r>
              <a:rPr lang="es-MX" sz="2400" b="1" kern="1200" dirty="0"/>
              <a:t>3. </a:t>
            </a:r>
          </a:p>
          <a:p>
            <a:pPr marL="0" lvl="0" indent="0" algn="ctr" defTabSz="889000" rtl="0">
              <a:lnSpc>
                <a:spcPct val="90000"/>
              </a:lnSpc>
              <a:spcBef>
                <a:spcPct val="0"/>
              </a:spcBef>
              <a:spcAft>
                <a:spcPct val="35000"/>
              </a:spcAft>
              <a:buNone/>
            </a:pPr>
            <a:r>
              <a:rPr lang="es-MX" sz="2400" b="1" kern="1200" dirty="0"/>
              <a:t>Proyecto</a:t>
            </a:r>
            <a:endParaRPr lang="es-PE" sz="2400" b="1" kern="1200" dirty="0"/>
          </a:p>
        </p:txBody>
      </p:sp>
      <p:sp>
        <p:nvSpPr>
          <p:cNvPr id="21" name="Forma libre: forma 20">
            <a:extLst>
              <a:ext uri="{FF2B5EF4-FFF2-40B4-BE49-F238E27FC236}">
                <a16:creationId xmlns:a16="http://schemas.microsoft.com/office/drawing/2014/main" id="{FDBE253E-96AF-DC46-F59D-CEA89CE87C14}"/>
              </a:ext>
            </a:extLst>
          </p:cNvPr>
          <p:cNvSpPr/>
          <p:nvPr/>
        </p:nvSpPr>
        <p:spPr>
          <a:xfrm rot="21493553">
            <a:off x="5978880" y="5198346"/>
            <a:ext cx="325632" cy="550013"/>
          </a:xfrm>
          <a:custGeom>
            <a:avLst/>
            <a:gdLst>
              <a:gd name="connsiteX0" fmla="*/ 0 w 267213"/>
              <a:gd name="connsiteY0" fmla="*/ 110002 h 550012"/>
              <a:gd name="connsiteX1" fmla="*/ 133607 w 267213"/>
              <a:gd name="connsiteY1" fmla="*/ 110002 h 550012"/>
              <a:gd name="connsiteX2" fmla="*/ 133607 w 267213"/>
              <a:gd name="connsiteY2" fmla="*/ 0 h 550012"/>
              <a:gd name="connsiteX3" fmla="*/ 267213 w 267213"/>
              <a:gd name="connsiteY3" fmla="*/ 275006 h 550012"/>
              <a:gd name="connsiteX4" fmla="*/ 133607 w 267213"/>
              <a:gd name="connsiteY4" fmla="*/ 550012 h 550012"/>
              <a:gd name="connsiteX5" fmla="*/ 133607 w 267213"/>
              <a:gd name="connsiteY5" fmla="*/ 440010 h 550012"/>
              <a:gd name="connsiteX6" fmla="*/ 0 w 267213"/>
              <a:gd name="connsiteY6" fmla="*/ 440010 h 550012"/>
              <a:gd name="connsiteX7" fmla="*/ 0 w 267213"/>
              <a:gd name="connsiteY7" fmla="*/ 110002 h 55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213" h="550012">
                <a:moveTo>
                  <a:pt x="267213" y="440010"/>
                </a:moveTo>
                <a:lnTo>
                  <a:pt x="133606" y="440010"/>
                </a:lnTo>
                <a:lnTo>
                  <a:pt x="133606" y="550012"/>
                </a:lnTo>
                <a:lnTo>
                  <a:pt x="0" y="275006"/>
                </a:lnTo>
                <a:lnTo>
                  <a:pt x="133606" y="0"/>
                </a:lnTo>
                <a:lnTo>
                  <a:pt x="133606" y="110002"/>
                </a:lnTo>
                <a:lnTo>
                  <a:pt x="267213" y="110002"/>
                </a:lnTo>
                <a:lnTo>
                  <a:pt x="267213" y="440010"/>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80164" tIns="110002" rIns="0" bIns="110002" numCol="1" spcCol="1270" anchor="ctr" anchorCtr="0">
            <a:noAutofit/>
          </a:bodyPr>
          <a:lstStyle/>
          <a:p>
            <a:pPr marL="0" lvl="0" indent="0" algn="ctr" defTabSz="889000">
              <a:lnSpc>
                <a:spcPct val="90000"/>
              </a:lnSpc>
              <a:spcBef>
                <a:spcPct val="0"/>
              </a:spcBef>
              <a:spcAft>
                <a:spcPct val="35000"/>
              </a:spcAft>
              <a:buNone/>
            </a:pPr>
            <a:endParaRPr lang="es-PE" sz="2400" b="1" kern="1200"/>
          </a:p>
        </p:txBody>
      </p:sp>
      <p:sp>
        <p:nvSpPr>
          <p:cNvPr id="22" name="Forma libre: forma 21">
            <a:extLst>
              <a:ext uri="{FF2B5EF4-FFF2-40B4-BE49-F238E27FC236}">
                <a16:creationId xmlns:a16="http://schemas.microsoft.com/office/drawing/2014/main" id="{F26F5499-4111-C978-74AF-0D490A54CA68}"/>
              </a:ext>
            </a:extLst>
          </p:cNvPr>
          <p:cNvSpPr/>
          <p:nvPr/>
        </p:nvSpPr>
        <p:spPr>
          <a:xfrm>
            <a:off x="3236495" y="4217627"/>
            <a:ext cx="2617037" cy="2607110"/>
          </a:xfrm>
          <a:custGeom>
            <a:avLst/>
            <a:gdLst>
              <a:gd name="connsiteX0" fmla="*/ 0 w 2512002"/>
              <a:gd name="connsiteY0" fmla="*/ 1303555 h 2607110"/>
              <a:gd name="connsiteX1" fmla="*/ 1256001 w 2512002"/>
              <a:gd name="connsiteY1" fmla="*/ 0 h 2607110"/>
              <a:gd name="connsiteX2" fmla="*/ 2512002 w 2512002"/>
              <a:gd name="connsiteY2" fmla="*/ 1303555 h 2607110"/>
              <a:gd name="connsiteX3" fmla="*/ 1256001 w 2512002"/>
              <a:gd name="connsiteY3" fmla="*/ 2607110 h 2607110"/>
              <a:gd name="connsiteX4" fmla="*/ 0 w 2512002"/>
              <a:gd name="connsiteY4" fmla="*/ 1303555 h 26071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12002" h="2607110">
                <a:moveTo>
                  <a:pt x="0" y="1303555"/>
                </a:moveTo>
                <a:cubicBezTo>
                  <a:pt x="0" y="583621"/>
                  <a:pt x="562331" y="0"/>
                  <a:pt x="1256001" y="0"/>
                </a:cubicBezTo>
                <a:cubicBezTo>
                  <a:pt x="1949671" y="0"/>
                  <a:pt x="2512002" y="583621"/>
                  <a:pt x="2512002" y="1303555"/>
                </a:cubicBezTo>
                <a:cubicBezTo>
                  <a:pt x="2512002" y="2023489"/>
                  <a:pt x="1949671" y="2607110"/>
                  <a:pt x="1256001" y="2607110"/>
                </a:cubicBezTo>
                <a:cubicBezTo>
                  <a:pt x="562331" y="2607110"/>
                  <a:pt x="0" y="2023489"/>
                  <a:pt x="0" y="1303555"/>
                </a:cubicBezTo>
                <a:close/>
              </a:path>
            </a:pathLst>
          </a:custGeom>
          <a:solidFill>
            <a:srgbClr val="00B05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93274" tIns="407202" rIns="393274" bIns="407202" numCol="1" spcCol="1270" anchor="ctr" anchorCtr="0">
            <a:noAutofit/>
          </a:bodyPr>
          <a:lstStyle/>
          <a:p>
            <a:pPr marL="0" lvl="0" indent="0" algn="ctr" defTabSz="889000" rtl="0">
              <a:lnSpc>
                <a:spcPct val="90000"/>
              </a:lnSpc>
              <a:spcBef>
                <a:spcPct val="0"/>
              </a:spcBef>
              <a:spcAft>
                <a:spcPct val="35000"/>
              </a:spcAft>
              <a:buNone/>
            </a:pPr>
            <a:r>
              <a:rPr lang="es-MX" sz="2400" b="1" kern="1200" dirty="0"/>
              <a:t>4. </a:t>
            </a:r>
          </a:p>
          <a:p>
            <a:pPr marL="0" lvl="0" indent="0" algn="ctr" defTabSz="889000" rtl="0">
              <a:lnSpc>
                <a:spcPct val="90000"/>
              </a:lnSpc>
              <a:spcBef>
                <a:spcPct val="0"/>
              </a:spcBef>
              <a:spcAft>
                <a:spcPct val="35000"/>
              </a:spcAft>
              <a:buNone/>
            </a:pPr>
            <a:r>
              <a:rPr lang="es-MX" sz="2400" b="1" kern="1200" dirty="0"/>
              <a:t>Inversión</a:t>
            </a:r>
            <a:endParaRPr lang="es-PE" sz="2400" b="1" kern="1200" dirty="0"/>
          </a:p>
        </p:txBody>
      </p:sp>
      <p:sp>
        <p:nvSpPr>
          <p:cNvPr id="23" name="Forma libre: forma 22">
            <a:extLst>
              <a:ext uri="{FF2B5EF4-FFF2-40B4-BE49-F238E27FC236}">
                <a16:creationId xmlns:a16="http://schemas.microsoft.com/office/drawing/2014/main" id="{B442B395-F518-E5F0-8072-8FFA2180BF22}"/>
              </a:ext>
            </a:extLst>
          </p:cNvPr>
          <p:cNvSpPr/>
          <p:nvPr/>
        </p:nvSpPr>
        <p:spPr>
          <a:xfrm rot="3560092">
            <a:off x="3651885" y="3901996"/>
            <a:ext cx="297276" cy="550013"/>
          </a:xfrm>
          <a:custGeom>
            <a:avLst/>
            <a:gdLst>
              <a:gd name="connsiteX0" fmla="*/ 0 w 297275"/>
              <a:gd name="connsiteY0" fmla="*/ 110002 h 550012"/>
              <a:gd name="connsiteX1" fmla="*/ 148638 w 297275"/>
              <a:gd name="connsiteY1" fmla="*/ 110002 h 550012"/>
              <a:gd name="connsiteX2" fmla="*/ 148638 w 297275"/>
              <a:gd name="connsiteY2" fmla="*/ 0 h 550012"/>
              <a:gd name="connsiteX3" fmla="*/ 297275 w 297275"/>
              <a:gd name="connsiteY3" fmla="*/ 275006 h 550012"/>
              <a:gd name="connsiteX4" fmla="*/ 148638 w 297275"/>
              <a:gd name="connsiteY4" fmla="*/ 550012 h 550012"/>
              <a:gd name="connsiteX5" fmla="*/ 148638 w 297275"/>
              <a:gd name="connsiteY5" fmla="*/ 440010 h 550012"/>
              <a:gd name="connsiteX6" fmla="*/ 0 w 297275"/>
              <a:gd name="connsiteY6" fmla="*/ 440010 h 550012"/>
              <a:gd name="connsiteX7" fmla="*/ 0 w 297275"/>
              <a:gd name="connsiteY7" fmla="*/ 110002 h 55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7275" h="550012">
                <a:moveTo>
                  <a:pt x="297275" y="440010"/>
                </a:moveTo>
                <a:lnTo>
                  <a:pt x="148637" y="440010"/>
                </a:lnTo>
                <a:lnTo>
                  <a:pt x="148637" y="550012"/>
                </a:lnTo>
                <a:lnTo>
                  <a:pt x="0" y="275006"/>
                </a:lnTo>
                <a:lnTo>
                  <a:pt x="148637" y="0"/>
                </a:lnTo>
                <a:lnTo>
                  <a:pt x="148637" y="110002"/>
                </a:lnTo>
                <a:lnTo>
                  <a:pt x="297275" y="110002"/>
                </a:lnTo>
                <a:lnTo>
                  <a:pt x="297275" y="440010"/>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89183" tIns="110003" rIns="-1" bIns="110001" numCol="1" spcCol="1270" anchor="ctr" anchorCtr="0">
            <a:noAutofit/>
          </a:bodyPr>
          <a:lstStyle/>
          <a:p>
            <a:pPr marL="0" lvl="0" indent="0" algn="ctr" defTabSz="889000">
              <a:lnSpc>
                <a:spcPct val="90000"/>
              </a:lnSpc>
              <a:spcBef>
                <a:spcPct val="0"/>
              </a:spcBef>
              <a:spcAft>
                <a:spcPct val="35000"/>
              </a:spcAft>
              <a:buNone/>
            </a:pPr>
            <a:endParaRPr lang="es-PE" sz="2400" b="1" kern="1200"/>
          </a:p>
        </p:txBody>
      </p:sp>
      <p:sp>
        <p:nvSpPr>
          <p:cNvPr id="24" name="Forma libre: forma 23">
            <a:extLst>
              <a:ext uri="{FF2B5EF4-FFF2-40B4-BE49-F238E27FC236}">
                <a16:creationId xmlns:a16="http://schemas.microsoft.com/office/drawing/2014/main" id="{5FA4E542-481B-E793-64A9-F0F1468B6B7A}"/>
              </a:ext>
            </a:extLst>
          </p:cNvPr>
          <p:cNvSpPr/>
          <p:nvPr/>
        </p:nvSpPr>
        <p:spPr>
          <a:xfrm>
            <a:off x="1540042" y="1325840"/>
            <a:ext cx="2738939" cy="2807074"/>
          </a:xfrm>
          <a:custGeom>
            <a:avLst/>
            <a:gdLst>
              <a:gd name="connsiteX0" fmla="*/ 0 w 2635808"/>
              <a:gd name="connsiteY0" fmla="*/ 1371659 h 2743317"/>
              <a:gd name="connsiteX1" fmla="*/ 1317904 w 2635808"/>
              <a:gd name="connsiteY1" fmla="*/ 0 h 2743317"/>
              <a:gd name="connsiteX2" fmla="*/ 2635808 w 2635808"/>
              <a:gd name="connsiteY2" fmla="*/ 1371659 h 2743317"/>
              <a:gd name="connsiteX3" fmla="*/ 1317904 w 2635808"/>
              <a:gd name="connsiteY3" fmla="*/ 2743318 h 2743317"/>
              <a:gd name="connsiteX4" fmla="*/ 0 w 2635808"/>
              <a:gd name="connsiteY4" fmla="*/ 1371659 h 27433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35808" h="2743317">
                <a:moveTo>
                  <a:pt x="0" y="1371659"/>
                </a:moveTo>
                <a:cubicBezTo>
                  <a:pt x="0" y="614113"/>
                  <a:pt x="590046" y="0"/>
                  <a:pt x="1317904" y="0"/>
                </a:cubicBezTo>
                <a:cubicBezTo>
                  <a:pt x="2045762" y="0"/>
                  <a:pt x="2635808" y="614113"/>
                  <a:pt x="2635808" y="1371659"/>
                </a:cubicBezTo>
                <a:cubicBezTo>
                  <a:pt x="2635808" y="2129205"/>
                  <a:pt x="2045762" y="2743318"/>
                  <a:pt x="1317904" y="2743318"/>
                </a:cubicBezTo>
                <a:cubicBezTo>
                  <a:pt x="590046" y="2743318"/>
                  <a:pt x="0" y="2129205"/>
                  <a:pt x="0" y="1371659"/>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11405" tIns="427149" rIns="411405" bIns="427149" numCol="1" spcCol="1270" anchor="ctr" anchorCtr="0">
            <a:noAutofit/>
          </a:bodyPr>
          <a:lstStyle/>
          <a:p>
            <a:pPr marL="0" lvl="0" indent="0" algn="ctr" defTabSz="889000" rtl="0">
              <a:lnSpc>
                <a:spcPct val="90000"/>
              </a:lnSpc>
              <a:spcBef>
                <a:spcPct val="0"/>
              </a:spcBef>
              <a:spcAft>
                <a:spcPct val="35000"/>
              </a:spcAft>
              <a:buNone/>
            </a:pPr>
            <a:r>
              <a:rPr lang="es-MX" sz="2400" b="1" kern="1200" dirty="0"/>
              <a:t>5. Administración de proyectos </a:t>
            </a:r>
            <a:endParaRPr lang="es-PE" sz="2400" b="1" kern="1200" dirty="0"/>
          </a:p>
        </p:txBody>
      </p:sp>
      <p:sp>
        <p:nvSpPr>
          <p:cNvPr id="25" name="Forma libre: forma 24">
            <a:extLst>
              <a:ext uri="{FF2B5EF4-FFF2-40B4-BE49-F238E27FC236}">
                <a16:creationId xmlns:a16="http://schemas.microsoft.com/office/drawing/2014/main" id="{194F6934-E390-C31A-0CF2-D7D1B0905D8E}"/>
              </a:ext>
            </a:extLst>
          </p:cNvPr>
          <p:cNvSpPr/>
          <p:nvPr/>
        </p:nvSpPr>
        <p:spPr>
          <a:xfrm rot="21519671">
            <a:off x="4320851" y="2450940"/>
            <a:ext cx="302010" cy="550012"/>
          </a:xfrm>
          <a:custGeom>
            <a:avLst/>
            <a:gdLst>
              <a:gd name="connsiteX0" fmla="*/ 0 w 243279"/>
              <a:gd name="connsiteY0" fmla="*/ 110002 h 550012"/>
              <a:gd name="connsiteX1" fmla="*/ 121640 w 243279"/>
              <a:gd name="connsiteY1" fmla="*/ 110002 h 550012"/>
              <a:gd name="connsiteX2" fmla="*/ 121640 w 243279"/>
              <a:gd name="connsiteY2" fmla="*/ 0 h 550012"/>
              <a:gd name="connsiteX3" fmla="*/ 243279 w 243279"/>
              <a:gd name="connsiteY3" fmla="*/ 275006 h 550012"/>
              <a:gd name="connsiteX4" fmla="*/ 121640 w 243279"/>
              <a:gd name="connsiteY4" fmla="*/ 550012 h 550012"/>
              <a:gd name="connsiteX5" fmla="*/ 121640 w 243279"/>
              <a:gd name="connsiteY5" fmla="*/ 440010 h 550012"/>
              <a:gd name="connsiteX6" fmla="*/ 0 w 243279"/>
              <a:gd name="connsiteY6" fmla="*/ 440010 h 550012"/>
              <a:gd name="connsiteX7" fmla="*/ 0 w 243279"/>
              <a:gd name="connsiteY7" fmla="*/ 110002 h 55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279" h="550012">
                <a:moveTo>
                  <a:pt x="0" y="110002"/>
                </a:moveTo>
                <a:lnTo>
                  <a:pt x="121640" y="110002"/>
                </a:lnTo>
                <a:lnTo>
                  <a:pt x="121640" y="0"/>
                </a:lnTo>
                <a:lnTo>
                  <a:pt x="243279" y="275006"/>
                </a:lnTo>
                <a:lnTo>
                  <a:pt x="121640" y="550012"/>
                </a:lnTo>
                <a:lnTo>
                  <a:pt x="121640" y="440010"/>
                </a:lnTo>
                <a:lnTo>
                  <a:pt x="0" y="440010"/>
                </a:lnTo>
                <a:lnTo>
                  <a:pt x="0" y="110002"/>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110002" rIns="72983" bIns="110001" numCol="1" spcCol="1270" anchor="ctr" anchorCtr="0">
            <a:noAutofit/>
          </a:bodyPr>
          <a:lstStyle/>
          <a:p>
            <a:pPr marL="0" lvl="0" indent="0" algn="ctr" defTabSz="889000">
              <a:lnSpc>
                <a:spcPct val="90000"/>
              </a:lnSpc>
              <a:spcBef>
                <a:spcPct val="0"/>
              </a:spcBef>
              <a:spcAft>
                <a:spcPct val="35000"/>
              </a:spcAft>
              <a:buNone/>
            </a:pPr>
            <a:endParaRPr lang="es-PE" sz="2400" b="1" kern="1200"/>
          </a:p>
        </p:txBody>
      </p:sp>
    </p:spTree>
    <p:extLst>
      <p:ext uri="{BB962C8B-B14F-4D97-AF65-F5344CB8AC3E}">
        <p14:creationId xmlns:p14="http://schemas.microsoft.com/office/powerpoint/2010/main" val="95651687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P spid="23" grpId="0" animBg="1"/>
      <p:bldP spid="2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Diagrama"/>
          <p:cNvGraphicFramePr/>
          <p:nvPr>
            <p:extLst>
              <p:ext uri="{D42A27DB-BD31-4B8C-83A1-F6EECF244321}">
                <p14:modId xmlns:p14="http://schemas.microsoft.com/office/powerpoint/2010/main" val="1856508183"/>
              </p:ext>
            </p:extLst>
          </p:nvPr>
        </p:nvGraphicFramePr>
        <p:xfrm>
          <a:off x="1703388" y="1500174"/>
          <a:ext cx="8641084" cy="13332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32452" name="Rectangle 4"/>
          <p:cNvSpPr>
            <a:spLocks noGrp="1" noRot="1" noChangeArrowheads="1"/>
          </p:cNvSpPr>
          <p:nvPr>
            <p:ph type="title"/>
          </p:nvPr>
        </p:nvSpPr>
        <p:spPr>
          <a:xfrm>
            <a:off x="6096000" y="136525"/>
            <a:ext cx="6096000" cy="785794"/>
          </a:xfrm>
          <a:noFill/>
          <a:ln w="9525">
            <a:noFill/>
            <a:miter lim="800000"/>
            <a:headEnd/>
            <a:tailEnd/>
          </a:ln>
          <a:effectLst/>
        </p:spPr>
        <p:txBody>
          <a:bodyPr vert="horz" wrap="square" lIns="91440" tIns="45720" rIns="91440" bIns="45720" numCol="1" anchor="ctr" anchorCtr="0" compatLnSpc="1">
            <a:prstTxWarp prst="textNoShape">
              <a:avLst/>
            </a:prstTxWarp>
          </a:bodyPr>
          <a:lstStyle/>
          <a:p>
            <a:pPr algn="ctr">
              <a:buSzPts val="3600"/>
            </a:pPr>
            <a:r>
              <a:rPr lang="es-MX" sz="3200" dirty="0">
                <a:solidFill>
                  <a:schemeClr val="bg1"/>
                </a:solidFill>
                <a:latin typeface="Bauhaus 93" pitchFamily="82" charset="0"/>
              </a:rPr>
              <a:t>Proyecto e inversión</a:t>
            </a:r>
            <a:endParaRPr lang="es-PE" sz="3200" dirty="0">
              <a:solidFill>
                <a:schemeClr val="bg1"/>
              </a:solidFill>
              <a:latin typeface="Bauhaus 93" pitchFamily="82" charset="0"/>
            </a:endParaRPr>
          </a:p>
        </p:txBody>
      </p:sp>
      <p:sp>
        <p:nvSpPr>
          <p:cNvPr id="2" name="1 Marcador de pie de página"/>
          <p:cNvSpPr>
            <a:spLocks noGrp="1"/>
          </p:cNvSpPr>
          <p:nvPr>
            <p:ph type="ftr" sz="quarter" idx="11"/>
          </p:nvPr>
        </p:nvSpPr>
        <p:spPr/>
        <p:txBody>
          <a:bodyPr/>
          <a:lstStyle/>
          <a:p>
            <a:r>
              <a:rPr lang="en-US"/>
              <a:t>Anival Torre</a:t>
            </a:r>
            <a:endParaRPr lang="en-US" dirty="0"/>
          </a:p>
        </p:txBody>
      </p:sp>
      <p:sp>
        <p:nvSpPr>
          <p:cNvPr id="3" name="2 Marcador de número de diapositiva"/>
          <p:cNvSpPr>
            <a:spLocks noGrp="1"/>
          </p:cNvSpPr>
          <p:nvPr>
            <p:ph type="sldNum" sz="quarter" idx="12"/>
          </p:nvPr>
        </p:nvSpPr>
        <p:spPr/>
        <p:txBody>
          <a:bodyPr/>
          <a:lstStyle/>
          <a:p>
            <a:fld id="{4BC38C50-023F-42B7-BFCC-78669C22CA39}" type="slidenum">
              <a:rPr lang="en-US" smtClean="0"/>
              <a:pPr/>
              <a:t>6</a:t>
            </a:fld>
            <a:endParaRPr lang="en-US" dirty="0"/>
          </a:p>
        </p:txBody>
      </p:sp>
      <p:grpSp>
        <p:nvGrpSpPr>
          <p:cNvPr id="5" name="Grupo 4">
            <a:extLst>
              <a:ext uri="{FF2B5EF4-FFF2-40B4-BE49-F238E27FC236}">
                <a16:creationId xmlns:a16="http://schemas.microsoft.com/office/drawing/2014/main" id="{4E8528D4-3FFE-093B-75D5-7A41C246776A}"/>
              </a:ext>
            </a:extLst>
          </p:cNvPr>
          <p:cNvGrpSpPr/>
          <p:nvPr/>
        </p:nvGrpSpPr>
        <p:grpSpPr>
          <a:xfrm>
            <a:off x="1697251" y="2999807"/>
            <a:ext cx="8641084" cy="1067025"/>
            <a:chOff x="0" y="1351042"/>
            <a:chExt cx="8641084" cy="1067025"/>
          </a:xfrm>
          <a:scene3d>
            <a:camera prst="orthographicFront"/>
            <a:lightRig rig="flat" dir="t"/>
          </a:scene3d>
        </p:grpSpPr>
        <p:sp>
          <p:nvSpPr>
            <p:cNvPr id="9" name="Rectángulo: esquinas redondeadas 8">
              <a:extLst>
                <a:ext uri="{FF2B5EF4-FFF2-40B4-BE49-F238E27FC236}">
                  <a16:creationId xmlns:a16="http://schemas.microsoft.com/office/drawing/2014/main" id="{9281618E-1975-F7ED-B72D-DE22E823FBF8}"/>
                </a:ext>
              </a:extLst>
            </p:cNvPr>
            <p:cNvSpPr/>
            <p:nvPr/>
          </p:nvSpPr>
          <p:spPr>
            <a:xfrm>
              <a:off x="0" y="1351042"/>
              <a:ext cx="8641084" cy="1067025"/>
            </a:xfrm>
            <a:prstGeom prst="roundRect">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a:lstStyle/>
            <a:p>
              <a:endParaRPr lang="es-PE"/>
            </a:p>
          </p:txBody>
        </p:sp>
        <p:sp>
          <p:nvSpPr>
            <p:cNvPr id="10" name="Rectángulo: esquinas redondeadas 4">
              <a:extLst>
                <a:ext uri="{FF2B5EF4-FFF2-40B4-BE49-F238E27FC236}">
                  <a16:creationId xmlns:a16="http://schemas.microsoft.com/office/drawing/2014/main" id="{A9537113-AEE7-C1C6-CDC8-3F5C279B491B}"/>
                </a:ext>
              </a:extLst>
            </p:cNvPr>
            <p:cNvSpPr txBox="1"/>
            <p:nvPr/>
          </p:nvSpPr>
          <p:spPr>
            <a:xfrm>
              <a:off x="52088" y="1403130"/>
              <a:ext cx="8536908" cy="962849"/>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ES" sz="2400" b="1" kern="1200" dirty="0">
                  <a:solidFill>
                    <a:srgbClr val="FF0000"/>
                  </a:solidFill>
                </a:rPr>
                <a:t>Proyecto </a:t>
              </a:r>
              <a:r>
                <a:rPr lang="es-ES" sz="2400" kern="1200" dirty="0"/>
                <a:t>es un conjunto de estudios parciales que permite decidir si se hace o no una inversión. Es temporal y único. </a:t>
              </a:r>
              <a:endParaRPr lang="es-PE" sz="2400" kern="1200" dirty="0"/>
            </a:p>
          </p:txBody>
        </p:sp>
      </p:grpSp>
      <p:grpSp>
        <p:nvGrpSpPr>
          <p:cNvPr id="6" name="Grupo 5">
            <a:extLst>
              <a:ext uri="{FF2B5EF4-FFF2-40B4-BE49-F238E27FC236}">
                <a16:creationId xmlns:a16="http://schemas.microsoft.com/office/drawing/2014/main" id="{EE9AD393-FFC1-B1C0-E6EC-FF881418585F}"/>
              </a:ext>
            </a:extLst>
          </p:cNvPr>
          <p:cNvGrpSpPr/>
          <p:nvPr/>
        </p:nvGrpSpPr>
        <p:grpSpPr>
          <a:xfrm>
            <a:off x="3281550" y="4324525"/>
            <a:ext cx="5472484" cy="2096393"/>
            <a:chOff x="1584299" y="2675760"/>
            <a:chExt cx="5472484" cy="2096393"/>
          </a:xfrm>
          <a:scene3d>
            <a:camera prst="orthographicFront"/>
            <a:lightRig rig="flat" dir="t"/>
          </a:scene3d>
        </p:grpSpPr>
        <p:sp>
          <p:nvSpPr>
            <p:cNvPr id="7" name="Rectángulo: esquinas redondeadas 6">
              <a:extLst>
                <a:ext uri="{FF2B5EF4-FFF2-40B4-BE49-F238E27FC236}">
                  <a16:creationId xmlns:a16="http://schemas.microsoft.com/office/drawing/2014/main" id="{1C791CCE-673C-DEE6-BDFC-542731EC6B6C}"/>
                </a:ext>
              </a:extLst>
            </p:cNvPr>
            <p:cNvSpPr/>
            <p:nvPr/>
          </p:nvSpPr>
          <p:spPr>
            <a:xfrm>
              <a:off x="1584299" y="2675760"/>
              <a:ext cx="5472484" cy="2096393"/>
            </a:xfrm>
            <a:prstGeom prst="roundRect">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a:lstStyle/>
            <a:p>
              <a:endParaRPr lang="es-PE"/>
            </a:p>
          </p:txBody>
        </p:sp>
        <p:sp>
          <p:nvSpPr>
            <p:cNvPr id="8" name="Rectángulo: esquinas redondeadas 6">
              <a:extLst>
                <a:ext uri="{FF2B5EF4-FFF2-40B4-BE49-F238E27FC236}">
                  <a16:creationId xmlns:a16="http://schemas.microsoft.com/office/drawing/2014/main" id="{1E718621-A27B-BF9E-93A1-F87B10DBAB8E}"/>
                </a:ext>
              </a:extLst>
            </p:cNvPr>
            <p:cNvSpPr txBox="1"/>
            <p:nvPr/>
          </p:nvSpPr>
          <p:spPr>
            <a:xfrm>
              <a:off x="1686636" y="2778097"/>
              <a:ext cx="5267810" cy="1891719"/>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ES" sz="2400" i="1" kern="1200" dirty="0">
                  <a:solidFill>
                    <a:srgbClr val="00B050"/>
                  </a:solidFill>
                </a:rPr>
                <a:t>Temporal,</a:t>
              </a:r>
              <a:r>
                <a:rPr lang="es-ES" sz="2400" kern="1200" dirty="0"/>
                <a:t> porque cada proyecto tiene un comienzo y un término definido.</a:t>
              </a:r>
              <a:endParaRPr lang="es-PE" sz="2400" kern="1200" dirty="0"/>
            </a:p>
            <a:p>
              <a:pPr marL="0" lvl="0" indent="0" algn="l" defTabSz="1066800" rtl="0">
                <a:lnSpc>
                  <a:spcPct val="90000"/>
                </a:lnSpc>
                <a:spcBef>
                  <a:spcPct val="0"/>
                </a:spcBef>
                <a:spcAft>
                  <a:spcPct val="35000"/>
                </a:spcAft>
                <a:buNone/>
              </a:pPr>
              <a:r>
                <a:rPr lang="es-ES" sz="2400" i="1" kern="1200" dirty="0">
                  <a:solidFill>
                    <a:srgbClr val="00B050"/>
                  </a:solidFill>
                </a:rPr>
                <a:t>Único</a:t>
              </a:r>
              <a:r>
                <a:rPr lang="es-ES" sz="2400" i="1" kern="1200" dirty="0"/>
                <a:t>,</a:t>
              </a:r>
              <a:r>
                <a:rPr lang="es-ES" sz="2400" kern="1200" dirty="0"/>
                <a:t> porque cada producto o servicio es diferente de alguna manera de todos los proyectos o servicios similares.</a:t>
              </a:r>
              <a:r>
                <a:rPr lang="es-MX" sz="2400" kern="1200" dirty="0"/>
                <a:t> </a:t>
              </a:r>
              <a:r>
                <a:rPr lang="es-ES" sz="2400" kern="1200" dirty="0"/>
                <a:t> </a:t>
              </a:r>
              <a:endParaRPr lang="es-PE" sz="2400" kern="1200" dirty="0"/>
            </a:p>
          </p:txBody>
        </p:sp>
      </p:grpSp>
    </p:spTree>
    <p:extLst>
      <p:ext uri="{BB962C8B-B14F-4D97-AF65-F5344CB8AC3E}">
        <p14:creationId xmlns:p14="http://schemas.microsoft.com/office/powerpoint/2010/main" val="1218610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Grp="1" noRot="1" noChangeArrowheads="1"/>
          </p:cNvSpPr>
          <p:nvPr>
            <p:ph type="title"/>
          </p:nvPr>
        </p:nvSpPr>
        <p:spPr>
          <a:xfrm>
            <a:off x="6096000" y="136525"/>
            <a:ext cx="6057912" cy="449148"/>
          </a:xfrm>
          <a:noFill/>
          <a:ln w="9525">
            <a:noFill/>
            <a:miter lim="800000"/>
            <a:headEnd/>
            <a:tailEnd/>
          </a:ln>
          <a:effectLst/>
        </p:spPr>
        <p:txBody>
          <a:bodyPr vert="horz" wrap="square" lIns="91440" tIns="45720" rIns="91440" bIns="45720" numCol="1" anchor="ctr" anchorCtr="0" compatLnSpc="1">
            <a:prstTxWarp prst="textNoShape">
              <a:avLst/>
            </a:prstTxWarp>
          </a:bodyPr>
          <a:lstStyle/>
          <a:p>
            <a:pPr algn="ctr">
              <a:buSzPts val="3600"/>
            </a:pPr>
            <a:r>
              <a:rPr lang="es-MX" sz="3200" dirty="0">
                <a:solidFill>
                  <a:schemeClr val="bg1"/>
                </a:solidFill>
                <a:latin typeface="Bauhaus 93" pitchFamily="82" charset="0"/>
              </a:rPr>
              <a:t>Administración de proyectos</a:t>
            </a:r>
            <a:endParaRPr lang="es-ES" sz="3200" dirty="0">
              <a:solidFill>
                <a:schemeClr val="bg1"/>
              </a:solidFill>
              <a:latin typeface="Bauhaus 93" pitchFamily="82" charset="0"/>
            </a:endParaRPr>
          </a:p>
        </p:txBody>
      </p:sp>
      <p:grpSp>
        <p:nvGrpSpPr>
          <p:cNvPr id="5" name="Grupo 4">
            <a:extLst>
              <a:ext uri="{FF2B5EF4-FFF2-40B4-BE49-F238E27FC236}">
                <a16:creationId xmlns:a16="http://schemas.microsoft.com/office/drawing/2014/main" id="{21F7ED37-5AC9-9889-E726-EEB41C70BA82}"/>
              </a:ext>
            </a:extLst>
          </p:cNvPr>
          <p:cNvGrpSpPr/>
          <p:nvPr/>
        </p:nvGrpSpPr>
        <p:grpSpPr>
          <a:xfrm>
            <a:off x="6095999" y="1450870"/>
            <a:ext cx="6014291" cy="4604331"/>
            <a:chOff x="1952625" y="1450870"/>
            <a:chExt cx="8286750" cy="4604331"/>
          </a:xfrm>
        </p:grpSpPr>
        <p:sp>
          <p:nvSpPr>
            <p:cNvPr id="6" name="Forma libre: forma 5">
              <a:extLst>
                <a:ext uri="{FF2B5EF4-FFF2-40B4-BE49-F238E27FC236}">
                  <a16:creationId xmlns:a16="http://schemas.microsoft.com/office/drawing/2014/main" id="{FA0C5CA6-91E1-6D62-75D9-5091337733B7}"/>
                </a:ext>
              </a:extLst>
            </p:cNvPr>
            <p:cNvSpPr/>
            <p:nvPr/>
          </p:nvSpPr>
          <p:spPr>
            <a:xfrm>
              <a:off x="1952625" y="1450870"/>
              <a:ext cx="8286750" cy="1269156"/>
            </a:xfrm>
            <a:custGeom>
              <a:avLst/>
              <a:gdLst>
                <a:gd name="connsiteX0" fmla="*/ 0 w 8286750"/>
                <a:gd name="connsiteY0" fmla="*/ 211530 h 1269156"/>
                <a:gd name="connsiteX1" fmla="*/ 211530 w 8286750"/>
                <a:gd name="connsiteY1" fmla="*/ 0 h 1269156"/>
                <a:gd name="connsiteX2" fmla="*/ 8075220 w 8286750"/>
                <a:gd name="connsiteY2" fmla="*/ 0 h 1269156"/>
                <a:gd name="connsiteX3" fmla="*/ 8286750 w 8286750"/>
                <a:gd name="connsiteY3" fmla="*/ 211530 h 1269156"/>
                <a:gd name="connsiteX4" fmla="*/ 8286750 w 8286750"/>
                <a:gd name="connsiteY4" fmla="*/ 1057626 h 1269156"/>
                <a:gd name="connsiteX5" fmla="*/ 8075220 w 8286750"/>
                <a:gd name="connsiteY5" fmla="*/ 1269156 h 1269156"/>
                <a:gd name="connsiteX6" fmla="*/ 211530 w 8286750"/>
                <a:gd name="connsiteY6" fmla="*/ 1269156 h 1269156"/>
                <a:gd name="connsiteX7" fmla="*/ 0 w 8286750"/>
                <a:gd name="connsiteY7" fmla="*/ 1057626 h 1269156"/>
                <a:gd name="connsiteX8" fmla="*/ 0 w 8286750"/>
                <a:gd name="connsiteY8" fmla="*/ 211530 h 126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86750" h="1269156">
                  <a:moveTo>
                    <a:pt x="0" y="211530"/>
                  </a:moveTo>
                  <a:cubicBezTo>
                    <a:pt x="0" y="94705"/>
                    <a:pt x="94705" y="0"/>
                    <a:pt x="211530" y="0"/>
                  </a:cubicBezTo>
                  <a:lnTo>
                    <a:pt x="8075220" y="0"/>
                  </a:lnTo>
                  <a:cubicBezTo>
                    <a:pt x="8192045" y="0"/>
                    <a:pt x="8286750" y="94705"/>
                    <a:pt x="8286750" y="211530"/>
                  </a:cubicBezTo>
                  <a:lnTo>
                    <a:pt x="8286750" y="1057626"/>
                  </a:lnTo>
                  <a:cubicBezTo>
                    <a:pt x="8286750" y="1174451"/>
                    <a:pt x="8192045" y="1269156"/>
                    <a:pt x="8075220" y="1269156"/>
                  </a:cubicBezTo>
                  <a:lnTo>
                    <a:pt x="211530" y="1269156"/>
                  </a:lnTo>
                  <a:cubicBezTo>
                    <a:pt x="94705" y="1269156"/>
                    <a:pt x="0" y="1174451"/>
                    <a:pt x="0" y="1057626"/>
                  </a:cubicBezTo>
                  <a:lnTo>
                    <a:pt x="0" y="211530"/>
                  </a:lnTo>
                  <a:close/>
                </a:path>
              </a:pathLst>
            </a:custGeom>
            <a:scene3d>
              <a:camera prst="orthographicFront"/>
              <a:lightRig rig="flat" dir="t"/>
            </a:scene3d>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153395" tIns="153395" rIns="153395" bIns="153395" numCol="1" spcCol="1270" anchor="ctr" anchorCtr="0">
              <a:noAutofit/>
            </a:bodyPr>
            <a:lstStyle/>
            <a:p>
              <a:pPr marL="0" lvl="0" indent="0" algn="l" defTabSz="1066800" rtl="0">
                <a:lnSpc>
                  <a:spcPct val="90000"/>
                </a:lnSpc>
                <a:spcBef>
                  <a:spcPct val="0"/>
                </a:spcBef>
                <a:spcAft>
                  <a:spcPct val="35000"/>
                </a:spcAft>
                <a:buNone/>
              </a:pPr>
              <a:r>
                <a:rPr lang="es-ES_tradnl" sz="2400" kern="1200" dirty="0"/>
                <a:t>Es la planificación, organización, dirección y control de las tareas interrelacionadas  que tiene el proyecto. </a:t>
              </a:r>
              <a:endParaRPr lang="es-PE" sz="2400" kern="1200" dirty="0"/>
            </a:p>
          </p:txBody>
        </p:sp>
        <p:sp>
          <p:nvSpPr>
            <p:cNvPr id="8" name="Forma libre: forma 7">
              <a:extLst>
                <a:ext uri="{FF2B5EF4-FFF2-40B4-BE49-F238E27FC236}">
                  <a16:creationId xmlns:a16="http://schemas.microsoft.com/office/drawing/2014/main" id="{94606C55-2011-D463-0A67-3F7B0A6A0E45}"/>
                </a:ext>
              </a:extLst>
            </p:cNvPr>
            <p:cNvSpPr/>
            <p:nvPr/>
          </p:nvSpPr>
          <p:spPr>
            <a:xfrm>
              <a:off x="1952625" y="5972401"/>
              <a:ext cx="8286750" cy="82800"/>
            </a:xfrm>
            <a:custGeom>
              <a:avLst/>
              <a:gdLst>
                <a:gd name="connsiteX0" fmla="*/ 0 w 8286750"/>
                <a:gd name="connsiteY0" fmla="*/ 0 h 82800"/>
                <a:gd name="connsiteX1" fmla="*/ 8286750 w 8286750"/>
                <a:gd name="connsiteY1" fmla="*/ 0 h 82800"/>
                <a:gd name="connsiteX2" fmla="*/ 8286750 w 8286750"/>
                <a:gd name="connsiteY2" fmla="*/ 82800 h 82800"/>
                <a:gd name="connsiteX3" fmla="*/ 0 w 8286750"/>
                <a:gd name="connsiteY3" fmla="*/ 82800 h 82800"/>
                <a:gd name="connsiteX4" fmla="*/ 0 w 8286750"/>
                <a:gd name="connsiteY4" fmla="*/ 0 h 8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86750" h="82800">
                  <a:moveTo>
                    <a:pt x="0" y="0"/>
                  </a:moveTo>
                  <a:lnTo>
                    <a:pt x="8286750" y="0"/>
                  </a:lnTo>
                  <a:lnTo>
                    <a:pt x="8286750" y="82800"/>
                  </a:lnTo>
                  <a:lnTo>
                    <a:pt x="0" y="828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63104" tIns="30480" rIns="170688" bIns="30480" numCol="1" spcCol="1270" anchor="t" anchorCtr="0">
              <a:noAutofit/>
            </a:bodyPr>
            <a:lstStyle/>
            <a:p>
              <a:pPr marL="228600" lvl="1" indent="-228600" algn="l" defTabSz="1066800" rtl="0">
                <a:lnSpc>
                  <a:spcPct val="90000"/>
                </a:lnSpc>
                <a:spcBef>
                  <a:spcPct val="0"/>
                </a:spcBef>
                <a:spcAft>
                  <a:spcPct val="20000"/>
                </a:spcAft>
                <a:buChar char="•"/>
              </a:pPr>
              <a:endParaRPr lang="es-PE" sz="2400" kern="1200" dirty="0"/>
            </a:p>
          </p:txBody>
        </p:sp>
      </p:grpSp>
      <p:sp>
        <p:nvSpPr>
          <p:cNvPr id="2" name="1 Marcador de pie de página"/>
          <p:cNvSpPr>
            <a:spLocks noGrp="1"/>
          </p:cNvSpPr>
          <p:nvPr>
            <p:ph type="ftr" sz="quarter" idx="11"/>
          </p:nvPr>
        </p:nvSpPr>
        <p:spPr/>
        <p:txBody>
          <a:bodyPr/>
          <a:lstStyle/>
          <a:p>
            <a:r>
              <a:rPr lang="en-US"/>
              <a:t>Anival Torre</a:t>
            </a:r>
            <a:endParaRPr lang="en-US" dirty="0"/>
          </a:p>
        </p:txBody>
      </p:sp>
      <p:sp>
        <p:nvSpPr>
          <p:cNvPr id="3" name="2 Marcador de número de diapositiva"/>
          <p:cNvSpPr>
            <a:spLocks noGrp="1"/>
          </p:cNvSpPr>
          <p:nvPr>
            <p:ph type="sldNum" sz="quarter" idx="12"/>
          </p:nvPr>
        </p:nvSpPr>
        <p:spPr/>
        <p:txBody>
          <a:bodyPr/>
          <a:lstStyle/>
          <a:p>
            <a:fld id="{4BC38C50-023F-42B7-BFCC-78669C22CA39}" type="slidenum">
              <a:rPr lang="en-US" smtClean="0"/>
              <a:pPr/>
              <a:t>7</a:t>
            </a:fld>
            <a:endParaRPr lang="en-US" dirty="0"/>
          </a:p>
        </p:txBody>
      </p:sp>
      <p:sp>
        <p:nvSpPr>
          <p:cNvPr id="9" name="Forma libre: forma 8">
            <a:extLst>
              <a:ext uri="{FF2B5EF4-FFF2-40B4-BE49-F238E27FC236}">
                <a16:creationId xmlns:a16="http://schemas.microsoft.com/office/drawing/2014/main" id="{7A36C30A-7853-E24E-A7EE-6A444557DB03}"/>
              </a:ext>
            </a:extLst>
          </p:cNvPr>
          <p:cNvSpPr/>
          <p:nvPr/>
        </p:nvSpPr>
        <p:spPr>
          <a:xfrm>
            <a:off x="6095998" y="2919201"/>
            <a:ext cx="6014292" cy="3644025"/>
          </a:xfrm>
          <a:custGeom>
            <a:avLst/>
            <a:gdLst>
              <a:gd name="connsiteX0" fmla="*/ 0 w 8286750"/>
              <a:gd name="connsiteY0" fmla="*/ 539673 h 3237975"/>
              <a:gd name="connsiteX1" fmla="*/ 539673 w 8286750"/>
              <a:gd name="connsiteY1" fmla="*/ 0 h 3237975"/>
              <a:gd name="connsiteX2" fmla="*/ 7747077 w 8286750"/>
              <a:gd name="connsiteY2" fmla="*/ 0 h 3237975"/>
              <a:gd name="connsiteX3" fmla="*/ 8286750 w 8286750"/>
              <a:gd name="connsiteY3" fmla="*/ 539673 h 3237975"/>
              <a:gd name="connsiteX4" fmla="*/ 8286750 w 8286750"/>
              <a:gd name="connsiteY4" fmla="*/ 2698302 h 3237975"/>
              <a:gd name="connsiteX5" fmla="*/ 7747077 w 8286750"/>
              <a:gd name="connsiteY5" fmla="*/ 3237975 h 3237975"/>
              <a:gd name="connsiteX6" fmla="*/ 539673 w 8286750"/>
              <a:gd name="connsiteY6" fmla="*/ 3237975 h 3237975"/>
              <a:gd name="connsiteX7" fmla="*/ 0 w 8286750"/>
              <a:gd name="connsiteY7" fmla="*/ 2698302 h 3237975"/>
              <a:gd name="connsiteX8" fmla="*/ 0 w 8286750"/>
              <a:gd name="connsiteY8" fmla="*/ 539673 h 3237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86750" h="3237975">
                <a:moveTo>
                  <a:pt x="0" y="539673"/>
                </a:moveTo>
                <a:cubicBezTo>
                  <a:pt x="0" y="241620"/>
                  <a:pt x="241620" y="0"/>
                  <a:pt x="539673" y="0"/>
                </a:cubicBezTo>
                <a:lnTo>
                  <a:pt x="7747077" y="0"/>
                </a:lnTo>
                <a:cubicBezTo>
                  <a:pt x="8045130" y="0"/>
                  <a:pt x="8286750" y="241620"/>
                  <a:pt x="8286750" y="539673"/>
                </a:cubicBezTo>
                <a:lnTo>
                  <a:pt x="8286750" y="2698302"/>
                </a:lnTo>
                <a:cubicBezTo>
                  <a:pt x="8286750" y="2996355"/>
                  <a:pt x="8045130" y="3237975"/>
                  <a:pt x="7747077" y="3237975"/>
                </a:cubicBezTo>
                <a:lnTo>
                  <a:pt x="539673" y="3237975"/>
                </a:lnTo>
                <a:cubicBezTo>
                  <a:pt x="241620" y="3237975"/>
                  <a:pt x="0" y="2996355"/>
                  <a:pt x="0" y="2698302"/>
                </a:cubicBezTo>
                <a:lnTo>
                  <a:pt x="0" y="539673"/>
                </a:lnTo>
                <a:close/>
              </a:path>
            </a:pathLst>
          </a:custGeom>
          <a:scene3d>
            <a:camera prst="orthographicFront"/>
            <a:lightRig rig="flat" dir="t"/>
          </a:scene3d>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249505" tIns="249505" rIns="249505" bIns="249505" numCol="1" spcCol="1270" anchor="ctr" anchorCtr="0">
            <a:noAutofit/>
          </a:bodyPr>
          <a:lstStyle/>
          <a:p>
            <a:pPr marL="0" lvl="0" indent="0" algn="l" defTabSz="1066800" rtl="0">
              <a:spcBef>
                <a:spcPct val="0"/>
              </a:spcBef>
              <a:buNone/>
            </a:pPr>
            <a:r>
              <a:rPr lang="es-ES" sz="2400" kern="1200" dirty="0"/>
              <a:t>Es la aplicación de conocimientos, habilidades, herramientas y técnicas a las tareas de los proyectos, de manera que se satisfaga las necesidades y expectativas de los interesados de un proyecto, tales como:</a:t>
            </a:r>
          </a:p>
          <a:p>
            <a:pPr marL="342900" lvl="0" indent="-342900" algn="l" defTabSz="1066800" rtl="0">
              <a:spcBef>
                <a:spcPct val="0"/>
              </a:spcBef>
              <a:buFont typeface="Wingdings" panose="05000000000000000000" pitchFamily="2" charset="2"/>
              <a:buChar char="§"/>
            </a:pPr>
            <a:r>
              <a:rPr lang="es-ES" sz="2000" b="1" kern="1200" dirty="0"/>
              <a:t>Alcance, tiempo, costo y calidad.</a:t>
            </a:r>
            <a:endParaRPr lang="es-PE" sz="2000" b="1" kern="1200" dirty="0"/>
          </a:p>
          <a:p>
            <a:pPr marL="342900" lvl="0" indent="-342900" algn="l" defTabSz="1066800" rtl="0">
              <a:spcBef>
                <a:spcPct val="0"/>
              </a:spcBef>
              <a:buFont typeface="Wingdings" panose="05000000000000000000" pitchFamily="2" charset="2"/>
              <a:buChar char="§"/>
            </a:pPr>
            <a:r>
              <a:rPr lang="es-ES" sz="2000" b="1" kern="1200" dirty="0"/>
              <a:t>Requerimientos identificados (necesidades)</a:t>
            </a:r>
            <a:endParaRPr lang="es-PE" sz="2000" b="1" kern="1200" dirty="0"/>
          </a:p>
          <a:p>
            <a:pPr marL="342900" lvl="0" indent="-342900" algn="l" defTabSz="1066800" rtl="0">
              <a:spcBef>
                <a:spcPct val="0"/>
              </a:spcBef>
              <a:buFont typeface="Wingdings" panose="05000000000000000000" pitchFamily="2" charset="2"/>
              <a:buChar char="§"/>
            </a:pPr>
            <a:r>
              <a:rPr lang="es-ES" sz="2000" b="1" kern="1200" dirty="0"/>
              <a:t>Requerimientos no identificados (expectativas).</a:t>
            </a:r>
            <a:endParaRPr lang="es-PE" sz="2000" b="1" kern="1200" dirty="0"/>
          </a:p>
        </p:txBody>
      </p:sp>
      <p:pic>
        <p:nvPicPr>
          <p:cNvPr id="1026" name="Picture 2" descr="ADMINISTRACIÓN DE PROYECTOS | Mind Map">
            <a:extLst>
              <a:ext uri="{FF2B5EF4-FFF2-40B4-BE49-F238E27FC236}">
                <a16:creationId xmlns:a16="http://schemas.microsoft.com/office/drawing/2014/main" id="{91601210-1E60-8C5A-A832-8541042ECE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616" y="1485900"/>
            <a:ext cx="5372100" cy="5077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9972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Diagrama"/>
          <p:cNvGraphicFramePr/>
          <p:nvPr>
            <p:extLst>
              <p:ext uri="{D42A27DB-BD31-4B8C-83A1-F6EECF244321}">
                <p14:modId xmlns:p14="http://schemas.microsoft.com/office/powerpoint/2010/main" val="1205635460"/>
              </p:ext>
            </p:extLst>
          </p:nvPr>
        </p:nvGraphicFramePr>
        <p:xfrm>
          <a:off x="649481" y="1227295"/>
          <a:ext cx="10887342" cy="53285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54979" name="Rectangle 3"/>
          <p:cNvSpPr>
            <a:spLocks noGrp="1" noRot="1" noChangeArrowheads="1"/>
          </p:cNvSpPr>
          <p:nvPr>
            <p:ph type="title"/>
          </p:nvPr>
        </p:nvSpPr>
        <p:spPr>
          <a:xfrm>
            <a:off x="6096000" y="136525"/>
            <a:ext cx="6096000" cy="785794"/>
          </a:xfrm>
          <a:noFill/>
          <a:ln w="9525">
            <a:noFill/>
            <a:miter lim="800000"/>
            <a:headEnd/>
            <a:tailEnd/>
          </a:ln>
          <a:effectLst/>
        </p:spPr>
        <p:txBody>
          <a:bodyPr vert="horz" wrap="square" lIns="91440" tIns="45720" rIns="91440" bIns="45720" numCol="1" rtlCol="0" anchor="ctr" anchorCtr="0" compatLnSpc="1">
            <a:prstTxWarp prst="textNoShape">
              <a:avLst/>
            </a:prstTxWarp>
            <a:noAutofit/>
          </a:bodyPr>
          <a:lstStyle/>
          <a:p>
            <a:pPr algn="ctr">
              <a:buSzPts val="3600"/>
            </a:pPr>
            <a:r>
              <a:rPr lang="es-MX" sz="3200" dirty="0">
                <a:solidFill>
                  <a:schemeClr val="bg1"/>
                </a:solidFill>
                <a:latin typeface="Bauhaus 93" pitchFamily="82" charset="0"/>
              </a:rPr>
              <a:t>Preguntas para Administración de proyectos</a:t>
            </a:r>
            <a:endParaRPr lang="es-ES" sz="3200" dirty="0">
              <a:solidFill>
                <a:schemeClr val="bg1"/>
              </a:solidFill>
              <a:latin typeface="Bauhaus 93" pitchFamily="82" charset="0"/>
            </a:endParaRPr>
          </a:p>
        </p:txBody>
      </p:sp>
      <p:sp>
        <p:nvSpPr>
          <p:cNvPr id="2" name="1 Marcador de pie de página"/>
          <p:cNvSpPr>
            <a:spLocks noGrp="1"/>
          </p:cNvSpPr>
          <p:nvPr>
            <p:ph type="ftr" sz="quarter" idx="11"/>
          </p:nvPr>
        </p:nvSpPr>
        <p:spPr/>
        <p:txBody>
          <a:bodyPr/>
          <a:lstStyle/>
          <a:p>
            <a:r>
              <a:rPr lang="en-US"/>
              <a:t>Anival Torre</a:t>
            </a:r>
            <a:endParaRPr lang="en-US" dirty="0"/>
          </a:p>
        </p:txBody>
      </p:sp>
      <p:sp>
        <p:nvSpPr>
          <p:cNvPr id="3" name="2 Marcador de número de diapositiva"/>
          <p:cNvSpPr>
            <a:spLocks noGrp="1"/>
          </p:cNvSpPr>
          <p:nvPr>
            <p:ph type="sldNum" sz="quarter" idx="12"/>
          </p:nvPr>
        </p:nvSpPr>
        <p:spPr/>
        <p:txBody>
          <a:bodyPr/>
          <a:lstStyle/>
          <a:p>
            <a:fld id="{4BC38C50-023F-42B7-BFCC-78669C22CA39}" type="slidenum">
              <a:rPr lang="en-US" smtClean="0"/>
              <a:pPr/>
              <a:t>8</a:t>
            </a:fld>
            <a:endParaRPr lang="en-US" dirty="0"/>
          </a:p>
        </p:txBody>
      </p:sp>
    </p:spTree>
    <p:extLst>
      <p:ext uri="{BB962C8B-B14F-4D97-AF65-F5344CB8AC3E}">
        <p14:creationId xmlns:p14="http://schemas.microsoft.com/office/powerpoint/2010/main" val="1119066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Diagrama"/>
          <p:cNvGraphicFramePr/>
          <p:nvPr>
            <p:extLst>
              <p:ext uri="{D42A27DB-BD31-4B8C-83A1-F6EECF244321}">
                <p14:modId xmlns:p14="http://schemas.microsoft.com/office/powerpoint/2010/main" val="2225862182"/>
              </p:ext>
            </p:extLst>
          </p:nvPr>
        </p:nvGraphicFramePr>
        <p:xfrm>
          <a:off x="6096000" y="1772815"/>
          <a:ext cx="6015793" cy="41407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2531" name="Rectangle 2"/>
          <p:cNvSpPr>
            <a:spLocks noGrp="1" noRot="1" noChangeArrowheads="1"/>
          </p:cNvSpPr>
          <p:nvPr>
            <p:ph type="title"/>
          </p:nvPr>
        </p:nvSpPr>
        <p:spPr>
          <a:xfrm>
            <a:off x="6096000" y="85464"/>
            <a:ext cx="6096000" cy="785794"/>
          </a:xfrm>
          <a:noFill/>
          <a:ln w="9525">
            <a:noFill/>
            <a:miter lim="800000"/>
            <a:headEnd/>
            <a:tailEnd/>
          </a:ln>
          <a:effectLst/>
        </p:spPr>
        <p:txBody>
          <a:bodyPr vert="horz" wrap="square" lIns="91440" tIns="45720" rIns="91440" bIns="45720" numCol="1" rtlCol="0" anchor="ctr" anchorCtr="0" compatLnSpc="1">
            <a:prstTxWarp prst="textNoShape">
              <a:avLst/>
            </a:prstTxWarp>
            <a:noAutofit/>
          </a:bodyPr>
          <a:lstStyle/>
          <a:p>
            <a:pPr>
              <a:buSzPts val="3600"/>
            </a:pPr>
            <a:r>
              <a:rPr lang="es-MX" sz="3200" dirty="0" err="1">
                <a:solidFill>
                  <a:schemeClr val="bg1"/>
                </a:solidFill>
                <a:latin typeface="Bauhaus 93" pitchFamily="82" charset="0"/>
              </a:rPr>
              <a:t>CPM</a:t>
            </a:r>
            <a:r>
              <a:rPr lang="es-MX" sz="3200" dirty="0">
                <a:solidFill>
                  <a:schemeClr val="bg1"/>
                </a:solidFill>
                <a:latin typeface="Bauhaus 93" pitchFamily="82" charset="0"/>
              </a:rPr>
              <a:t> (</a:t>
            </a:r>
            <a:r>
              <a:rPr lang="es-MX" sz="3200" dirty="0" err="1">
                <a:solidFill>
                  <a:schemeClr val="bg1"/>
                </a:solidFill>
                <a:latin typeface="Bauhaus 93" pitchFamily="82" charset="0"/>
              </a:rPr>
              <a:t>Critical</a:t>
            </a:r>
            <a:r>
              <a:rPr lang="es-MX" sz="3200" dirty="0">
                <a:solidFill>
                  <a:schemeClr val="bg1"/>
                </a:solidFill>
                <a:latin typeface="Bauhaus 93" pitchFamily="82" charset="0"/>
              </a:rPr>
              <a:t> </a:t>
            </a:r>
            <a:r>
              <a:rPr lang="es-MX" sz="3200" dirty="0" err="1">
                <a:solidFill>
                  <a:schemeClr val="bg1"/>
                </a:solidFill>
                <a:latin typeface="Bauhaus 93" pitchFamily="82" charset="0"/>
              </a:rPr>
              <a:t>Path</a:t>
            </a:r>
            <a:r>
              <a:rPr lang="es-MX" sz="3200" dirty="0">
                <a:solidFill>
                  <a:schemeClr val="bg1"/>
                </a:solidFill>
                <a:latin typeface="Bauhaus 93" pitchFamily="82" charset="0"/>
              </a:rPr>
              <a:t> </a:t>
            </a:r>
            <a:r>
              <a:rPr lang="es-MX" sz="3200" dirty="0" err="1">
                <a:solidFill>
                  <a:schemeClr val="bg1"/>
                </a:solidFill>
                <a:latin typeface="Bauhaus 93" pitchFamily="82" charset="0"/>
              </a:rPr>
              <a:t>Method</a:t>
            </a:r>
            <a:r>
              <a:rPr lang="es-MX" sz="3200" dirty="0">
                <a:solidFill>
                  <a:schemeClr val="bg1"/>
                </a:solidFill>
                <a:latin typeface="Bauhaus 93" pitchFamily="82" charset="0"/>
              </a:rPr>
              <a:t>)</a:t>
            </a:r>
            <a:endParaRPr lang="es-ES" sz="3200" dirty="0">
              <a:solidFill>
                <a:schemeClr val="bg1"/>
              </a:solidFill>
              <a:latin typeface="Bauhaus 93" pitchFamily="82" charset="0"/>
            </a:endParaRPr>
          </a:p>
        </p:txBody>
      </p:sp>
      <p:sp>
        <p:nvSpPr>
          <p:cNvPr id="2" name="1 Marcador de pie de página"/>
          <p:cNvSpPr>
            <a:spLocks noGrp="1"/>
          </p:cNvSpPr>
          <p:nvPr>
            <p:ph type="ftr" sz="quarter" idx="11"/>
          </p:nvPr>
        </p:nvSpPr>
        <p:spPr/>
        <p:txBody>
          <a:bodyPr/>
          <a:lstStyle/>
          <a:p>
            <a:r>
              <a:rPr lang="en-US"/>
              <a:t>Anival Torre</a:t>
            </a:r>
            <a:endParaRPr lang="en-US" dirty="0"/>
          </a:p>
        </p:txBody>
      </p:sp>
      <p:sp>
        <p:nvSpPr>
          <p:cNvPr id="3" name="2 Marcador de número de diapositiva"/>
          <p:cNvSpPr>
            <a:spLocks noGrp="1"/>
          </p:cNvSpPr>
          <p:nvPr>
            <p:ph type="sldNum" sz="quarter" idx="12"/>
          </p:nvPr>
        </p:nvSpPr>
        <p:spPr/>
        <p:txBody>
          <a:bodyPr/>
          <a:lstStyle/>
          <a:p>
            <a:fld id="{4BC38C50-023F-42B7-BFCC-78669C22CA39}" type="slidenum">
              <a:rPr lang="en-US" smtClean="0"/>
              <a:pPr/>
              <a:t>9</a:t>
            </a:fld>
            <a:endParaRPr lang="en-US" dirty="0"/>
          </a:p>
        </p:txBody>
      </p:sp>
      <p:pic>
        <p:nvPicPr>
          <p:cNvPr id="2050" name="Picture 2" descr="Calidad Total: CPM y PERT: dos métodos fundamentales en la Gestión de  Proyectos">
            <a:extLst>
              <a:ext uri="{FF2B5EF4-FFF2-40B4-BE49-F238E27FC236}">
                <a16:creationId xmlns:a16="http://schemas.microsoft.com/office/drawing/2014/main" id="{FB85ED32-FF3F-4E6C-332A-18F286DE628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3429" y="2646947"/>
            <a:ext cx="5853357" cy="2273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45623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Ejemplo De Pert En Una Empresa Coleccion De Ejemplo Images">
            <a:extLst>
              <a:ext uri="{FF2B5EF4-FFF2-40B4-BE49-F238E27FC236}">
                <a16:creationId xmlns:a16="http://schemas.microsoft.com/office/drawing/2014/main" id="{C61E822C-3330-4DB9-DD8F-00E442835A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37733"/>
            <a:ext cx="4944979" cy="562026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4 Diagrama"/>
          <p:cNvGraphicFramePr/>
          <p:nvPr>
            <p:extLst>
              <p:ext uri="{D42A27DB-BD31-4B8C-83A1-F6EECF244321}">
                <p14:modId xmlns:p14="http://schemas.microsoft.com/office/powerpoint/2010/main" val="792346566"/>
              </p:ext>
            </p:extLst>
          </p:nvPr>
        </p:nvGraphicFramePr>
        <p:xfrm>
          <a:off x="4403558" y="1285860"/>
          <a:ext cx="7757686" cy="421064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026" name="Object 2"/>
          <p:cNvGraphicFramePr>
            <a:graphicFrameLocks noChangeAspect="1"/>
          </p:cNvGraphicFramePr>
          <p:nvPr>
            <p:extLst>
              <p:ext uri="{D42A27DB-BD31-4B8C-83A1-F6EECF244321}">
                <p14:modId xmlns:p14="http://schemas.microsoft.com/office/powerpoint/2010/main" val="1798539445"/>
              </p:ext>
            </p:extLst>
          </p:nvPr>
        </p:nvGraphicFramePr>
        <p:xfrm>
          <a:off x="7436987" y="5615949"/>
          <a:ext cx="2232248" cy="922963"/>
        </p:xfrm>
        <a:graphic>
          <a:graphicData uri="http://schemas.openxmlformats.org/presentationml/2006/ole">
            <mc:AlternateContent xmlns:mc="http://schemas.openxmlformats.org/markup-compatibility/2006">
              <mc:Choice xmlns:v="urn:schemas-microsoft-com:vml" Requires="v">
                <p:oleObj name="Ecuación" r:id="rId9" imgW="952087" imgH="393529" progId="Equation.3">
                  <p:embed/>
                </p:oleObj>
              </mc:Choice>
              <mc:Fallback>
                <p:oleObj name="Ecuación" r:id="rId9" imgW="952087" imgH="393529" progId="Equation.3">
                  <p:embed/>
                  <p:pic>
                    <p:nvPicPr>
                      <p:cNvPr id="1026" name="Object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436987" y="5615949"/>
                        <a:ext cx="2232248" cy="922963"/>
                      </a:xfrm>
                      <a:prstGeom prst="rect">
                        <a:avLst/>
                      </a:prstGeom>
                      <a:solidFill>
                        <a:schemeClr val="bg2">
                          <a:lumMod val="75000"/>
                        </a:schemeClr>
                      </a:solidFill>
                    </p:spPr>
                  </p:pic>
                </p:oleObj>
              </mc:Fallback>
            </mc:AlternateContent>
          </a:graphicData>
        </a:graphic>
      </p:graphicFrame>
      <p:sp>
        <p:nvSpPr>
          <p:cNvPr id="2" name="1 Marcador de pie de página"/>
          <p:cNvSpPr>
            <a:spLocks noGrp="1"/>
          </p:cNvSpPr>
          <p:nvPr>
            <p:ph type="ftr" sz="quarter" idx="11"/>
          </p:nvPr>
        </p:nvSpPr>
        <p:spPr/>
        <p:txBody>
          <a:bodyPr/>
          <a:lstStyle/>
          <a:p>
            <a:r>
              <a:rPr lang="en-US"/>
              <a:t>Anival Torre</a:t>
            </a:r>
            <a:endParaRPr lang="en-US" dirty="0"/>
          </a:p>
        </p:txBody>
      </p:sp>
      <p:sp>
        <p:nvSpPr>
          <p:cNvPr id="3" name="2 Marcador de número de diapositiva"/>
          <p:cNvSpPr>
            <a:spLocks noGrp="1"/>
          </p:cNvSpPr>
          <p:nvPr>
            <p:ph type="sldNum" sz="quarter" idx="12"/>
          </p:nvPr>
        </p:nvSpPr>
        <p:spPr/>
        <p:txBody>
          <a:bodyPr/>
          <a:lstStyle/>
          <a:p>
            <a:fld id="{55F7123F-EA94-4AF6-90FD-8402484B591B}" type="slidenum">
              <a:rPr lang="en-US" smtClean="0"/>
              <a:pPr/>
              <a:t>10</a:t>
            </a:fld>
            <a:endParaRPr lang="en-US" dirty="0"/>
          </a:p>
        </p:txBody>
      </p:sp>
      <p:sp>
        <p:nvSpPr>
          <p:cNvPr id="8" name="Rectangle 2"/>
          <p:cNvSpPr>
            <a:spLocks noGrp="1" noRot="1" noChangeArrowheads="1"/>
          </p:cNvSpPr>
          <p:nvPr>
            <p:ph type="title"/>
          </p:nvPr>
        </p:nvSpPr>
        <p:spPr>
          <a:xfrm>
            <a:off x="6096000" y="96915"/>
            <a:ext cx="6096000" cy="785794"/>
          </a:xfrm>
          <a:noFill/>
          <a:ln w="9525">
            <a:noFill/>
            <a:miter lim="800000"/>
            <a:headEnd/>
            <a:tailEnd/>
          </a:ln>
          <a:effectLst/>
        </p:spPr>
        <p:txBody>
          <a:bodyPr vert="horz" wrap="square" lIns="91440" tIns="45720" rIns="91440" bIns="45720" numCol="1" rtlCol="0" anchor="ctr" anchorCtr="0" compatLnSpc="1">
            <a:prstTxWarp prst="textNoShape">
              <a:avLst/>
            </a:prstTxWarp>
            <a:noAutofit/>
          </a:bodyPr>
          <a:lstStyle/>
          <a:p>
            <a:pPr>
              <a:buSzPts val="3600"/>
            </a:pPr>
            <a:r>
              <a:rPr lang="es-MX" sz="3200" dirty="0" err="1">
                <a:solidFill>
                  <a:schemeClr val="bg1"/>
                </a:solidFill>
                <a:latin typeface="Bauhaus 93" pitchFamily="82" charset="0"/>
              </a:rPr>
              <a:t>PERT</a:t>
            </a:r>
            <a:r>
              <a:rPr lang="es-MX" sz="3200" dirty="0">
                <a:solidFill>
                  <a:schemeClr val="bg1"/>
                </a:solidFill>
                <a:latin typeface="Bauhaus 93" pitchFamily="82" charset="0"/>
              </a:rPr>
              <a:t> (</a:t>
            </a:r>
            <a:r>
              <a:rPr lang="es-MX" sz="3200" dirty="0" err="1">
                <a:solidFill>
                  <a:schemeClr val="bg1"/>
                </a:solidFill>
                <a:latin typeface="Bauhaus 93" pitchFamily="82" charset="0"/>
              </a:rPr>
              <a:t>Program</a:t>
            </a:r>
            <a:r>
              <a:rPr lang="es-MX" sz="3200" dirty="0">
                <a:solidFill>
                  <a:schemeClr val="bg1"/>
                </a:solidFill>
                <a:latin typeface="Bauhaus 93" pitchFamily="82" charset="0"/>
              </a:rPr>
              <a:t> </a:t>
            </a:r>
            <a:r>
              <a:rPr lang="es-MX" sz="3200" dirty="0" err="1">
                <a:solidFill>
                  <a:schemeClr val="bg1"/>
                </a:solidFill>
                <a:latin typeface="Bauhaus 93" pitchFamily="82" charset="0"/>
              </a:rPr>
              <a:t>Evaluation</a:t>
            </a:r>
            <a:r>
              <a:rPr lang="es-MX" sz="3200" dirty="0">
                <a:solidFill>
                  <a:schemeClr val="bg1"/>
                </a:solidFill>
                <a:latin typeface="Bauhaus 93" pitchFamily="82" charset="0"/>
              </a:rPr>
              <a:t> And </a:t>
            </a:r>
            <a:r>
              <a:rPr lang="es-MX" sz="3200" dirty="0" err="1">
                <a:solidFill>
                  <a:schemeClr val="bg1"/>
                </a:solidFill>
                <a:latin typeface="Bauhaus 93" pitchFamily="82" charset="0"/>
              </a:rPr>
              <a:t>Review</a:t>
            </a:r>
            <a:r>
              <a:rPr lang="es-MX" sz="3200" dirty="0">
                <a:solidFill>
                  <a:schemeClr val="bg1"/>
                </a:solidFill>
                <a:latin typeface="Bauhaus 93" pitchFamily="82" charset="0"/>
              </a:rPr>
              <a:t> </a:t>
            </a:r>
            <a:r>
              <a:rPr lang="es-MX" sz="3200" dirty="0" err="1">
                <a:solidFill>
                  <a:schemeClr val="bg1"/>
                </a:solidFill>
                <a:latin typeface="Bauhaus 93" pitchFamily="82" charset="0"/>
              </a:rPr>
              <a:t>Technique</a:t>
            </a:r>
            <a:r>
              <a:rPr lang="es-MX" sz="3200" dirty="0">
                <a:solidFill>
                  <a:schemeClr val="bg1"/>
                </a:solidFill>
                <a:latin typeface="Bauhaus 93" pitchFamily="82" charset="0"/>
              </a:rPr>
              <a:t>)</a:t>
            </a:r>
            <a:endParaRPr lang="es-ES" sz="3200" dirty="0">
              <a:solidFill>
                <a:schemeClr val="bg1"/>
              </a:solidFill>
              <a:latin typeface="Bauhaus 93" pitchFamily="82" charset="0"/>
            </a:endParaRPr>
          </a:p>
        </p:txBody>
      </p:sp>
    </p:spTree>
    <p:extLst>
      <p:ext uri="{BB962C8B-B14F-4D97-AF65-F5344CB8AC3E}">
        <p14:creationId xmlns:p14="http://schemas.microsoft.com/office/powerpoint/2010/main" val="2337483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8946" name="Rectangle 2"/>
          <p:cNvSpPr>
            <a:spLocks noGrp="1" noRot="1" noChangeArrowheads="1"/>
          </p:cNvSpPr>
          <p:nvPr>
            <p:ph type="title"/>
          </p:nvPr>
        </p:nvSpPr>
        <p:spPr>
          <a:xfrm>
            <a:off x="6462963" y="136524"/>
            <a:ext cx="6057912" cy="785794"/>
          </a:xfrm>
          <a:noFill/>
          <a:ln w="9525">
            <a:noFill/>
            <a:miter lim="800000"/>
            <a:headEnd/>
            <a:tailEnd/>
          </a:ln>
          <a:effectLst/>
        </p:spPr>
        <p:txBody>
          <a:bodyPr vert="horz" wrap="square" lIns="91440" tIns="45720" rIns="91440" bIns="45720" numCol="1" rtlCol="0" anchor="ctr" anchorCtr="0" compatLnSpc="1">
            <a:prstTxWarp prst="textNoShape">
              <a:avLst/>
            </a:prstTxWarp>
            <a:noAutofit/>
          </a:bodyPr>
          <a:lstStyle/>
          <a:p>
            <a:pPr algn="ctr">
              <a:buSzPts val="3600"/>
            </a:pPr>
            <a:r>
              <a:rPr lang="es-ES" sz="3200" dirty="0">
                <a:solidFill>
                  <a:schemeClr val="bg1"/>
                </a:solidFill>
                <a:latin typeface="Bauhaus 93" pitchFamily="82" charset="0"/>
              </a:rPr>
              <a:t>Principios para elaborar una RED</a:t>
            </a:r>
          </a:p>
        </p:txBody>
      </p:sp>
      <p:graphicFrame>
        <p:nvGraphicFramePr>
          <p:cNvPr id="5" name="4 Diagrama"/>
          <p:cNvGraphicFramePr/>
          <p:nvPr>
            <p:extLst>
              <p:ext uri="{D42A27DB-BD31-4B8C-83A1-F6EECF244321}">
                <p14:modId xmlns:p14="http://schemas.microsoft.com/office/powerpoint/2010/main" val="2618394700"/>
              </p:ext>
            </p:extLst>
          </p:nvPr>
        </p:nvGraphicFramePr>
        <p:xfrm>
          <a:off x="6096000" y="1756611"/>
          <a:ext cx="6003618" cy="44396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1 Marcador de pie de página"/>
          <p:cNvSpPr>
            <a:spLocks noGrp="1"/>
          </p:cNvSpPr>
          <p:nvPr>
            <p:ph type="ftr" sz="quarter" idx="11"/>
          </p:nvPr>
        </p:nvSpPr>
        <p:spPr>
          <a:xfrm>
            <a:off x="4044615" y="6308222"/>
            <a:ext cx="4114800" cy="365125"/>
          </a:xfrm>
        </p:spPr>
        <p:txBody>
          <a:bodyPr/>
          <a:lstStyle/>
          <a:p>
            <a:r>
              <a:rPr lang="en-US" dirty="0"/>
              <a:t>Anival Torre</a:t>
            </a:r>
          </a:p>
        </p:txBody>
      </p:sp>
      <p:sp>
        <p:nvSpPr>
          <p:cNvPr id="3" name="2 Marcador de número de diapositiva"/>
          <p:cNvSpPr>
            <a:spLocks noGrp="1"/>
          </p:cNvSpPr>
          <p:nvPr>
            <p:ph type="sldNum" sz="quarter" idx="12"/>
          </p:nvPr>
        </p:nvSpPr>
        <p:spPr/>
        <p:txBody>
          <a:bodyPr/>
          <a:lstStyle/>
          <a:p>
            <a:fld id="{4BC38C50-023F-42B7-BFCC-78669C22CA39}" type="slidenum">
              <a:rPr lang="en-US" smtClean="0"/>
              <a:pPr/>
              <a:t>11</a:t>
            </a:fld>
            <a:endParaRPr lang="en-US" dirty="0"/>
          </a:p>
        </p:txBody>
      </p:sp>
      <p:pic>
        <p:nvPicPr>
          <p:cNvPr id="3074" name="Picture 2" descr="Diagrama de Pert | Ingeniería Online">
            <a:extLst>
              <a:ext uri="{FF2B5EF4-FFF2-40B4-BE49-F238E27FC236}">
                <a16:creationId xmlns:a16="http://schemas.microsoft.com/office/drawing/2014/main" id="{938816A5-DEA5-342F-BF32-63F8702BFF2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2362952"/>
            <a:ext cx="5678530" cy="3562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7234805"/>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38946"/>
                                        </p:tgtEl>
                                        <p:attrNameLst>
                                          <p:attrName>style.visibility</p:attrName>
                                        </p:attrNameLst>
                                      </p:cBhvr>
                                      <p:to>
                                        <p:strVal val="visible"/>
                                      </p:to>
                                    </p:set>
                                    <p:anim calcmode="lin" valueType="num">
                                      <p:cBhvr additive="base">
                                        <p:cTn id="7" dur="500" fill="hold"/>
                                        <p:tgtEl>
                                          <p:spTgt spid="338946"/>
                                        </p:tgtEl>
                                        <p:attrNameLst>
                                          <p:attrName>ppt_x</p:attrName>
                                        </p:attrNameLst>
                                      </p:cBhvr>
                                      <p:tavLst>
                                        <p:tav tm="0">
                                          <p:val>
                                            <p:strVal val="0-#ppt_w/2"/>
                                          </p:val>
                                        </p:tav>
                                        <p:tav tm="100000">
                                          <p:val>
                                            <p:strVal val="#ppt_x"/>
                                          </p:val>
                                        </p:tav>
                                      </p:tavLst>
                                    </p:anim>
                                    <p:anim calcmode="lin" valueType="num">
                                      <p:cBhvr additive="base">
                                        <p:cTn id="8" dur="500" fill="hold"/>
                                        <p:tgtEl>
                                          <p:spTgt spid="33894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946"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concepto de reglas y Guia 26562885 Vector en Vecteezy">
            <a:extLst>
              <a:ext uri="{FF2B5EF4-FFF2-40B4-BE49-F238E27FC236}">
                <a16:creationId xmlns:a16="http://schemas.microsoft.com/office/drawing/2014/main" id="{B646F646-09E2-23C2-6020-EB526CEE4E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6" y="1251284"/>
            <a:ext cx="6167388" cy="5606716"/>
          </a:xfrm>
          <a:prstGeom prst="rect">
            <a:avLst/>
          </a:prstGeom>
          <a:noFill/>
          <a:extLst>
            <a:ext uri="{909E8E84-426E-40DD-AFC4-6F175D3DCCD1}">
              <a14:hiddenFill xmlns:a14="http://schemas.microsoft.com/office/drawing/2010/main">
                <a:solidFill>
                  <a:srgbClr val="FFFFFF"/>
                </a:solidFill>
              </a14:hiddenFill>
            </a:ext>
          </a:extLst>
        </p:spPr>
      </p:pic>
      <p:sp>
        <p:nvSpPr>
          <p:cNvPr id="340994" name="Rectangle 2"/>
          <p:cNvSpPr>
            <a:spLocks noGrp="1" noRot="1" noChangeArrowheads="1"/>
          </p:cNvSpPr>
          <p:nvPr>
            <p:ph type="title"/>
          </p:nvPr>
        </p:nvSpPr>
        <p:spPr>
          <a:xfrm>
            <a:off x="6096000" y="136525"/>
            <a:ext cx="6096000" cy="785794"/>
          </a:xfrm>
          <a:noFill/>
          <a:ln w="9525">
            <a:noFill/>
            <a:miter lim="800000"/>
            <a:headEnd/>
            <a:tailEnd/>
          </a:ln>
          <a:effectLst/>
        </p:spPr>
        <p:txBody>
          <a:bodyPr vert="horz" wrap="square" lIns="91440" tIns="45720" rIns="91440" bIns="45720" numCol="1" rtlCol="0" anchor="ctr" anchorCtr="0" compatLnSpc="1">
            <a:prstTxWarp prst="textNoShape">
              <a:avLst/>
            </a:prstTxWarp>
            <a:noAutofit/>
          </a:bodyPr>
          <a:lstStyle/>
          <a:p>
            <a:pPr algn="ctr">
              <a:buSzPts val="3600"/>
            </a:pPr>
            <a:r>
              <a:rPr lang="es-ES_tradnl" sz="3200" dirty="0">
                <a:solidFill>
                  <a:schemeClr val="bg1"/>
                </a:solidFill>
                <a:latin typeface="Bauhaus 93" pitchFamily="82" charset="0"/>
              </a:rPr>
              <a:t>Reglas de construcción de una RED</a:t>
            </a:r>
            <a:endParaRPr lang="es-ES" sz="3200" dirty="0">
              <a:solidFill>
                <a:schemeClr val="bg1"/>
              </a:solidFill>
              <a:latin typeface="Bauhaus 93" pitchFamily="82" charset="0"/>
            </a:endParaRPr>
          </a:p>
        </p:txBody>
      </p:sp>
      <p:graphicFrame>
        <p:nvGraphicFramePr>
          <p:cNvPr id="4" name="3 Diagrama"/>
          <p:cNvGraphicFramePr/>
          <p:nvPr>
            <p:extLst>
              <p:ext uri="{D42A27DB-BD31-4B8C-83A1-F6EECF244321}">
                <p14:modId xmlns:p14="http://schemas.microsoft.com/office/powerpoint/2010/main" val="2238067768"/>
              </p:ext>
            </p:extLst>
          </p:nvPr>
        </p:nvGraphicFramePr>
        <p:xfrm>
          <a:off x="5766015" y="1563170"/>
          <a:ext cx="6408712" cy="489016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1 Marcador de pie de página"/>
          <p:cNvSpPr>
            <a:spLocks noGrp="1"/>
          </p:cNvSpPr>
          <p:nvPr>
            <p:ph type="ftr" sz="quarter" idx="11"/>
          </p:nvPr>
        </p:nvSpPr>
        <p:spPr/>
        <p:txBody>
          <a:bodyPr/>
          <a:lstStyle/>
          <a:p>
            <a:r>
              <a:rPr lang="en-US"/>
              <a:t>Anival Torre</a:t>
            </a:r>
            <a:endParaRPr lang="en-US" dirty="0"/>
          </a:p>
        </p:txBody>
      </p:sp>
      <p:sp>
        <p:nvSpPr>
          <p:cNvPr id="3" name="2 Marcador de número de diapositiva"/>
          <p:cNvSpPr>
            <a:spLocks noGrp="1"/>
          </p:cNvSpPr>
          <p:nvPr>
            <p:ph type="sldNum" sz="quarter" idx="12"/>
          </p:nvPr>
        </p:nvSpPr>
        <p:spPr/>
        <p:txBody>
          <a:bodyPr/>
          <a:lstStyle/>
          <a:p>
            <a:fld id="{4BC38C50-023F-42B7-BFCC-78669C22CA39}" type="slidenum">
              <a:rPr lang="en-US" smtClean="0"/>
              <a:pPr/>
              <a:t>12</a:t>
            </a:fld>
            <a:endParaRPr lang="en-US" dirty="0"/>
          </a:p>
        </p:txBody>
      </p:sp>
      <p:grpSp>
        <p:nvGrpSpPr>
          <p:cNvPr id="6" name="Group 3"/>
          <p:cNvGrpSpPr>
            <a:grpSpLocks/>
          </p:cNvGrpSpPr>
          <p:nvPr/>
        </p:nvGrpSpPr>
        <p:grpSpPr bwMode="auto">
          <a:xfrm>
            <a:off x="2177893" y="1628800"/>
            <a:ext cx="762000" cy="665162"/>
            <a:chOff x="1110" y="2656"/>
            <a:chExt cx="1549" cy="1351"/>
          </a:xfrm>
        </p:grpSpPr>
        <p:sp>
          <p:nvSpPr>
            <p:cNvPr id="7" name="AutoShape 4"/>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headEnd/>
              <a:tailEnd/>
            </a:ln>
            <a:effectLst/>
          </p:spPr>
          <p:txBody>
            <a:bodyPr wrap="none" anchor="ctr"/>
            <a:lstStyle/>
            <a:p>
              <a:endParaRPr lang="es-ES" dirty="0"/>
            </a:p>
          </p:txBody>
        </p:sp>
        <p:sp>
          <p:nvSpPr>
            <p:cNvPr id="8" name="AutoShape 5"/>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p:spPr>
          <p:txBody>
            <a:bodyPr wrap="none" anchor="ctr"/>
            <a:lstStyle/>
            <a:p>
              <a:endParaRPr lang="es-ES" dirty="0"/>
            </a:p>
          </p:txBody>
        </p:sp>
        <p:sp>
          <p:nvSpPr>
            <p:cNvPr id="9" name="AutoShape 6"/>
            <p:cNvSpPr>
              <a:spLocks noChangeArrowheads="1"/>
            </p:cNvSpPr>
            <p:nvPr/>
          </p:nvSpPr>
          <p:spPr bwMode="gray">
            <a:xfrm>
              <a:off x="1200" y="2736"/>
              <a:ext cx="1350" cy="1168"/>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endParaRPr lang="es-ES" dirty="0"/>
            </a:p>
          </p:txBody>
        </p:sp>
      </p:grpSp>
      <p:grpSp>
        <p:nvGrpSpPr>
          <p:cNvPr id="10" name="Group 7"/>
          <p:cNvGrpSpPr>
            <a:grpSpLocks/>
          </p:cNvGrpSpPr>
          <p:nvPr/>
        </p:nvGrpSpPr>
        <p:grpSpPr bwMode="auto">
          <a:xfrm>
            <a:off x="2177893" y="2763838"/>
            <a:ext cx="762000" cy="665162"/>
            <a:chOff x="3174" y="2656"/>
            <a:chExt cx="1549" cy="1351"/>
          </a:xfrm>
        </p:grpSpPr>
        <p:sp>
          <p:nvSpPr>
            <p:cNvPr id="11" name="AutoShape 8"/>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a:effectLst/>
          </p:spPr>
          <p:txBody>
            <a:bodyPr wrap="none" anchor="ctr"/>
            <a:lstStyle/>
            <a:p>
              <a:endParaRPr lang="es-ES" dirty="0"/>
            </a:p>
          </p:txBody>
        </p:sp>
        <p:sp>
          <p:nvSpPr>
            <p:cNvPr id="12" name="AutoShape 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p:spPr>
          <p:txBody>
            <a:bodyPr wrap="none" anchor="ctr"/>
            <a:lstStyle/>
            <a:p>
              <a:endParaRPr lang="es-ES" dirty="0"/>
            </a:p>
          </p:txBody>
        </p:sp>
        <p:sp>
          <p:nvSpPr>
            <p:cNvPr id="13" name="AutoShape 10"/>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endParaRPr lang="es-ES" dirty="0"/>
            </a:p>
          </p:txBody>
        </p:sp>
      </p:grpSp>
      <p:sp>
        <p:nvSpPr>
          <p:cNvPr id="14" name="Text Box 13"/>
          <p:cNvSpPr txBox="1">
            <a:spLocks noChangeArrowheads="1"/>
          </p:cNvSpPr>
          <p:nvPr/>
        </p:nvSpPr>
        <p:spPr bwMode="gray">
          <a:xfrm>
            <a:off x="2381672" y="1727226"/>
            <a:ext cx="340157" cy="461665"/>
          </a:xfrm>
          <a:prstGeom prst="rect">
            <a:avLst/>
          </a:prstGeom>
          <a:noFill/>
          <a:ln w="9525" algn="ctr">
            <a:noFill/>
            <a:miter lim="800000"/>
            <a:headEnd/>
            <a:tailEnd/>
          </a:ln>
          <a:effectLst/>
        </p:spPr>
        <p:txBody>
          <a:bodyPr wrap="none">
            <a:spAutoFit/>
          </a:bodyPr>
          <a:lstStyle/>
          <a:p>
            <a:pPr algn="ctr" eaLnBrk="0" hangingPunct="0"/>
            <a:r>
              <a:rPr lang="en-US" sz="2400" dirty="0">
                <a:solidFill>
                  <a:schemeClr val="bg1"/>
                </a:solidFill>
              </a:rPr>
              <a:t>1</a:t>
            </a:r>
          </a:p>
        </p:txBody>
      </p:sp>
      <p:sp>
        <p:nvSpPr>
          <p:cNvPr id="15" name="Text Box 16"/>
          <p:cNvSpPr txBox="1">
            <a:spLocks noChangeArrowheads="1"/>
          </p:cNvSpPr>
          <p:nvPr/>
        </p:nvSpPr>
        <p:spPr bwMode="gray">
          <a:xfrm>
            <a:off x="2381672" y="2827785"/>
            <a:ext cx="340157" cy="461665"/>
          </a:xfrm>
          <a:prstGeom prst="rect">
            <a:avLst/>
          </a:prstGeom>
          <a:noFill/>
          <a:ln w="9525" algn="ctr">
            <a:noFill/>
            <a:miter lim="800000"/>
            <a:headEnd/>
            <a:tailEnd/>
          </a:ln>
          <a:effectLst/>
        </p:spPr>
        <p:txBody>
          <a:bodyPr wrap="none">
            <a:spAutoFit/>
          </a:bodyPr>
          <a:lstStyle/>
          <a:p>
            <a:pPr algn="ctr" eaLnBrk="0" hangingPunct="0"/>
            <a:r>
              <a:rPr lang="en-US" sz="2400" dirty="0">
                <a:solidFill>
                  <a:schemeClr val="bg1"/>
                </a:solidFill>
              </a:rPr>
              <a:t>2</a:t>
            </a:r>
          </a:p>
        </p:txBody>
      </p:sp>
      <p:grpSp>
        <p:nvGrpSpPr>
          <p:cNvPr id="16" name="Group 17"/>
          <p:cNvGrpSpPr>
            <a:grpSpLocks/>
          </p:cNvGrpSpPr>
          <p:nvPr/>
        </p:nvGrpSpPr>
        <p:grpSpPr bwMode="auto">
          <a:xfrm>
            <a:off x="2177893" y="4005064"/>
            <a:ext cx="762000" cy="665162"/>
            <a:chOff x="1110" y="2656"/>
            <a:chExt cx="1549" cy="1351"/>
          </a:xfrm>
        </p:grpSpPr>
        <p:sp>
          <p:nvSpPr>
            <p:cNvPr id="1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headEnd/>
              <a:tailEnd/>
            </a:ln>
            <a:effectLst/>
          </p:spPr>
          <p:txBody>
            <a:bodyPr wrap="none" anchor="ctr"/>
            <a:lstStyle/>
            <a:p>
              <a:endParaRPr lang="es-ES" dirty="0"/>
            </a:p>
          </p:txBody>
        </p:sp>
        <p:sp>
          <p:nvSpPr>
            <p:cNvPr id="1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p:spPr>
          <p:txBody>
            <a:bodyPr wrap="none" anchor="ctr"/>
            <a:lstStyle/>
            <a:p>
              <a:endParaRPr lang="es-ES" dirty="0"/>
            </a:p>
          </p:txBody>
        </p:sp>
        <p:sp>
          <p:nvSpPr>
            <p:cNvPr id="1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endParaRPr lang="es-ES" dirty="0"/>
            </a:p>
          </p:txBody>
        </p:sp>
      </p:grpSp>
      <p:grpSp>
        <p:nvGrpSpPr>
          <p:cNvPr id="20" name="Group 21"/>
          <p:cNvGrpSpPr>
            <a:grpSpLocks/>
          </p:cNvGrpSpPr>
          <p:nvPr/>
        </p:nvGrpSpPr>
        <p:grpSpPr bwMode="auto">
          <a:xfrm>
            <a:off x="2177893" y="5284118"/>
            <a:ext cx="762000" cy="665162"/>
            <a:chOff x="3174" y="2656"/>
            <a:chExt cx="1549" cy="1351"/>
          </a:xfrm>
        </p:grpSpPr>
        <p:sp>
          <p:nvSpPr>
            <p:cNvPr id="21" name="AutoShape 22"/>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a:effectLst/>
          </p:spPr>
          <p:txBody>
            <a:bodyPr wrap="none" anchor="ctr"/>
            <a:lstStyle/>
            <a:p>
              <a:endParaRPr lang="es-ES" dirty="0"/>
            </a:p>
          </p:txBody>
        </p:sp>
        <p:sp>
          <p:nvSpPr>
            <p:cNvPr id="22" name="AutoShape 2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p:spPr>
          <p:txBody>
            <a:bodyPr wrap="none" anchor="ctr"/>
            <a:lstStyle/>
            <a:p>
              <a:endParaRPr lang="es-ES" dirty="0"/>
            </a:p>
          </p:txBody>
        </p:sp>
        <p:sp>
          <p:nvSpPr>
            <p:cNvPr id="23" name="AutoShape 24"/>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endParaRPr lang="es-ES" dirty="0"/>
            </a:p>
          </p:txBody>
        </p:sp>
      </p:grpSp>
      <p:sp>
        <p:nvSpPr>
          <p:cNvPr id="24" name="Text Box 27"/>
          <p:cNvSpPr txBox="1">
            <a:spLocks noChangeArrowheads="1"/>
          </p:cNvSpPr>
          <p:nvPr/>
        </p:nvSpPr>
        <p:spPr bwMode="gray">
          <a:xfrm>
            <a:off x="2381672" y="4149081"/>
            <a:ext cx="340157" cy="461665"/>
          </a:xfrm>
          <a:prstGeom prst="rect">
            <a:avLst/>
          </a:prstGeom>
          <a:noFill/>
          <a:ln w="9525" algn="ctr">
            <a:noFill/>
            <a:miter lim="800000"/>
            <a:headEnd/>
            <a:tailEnd/>
          </a:ln>
          <a:effectLst/>
        </p:spPr>
        <p:txBody>
          <a:bodyPr wrap="none">
            <a:spAutoFit/>
          </a:bodyPr>
          <a:lstStyle/>
          <a:p>
            <a:pPr algn="ctr" eaLnBrk="0" hangingPunct="0"/>
            <a:r>
              <a:rPr lang="en-US" sz="2400" dirty="0">
                <a:solidFill>
                  <a:schemeClr val="bg1"/>
                </a:solidFill>
              </a:rPr>
              <a:t>3</a:t>
            </a:r>
          </a:p>
        </p:txBody>
      </p:sp>
      <p:sp>
        <p:nvSpPr>
          <p:cNvPr id="30" name="Text Box 27"/>
          <p:cNvSpPr txBox="1">
            <a:spLocks noChangeArrowheads="1"/>
          </p:cNvSpPr>
          <p:nvPr/>
        </p:nvSpPr>
        <p:spPr bwMode="gray">
          <a:xfrm>
            <a:off x="2340139" y="5353213"/>
            <a:ext cx="338554" cy="461665"/>
          </a:xfrm>
          <a:prstGeom prst="rect">
            <a:avLst/>
          </a:prstGeom>
          <a:noFill/>
          <a:ln w="9525" algn="ctr">
            <a:noFill/>
            <a:miter lim="800000"/>
            <a:headEnd/>
            <a:tailEnd/>
          </a:ln>
          <a:effectLst/>
        </p:spPr>
        <p:txBody>
          <a:bodyPr wrap="none">
            <a:spAutoFit/>
          </a:bodyPr>
          <a:lstStyle/>
          <a:p>
            <a:pPr algn="ctr" eaLnBrk="0" hangingPunct="0"/>
            <a:r>
              <a:rPr lang="en-US" sz="2400" dirty="0">
                <a:solidFill>
                  <a:schemeClr val="bg1"/>
                </a:solidFill>
              </a:rPr>
              <a:t>4</a:t>
            </a:r>
          </a:p>
        </p:txBody>
      </p:sp>
    </p:spTree>
    <p:extLst>
      <p:ext uri="{BB962C8B-B14F-4D97-AF65-F5344CB8AC3E}">
        <p14:creationId xmlns:p14="http://schemas.microsoft.com/office/powerpoint/2010/main" val="1706471686"/>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2 Diagrama"/>
          <p:cNvGraphicFramePr/>
          <p:nvPr>
            <p:extLst>
              <p:ext uri="{D42A27DB-BD31-4B8C-83A1-F6EECF244321}">
                <p14:modId xmlns:p14="http://schemas.microsoft.com/office/powerpoint/2010/main" val="3749252795"/>
              </p:ext>
            </p:extLst>
          </p:nvPr>
        </p:nvGraphicFramePr>
        <p:xfrm>
          <a:off x="4565399" y="1340768"/>
          <a:ext cx="7416825" cy="50600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1 Marcador de pie de página"/>
          <p:cNvSpPr>
            <a:spLocks noGrp="1"/>
          </p:cNvSpPr>
          <p:nvPr>
            <p:ph type="ftr" sz="quarter" idx="11"/>
          </p:nvPr>
        </p:nvSpPr>
        <p:spPr/>
        <p:txBody>
          <a:bodyPr/>
          <a:lstStyle/>
          <a:p>
            <a:r>
              <a:rPr lang="en-US"/>
              <a:t>Anival Torre</a:t>
            </a:r>
            <a:endParaRPr lang="en-US" dirty="0"/>
          </a:p>
        </p:txBody>
      </p:sp>
      <p:sp>
        <p:nvSpPr>
          <p:cNvPr id="4" name="3 Marcador de número de diapositiva"/>
          <p:cNvSpPr>
            <a:spLocks noGrp="1"/>
          </p:cNvSpPr>
          <p:nvPr>
            <p:ph type="sldNum" sz="quarter" idx="12"/>
          </p:nvPr>
        </p:nvSpPr>
        <p:spPr/>
        <p:txBody>
          <a:bodyPr/>
          <a:lstStyle/>
          <a:p>
            <a:fld id="{4BC38C50-023F-42B7-BFCC-78669C22CA39}" type="slidenum">
              <a:rPr lang="en-US" smtClean="0"/>
              <a:pPr/>
              <a:t>13</a:t>
            </a:fld>
            <a:endParaRPr lang="en-US" dirty="0"/>
          </a:p>
        </p:txBody>
      </p:sp>
      <p:sp>
        <p:nvSpPr>
          <p:cNvPr id="7" name="Rectangle 2"/>
          <p:cNvSpPr>
            <a:spLocks noGrp="1" noRot="1" noChangeArrowheads="1"/>
          </p:cNvSpPr>
          <p:nvPr>
            <p:ph type="title"/>
          </p:nvPr>
        </p:nvSpPr>
        <p:spPr>
          <a:xfrm>
            <a:off x="6096000" y="136525"/>
            <a:ext cx="6096000" cy="785794"/>
          </a:xfrm>
          <a:noFill/>
          <a:ln w="9525">
            <a:noFill/>
            <a:miter lim="800000"/>
            <a:headEnd/>
            <a:tailEnd/>
          </a:ln>
          <a:effectLst/>
        </p:spPr>
        <p:txBody>
          <a:bodyPr vert="horz" wrap="square" lIns="91440" tIns="45720" rIns="91440" bIns="45720" numCol="1" rtlCol="0" anchor="ctr" anchorCtr="0" compatLnSpc="1">
            <a:prstTxWarp prst="textNoShape">
              <a:avLst/>
            </a:prstTxWarp>
            <a:noAutofit/>
          </a:bodyPr>
          <a:lstStyle/>
          <a:p>
            <a:pPr algn="ctr">
              <a:buSzPts val="3600"/>
            </a:pPr>
            <a:r>
              <a:rPr lang="es-ES_tradnl" sz="3200" dirty="0">
                <a:solidFill>
                  <a:schemeClr val="bg1"/>
                </a:solidFill>
                <a:latin typeface="Bauhaus 93" pitchFamily="82" charset="0"/>
              </a:rPr>
              <a:t>Reglas de construcción de una RED</a:t>
            </a:r>
            <a:endParaRPr lang="es-ES" sz="3200" dirty="0">
              <a:solidFill>
                <a:schemeClr val="bg1"/>
              </a:solidFill>
              <a:latin typeface="Bauhaus 93" pitchFamily="82" charset="0"/>
            </a:endParaRPr>
          </a:p>
        </p:txBody>
      </p:sp>
      <p:sp>
        <p:nvSpPr>
          <p:cNvPr id="5" name="5 Elipse">
            <a:extLst>
              <a:ext uri="{FF2B5EF4-FFF2-40B4-BE49-F238E27FC236}">
                <a16:creationId xmlns:a16="http://schemas.microsoft.com/office/drawing/2014/main" id="{DF650600-5218-9622-1225-2E8E44F96FD2}"/>
              </a:ext>
            </a:extLst>
          </p:cNvPr>
          <p:cNvSpPr/>
          <p:nvPr/>
        </p:nvSpPr>
        <p:spPr>
          <a:xfrm>
            <a:off x="1092512" y="1252371"/>
            <a:ext cx="2088232" cy="2150948"/>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800" b="1" dirty="0">
                <a:solidFill>
                  <a:srgbClr val="FF0000"/>
                </a:solidFill>
                <a:latin typeface="Arial Narrow" pitchFamily="34" charset="0"/>
              </a:rPr>
              <a:t>H</a:t>
            </a:r>
          </a:p>
          <a:p>
            <a:pPr algn="ctr"/>
            <a:endParaRPr lang="es-ES" sz="2800" b="1" dirty="0">
              <a:solidFill>
                <a:srgbClr val="FF0000"/>
              </a:solidFill>
              <a:latin typeface="Arial Narrow" pitchFamily="34" charset="0"/>
            </a:endParaRPr>
          </a:p>
          <a:p>
            <a:pPr algn="ctr"/>
            <a:endParaRPr lang="es-PE" sz="2800" b="1" dirty="0">
              <a:solidFill>
                <a:srgbClr val="FF0000"/>
              </a:solidFill>
              <a:latin typeface="Arial Narrow" pitchFamily="34" charset="0"/>
            </a:endParaRPr>
          </a:p>
        </p:txBody>
      </p:sp>
      <p:graphicFrame>
        <p:nvGraphicFramePr>
          <p:cNvPr id="6" name="3 Tabla">
            <a:extLst>
              <a:ext uri="{FF2B5EF4-FFF2-40B4-BE49-F238E27FC236}">
                <a16:creationId xmlns:a16="http://schemas.microsoft.com/office/drawing/2014/main" id="{7E2DB9EE-591D-2ABC-6B90-A7F8CBC01A20}"/>
              </a:ext>
            </a:extLst>
          </p:cNvPr>
          <p:cNvGraphicFramePr>
            <a:graphicFrameLocks noGrp="1"/>
          </p:cNvGraphicFramePr>
          <p:nvPr>
            <p:extLst>
              <p:ext uri="{D42A27DB-BD31-4B8C-83A1-F6EECF244321}">
                <p14:modId xmlns:p14="http://schemas.microsoft.com/office/powerpoint/2010/main" val="1018294425"/>
              </p:ext>
            </p:extLst>
          </p:nvPr>
        </p:nvGraphicFramePr>
        <p:xfrm>
          <a:off x="1092512" y="2249683"/>
          <a:ext cx="2088232" cy="1153636"/>
        </p:xfrm>
        <a:graphic>
          <a:graphicData uri="http://schemas.openxmlformats.org/drawingml/2006/table">
            <a:tbl>
              <a:tblPr firstRow="1" bandRow="1">
                <a:tableStyleId>{5C22544A-7EE6-4342-B048-85BDC9FD1C3A}</a:tableStyleId>
              </a:tblPr>
              <a:tblGrid>
                <a:gridCol w="1044116">
                  <a:extLst>
                    <a:ext uri="{9D8B030D-6E8A-4147-A177-3AD203B41FA5}">
                      <a16:colId xmlns:a16="http://schemas.microsoft.com/office/drawing/2014/main" val="20000"/>
                    </a:ext>
                  </a:extLst>
                </a:gridCol>
                <a:gridCol w="1044116">
                  <a:extLst>
                    <a:ext uri="{9D8B030D-6E8A-4147-A177-3AD203B41FA5}">
                      <a16:colId xmlns:a16="http://schemas.microsoft.com/office/drawing/2014/main" val="20001"/>
                    </a:ext>
                  </a:extLst>
                </a:gridCol>
              </a:tblGrid>
              <a:tr h="576818">
                <a:tc>
                  <a:txBody>
                    <a:bodyPr/>
                    <a:lstStyle/>
                    <a:p>
                      <a:pPr marL="0" algn="ctr" defTabSz="914400" rtl="0" eaLnBrk="1" latinLnBrk="0" hangingPunct="1"/>
                      <a:r>
                        <a:rPr lang="es-ES" sz="2800" b="1" kern="1200" dirty="0" err="1">
                          <a:solidFill>
                            <a:schemeClr val="tx1"/>
                          </a:solidFill>
                          <a:latin typeface="Arial Narrow" pitchFamily="34" charset="0"/>
                          <a:ea typeface="+mn-ea"/>
                          <a:cs typeface="+mn-cs"/>
                        </a:rPr>
                        <a:t>TIP</a:t>
                      </a:r>
                      <a:endParaRPr lang="es-PE" sz="2800" b="1" kern="1200" dirty="0">
                        <a:solidFill>
                          <a:schemeClr val="tx1"/>
                        </a:solidFill>
                        <a:latin typeface="Arial Narrow" pitchFamily="34" charset="0"/>
                        <a:ea typeface="+mn-ea"/>
                        <a:cs typeface="+mn-cs"/>
                      </a:endParaRPr>
                    </a:p>
                  </a:txBody>
                  <a:tcPr>
                    <a:solidFill>
                      <a:schemeClr val="accent1"/>
                    </a:solidFill>
                  </a:tcPr>
                </a:tc>
                <a:tc>
                  <a:txBody>
                    <a:bodyPr/>
                    <a:lstStyle/>
                    <a:p>
                      <a:pPr marL="0" algn="ctr" defTabSz="914400" rtl="0" eaLnBrk="1" latinLnBrk="0" hangingPunct="1"/>
                      <a:r>
                        <a:rPr lang="es-ES" sz="2800" b="1" kern="1200" dirty="0" err="1">
                          <a:solidFill>
                            <a:srgbClr val="FF0000"/>
                          </a:solidFill>
                          <a:latin typeface="Arial Narrow" pitchFamily="34" charset="0"/>
                          <a:ea typeface="+mn-ea"/>
                          <a:cs typeface="+mn-cs"/>
                        </a:rPr>
                        <a:t>TIL</a:t>
                      </a:r>
                      <a:endParaRPr lang="es-PE" sz="2800" b="1" kern="1200" dirty="0">
                        <a:solidFill>
                          <a:srgbClr val="FF0000"/>
                        </a:solidFill>
                        <a:latin typeface="Arial Narrow" pitchFamily="34" charset="0"/>
                        <a:ea typeface="+mn-ea"/>
                        <a:cs typeface="+mn-cs"/>
                      </a:endParaRPr>
                    </a:p>
                  </a:txBody>
                  <a:tcPr>
                    <a:solidFill>
                      <a:schemeClr val="accent1"/>
                    </a:solidFill>
                  </a:tcPr>
                </a:tc>
                <a:extLst>
                  <a:ext uri="{0D108BD9-81ED-4DB2-BD59-A6C34878D82A}">
                    <a16:rowId xmlns:a16="http://schemas.microsoft.com/office/drawing/2014/main" val="10000"/>
                  </a:ext>
                </a:extLst>
              </a:tr>
              <a:tr h="576818">
                <a:tc>
                  <a:txBody>
                    <a:bodyPr/>
                    <a:lstStyle/>
                    <a:p>
                      <a:pPr marL="0" algn="ctr" defTabSz="914400" rtl="0" eaLnBrk="1" latinLnBrk="0" hangingPunct="1"/>
                      <a:r>
                        <a:rPr lang="es-ES" sz="2800" b="1" kern="1200" dirty="0" err="1">
                          <a:solidFill>
                            <a:srgbClr val="FF0000"/>
                          </a:solidFill>
                          <a:latin typeface="Arial Narrow" pitchFamily="34" charset="0"/>
                          <a:ea typeface="+mn-ea"/>
                          <a:cs typeface="+mn-cs"/>
                        </a:rPr>
                        <a:t>TTP</a:t>
                      </a:r>
                      <a:endParaRPr lang="es-PE" sz="2800" b="1" kern="1200" dirty="0">
                        <a:solidFill>
                          <a:srgbClr val="FF0000"/>
                        </a:solidFill>
                        <a:latin typeface="Arial Narrow" pitchFamily="34" charset="0"/>
                        <a:ea typeface="+mn-ea"/>
                        <a:cs typeface="+mn-cs"/>
                      </a:endParaRPr>
                    </a:p>
                  </a:txBody>
                  <a:tcPr>
                    <a:solidFill>
                      <a:schemeClr val="accent1"/>
                    </a:solidFill>
                  </a:tcPr>
                </a:tc>
                <a:tc>
                  <a:txBody>
                    <a:bodyPr/>
                    <a:lstStyle/>
                    <a:p>
                      <a:pPr marL="0" algn="ctr" defTabSz="914400" rtl="0" eaLnBrk="1" latinLnBrk="0" hangingPunct="1"/>
                      <a:r>
                        <a:rPr lang="es-ES" sz="2800" b="1" kern="1200" dirty="0" err="1">
                          <a:solidFill>
                            <a:schemeClr val="tx1"/>
                          </a:solidFill>
                          <a:latin typeface="Arial Narrow" pitchFamily="34" charset="0"/>
                          <a:ea typeface="+mn-ea"/>
                          <a:cs typeface="+mn-cs"/>
                        </a:rPr>
                        <a:t>TTL</a:t>
                      </a:r>
                      <a:endParaRPr lang="es-PE" sz="2800" b="1" kern="1200" dirty="0">
                        <a:solidFill>
                          <a:schemeClr val="tx1"/>
                        </a:solidFill>
                        <a:latin typeface="Arial Narrow" pitchFamily="34" charset="0"/>
                        <a:ea typeface="+mn-ea"/>
                        <a:cs typeface="+mn-cs"/>
                      </a:endParaRPr>
                    </a:p>
                  </a:txBody>
                  <a:tcPr>
                    <a:solidFill>
                      <a:schemeClr val="accent1"/>
                    </a:solidFill>
                  </a:tcPr>
                </a:tc>
                <a:extLst>
                  <a:ext uri="{0D108BD9-81ED-4DB2-BD59-A6C34878D82A}">
                    <a16:rowId xmlns:a16="http://schemas.microsoft.com/office/drawing/2014/main" val="10001"/>
                  </a:ext>
                </a:extLst>
              </a:tr>
            </a:tbl>
          </a:graphicData>
        </a:graphic>
      </p:graphicFrame>
      <p:sp>
        <p:nvSpPr>
          <p:cNvPr id="8" name="26 CuadroTexto">
            <a:extLst>
              <a:ext uri="{FF2B5EF4-FFF2-40B4-BE49-F238E27FC236}">
                <a16:creationId xmlns:a16="http://schemas.microsoft.com/office/drawing/2014/main" id="{25368E2D-E03C-C779-957D-1C16676FB81B}"/>
              </a:ext>
            </a:extLst>
          </p:cNvPr>
          <p:cNvSpPr txBox="1"/>
          <p:nvPr/>
        </p:nvSpPr>
        <p:spPr>
          <a:xfrm>
            <a:off x="696470" y="2620523"/>
            <a:ext cx="252027" cy="369332"/>
          </a:xfrm>
          <a:prstGeom prst="rect">
            <a:avLst/>
          </a:prstGeom>
          <a:noFill/>
        </p:spPr>
        <p:txBody>
          <a:bodyPr wrap="square" rtlCol="0">
            <a:spAutoFit/>
          </a:bodyPr>
          <a:lstStyle/>
          <a:p>
            <a:r>
              <a:rPr lang="es-ES" dirty="0"/>
              <a:t>d</a:t>
            </a:r>
            <a:endParaRPr lang="es-PE" dirty="0"/>
          </a:p>
        </p:txBody>
      </p:sp>
      <p:sp>
        <p:nvSpPr>
          <p:cNvPr id="9" name="27 CuadroTexto">
            <a:extLst>
              <a:ext uri="{FF2B5EF4-FFF2-40B4-BE49-F238E27FC236}">
                <a16:creationId xmlns:a16="http://schemas.microsoft.com/office/drawing/2014/main" id="{52828128-842E-D323-CABF-CD42B690CD8C}"/>
              </a:ext>
            </a:extLst>
          </p:cNvPr>
          <p:cNvSpPr txBox="1"/>
          <p:nvPr/>
        </p:nvSpPr>
        <p:spPr>
          <a:xfrm>
            <a:off x="3324760" y="2620523"/>
            <a:ext cx="432048" cy="369332"/>
          </a:xfrm>
          <a:prstGeom prst="rect">
            <a:avLst/>
          </a:prstGeom>
          <a:noFill/>
        </p:spPr>
        <p:txBody>
          <a:bodyPr wrap="square" rtlCol="0">
            <a:spAutoFit/>
          </a:bodyPr>
          <a:lstStyle/>
          <a:p>
            <a:r>
              <a:rPr lang="es-ES" dirty="0"/>
              <a:t>-d</a:t>
            </a:r>
            <a:endParaRPr lang="es-PE" dirty="0"/>
          </a:p>
        </p:txBody>
      </p:sp>
      <p:sp>
        <p:nvSpPr>
          <p:cNvPr id="10" name="Rectangle 3">
            <a:extLst>
              <a:ext uri="{FF2B5EF4-FFF2-40B4-BE49-F238E27FC236}">
                <a16:creationId xmlns:a16="http://schemas.microsoft.com/office/drawing/2014/main" id="{8B563B32-46EB-CCC4-E46D-DF8C4E7ACA11}"/>
              </a:ext>
            </a:extLst>
          </p:cNvPr>
          <p:cNvSpPr txBox="1">
            <a:spLocks noChangeArrowheads="1"/>
          </p:cNvSpPr>
          <p:nvPr/>
        </p:nvSpPr>
        <p:spPr>
          <a:xfrm>
            <a:off x="165697" y="3513730"/>
            <a:ext cx="4197647" cy="324985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defRPr/>
            </a:pPr>
            <a:r>
              <a:rPr lang="es-MX" sz="2000" b="1" dirty="0">
                <a:latin typeface="Arial Narrow" panose="020B0606020202030204" pitchFamily="34" charset="0"/>
              </a:rPr>
              <a:t>H= Es la máxima cantidad de tiempo que puede retrasarse sin afectar la duración total del proyecto:</a:t>
            </a:r>
          </a:p>
          <a:p>
            <a:pPr marL="457200" lvl="1" indent="0" algn="just">
              <a:buFont typeface="Arial" panose="020B0604020202020204" pitchFamily="34" charset="0"/>
              <a:buNone/>
              <a:defRPr/>
            </a:pPr>
            <a:r>
              <a:rPr lang="es-MX" sz="2000" b="1" dirty="0">
                <a:latin typeface="Arial Narrow" panose="020B0606020202030204" pitchFamily="34" charset="0"/>
              </a:rPr>
              <a:t>	</a:t>
            </a:r>
            <a:r>
              <a:rPr lang="es-MX" sz="2000" b="1" dirty="0">
                <a:solidFill>
                  <a:srgbClr val="FF0000"/>
                </a:solidFill>
                <a:latin typeface="Arial Narrow" panose="020B0606020202030204" pitchFamily="34" charset="0"/>
              </a:rPr>
              <a:t>H</a:t>
            </a:r>
            <a:r>
              <a:rPr lang="es-MX" sz="2000" b="1" dirty="0">
                <a:latin typeface="Arial Narrow" panose="020B0606020202030204" pitchFamily="34" charset="0"/>
              </a:rPr>
              <a:t> = </a:t>
            </a:r>
            <a:r>
              <a:rPr lang="es-MX" sz="2000" b="1" dirty="0" err="1">
                <a:latin typeface="Arial Narrow" panose="020B0606020202030204" pitchFamily="34" charset="0"/>
              </a:rPr>
              <a:t>TTL</a:t>
            </a:r>
            <a:r>
              <a:rPr lang="es-MX" sz="2000" b="1" dirty="0">
                <a:latin typeface="Arial Narrow" panose="020B0606020202030204" pitchFamily="34" charset="0"/>
              </a:rPr>
              <a:t> – </a:t>
            </a:r>
            <a:r>
              <a:rPr lang="es-MX" sz="2000" b="1" dirty="0" err="1">
                <a:latin typeface="Arial Narrow" panose="020B0606020202030204" pitchFamily="34" charset="0"/>
              </a:rPr>
              <a:t>TTP</a:t>
            </a:r>
            <a:r>
              <a:rPr lang="es-MX" sz="2000" b="1" dirty="0">
                <a:latin typeface="Arial Narrow" panose="020B0606020202030204" pitchFamily="34" charset="0"/>
              </a:rPr>
              <a:t> = </a:t>
            </a:r>
            <a:r>
              <a:rPr lang="es-MX" sz="2000" b="1" dirty="0" err="1">
                <a:latin typeface="Arial Narrow" panose="020B0606020202030204" pitchFamily="34" charset="0"/>
              </a:rPr>
              <a:t>TIL</a:t>
            </a:r>
            <a:r>
              <a:rPr lang="es-MX" sz="2000" b="1" dirty="0">
                <a:latin typeface="Arial Narrow" panose="020B0606020202030204" pitchFamily="34" charset="0"/>
              </a:rPr>
              <a:t> – TIP</a:t>
            </a:r>
          </a:p>
          <a:p>
            <a:pPr marL="0" lvl="1" indent="0" algn="just">
              <a:buFont typeface="Arial" panose="020B0604020202020204" pitchFamily="34" charset="0"/>
              <a:buNone/>
              <a:defRPr/>
            </a:pPr>
            <a:r>
              <a:rPr lang="es-MX" sz="2000" b="1" dirty="0">
                <a:latin typeface="Arial Narrow" panose="020B0606020202030204" pitchFamily="34" charset="0"/>
              </a:rPr>
              <a:t>TIP=Tiempo de Inicio más Próximo</a:t>
            </a:r>
          </a:p>
          <a:p>
            <a:pPr marL="0" lvl="1" indent="0" algn="just">
              <a:buFont typeface="Arial" panose="020B0604020202020204" pitchFamily="34" charset="0"/>
              <a:buNone/>
              <a:defRPr/>
            </a:pPr>
            <a:r>
              <a:rPr lang="es-MX" sz="2000" b="1" dirty="0" err="1">
                <a:latin typeface="Arial Narrow" panose="020B0606020202030204" pitchFamily="34" charset="0"/>
              </a:rPr>
              <a:t>TIL</a:t>
            </a:r>
            <a:r>
              <a:rPr lang="es-MX" sz="2000" b="1" dirty="0">
                <a:latin typeface="Arial Narrow" panose="020B0606020202030204" pitchFamily="34" charset="0"/>
              </a:rPr>
              <a:t>=Tiempo de Inicio más Lejano</a:t>
            </a:r>
          </a:p>
          <a:p>
            <a:pPr marL="0" lvl="1" indent="0" algn="just">
              <a:buFont typeface="Arial" panose="020B0604020202020204" pitchFamily="34" charset="0"/>
              <a:buNone/>
              <a:defRPr/>
            </a:pPr>
            <a:r>
              <a:rPr lang="es-MX" sz="2000" b="1" dirty="0" err="1">
                <a:latin typeface="Arial Narrow" panose="020B0606020202030204" pitchFamily="34" charset="0"/>
              </a:rPr>
              <a:t>TTP</a:t>
            </a:r>
            <a:r>
              <a:rPr lang="es-MX" sz="2000" b="1" dirty="0">
                <a:latin typeface="Arial Narrow" panose="020B0606020202030204" pitchFamily="34" charset="0"/>
              </a:rPr>
              <a:t>=Tiempo de Término más Próximo</a:t>
            </a:r>
          </a:p>
          <a:p>
            <a:pPr marL="0" lvl="1" indent="0" algn="just">
              <a:buFont typeface="Arial" panose="020B0604020202020204" pitchFamily="34" charset="0"/>
              <a:buNone/>
              <a:defRPr/>
            </a:pPr>
            <a:r>
              <a:rPr lang="es-MX" sz="2000" b="1" dirty="0" err="1">
                <a:latin typeface="Arial Narrow" panose="020B0606020202030204" pitchFamily="34" charset="0"/>
              </a:rPr>
              <a:t>TTL</a:t>
            </a:r>
            <a:r>
              <a:rPr lang="es-MX" sz="2000" b="1" dirty="0">
                <a:latin typeface="Arial Narrow" panose="020B0606020202030204" pitchFamily="34" charset="0"/>
              </a:rPr>
              <a:t>=Tiempo de Término más Lejano</a:t>
            </a:r>
          </a:p>
          <a:p>
            <a:pPr marL="0" lvl="1" indent="0" algn="just">
              <a:buFont typeface="Arial" panose="020B0604020202020204" pitchFamily="34" charset="0"/>
              <a:buNone/>
              <a:defRPr/>
            </a:pPr>
            <a:r>
              <a:rPr lang="es-MX" sz="2000" b="1" dirty="0">
                <a:latin typeface="Arial Narrow" panose="020B0606020202030204" pitchFamily="34" charset="0"/>
              </a:rPr>
              <a:t> </a:t>
            </a:r>
            <a:r>
              <a:rPr lang="es-MX" sz="2000" b="1" dirty="0" err="1">
                <a:latin typeface="Arial Narrow" panose="020B0606020202030204" pitchFamily="34" charset="0"/>
              </a:rPr>
              <a:t>TIL</a:t>
            </a:r>
            <a:r>
              <a:rPr lang="es-MX" sz="2000" b="1" dirty="0">
                <a:latin typeface="Arial Narrow" panose="020B0606020202030204" pitchFamily="34" charset="0"/>
              </a:rPr>
              <a:t> = </a:t>
            </a:r>
            <a:r>
              <a:rPr lang="es-MX" sz="2000" b="1" dirty="0" err="1">
                <a:latin typeface="Arial Narrow" panose="020B0606020202030204" pitchFamily="34" charset="0"/>
              </a:rPr>
              <a:t>TTL</a:t>
            </a:r>
            <a:r>
              <a:rPr lang="es-MX" sz="2000" b="1" dirty="0">
                <a:latin typeface="Arial Narrow" panose="020B0606020202030204" pitchFamily="34" charset="0"/>
              </a:rPr>
              <a:t> - Duración</a:t>
            </a:r>
          </a:p>
          <a:p>
            <a:pPr marL="0" lvl="1" indent="0" algn="just">
              <a:buFont typeface="Arial" panose="020B0604020202020204" pitchFamily="34" charset="0"/>
              <a:buNone/>
              <a:defRPr/>
            </a:pPr>
            <a:r>
              <a:rPr lang="es-MX" sz="2000" b="1" dirty="0" err="1">
                <a:latin typeface="Arial Narrow" panose="020B0606020202030204" pitchFamily="34" charset="0"/>
              </a:rPr>
              <a:t>TTP</a:t>
            </a:r>
            <a:r>
              <a:rPr lang="es-MX" sz="2000" b="1" dirty="0">
                <a:latin typeface="Arial Narrow" panose="020B0606020202030204" pitchFamily="34" charset="0"/>
              </a:rPr>
              <a:t> = TIP + Duración</a:t>
            </a:r>
            <a:endParaRPr lang="es-ES" sz="2000" b="1" dirty="0">
              <a:latin typeface="Arial Narrow" panose="020B0606020202030204" pitchFamily="34" charset="0"/>
            </a:endParaRPr>
          </a:p>
        </p:txBody>
      </p:sp>
    </p:spTree>
    <p:extLst>
      <p:ext uri="{BB962C8B-B14F-4D97-AF65-F5344CB8AC3E}">
        <p14:creationId xmlns:p14="http://schemas.microsoft.com/office/powerpoint/2010/main" val="1991941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2"/>
          <p:cNvSpPr>
            <a:spLocks noGrp="1" noRot="1" noChangeArrowheads="1"/>
          </p:cNvSpPr>
          <p:nvPr>
            <p:ph type="title"/>
          </p:nvPr>
        </p:nvSpPr>
        <p:spPr>
          <a:xfrm>
            <a:off x="6096000" y="136525"/>
            <a:ext cx="6096000" cy="785794"/>
          </a:xfrm>
          <a:noFill/>
          <a:ln w="9525">
            <a:noFill/>
            <a:miter lim="800000"/>
            <a:headEnd/>
            <a:tailEnd/>
          </a:ln>
          <a:effectLst/>
        </p:spPr>
        <p:txBody>
          <a:bodyPr vert="horz" wrap="square" lIns="91440" tIns="45720" rIns="91440" bIns="45720" numCol="1" rtlCol="0" anchor="ctr" anchorCtr="0" compatLnSpc="1">
            <a:prstTxWarp prst="textNoShape">
              <a:avLst/>
            </a:prstTxWarp>
            <a:noAutofit/>
          </a:bodyPr>
          <a:lstStyle/>
          <a:p>
            <a:pPr algn="ctr">
              <a:buSzPts val="3600"/>
            </a:pPr>
            <a:r>
              <a:rPr lang="es-MX" sz="3200" dirty="0">
                <a:solidFill>
                  <a:schemeClr val="bg1"/>
                </a:solidFill>
                <a:latin typeface="Bauhaus 93" pitchFamily="82" charset="0"/>
              </a:rPr>
              <a:t>Pasos para crear un diagrama </a:t>
            </a:r>
            <a:r>
              <a:rPr lang="es-MX" sz="3200" dirty="0" err="1">
                <a:solidFill>
                  <a:schemeClr val="bg1"/>
                </a:solidFill>
                <a:latin typeface="Bauhaus 93" pitchFamily="82" charset="0"/>
              </a:rPr>
              <a:t>PERT</a:t>
            </a:r>
            <a:endParaRPr lang="es-ES" sz="3200" dirty="0">
              <a:solidFill>
                <a:schemeClr val="bg1"/>
              </a:solidFill>
              <a:latin typeface="Bauhaus 93" pitchFamily="82" charset="0"/>
            </a:endParaRPr>
          </a:p>
        </p:txBody>
      </p:sp>
      <p:sp>
        <p:nvSpPr>
          <p:cNvPr id="2" name="1 Marcador de pie de página"/>
          <p:cNvSpPr>
            <a:spLocks noGrp="1"/>
          </p:cNvSpPr>
          <p:nvPr>
            <p:ph type="ftr" sz="quarter" idx="11"/>
          </p:nvPr>
        </p:nvSpPr>
        <p:spPr/>
        <p:txBody>
          <a:bodyPr/>
          <a:lstStyle/>
          <a:p>
            <a:r>
              <a:rPr lang="en-US"/>
              <a:t>Anival Torre</a:t>
            </a:r>
            <a:endParaRPr lang="en-US" dirty="0"/>
          </a:p>
        </p:txBody>
      </p:sp>
      <p:sp>
        <p:nvSpPr>
          <p:cNvPr id="3" name="2 Marcador de número de diapositiva"/>
          <p:cNvSpPr>
            <a:spLocks noGrp="1"/>
          </p:cNvSpPr>
          <p:nvPr>
            <p:ph type="sldNum" sz="quarter" idx="12"/>
          </p:nvPr>
        </p:nvSpPr>
        <p:spPr/>
        <p:txBody>
          <a:bodyPr/>
          <a:lstStyle/>
          <a:p>
            <a:fld id="{4BC38C50-023F-42B7-BFCC-78669C22CA39}" type="slidenum">
              <a:rPr lang="en-US" smtClean="0"/>
              <a:pPr/>
              <a:t>14</a:t>
            </a:fld>
            <a:endParaRPr lang="en-US" dirty="0"/>
          </a:p>
        </p:txBody>
      </p:sp>
      <p:pic>
        <p:nvPicPr>
          <p:cNvPr id="4100" name="Picture 4" descr="Diagrama de PERT: pasos para crearlo | Gestionar Fácil">
            <a:extLst>
              <a:ext uri="{FF2B5EF4-FFF2-40B4-BE49-F238E27FC236}">
                <a16:creationId xmlns:a16="http://schemas.microsoft.com/office/drawing/2014/main" id="{A53748B8-0D32-D8E2-62DB-F462E172AE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5207" y="0"/>
            <a:ext cx="6096000" cy="68580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Group 51">
            <a:extLst>
              <a:ext uri="{FF2B5EF4-FFF2-40B4-BE49-F238E27FC236}">
                <a16:creationId xmlns:a16="http://schemas.microsoft.com/office/drawing/2014/main" id="{7CA39C87-B8C5-9A56-AAB4-15194673D7C1}"/>
              </a:ext>
            </a:extLst>
          </p:cNvPr>
          <p:cNvGraphicFramePr>
            <a:graphicFrameLocks noGrp="1"/>
          </p:cNvGraphicFramePr>
          <p:nvPr>
            <p:extLst>
              <p:ext uri="{D42A27DB-BD31-4B8C-83A1-F6EECF244321}">
                <p14:modId xmlns:p14="http://schemas.microsoft.com/office/powerpoint/2010/main" val="751941288"/>
              </p:ext>
            </p:extLst>
          </p:nvPr>
        </p:nvGraphicFramePr>
        <p:xfrm>
          <a:off x="1031472" y="5151"/>
          <a:ext cx="922103" cy="3693977"/>
        </p:xfrm>
        <a:graphic>
          <a:graphicData uri="http://schemas.openxmlformats.org/drawingml/2006/table">
            <a:tbl>
              <a:tblPr/>
              <a:tblGrid>
                <a:gridCol w="922103">
                  <a:extLst>
                    <a:ext uri="{9D8B030D-6E8A-4147-A177-3AD203B41FA5}">
                      <a16:colId xmlns:a16="http://schemas.microsoft.com/office/drawing/2014/main" val="20000"/>
                    </a:ext>
                  </a:extLst>
                </a:gridCol>
              </a:tblGrid>
              <a:tr h="52405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000" b="0" i="0" u="none" strike="noStrike" cap="none" normalizeH="0" baseline="0" noProof="0" dirty="0">
                          <a:ln>
                            <a:noFill/>
                          </a:ln>
                          <a:solidFill>
                            <a:schemeClr val="tx1"/>
                          </a:solidFill>
                          <a:effectLst/>
                          <a:latin typeface="Arial Narrow" pitchFamily="34" charset="0"/>
                        </a:rPr>
                        <a:t>Tarea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10000"/>
                  </a:ext>
                </a:extLst>
              </a:tr>
              <a:tr h="35039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000" b="0" i="0" u="none" strike="noStrike" cap="none" normalizeH="0" baseline="0" noProof="0" dirty="0">
                          <a:ln>
                            <a:noFill/>
                          </a:ln>
                          <a:solidFill>
                            <a:schemeClr val="tx1"/>
                          </a:solidFill>
                          <a:effectLst/>
                          <a:latin typeface="Arial Narrow" pitchFamily="34" charset="0"/>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10001"/>
                  </a:ext>
                </a:extLst>
              </a:tr>
              <a:tr h="35039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000" b="0" i="0" u="none" strike="noStrike" cap="none" normalizeH="0" baseline="0" noProof="0" dirty="0">
                          <a:ln>
                            <a:noFill/>
                          </a:ln>
                          <a:solidFill>
                            <a:schemeClr val="tx1"/>
                          </a:solidFill>
                          <a:effectLst/>
                          <a:latin typeface="Arial Narrow" pitchFamily="34" charset="0"/>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10002"/>
                  </a:ext>
                </a:extLst>
              </a:tr>
              <a:tr h="35039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000" b="0" i="0" u="none" strike="noStrike" cap="none" normalizeH="0" baseline="0" noProof="0" dirty="0">
                          <a:ln>
                            <a:noFill/>
                          </a:ln>
                          <a:solidFill>
                            <a:schemeClr val="tx1"/>
                          </a:solidFill>
                          <a:effectLst/>
                          <a:latin typeface="Arial Narrow" pitchFamily="34" charset="0"/>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10003"/>
                  </a:ext>
                </a:extLst>
              </a:tr>
              <a:tr h="35039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000" b="0" i="0" u="none" strike="noStrike" cap="none" normalizeH="0" baseline="0" noProof="0" dirty="0">
                          <a:ln>
                            <a:noFill/>
                          </a:ln>
                          <a:solidFill>
                            <a:schemeClr val="tx1"/>
                          </a:solidFill>
                          <a:effectLst/>
                          <a:latin typeface="Arial Narrow" pitchFamily="34" charset="0"/>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10004"/>
                  </a:ext>
                </a:extLst>
              </a:tr>
              <a:tr h="35039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000" b="0" i="0" u="none" strike="noStrike" cap="none" normalizeH="0" baseline="0" noProof="0" dirty="0">
                          <a:ln>
                            <a:noFill/>
                          </a:ln>
                          <a:solidFill>
                            <a:schemeClr val="tx1"/>
                          </a:solidFill>
                          <a:effectLst/>
                          <a:latin typeface="Arial Narrow" pitchFamily="34" charset="0"/>
                        </a:rPr>
                        <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1925358527"/>
                  </a:ext>
                </a:extLst>
              </a:tr>
              <a:tr h="35039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000" b="0" i="0" u="none" strike="noStrike" cap="none" normalizeH="0" baseline="0" noProof="0" dirty="0">
                          <a:ln>
                            <a:noFill/>
                          </a:ln>
                          <a:solidFill>
                            <a:schemeClr val="tx1"/>
                          </a:solidFill>
                          <a:effectLst/>
                          <a:latin typeface="Arial Narrow" pitchFamily="34"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2395481134"/>
                  </a:ext>
                </a:extLst>
              </a:tr>
              <a:tr h="35039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000" b="0" i="0" u="none" strike="noStrike" cap="none" normalizeH="0" baseline="0" noProof="0" dirty="0">
                          <a:ln>
                            <a:noFill/>
                          </a:ln>
                          <a:solidFill>
                            <a:schemeClr val="tx1"/>
                          </a:solidFill>
                          <a:effectLst/>
                          <a:latin typeface="Arial Narrow" pitchFamily="34" charset="0"/>
                        </a:rPr>
                        <a:t>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4112701015"/>
                  </a:ext>
                </a:extLst>
              </a:tr>
              <a:tr h="35039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000" b="0" i="0" u="none" strike="noStrike" cap="none" normalizeH="0" baseline="0" noProof="0" dirty="0">
                          <a:ln>
                            <a:noFill/>
                          </a:ln>
                          <a:solidFill>
                            <a:schemeClr val="tx1"/>
                          </a:solidFill>
                          <a:effectLst/>
                          <a:latin typeface="Arial Narrow" pitchFamily="34" charset="0"/>
                        </a:rPr>
                        <a: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3912947713"/>
                  </a:ext>
                </a:extLst>
              </a:tr>
            </a:tbl>
          </a:graphicData>
        </a:graphic>
      </p:graphicFrame>
      <p:graphicFrame>
        <p:nvGraphicFramePr>
          <p:cNvPr id="6" name="Tabla 5">
            <a:extLst>
              <a:ext uri="{FF2B5EF4-FFF2-40B4-BE49-F238E27FC236}">
                <a16:creationId xmlns:a16="http://schemas.microsoft.com/office/drawing/2014/main" id="{55DBC038-F33C-1742-E615-E82E4FCADECE}"/>
              </a:ext>
            </a:extLst>
          </p:cNvPr>
          <p:cNvGraphicFramePr>
            <a:graphicFrameLocks noGrp="1"/>
          </p:cNvGraphicFramePr>
          <p:nvPr>
            <p:extLst>
              <p:ext uri="{D42A27DB-BD31-4B8C-83A1-F6EECF244321}">
                <p14:modId xmlns:p14="http://schemas.microsoft.com/office/powerpoint/2010/main" val="3308590832"/>
              </p:ext>
            </p:extLst>
          </p:nvPr>
        </p:nvGraphicFramePr>
        <p:xfrm>
          <a:off x="1962794" y="5151"/>
          <a:ext cx="1737379" cy="3700096"/>
        </p:xfrm>
        <a:graphic>
          <a:graphicData uri="http://schemas.openxmlformats.org/drawingml/2006/table">
            <a:tbl>
              <a:tblPr/>
              <a:tblGrid>
                <a:gridCol w="1737379">
                  <a:extLst>
                    <a:ext uri="{9D8B030D-6E8A-4147-A177-3AD203B41FA5}">
                      <a16:colId xmlns:a16="http://schemas.microsoft.com/office/drawing/2014/main" val="2869833623"/>
                    </a:ext>
                  </a:extLst>
                </a:gridCol>
              </a:tblGrid>
              <a:tr h="53017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000" b="0" i="0" u="none" strike="noStrike" cap="none" normalizeH="0" baseline="0" noProof="0" dirty="0">
                          <a:ln>
                            <a:noFill/>
                          </a:ln>
                          <a:solidFill>
                            <a:schemeClr val="tx1"/>
                          </a:solidFill>
                          <a:effectLst/>
                          <a:latin typeface="Arial Narrow" pitchFamily="34" charset="0"/>
                        </a:rPr>
                        <a:t>Predecesor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2283065397"/>
                  </a:ext>
                </a:extLst>
              </a:tr>
              <a:tr h="37724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000" b="0" i="0" u="none" strike="noStrike" cap="none" normalizeH="0" baseline="0" noProof="0" dirty="0">
                          <a:ln>
                            <a:noFill/>
                          </a:ln>
                          <a:solidFill>
                            <a:schemeClr val="tx1"/>
                          </a:solidFill>
                          <a:effectLst/>
                          <a:latin typeface="Arial Narrow"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1099012223"/>
                  </a:ext>
                </a:extLst>
              </a:tr>
              <a:tr h="37724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000" b="0" i="0" u="none" strike="noStrike" cap="none" normalizeH="0" baseline="0" noProof="0" dirty="0">
                          <a:ln>
                            <a:noFill/>
                          </a:ln>
                          <a:solidFill>
                            <a:schemeClr val="tx1"/>
                          </a:solidFill>
                          <a:effectLst/>
                          <a:latin typeface="Arial Narrow"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1741377161"/>
                  </a:ext>
                </a:extLst>
              </a:tr>
              <a:tr h="37724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000" b="0" i="0" u="none" strike="noStrike" cap="none" normalizeH="0" baseline="0" noProof="0" dirty="0">
                          <a:ln>
                            <a:noFill/>
                          </a:ln>
                          <a:solidFill>
                            <a:schemeClr val="tx1"/>
                          </a:solidFill>
                          <a:effectLst/>
                          <a:latin typeface="Arial Narrow" pitchFamily="34" charset="0"/>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3524561645"/>
                  </a:ext>
                </a:extLst>
              </a:tr>
              <a:tr h="37724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000" b="0" i="0" u="none" strike="noStrike" cap="none" normalizeH="0" baseline="0" noProof="0" dirty="0">
                          <a:ln>
                            <a:noFill/>
                          </a:ln>
                          <a:solidFill>
                            <a:schemeClr val="tx1"/>
                          </a:solidFill>
                          <a:effectLst/>
                          <a:latin typeface="Arial Narrow" pitchFamily="34" charset="0"/>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4241300995"/>
                  </a:ext>
                </a:extLst>
              </a:tr>
              <a:tr h="37724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000" b="0" i="0" u="none" strike="noStrike" cap="none" normalizeH="0" baseline="0" noProof="0" dirty="0">
                          <a:ln>
                            <a:noFill/>
                          </a:ln>
                          <a:solidFill>
                            <a:schemeClr val="tx1"/>
                          </a:solidFill>
                          <a:effectLst/>
                          <a:latin typeface="Arial Narrow" pitchFamily="34" charset="0"/>
                        </a:rPr>
                        <a:t>C, 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983484758"/>
                  </a:ext>
                </a:extLst>
              </a:tr>
              <a:tr h="37724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000" b="0" i="0" u="none" strike="noStrike" cap="none" normalizeH="0" baseline="0" noProof="0" dirty="0">
                          <a:ln>
                            <a:noFill/>
                          </a:ln>
                          <a:solidFill>
                            <a:schemeClr val="tx1"/>
                          </a:solidFill>
                          <a:effectLst/>
                          <a:latin typeface="Arial Narrow" pitchFamily="34" charset="0"/>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866687392"/>
                  </a:ext>
                </a:extLst>
              </a:tr>
              <a:tr h="37724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000" b="0" i="0" u="none" strike="noStrike" cap="none" normalizeH="0" baseline="0" noProof="0" dirty="0">
                          <a:ln>
                            <a:noFill/>
                          </a:ln>
                          <a:solidFill>
                            <a:schemeClr val="tx1"/>
                          </a:solidFill>
                          <a:effectLst/>
                          <a:latin typeface="Arial Narrow" pitchFamily="34" charset="0"/>
                        </a:rPr>
                        <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4143604218"/>
                  </a:ext>
                </a:extLst>
              </a:tr>
              <a:tr h="37724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000" b="0" i="0" u="none" strike="noStrike" cap="none" normalizeH="0" baseline="0" noProof="0" dirty="0">
                          <a:ln>
                            <a:noFill/>
                          </a:ln>
                          <a:solidFill>
                            <a:schemeClr val="tx1"/>
                          </a:solidFill>
                          <a:effectLst/>
                          <a:latin typeface="Arial Narrow" pitchFamily="34"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2004153731"/>
                  </a:ext>
                </a:extLst>
              </a:tr>
            </a:tbl>
          </a:graphicData>
        </a:graphic>
      </p:graphicFrame>
      <p:graphicFrame>
        <p:nvGraphicFramePr>
          <p:cNvPr id="7" name="Tabla 6">
            <a:extLst>
              <a:ext uri="{FF2B5EF4-FFF2-40B4-BE49-F238E27FC236}">
                <a16:creationId xmlns:a16="http://schemas.microsoft.com/office/drawing/2014/main" id="{C4C730D6-B1DD-4128-B0DC-BA78B500FF30}"/>
              </a:ext>
            </a:extLst>
          </p:cNvPr>
          <p:cNvGraphicFramePr>
            <a:graphicFrameLocks noGrp="1"/>
          </p:cNvGraphicFramePr>
          <p:nvPr>
            <p:extLst>
              <p:ext uri="{D42A27DB-BD31-4B8C-83A1-F6EECF244321}">
                <p14:modId xmlns:p14="http://schemas.microsoft.com/office/powerpoint/2010/main" val="3114254857"/>
              </p:ext>
            </p:extLst>
          </p:nvPr>
        </p:nvGraphicFramePr>
        <p:xfrm>
          <a:off x="3709392" y="-2591"/>
          <a:ext cx="1153840" cy="3709459"/>
        </p:xfrm>
        <a:graphic>
          <a:graphicData uri="http://schemas.openxmlformats.org/drawingml/2006/table">
            <a:tbl>
              <a:tblPr/>
              <a:tblGrid>
                <a:gridCol w="1153840">
                  <a:extLst>
                    <a:ext uri="{9D8B030D-6E8A-4147-A177-3AD203B41FA5}">
                      <a16:colId xmlns:a16="http://schemas.microsoft.com/office/drawing/2014/main" val="3148247761"/>
                    </a:ext>
                  </a:extLst>
                </a:gridCol>
              </a:tblGrid>
              <a:tr h="53953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2000" b="0" i="0" u="none" strike="noStrike" cap="none" normalizeH="0" baseline="0" noProof="0" dirty="0">
                          <a:ln>
                            <a:noFill/>
                          </a:ln>
                          <a:solidFill>
                            <a:schemeClr val="tx1"/>
                          </a:solidFill>
                          <a:effectLst/>
                          <a:latin typeface="Arial Narrow" pitchFamily="34" charset="0"/>
                        </a:rPr>
                        <a:t>Tiempo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3589092953"/>
                  </a:ext>
                </a:extLst>
              </a:tr>
              <a:tr h="38693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000" b="0" i="0" u="none" strike="noStrike" cap="none" normalizeH="0" baseline="0" noProof="0" dirty="0">
                          <a:ln>
                            <a:noFill/>
                          </a:ln>
                          <a:solidFill>
                            <a:schemeClr val="tx1"/>
                          </a:solidFill>
                          <a:effectLst/>
                          <a:latin typeface="Arial Narrow"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1345923335"/>
                  </a:ext>
                </a:extLst>
              </a:tr>
              <a:tr h="38693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000" b="0" i="0" u="none" strike="noStrike" cap="none" normalizeH="0" baseline="0" noProof="0" dirty="0">
                          <a:ln>
                            <a:noFill/>
                          </a:ln>
                          <a:solidFill>
                            <a:schemeClr val="tx1"/>
                          </a:solidFill>
                          <a:effectLst/>
                          <a:latin typeface="Arial Narrow" pitchFamily="34"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465008677"/>
                  </a:ext>
                </a:extLst>
              </a:tr>
              <a:tr h="38693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000" b="0" i="0" u="none" strike="noStrike" cap="none" normalizeH="0" baseline="0" noProof="0" dirty="0">
                          <a:ln>
                            <a:noFill/>
                          </a:ln>
                          <a:solidFill>
                            <a:schemeClr val="tx1"/>
                          </a:solidFill>
                          <a:effectLst/>
                          <a:latin typeface="Arial Narrow" pitchFamily="34"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2511882324"/>
                  </a:ext>
                </a:extLst>
              </a:tr>
              <a:tr h="38693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000" b="0" i="0" u="none" strike="noStrike" cap="none" normalizeH="0" baseline="0" noProof="0" dirty="0">
                          <a:ln>
                            <a:noFill/>
                          </a:ln>
                          <a:solidFill>
                            <a:schemeClr val="tx1"/>
                          </a:solidFill>
                          <a:effectLst/>
                          <a:latin typeface="Arial Narrow" pitchFamily="34"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3928162761"/>
                  </a:ext>
                </a:extLst>
              </a:tr>
              <a:tr h="38693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000" b="0" i="0" u="none" strike="noStrike" cap="none" normalizeH="0" baseline="0" noProof="0" dirty="0">
                          <a:ln>
                            <a:noFill/>
                          </a:ln>
                          <a:solidFill>
                            <a:schemeClr val="tx1"/>
                          </a:solidFill>
                          <a:effectLst/>
                          <a:latin typeface="Arial Narrow"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494688490"/>
                  </a:ext>
                </a:extLst>
              </a:tr>
              <a:tr h="38693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000" b="0" i="0" u="none" strike="noStrike" cap="none" normalizeH="0" baseline="0" noProof="0" dirty="0">
                          <a:ln>
                            <a:noFill/>
                          </a:ln>
                          <a:solidFill>
                            <a:schemeClr val="tx1"/>
                          </a:solidFill>
                          <a:effectLst/>
                          <a:latin typeface="Arial Narrow" pitchFamily="34"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2231389794"/>
                  </a:ext>
                </a:extLst>
              </a:tr>
              <a:tr h="38693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000" b="0" i="0" u="none" strike="noStrike" cap="none" normalizeH="0" baseline="0" noProof="0" dirty="0">
                          <a:ln>
                            <a:noFill/>
                          </a:ln>
                          <a:solidFill>
                            <a:schemeClr val="tx1"/>
                          </a:solidFill>
                          <a:effectLst/>
                          <a:latin typeface="Arial Narrow"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446660334"/>
                  </a:ext>
                </a:extLst>
              </a:tr>
              <a:tr h="38693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000" b="0" i="0" u="none" strike="noStrike" cap="none" normalizeH="0" baseline="0" noProof="0" dirty="0">
                          <a:ln>
                            <a:noFill/>
                          </a:ln>
                          <a:solidFill>
                            <a:schemeClr val="tx1"/>
                          </a:solidFill>
                          <a:effectLst/>
                          <a:latin typeface="Arial Narrow" pitchFamily="34"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4009607531"/>
                  </a:ext>
                </a:extLst>
              </a:tr>
            </a:tbl>
          </a:graphicData>
        </a:graphic>
      </p:graphicFrame>
      <p:grpSp>
        <p:nvGrpSpPr>
          <p:cNvPr id="8" name="Grupo 7">
            <a:extLst>
              <a:ext uri="{FF2B5EF4-FFF2-40B4-BE49-F238E27FC236}">
                <a16:creationId xmlns:a16="http://schemas.microsoft.com/office/drawing/2014/main" id="{B9FF2B83-675D-D61F-9BDB-7634842BECF7}"/>
              </a:ext>
            </a:extLst>
          </p:cNvPr>
          <p:cNvGrpSpPr/>
          <p:nvPr/>
        </p:nvGrpSpPr>
        <p:grpSpPr>
          <a:xfrm>
            <a:off x="672739" y="3911580"/>
            <a:ext cx="4470002" cy="2896190"/>
            <a:chOff x="4336468" y="1383178"/>
            <a:chExt cx="7809470" cy="4660982"/>
          </a:xfrm>
        </p:grpSpPr>
        <p:sp>
          <p:nvSpPr>
            <p:cNvPr id="9" name="Oval 2">
              <a:extLst>
                <a:ext uri="{FF2B5EF4-FFF2-40B4-BE49-F238E27FC236}">
                  <a16:creationId xmlns:a16="http://schemas.microsoft.com/office/drawing/2014/main" id="{3B293EAF-71F2-5DC2-B925-8D7212DFB42B}"/>
                </a:ext>
              </a:extLst>
            </p:cNvPr>
            <p:cNvSpPr>
              <a:spLocks noChangeArrowheads="1"/>
            </p:cNvSpPr>
            <p:nvPr/>
          </p:nvSpPr>
          <p:spPr bwMode="auto">
            <a:xfrm>
              <a:off x="8110422" y="1514160"/>
              <a:ext cx="632943" cy="597112"/>
            </a:xfrm>
            <a:prstGeom prst="ellipse">
              <a:avLst/>
            </a:prstGeom>
            <a:solidFill>
              <a:schemeClr val="accent1"/>
            </a:solidFill>
            <a:ln w="28575">
              <a:solidFill>
                <a:schemeClr val="tx1"/>
              </a:solidFill>
              <a:round/>
              <a:headEnd/>
              <a:tailEnd/>
            </a:ln>
          </p:spPr>
          <p:txBody>
            <a:bodyPr wrap="none" anchor="ctr"/>
            <a:lstStyle/>
            <a:p>
              <a:pPr algn="ctr"/>
              <a:r>
                <a:rPr lang="es-ES" sz="1200" b="1" dirty="0"/>
                <a:t>7 8</a:t>
              </a:r>
            </a:p>
          </p:txBody>
        </p:sp>
        <p:sp>
          <p:nvSpPr>
            <p:cNvPr id="10" name="Oval 3">
              <a:extLst>
                <a:ext uri="{FF2B5EF4-FFF2-40B4-BE49-F238E27FC236}">
                  <a16:creationId xmlns:a16="http://schemas.microsoft.com/office/drawing/2014/main" id="{FA168F51-CE8F-197D-5895-572AD7415AD2}"/>
                </a:ext>
              </a:extLst>
            </p:cNvPr>
            <p:cNvSpPr>
              <a:spLocks noChangeArrowheads="1"/>
            </p:cNvSpPr>
            <p:nvPr/>
          </p:nvSpPr>
          <p:spPr bwMode="auto">
            <a:xfrm>
              <a:off x="4336468" y="3233420"/>
              <a:ext cx="658811" cy="657543"/>
            </a:xfrm>
            <a:prstGeom prst="ellipse">
              <a:avLst/>
            </a:prstGeom>
            <a:solidFill>
              <a:schemeClr val="accent1"/>
            </a:solidFill>
            <a:ln w="28575">
              <a:solidFill>
                <a:schemeClr val="tx1"/>
              </a:solidFill>
              <a:round/>
              <a:headEnd/>
              <a:tailEnd/>
            </a:ln>
          </p:spPr>
          <p:txBody>
            <a:bodyPr wrap="none" lIns="91422" tIns="45711" rIns="91422" bIns="45711" anchor="ctr"/>
            <a:lstStyle/>
            <a:p>
              <a:pPr algn="ctr"/>
              <a:endParaRPr lang="es-MX" sz="1200" b="1" dirty="0"/>
            </a:p>
            <a:p>
              <a:pPr algn="ctr"/>
              <a:r>
                <a:rPr lang="es-MX" sz="1200" b="1" dirty="0"/>
                <a:t>0 0</a:t>
              </a:r>
            </a:p>
            <a:p>
              <a:pPr algn="ctr"/>
              <a:endParaRPr lang="es-ES" sz="1200" b="1" dirty="0"/>
            </a:p>
          </p:txBody>
        </p:sp>
        <p:sp>
          <p:nvSpPr>
            <p:cNvPr id="11" name="Oval 4">
              <a:extLst>
                <a:ext uri="{FF2B5EF4-FFF2-40B4-BE49-F238E27FC236}">
                  <a16:creationId xmlns:a16="http://schemas.microsoft.com/office/drawing/2014/main" id="{8E0E9475-04EE-42AE-4F4A-C033F40347CF}"/>
                </a:ext>
              </a:extLst>
            </p:cNvPr>
            <p:cNvSpPr>
              <a:spLocks noChangeArrowheads="1"/>
            </p:cNvSpPr>
            <p:nvPr/>
          </p:nvSpPr>
          <p:spPr bwMode="auto">
            <a:xfrm>
              <a:off x="5806476" y="5013325"/>
              <a:ext cx="636604" cy="647924"/>
            </a:xfrm>
            <a:prstGeom prst="ellipse">
              <a:avLst/>
            </a:prstGeom>
            <a:solidFill>
              <a:schemeClr val="accent1"/>
            </a:solidFill>
            <a:ln w="28575">
              <a:solidFill>
                <a:schemeClr val="tx1"/>
              </a:solidFill>
              <a:round/>
              <a:headEnd/>
              <a:tailEnd/>
            </a:ln>
          </p:spPr>
          <p:txBody>
            <a:bodyPr wrap="none" anchor="ctr"/>
            <a:lstStyle/>
            <a:p>
              <a:pPr algn="ctr"/>
              <a:r>
                <a:rPr lang="es-ES" sz="1200" b="1" dirty="0"/>
                <a:t>5 5</a:t>
              </a:r>
            </a:p>
          </p:txBody>
        </p:sp>
        <p:sp>
          <p:nvSpPr>
            <p:cNvPr id="12" name="Oval 5">
              <a:extLst>
                <a:ext uri="{FF2B5EF4-FFF2-40B4-BE49-F238E27FC236}">
                  <a16:creationId xmlns:a16="http://schemas.microsoft.com/office/drawing/2014/main" id="{3DDFE313-54BC-D0B4-CE72-382E49AB310C}"/>
                </a:ext>
              </a:extLst>
            </p:cNvPr>
            <p:cNvSpPr>
              <a:spLocks noChangeArrowheads="1"/>
            </p:cNvSpPr>
            <p:nvPr/>
          </p:nvSpPr>
          <p:spPr bwMode="auto">
            <a:xfrm>
              <a:off x="11487126" y="3263277"/>
              <a:ext cx="658812" cy="657543"/>
            </a:xfrm>
            <a:prstGeom prst="ellipse">
              <a:avLst/>
            </a:prstGeom>
            <a:solidFill>
              <a:schemeClr val="accent1"/>
            </a:solidFill>
            <a:ln w="28575">
              <a:solidFill>
                <a:schemeClr val="tx1"/>
              </a:solidFill>
              <a:round/>
              <a:headEnd/>
              <a:tailEnd/>
            </a:ln>
          </p:spPr>
          <p:txBody>
            <a:bodyPr wrap="none" anchor="ctr"/>
            <a:lstStyle/>
            <a:p>
              <a:pPr algn="ctr"/>
              <a:r>
                <a:rPr lang="es-ES" sz="1200" b="1" dirty="0"/>
                <a:t>14 14</a:t>
              </a:r>
            </a:p>
          </p:txBody>
        </p:sp>
        <p:sp>
          <p:nvSpPr>
            <p:cNvPr id="13" name="Oval 6">
              <a:extLst>
                <a:ext uri="{FF2B5EF4-FFF2-40B4-BE49-F238E27FC236}">
                  <a16:creationId xmlns:a16="http://schemas.microsoft.com/office/drawing/2014/main" id="{69F45420-0A74-2AE8-80A1-0DE812D2FC36}"/>
                </a:ext>
              </a:extLst>
            </p:cNvPr>
            <p:cNvSpPr>
              <a:spLocks noChangeArrowheads="1"/>
            </p:cNvSpPr>
            <p:nvPr/>
          </p:nvSpPr>
          <p:spPr bwMode="auto">
            <a:xfrm>
              <a:off x="5806477" y="1463465"/>
              <a:ext cx="636603" cy="598699"/>
            </a:xfrm>
            <a:prstGeom prst="ellipse">
              <a:avLst/>
            </a:prstGeom>
            <a:solidFill>
              <a:schemeClr val="accent1"/>
            </a:solidFill>
            <a:ln w="28575">
              <a:solidFill>
                <a:schemeClr val="tx1"/>
              </a:solidFill>
              <a:round/>
              <a:headEnd/>
              <a:tailEnd/>
            </a:ln>
          </p:spPr>
          <p:txBody>
            <a:bodyPr wrap="none" anchor="ctr"/>
            <a:lstStyle/>
            <a:p>
              <a:pPr algn="ctr"/>
              <a:r>
                <a:rPr lang="es-ES" sz="1200" b="1" dirty="0"/>
                <a:t>3 3</a:t>
              </a:r>
            </a:p>
          </p:txBody>
        </p:sp>
        <p:sp>
          <p:nvSpPr>
            <p:cNvPr id="14" name="Oval 7">
              <a:extLst>
                <a:ext uri="{FF2B5EF4-FFF2-40B4-BE49-F238E27FC236}">
                  <a16:creationId xmlns:a16="http://schemas.microsoft.com/office/drawing/2014/main" id="{6B56CC39-34FD-D812-B941-CF03D6BB3FFE}"/>
                </a:ext>
              </a:extLst>
            </p:cNvPr>
            <p:cNvSpPr>
              <a:spLocks noChangeArrowheads="1"/>
            </p:cNvSpPr>
            <p:nvPr/>
          </p:nvSpPr>
          <p:spPr bwMode="auto">
            <a:xfrm>
              <a:off x="10150717" y="5013325"/>
              <a:ext cx="614363" cy="647924"/>
            </a:xfrm>
            <a:prstGeom prst="ellipse">
              <a:avLst/>
            </a:prstGeom>
            <a:solidFill>
              <a:schemeClr val="accent1"/>
            </a:solidFill>
            <a:ln w="28575">
              <a:solidFill>
                <a:schemeClr val="tx1"/>
              </a:solidFill>
              <a:round/>
              <a:headEnd/>
              <a:tailEnd/>
            </a:ln>
          </p:spPr>
          <p:txBody>
            <a:bodyPr wrap="none" anchor="ctr"/>
            <a:lstStyle/>
            <a:p>
              <a:pPr algn="ctr"/>
              <a:r>
                <a:rPr lang="es-ES" sz="1200" b="1" dirty="0"/>
                <a:t>12 12</a:t>
              </a:r>
            </a:p>
          </p:txBody>
        </p:sp>
        <p:sp>
          <p:nvSpPr>
            <p:cNvPr id="15" name="Oval 8">
              <a:extLst>
                <a:ext uri="{FF2B5EF4-FFF2-40B4-BE49-F238E27FC236}">
                  <a16:creationId xmlns:a16="http://schemas.microsoft.com/office/drawing/2014/main" id="{42081AFB-3838-18D6-F8FB-9F8A35D3D94F}"/>
                </a:ext>
              </a:extLst>
            </p:cNvPr>
            <p:cNvSpPr>
              <a:spLocks noChangeArrowheads="1"/>
            </p:cNvSpPr>
            <p:nvPr/>
          </p:nvSpPr>
          <p:spPr bwMode="auto">
            <a:xfrm>
              <a:off x="10172117" y="1463464"/>
              <a:ext cx="614362" cy="593936"/>
            </a:xfrm>
            <a:prstGeom prst="ellipse">
              <a:avLst/>
            </a:prstGeom>
            <a:solidFill>
              <a:schemeClr val="accent1"/>
            </a:solidFill>
            <a:ln w="28575">
              <a:solidFill>
                <a:schemeClr val="tx1"/>
              </a:solidFill>
              <a:round/>
              <a:headEnd/>
              <a:tailEnd/>
            </a:ln>
          </p:spPr>
          <p:txBody>
            <a:bodyPr wrap="none" anchor="ctr"/>
            <a:lstStyle/>
            <a:p>
              <a:pPr algn="ctr"/>
              <a:r>
                <a:rPr lang="es-ES" sz="1200" b="1" dirty="0"/>
                <a:t>11 11</a:t>
              </a:r>
            </a:p>
          </p:txBody>
        </p:sp>
        <p:sp>
          <p:nvSpPr>
            <p:cNvPr id="16" name="Line 9">
              <a:extLst>
                <a:ext uri="{FF2B5EF4-FFF2-40B4-BE49-F238E27FC236}">
                  <a16:creationId xmlns:a16="http://schemas.microsoft.com/office/drawing/2014/main" id="{FE84E18A-A429-9AB4-775E-EB0DDBA85F98}"/>
                </a:ext>
              </a:extLst>
            </p:cNvPr>
            <p:cNvSpPr>
              <a:spLocks noChangeShapeType="1"/>
            </p:cNvSpPr>
            <p:nvPr/>
          </p:nvSpPr>
          <p:spPr bwMode="auto">
            <a:xfrm flipV="1">
              <a:off x="4765396" y="1909763"/>
              <a:ext cx="1025207" cy="1319150"/>
            </a:xfrm>
            <a:prstGeom prst="line">
              <a:avLst/>
            </a:prstGeom>
            <a:noFill/>
            <a:ln w="28575">
              <a:solidFill>
                <a:schemeClr val="tx1"/>
              </a:solidFill>
              <a:round/>
              <a:headEnd/>
              <a:tailEnd type="triangle" w="med" len="med"/>
            </a:ln>
          </p:spPr>
          <p:txBody>
            <a:bodyPr/>
            <a:lstStyle/>
            <a:p>
              <a:endParaRPr lang="es-ES" sz="1200" dirty="0"/>
            </a:p>
          </p:txBody>
        </p:sp>
        <p:sp>
          <p:nvSpPr>
            <p:cNvPr id="17" name="Line 10">
              <a:extLst>
                <a:ext uri="{FF2B5EF4-FFF2-40B4-BE49-F238E27FC236}">
                  <a16:creationId xmlns:a16="http://schemas.microsoft.com/office/drawing/2014/main" id="{43E05A43-6329-2F98-2EE4-7B9D4ED37F69}"/>
                </a:ext>
              </a:extLst>
            </p:cNvPr>
            <p:cNvSpPr>
              <a:spLocks noChangeShapeType="1"/>
            </p:cNvSpPr>
            <p:nvPr/>
          </p:nvSpPr>
          <p:spPr bwMode="auto">
            <a:xfrm>
              <a:off x="4806344" y="3857628"/>
              <a:ext cx="1000132" cy="1357322"/>
            </a:xfrm>
            <a:prstGeom prst="line">
              <a:avLst/>
            </a:prstGeom>
            <a:noFill/>
            <a:ln w="44450">
              <a:solidFill>
                <a:srgbClr val="FF0000"/>
              </a:solidFill>
              <a:round/>
              <a:headEnd/>
              <a:tailEnd type="triangle" w="med" len="med"/>
            </a:ln>
          </p:spPr>
          <p:txBody>
            <a:bodyPr/>
            <a:lstStyle/>
            <a:p>
              <a:endParaRPr lang="es-ES" sz="1200" dirty="0"/>
            </a:p>
          </p:txBody>
        </p:sp>
        <p:sp>
          <p:nvSpPr>
            <p:cNvPr id="18" name="Line 11">
              <a:extLst>
                <a:ext uri="{FF2B5EF4-FFF2-40B4-BE49-F238E27FC236}">
                  <a16:creationId xmlns:a16="http://schemas.microsoft.com/office/drawing/2014/main" id="{13338352-DC69-450C-2FA8-06EB76A000C1}"/>
                </a:ext>
              </a:extLst>
            </p:cNvPr>
            <p:cNvSpPr>
              <a:spLocks noChangeShapeType="1"/>
            </p:cNvSpPr>
            <p:nvPr/>
          </p:nvSpPr>
          <p:spPr bwMode="auto">
            <a:xfrm>
              <a:off x="6443080" y="5314650"/>
              <a:ext cx="1653052" cy="1"/>
            </a:xfrm>
            <a:prstGeom prst="line">
              <a:avLst/>
            </a:prstGeom>
            <a:noFill/>
            <a:ln w="44450">
              <a:solidFill>
                <a:srgbClr val="FF0000"/>
              </a:solidFill>
              <a:round/>
              <a:headEnd/>
              <a:tailEnd type="triangle" w="med" len="med"/>
            </a:ln>
          </p:spPr>
          <p:txBody>
            <a:bodyPr/>
            <a:lstStyle/>
            <a:p>
              <a:endParaRPr lang="es-ES" sz="1200" dirty="0"/>
            </a:p>
          </p:txBody>
        </p:sp>
        <p:sp>
          <p:nvSpPr>
            <p:cNvPr id="19" name="Line 12">
              <a:extLst>
                <a:ext uri="{FF2B5EF4-FFF2-40B4-BE49-F238E27FC236}">
                  <a16:creationId xmlns:a16="http://schemas.microsoft.com/office/drawing/2014/main" id="{C45E8E40-0560-C585-D0AF-8E0D0EDF70E3}"/>
                </a:ext>
              </a:extLst>
            </p:cNvPr>
            <p:cNvSpPr>
              <a:spLocks noChangeShapeType="1"/>
            </p:cNvSpPr>
            <p:nvPr/>
          </p:nvSpPr>
          <p:spPr bwMode="auto">
            <a:xfrm flipV="1">
              <a:off x="6474360" y="1781010"/>
              <a:ext cx="1621773" cy="0"/>
            </a:xfrm>
            <a:prstGeom prst="line">
              <a:avLst/>
            </a:prstGeom>
            <a:noFill/>
            <a:ln w="28575">
              <a:solidFill>
                <a:schemeClr val="tx1"/>
              </a:solidFill>
              <a:round/>
              <a:headEnd/>
              <a:tailEnd type="triangle" w="med" len="med"/>
            </a:ln>
          </p:spPr>
          <p:txBody>
            <a:bodyPr/>
            <a:lstStyle/>
            <a:p>
              <a:endParaRPr lang="es-ES" sz="1200" dirty="0"/>
            </a:p>
          </p:txBody>
        </p:sp>
        <p:sp>
          <p:nvSpPr>
            <p:cNvPr id="20" name="Line 13">
              <a:extLst>
                <a:ext uri="{FF2B5EF4-FFF2-40B4-BE49-F238E27FC236}">
                  <a16:creationId xmlns:a16="http://schemas.microsoft.com/office/drawing/2014/main" id="{B3789A93-A2AB-261D-0B05-E3F808D8A587}"/>
                </a:ext>
              </a:extLst>
            </p:cNvPr>
            <p:cNvSpPr>
              <a:spLocks noChangeShapeType="1"/>
            </p:cNvSpPr>
            <p:nvPr/>
          </p:nvSpPr>
          <p:spPr bwMode="auto">
            <a:xfrm flipV="1">
              <a:off x="8743365" y="1770788"/>
              <a:ext cx="1445473" cy="10222"/>
            </a:xfrm>
            <a:prstGeom prst="line">
              <a:avLst/>
            </a:prstGeom>
            <a:noFill/>
            <a:ln w="28575">
              <a:solidFill>
                <a:schemeClr val="tx1"/>
              </a:solidFill>
              <a:round/>
              <a:headEnd/>
              <a:tailEnd type="triangle" w="med" len="med"/>
            </a:ln>
          </p:spPr>
          <p:txBody>
            <a:bodyPr/>
            <a:lstStyle/>
            <a:p>
              <a:endParaRPr lang="es-ES" sz="1200" dirty="0"/>
            </a:p>
          </p:txBody>
        </p:sp>
        <p:sp>
          <p:nvSpPr>
            <p:cNvPr id="21" name="Line 14">
              <a:extLst>
                <a:ext uri="{FF2B5EF4-FFF2-40B4-BE49-F238E27FC236}">
                  <a16:creationId xmlns:a16="http://schemas.microsoft.com/office/drawing/2014/main" id="{FF5968DD-0609-20C0-EF8D-87D2DA8373AC}"/>
                </a:ext>
              </a:extLst>
            </p:cNvPr>
            <p:cNvSpPr>
              <a:spLocks noChangeShapeType="1"/>
            </p:cNvSpPr>
            <p:nvPr/>
          </p:nvSpPr>
          <p:spPr bwMode="auto">
            <a:xfrm flipV="1">
              <a:off x="10780129" y="3890962"/>
              <a:ext cx="931548" cy="1266826"/>
            </a:xfrm>
            <a:prstGeom prst="line">
              <a:avLst/>
            </a:prstGeom>
            <a:noFill/>
            <a:ln w="44450">
              <a:solidFill>
                <a:srgbClr val="FF0000"/>
              </a:solidFill>
              <a:round/>
              <a:headEnd/>
              <a:tailEnd type="triangle" w="med" len="med"/>
            </a:ln>
          </p:spPr>
          <p:txBody>
            <a:bodyPr/>
            <a:lstStyle/>
            <a:p>
              <a:endParaRPr lang="es-ES" sz="1200" dirty="0"/>
            </a:p>
          </p:txBody>
        </p:sp>
        <p:sp>
          <p:nvSpPr>
            <p:cNvPr id="22" name="Line 15">
              <a:extLst>
                <a:ext uri="{FF2B5EF4-FFF2-40B4-BE49-F238E27FC236}">
                  <a16:creationId xmlns:a16="http://schemas.microsoft.com/office/drawing/2014/main" id="{0A0150D5-F4E5-FEAF-3BEE-2D8D611DB11D}"/>
                </a:ext>
              </a:extLst>
            </p:cNvPr>
            <p:cNvSpPr>
              <a:spLocks noChangeShapeType="1"/>
            </p:cNvSpPr>
            <p:nvPr/>
          </p:nvSpPr>
          <p:spPr bwMode="auto">
            <a:xfrm>
              <a:off x="10710279" y="1909764"/>
              <a:ext cx="1001398" cy="1390649"/>
            </a:xfrm>
            <a:prstGeom prst="line">
              <a:avLst/>
            </a:prstGeom>
            <a:noFill/>
            <a:ln w="28575">
              <a:solidFill>
                <a:schemeClr val="tx1"/>
              </a:solidFill>
              <a:round/>
              <a:headEnd/>
              <a:tailEnd type="triangle" w="med" len="med"/>
            </a:ln>
          </p:spPr>
          <p:txBody>
            <a:bodyPr/>
            <a:lstStyle/>
            <a:p>
              <a:endParaRPr lang="es-ES" sz="1200" dirty="0"/>
            </a:p>
          </p:txBody>
        </p:sp>
        <p:sp>
          <p:nvSpPr>
            <p:cNvPr id="23" name="Line 16">
              <a:extLst>
                <a:ext uri="{FF2B5EF4-FFF2-40B4-BE49-F238E27FC236}">
                  <a16:creationId xmlns:a16="http://schemas.microsoft.com/office/drawing/2014/main" id="{58DD0CAD-A05E-3936-2CB1-B7BAE2118717}"/>
                </a:ext>
              </a:extLst>
            </p:cNvPr>
            <p:cNvSpPr>
              <a:spLocks noChangeShapeType="1"/>
            </p:cNvSpPr>
            <p:nvPr/>
          </p:nvSpPr>
          <p:spPr bwMode="auto">
            <a:xfrm flipV="1">
              <a:off x="8403789" y="2111272"/>
              <a:ext cx="23104" cy="2862019"/>
            </a:xfrm>
            <a:prstGeom prst="line">
              <a:avLst/>
            </a:prstGeom>
            <a:noFill/>
            <a:ln w="50800">
              <a:solidFill>
                <a:schemeClr val="tx1"/>
              </a:solidFill>
              <a:prstDash val="lgDash"/>
              <a:round/>
              <a:headEnd/>
              <a:tailEnd type="triangle" w="med" len="med"/>
            </a:ln>
          </p:spPr>
          <p:txBody>
            <a:bodyPr/>
            <a:lstStyle/>
            <a:p>
              <a:endParaRPr lang="es-ES" sz="1200" dirty="0"/>
            </a:p>
          </p:txBody>
        </p:sp>
        <p:sp>
          <p:nvSpPr>
            <p:cNvPr id="24" name="Text Box 17">
              <a:extLst>
                <a:ext uri="{FF2B5EF4-FFF2-40B4-BE49-F238E27FC236}">
                  <a16:creationId xmlns:a16="http://schemas.microsoft.com/office/drawing/2014/main" id="{0FB408BD-7459-301E-2D0F-97A42F53402B}"/>
                </a:ext>
              </a:extLst>
            </p:cNvPr>
            <p:cNvSpPr txBox="1">
              <a:spLocks noChangeArrowheads="1"/>
            </p:cNvSpPr>
            <p:nvPr/>
          </p:nvSpPr>
          <p:spPr bwMode="auto">
            <a:xfrm>
              <a:off x="4608487" y="2408239"/>
              <a:ext cx="463552" cy="742951"/>
            </a:xfrm>
            <a:prstGeom prst="rect">
              <a:avLst/>
            </a:prstGeom>
            <a:noFill/>
            <a:ln w="28575">
              <a:noFill/>
              <a:miter lim="800000"/>
              <a:headEnd/>
              <a:tailEnd/>
            </a:ln>
          </p:spPr>
          <p:txBody>
            <a:bodyPr wrap="square" lIns="91422" tIns="45711" rIns="91422" bIns="45711">
              <a:spAutoFit/>
            </a:bodyPr>
            <a:lstStyle/>
            <a:p>
              <a:pPr algn="ctr"/>
              <a:r>
                <a:rPr lang="es-MX" sz="1200" dirty="0"/>
                <a:t>A3</a:t>
              </a:r>
              <a:endParaRPr lang="es-ES" sz="1200" dirty="0"/>
            </a:p>
          </p:txBody>
        </p:sp>
        <p:sp>
          <p:nvSpPr>
            <p:cNvPr id="25" name="Text Box 18">
              <a:extLst>
                <a:ext uri="{FF2B5EF4-FFF2-40B4-BE49-F238E27FC236}">
                  <a16:creationId xmlns:a16="http://schemas.microsoft.com/office/drawing/2014/main" id="{71008E69-6180-3EC7-42A7-61BA978D80D8}"/>
                </a:ext>
              </a:extLst>
            </p:cNvPr>
            <p:cNvSpPr txBox="1">
              <a:spLocks noChangeArrowheads="1"/>
            </p:cNvSpPr>
            <p:nvPr/>
          </p:nvSpPr>
          <p:spPr bwMode="auto">
            <a:xfrm>
              <a:off x="6861213" y="1383178"/>
              <a:ext cx="450729" cy="742951"/>
            </a:xfrm>
            <a:prstGeom prst="rect">
              <a:avLst/>
            </a:prstGeom>
            <a:noFill/>
            <a:ln w="28575">
              <a:noFill/>
              <a:miter lim="800000"/>
              <a:headEnd/>
              <a:tailEnd/>
            </a:ln>
          </p:spPr>
          <p:txBody>
            <a:bodyPr wrap="square" lIns="91422" tIns="45711" rIns="91422" bIns="45711">
              <a:spAutoFit/>
            </a:bodyPr>
            <a:lstStyle/>
            <a:p>
              <a:pPr algn="ctr"/>
              <a:r>
                <a:rPr lang="es-MX" sz="1200" dirty="0"/>
                <a:t>C4</a:t>
              </a:r>
              <a:endParaRPr lang="es-ES" sz="1200" dirty="0"/>
            </a:p>
          </p:txBody>
        </p:sp>
        <p:sp>
          <p:nvSpPr>
            <p:cNvPr id="26" name="Text Box 19">
              <a:extLst>
                <a:ext uri="{FF2B5EF4-FFF2-40B4-BE49-F238E27FC236}">
                  <a16:creationId xmlns:a16="http://schemas.microsoft.com/office/drawing/2014/main" id="{1EF5A1DD-BE3E-589D-FF11-34341EC75549}"/>
                </a:ext>
              </a:extLst>
            </p:cNvPr>
            <p:cNvSpPr txBox="1">
              <a:spLocks noChangeArrowheads="1"/>
            </p:cNvSpPr>
            <p:nvPr/>
          </p:nvSpPr>
          <p:spPr bwMode="auto">
            <a:xfrm>
              <a:off x="4635522" y="4221163"/>
              <a:ext cx="453934" cy="742951"/>
            </a:xfrm>
            <a:prstGeom prst="rect">
              <a:avLst/>
            </a:prstGeom>
            <a:noFill/>
            <a:ln w="28575">
              <a:noFill/>
              <a:miter lim="800000"/>
              <a:headEnd/>
              <a:tailEnd/>
            </a:ln>
          </p:spPr>
          <p:txBody>
            <a:bodyPr wrap="square" lIns="91422" tIns="45711" rIns="91422" bIns="45711">
              <a:spAutoFit/>
            </a:bodyPr>
            <a:lstStyle/>
            <a:p>
              <a:pPr algn="ctr"/>
              <a:r>
                <a:rPr lang="es-MX" sz="1200" dirty="0"/>
                <a:t>B5</a:t>
              </a:r>
              <a:endParaRPr lang="es-ES" sz="1200" dirty="0"/>
            </a:p>
          </p:txBody>
        </p:sp>
        <p:sp>
          <p:nvSpPr>
            <p:cNvPr id="27" name="Text Box 20">
              <a:extLst>
                <a:ext uri="{FF2B5EF4-FFF2-40B4-BE49-F238E27FC236}">
                  <a16:creationId xmlns:a16="http://schemas.microsoft.com/office/drawing/2014/main" id="{C939D415-3E5D-DA79-0090-E70885D54542}"/>
                </a:ext>
              </a:extLst>
            </p:cNvPr>
            <p:cNvSpPr txBox="1">
              <a:spLocks noChangeArrowheads="1"/>
            </p:cNvSpPr>
            <p:nvPr/>
          </p:nvSpPr>
          <p:spPr bwMode="auto">
            <a:xfrm>
              <a:off x="7066644" y="5301209"/>
              <a:ext cx="471568" cy="742951"/>
            </a:xfrm>
            <a:prstGeom prst="rect">
              <a:avLst/>
            </a:prstGeom>
            <a:noFill/>
            <a:ln w="28575">
              <a:noFill/>
              <a:miter lim="800000"/>
              <a:headEnd/>
              <a:tailEnd/>
            </a:ln>
          </p:spPr>
          <p:txBody>
            <a:bodyPr wrap="square" lIns="91422" tIns="45711" rIns="91422" bIns="45711">
              <a:spAutoFit/>
            </a:bodyPr>
            <a:lstStyle/>
            <a:p>
              <a:pPr algn="ctr"/>
              <a:r>
                <a:rPr lang="es-MX" sz="1200" dirty="0"/>
                <a:t>D2</a:t>
              </a:r>
              <a:endParaRPr lang="es-ES" sz="1200" dirty="0"/>
            </a:p>
          </p:txBody>
        </p:sp>
        <p:sp>
          <p:nvSpPr>
            <p:cNvPr id="28" name="Text Box 21">
              <a:extLst>
                <a:ext uri="{FF2B5EF4-FFF2-40B4-BE49-F238E27FC236}">
                  <a16:creationId xmlns:a16="http://schemas.microsoft.com/office/drawing/2014/main" id="{A37EFD3C-2854-5748-82C7-FAA468D4BB31}"/>
                </a:ext>
              </a:extLst>
            </p:cNvPr>
            <p:cNvSpPr txBox="1">
              <a:spLocks noChangeArrowheads="1"/>
            </p:cNvSpPr>
            <p:nvPr/>
          </p:nvSpPr>
          <p:spPr bwMode="auto">
            <a:xfrm>
              <a:off x="11249740" y="4694238"/>
              <a:ext cx="474774" cy="742951"/>
            </a:xfrm>
            <a:prstGeom prst="rect">
              <a:avLst/>
            </a:prstGeom>
            <a:noFill/>
            <a:ln w="28575">
              <a:noFill/>
              <a:miter lim="800000"/>
              <a:headEnd/>
              <a:tailEnd/>
            </a:ln>
          </p:spPr>
          <p:txBody>
            <a:bodyPr wrap="square" lIns="91422" tIns="45711" rIns="91422" bIns="45711">
              <a:spAutoFit/>
            </a:bodyPr>
            <a:lstStyle/>
            <a:p>
              <a:pPr algn="ctr"/>
              <a:r>
                <a:rPr lang="es-MX" sz="1200" dirty="0"/>
                <a:t>H2</a:t>
              </a:r>
              <a:endParaRPr lang="es-ES" sz="1200" dirty="0"/>
            </a:p>
          </p:txBody>
        </p:sp>
        <p:sp>
          <p:nvSpPr>
            <p:cNvPr id="29" name="Text Box 22">
              <a:extLst>
                <a:ext uri="{FF2B5EF4-FFF2-40B4-BE49-F238E27FC236}">
                  <a16:creationId xmlns:a16="http://schemas.microsoft.com/office/drawing/2014/main" id="{31A754FE-8814-55E4-435A-A04455AE595B}"/>
                </a:ext>
              </a:extLst>
            </p:cNvPr>
            <p:cNvSpPr txBox="1">
              <a:spLocks noChangeArrowheads="1"/>
            </p:cNvSpPr>
            <p:nvPr/>
          </p:nvSpPr>
          <p:spPr bwMode="auto">
            <a:xfrm>
              <a:off x="11175990" y="2060576"/>
              <a:ext cx="476376" cy="742951"/>
            </a:xfrm>
            <a:prstGeom prst="rect">
              <a:avLst/>
            </a:prstGeom>
            <a:noFill/>
            <a:ln w="28575">
              <a:noFill/>
              <a:miter lim="800000"/>
              <a:headEnd/>
              <a:tailEnd/>
            </a:ln>
          </p:spPr>
          <p:txBody>
            <a:bodyPr wrap="square" lIns="91422" tIns="45711" rIns="91422" bIns="45711">
              <a:spAutoFit/>
            </a:bodyPr>
            <a:lstStyle/>
            <a:p>
              <a:pPr algn="ctr"/>
              <a:r>
                <a:rPr lang="es-MX" sz="1200" dirty="0"/>
                <a:t>G3</a:t>
              </a:r>
              <a:endParaRPr lang="es-ES" sz="1200" dirty="0"/>
            </a:p>
          </p:txBody>
        </p:sp>
        <p:sp>
          <p:nvSpPr>
            <p:cNvPr id="30" name="Text Box 23">
              <a:extLst>
                <a:ext uri="{FF2B5EF4-FFF2-40B4-BE49-F238E27FC236}">
                  <a16:creationId xmlns:a16="http://schemas.microsoft.com/office/drawing/2014/main" id="{1B9009C5-D4A7-0F18-6A83-4BA61230B3AC}"/>
                </a:ext>
              </a:extLst>
            </p:cNvPr>
            <p:cNvSpPr txBox="1">
              <a:spLocks noChangeArrowheads="1"/>
            </p:cNvSpPr>
            <p:nvPr/>
          </p:nvSpPr>
          <p:spPr bwMode="auto">
            <a:xfrm>
              <a:off x="9090033" y="1383178"/>
              <a:ext cx="439507" cy="742951"/>
            </a:xfrm>
            <a:prstGeom prst="rect">
              <a:avLst/>
            </a:prstGeom>
            <a:noFill/>
            <a:ln w="28575">
              <a:noFill/>
              <a:miter lim="800000"/>
              <a:headEnd/>
              <a:tailEnd/>
            </a:ln>
          </p:spPr>
          <p:txBody>
            <a:bodyPr wrap="square" lIns="91422" tIns="45711" rIns="91422" bIns="45711">
              <a:spAutoFit/>
            </a:bodyPr>
            <a:lstStyle/>
            <a:p>
              <a:pPr algn="ctr"/>
              <a:r>
                <a:rPr lang="es-MX" sz="1200" dirty="0"/>
                <a:t>E3</a:t>
              </a:r>
              <a:endParaRPr lang="es-ES" sz="1200" dirty="0"/>
            </a:p>
          </p:txBody>
        </p:sp>
        <p:sp>
          <p:nvSpPr>
            <p:cNvPr id="31" name="Text Box 24">
              <a:extLst>
                <a:ext uri="{FF2B5EF4-FFF2-40B4-BE49-F238E27FC236}">
                  <a16:creationId xmlns:a16="http://schemas.microsoft.com/office/drawing/2014/main" id="{86C7F4E6-D392-79A7-7444-8D6B109EBD6D}"/>
                </a:ext>
              </a:extLst>
            </p:cNvPr>
            <p:cNvSpPr txBox="1">
              <a:spLocks noChangeArrowheads="1"/>
            </p:cNvSpPr>
            <p:nvPr/>
          </p:nvSpPr>
          <p:spPr bwMode="auto">
            <a:xfrm rot="16200000">
              <a:off x="7429264" y="3248724"/>
              <a:ext cx="1504874" cy="483909"/>
            </a:xfrm>
            <a:prstGeom prst="rect">
              <a:avLst/>
            </a:prstGeom>
            <a:noFill/>
            <a:ln w="28575">
              <a:noFill/>
              <a:miter lim="800000"/>
              <a:headEnd/>
              <a:tailEnd/>
            </a:ln>
          </p:spPr>
          <p:txBody>
            <a:bodyPr wrap="square" lIns="91422" tIns="45711" rIns="91422" bIns="45711">
              <a:spAutoFit/>
            </a:bodyPr>
            <a:lstStyle/>
            <a:p>
              <a:pPr algn="ctr"/>
              <a:r>
                <a:rPr lang="es-MX" sz="1200" b="1" dirty="0"/>
                <a:t>Figurado</a:t>
              </a:r>
              <a:endParaRPr lang="es-ES" sz="1200" b="1" dirty="0"/>
            </a:p>
          </p:txBody>
        </p:sp>
        <p:sp>
          <p:nvSpPr>
            <p:cNvPr id="32" name="Oval 7">
              <a:extLst>
                <a:ext uri="{FF2B5EF4-FFF2-40B4-BE49-F238E27FC236}">
                  <a16:creationId xmlns:a16="http://schemas.microsoft.com/office/drawing/2014/main" id="{1B5CA323-FD7D-D237-4C2A-595F0B5B31DB}"/>
                </a:ext>
              </a:extLst>
            </p:cNvPr>
            <p:cNvSpPr>
              <a:spLocks noChangeArrowheads="1"/>
            </p:cNvSpPr>
            <p:nvPr/>
          </p:nvSpPr>
          <p:spPr bwMode="auto">
            <a:xfrm>
              <a:off x="8096135" y="5013325"/>
              <a:ext cx="661519" cy="647924"/>
            </a:xfrm>
            <a:prstGeom prst="ellipse">
              <a:avLst/>
            </a:prstGeom>
            <a:solidFill>
              <a:schemeClr val="accent1"/>
            </a:solidFill>
            <a:ln w="28575">
              <a:solidFill>
                <a:schemeClr val="tx1"/>
              </a:solidFill>
              <a:round/>
              <a:headEnd/>
              <a:tailEnd/>
            </a:ln>
          </p:spPr>
          <p:txBody>
            <a:bodyPr wrap="none" anchor="ctr"/>
            <a:lstStyle/>
            <a:p>
              <a:pPr algn="ctr"/>
              <a:r>
                <a:rPr lang="es-ES" sz="1200" b="1" dirty="0"/>
                <a:t>7 7</a:t>
              </a:r>
            </a:p>
          </p:txBody>
        </p:sp>
        <p:sp>
          <p:nvSpPr>
            <p:cNvPr id="33" name="Line 11">
              <a:extLst>
                <a:ext uri="{FF2B5EF4-FFF2-40B4-BE49-F238E27FC236}">
                  <a16:creationId xmlns:a16="http://schemas.microsoft.com/office/drawing/2014/main" id="{316408AC-7BBF-59C7-7C0E-FE2CC252E6AC}"/>
                </a:ext>
              </a:extLst>
            </p:cNvPr>
            <p:cNvSpPr>
              <a:spLocks noChangeShapeType="1"/>
            </p:cNvSpPr>
            <p:nvPr/>
          </p:nvSpPr>
          <p:spPr bwMode="auto">
            <a:xfrm flipV="1">
              <a:off x="8821942" y="5295228"/>
              <a:ext cx="1350173" cy="19422"/>
            </a:xfrm>
            <a:prstGeom prst="line">
              <a:avLst/>
            </a:prstGeom>
            <a:noFill/>
            <a:ln w="44450">
              <a:solidFill>
                <a:srgbClr val="FF0000"/>
              </a:solidFill>
              <a:round/>
              <a:headEnd/>
              <a:tailEnd type="triangle" w="med" len="med"/>
            </a:ln>
          </p:spPr>
          <p:txBody>
            <a:bodyPr/>
            <a:lstStyle/>
            <a:p>
              <a:endParaRPr lang="es-ES" sz="1200" dirty="0"/>
            </a:p>
          </p:txBody>
        </p:sp>
        <p:sp>
          <p:nvSpPr>
            <p:cNvPr id="34" name="Text Box 21">
              <a:extLst>
                <a:ext uri="{FF2B5EF4-FFF2-40B4-BE49-F238E27FC236}">
                  <a16:creationId xmlns:a16="http://schemas.microsoft.com/office/drawing/2014/main" id="{8A850AB4-9A90-F657-9FD1-430B0D3ACE1E}"/>
                </a:ext>
              </a:extLst>
            </p:cNvPr>
            <p:cNvSpPr txBox="1">
              <a:spLocks noChangeArrowheads="1"/>
            </p:cNvSpPr>
            <p:nvPr/>
          </p:nvSpPr>
          <p:spPr bwMode="auto">
            <a:xfrm>
              <a:off x="9332855" y="5301209"/>
              <a:ext cx="433095" cy="742951"/>
            </a:xfrm>
            <a:prstGeom prst="rect">
              <a:avLst/>
            </a:prstGeom>
            <a:noFill/>
            <a:ln w="28575">
              <a:noFill/>
              <a:miter lim="800000"/>
              <a:headEnd/>
              <a:tailEnd/>
            </a:ln>
          </p:spPr>
          <p:txBody>
            <a:bodyPr wrap="square" lIns="91422" tIns="45711" rIns="91422" bIns="45711">
              <a:spAutoFit/>
            </a:bodyPr>
            <a:lstStyle/>
            <a:p>
              <a:pPr algn="ctr"/>
              <a:r>
                <a:rPr lang="es-MX" sz="1200" dirty="0"/>
                <a:t>F5</a:t>
              </a:r>
              <a:endParaRPr lang="es-ES" sz="1200" dirty="0"/>
            </a:p>
          </p:txBody>
        </p:sp>
        <p:cxnSp>
          <p:nvCxnSpPr>
            <p:cNvPr id="36" name="Conector recto 35">
              <a:extLst>
                <a:ext uri="{FF2B5EF4-FFF2-40B4-BE49-F238E27FC236}">
                  <a16:creationId xmlns:a16="http://schemas.microsoft.com/office/drawing/2014/main" id="{E0EF2D11-6B25-939B-D215-66B5D1C137C1}"/>
                </a:ext>
              </a:extLst>
            </p:cNvPr>
            <p:cNvCxnSpPr>
              <a:cxnSpLocks/>
            </p:cNvCxnSpPr>
            <p:nvPr/>
          </p:nvCxnSpPr>
          <p:spPr>
            <a:xfrm>
              <a:off x="4390516" y="3390140"/>
              <a:ext cx="529839" cy="0"/>
            </a:xfrm>
            <a:prstGeom prst="line">
              <a:avLst/>
            </a:prstGeom>
            <a:ln>
              <a:solidFill>
                <a:srgbClr val="FF0000"/>
              </a:solidFill>
            </a:ln>
          </p:spPr>
          <p:style>
            <a:lnRef idx="1">
              <a:schemeClr val="dk1"/>
            </a:lnRef>
            <a:fillRef idx="0">
              <a:schemeClr val="dk1"/>
            </a:fillRef>
            <a:effectRef idx="0">
              <a:schemeClr val="dk1"/>
            </a:effectRef>
            <a:fontRef idx="minor">
              <a:schemeClr val="tx1"/>
            </a:fontRef>
          </p:style>
        </p:cxnSp>
        <p:cxnSp>
          <p:nvCxnSpPr>
            <p:cNvPr id="37" name="Conector recto 36">
              <a:extLst>
                <a:ext uri="{FF2B5EF4-FFF2-40B4-BE49-F238E27FC236}">
                  <a16:creationId xmlns:a16="http://schemas.microsoft.com/office/drawing/2014/main" id="{EB93B0E9-7D0F-EA41-C45E-E3D4E0EFA76E}"/>
                </a:ext>
              </a:extLst>
            </p:cNvPr>
            <p:cNvCxnSpPr>
              <a:cxnSpLocks/>
              <a:stCxn id="10" idx="4"/>
            </p:cNvCxnSpPr>
            <p:nvPr/>
          </p:nvCxnSpPr>
          <p:spPr>
            <a:xfrm flipH="1" flipV="1">
              <a:off x="4655436" y="3390140"/>
              <a:ext cx="10438" cy="50082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 name="Conector recto 37">
              <a:extLst>
                <a:ext uri="{FF2B5EF4-FFF2-40B4-BE49-F238E27FC236}">
                  <a16:creationId xmlns:a16="http://schemas.microsoft.com/office/drawing/2014/main" id="{26B00E5E-F3B8-7B71-5446-FFABE639B9DA}"/>
                </a:ext>
              </a:extLst>
            </p:cNvPr>
            <p:cNvCxnSpPr>
              <a:cxnSpLocks/>
            </p:cNvCxnSpPr>
            <p:nvPr/>
          </p:nvCxnSpPr>
          <p:spPr>
            <a:xfrm>
              <a:off x="11550476" y="3414350"/>
              <a:ext cx="529839" cy="0"/>
            </a:xfrm>
            <a:prstGeom prst="line">
              <a:avLst/>
            </a:prstGeom>
            <a:ln>
              <a:solidFill>
                <a:srgbClr val="FF0000"/>
              </a:solidFill>
            </a:ln>
          </p:spPr>
          <p:style>
            <a:lnRef idx="1">
              <a:schemeClr val="dk1"/>
            </a:lnRef>
            <a:fillRef idx="0">
              <a:schemeClr val="dk1"/>
            </a:fillRef>
            <a:effectRef idx="0">
              <a:schemeClr val="dk1"/>
            </a:effectRef>
            <a:fontRef idx="minor">
              <a:schemeClr val="tx1"/>
            </a:fontRef>
          </p:style>
        </p:cxnSp>
        <p:cxnSp>
          <p:nvCxnSpPr>
            <p:cNvPr id="39" name="Conector recto 38">
              <a:extLst>
                <a:ext uri="{FF2B5EF4-FFF2-40B4-BE49-F238E27FC236}">
                  <a16:creationId xmlns:a16="http://schemas.microsoft.com/office/drawing/2014/main" id="{98FB27DA-DB4A-DDC7-1E6B-0192BB0E9A53}"/>
                </a:ext>
              </a:extLst>
            </p:cNvPr>
            <p:cNvCxnSpPr>
              <a:cxnSpLocks/>
            </p:cNvCxnSpPr>
            <p:nvPr/>
          </p:nvCxnSpPr>
          <p:spPr>
            <a:xfrm flipH="1" flipV="1">
              <a:off x="11818895" y="3414350"/>
              <a:ext cx="10438" cy="50082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Conector recto 39">
              <a:extLst>
                <a:ext uri="{FF2B5EF4-FFF2-40B4-BE49-F238E27FC236}">
                  <a16:creationId xmlns:a16="http://schemas.microsoft.com/office/drawing/2014/main" id="{D835E0B5-E2E5-EE85-F3D9-4499AF32E64B}"/>
                </a:ext>
              </a:extLst>
            </p:cNvPr>
            <p:cNvCxnSpPr>
              <a:cxnSpLocks/>
            </p:cNvCxnSpPr>
            <p:nvPr/>
          </p:nvCxnSpPr>
          <p:spPr>
            <a:xfrm>
              <a:off x="10215902" y="1575580"/>
              <a:ext cx="529839" cy="0"/>
            </a:xfrm>
            <a:prstGeom prst="line">
              <a:avLst/>
            </a:prstGeom>
            <a:ln>
              <a:solidFill>
                <a:srgbClr val="FF0000"/>
              </a:solidFill>
            </a:ln>
          </p:spPr>
          <p:style>
            <a:lnRef idx="1">
              <a:schemeClr val="dk1"/>
            </a:lnRef>
            <a:fillRef idx="0">
              <a:schemeClr val="dk1"/>
            </a:fillRef>
            <a:effectRef idx="0">
              <a:schemeClr val="dk1"/>
            </a:effectRef>
            <a:fontRef idx="minor">
              <a:schemeClr val="tx1"/>
            </a:fontRef>
          </p:style>
        </p:cxnSp>
        <p:cxnSp>
          <p:nvCxnSpPr>
            <p:cNvPr id="41" name="Conector recto 40">
              <a:extLst>
                <a:ext uri="{FF2B5EF4-FFF2-40B4-BE49-F238E27FC236}">
                  <a16:creationId xmlns:a16="http://schemas.microsoft.com/office/drawing/2014/main" id="{194B1004-8A81-3E11-B62E-8AD6F362D24A}"/>
                </a:ext>
              </a:extLst>
            </p:cNvPr>
            <p:cNvCxnSpPr>
              <a:cxnSpLocks/>
            </p:cNvCxnSpPr>
            <p:nvPr/>
          </p:nvCxnSpPr>
          <p:spPr>
            <a:xfrm flipH="1" flipV="1">
              <a:off x="10506460" y="1575580"/>
              <a:ext cx="10438" cy="50082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Conector recto 41">
              <a:extLst>
                <a:ext uri="{FF2B5EF4-FFF2-40B4-BE49-F238E27FC236}">
                  <a16:creationId xmlns:a16="http://schemas.microsoft.com/office/drawing/2014/main" id="{CAF55D3A-D4F9-46ED-4217-6DF89EDF8349}"/>
                </a:ext>
              </a:extLst>
            </p:cNvPr>
            <p:cNvCxnSpPr>
              <a:cxnSpLocks/>
            </p:cNvCxnSpPr>
            <p:nvPr/>
          </p:nvCxnSpPr>
          <p:spPr>
            <a:xfrm>
              <a:off x="8163489" y="1633974"/>
              <a:ext cx="529839" cy="0"/>
            </a:xfrm>
            <a:prstGeom prst="line">
              <a:avLst/>
            </a:prstGeom>
            <a:ln>
              <a:solidFill>
                <a:srgbClr val="FF0000"/>
              </a:solidFill>
            </a:ln>
          </p:spPr>
          <p:style>
            <a:lnRef idx="1">
              <a:schemeClr val="dk1"/>
            </a:lnRef>
            <a:fillRef idx="0">
              <a:schemeClr val="dk1"/>
            </a:fillRef>
            <a:effectRef idx="0">
              <a:schemeClr val="dk1"/>
            </a:effectRef>
            <a:fontRef idx="minor">
              <a:schemeClr val="tx1"/>
            </a:fontRef>
          </p:style>
        </p:cxnSp>
        <p:cxnSp>
          <p:nvCxnSpPr>
            <p:cNvPr id="43" name="Conector recto 42">
              <a:extLst>
                <a:ext uri="{FF2B5EF4-FFF2-40B4-BE49-F238E27FC236}">
                  <a16:creationId xmlns:a16="http://schemas.microsoft.com/office/drawing/2014/main" id="{BBD3FF05-D998-2BC2-ACF6-2A63CE4EBE42}"/>
                </a:ext>
              </a:extLst>
            </p:cNvPr>
            <p:cNvCxnSpPr>
              <a:cxnSpLocks/>
            </p:cNvCxnSpPr>
            <p:nvPr/>
          </p:nvCxnSpPr>
          <p:spPr>
            <a:xfrm flipH="1" flipV="1">
              <a:off x="8428409" y="1633974"/>
              <a:ext cx="10438" cy="50082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Conector recto 43">
              <a:extLst>
                <a:ext uri="{FF2B5EF4-FFF2-40B4-BE49-F238E27FC236}">
                  <a16:creationId xmlns:a16="http://schemas.microsoft.com/office/drawing/2014/main" id="{B91755B2-53FD-D060-20C5-44B9B4ED70B8}"/>
                </a:ext>
              </a:extLst>
            </p:cNvPr>
            <p:cNvCxnSpPr>
              <a:cxnSpLocks/>
            </p:cNvCxnSpPr>
            <p:nvPr/>
          </p:nvCxnSpPr>
          <p:spPr>
            <a:xfrm>
              <a:off x="8153511" y="5161974"/>
              <a:ext cx="529839" cy="0"/>
            </a:xfrm>
            <a:prstGeom prst="line">
              <a:avLst/>
            </a:prstGeom>
            <a:ln>
              <a:solidFill>
                <a:srgbClr val="FF0000"/>
              </a:solidFill>
            </a:ln>
          </p:spPr>
          <p:style>
            <a:lnRef idx="1">
              <a:schemeClr val="dk1"/>
            </a:lnRef>
            <a:fillRef idx="0">
              <a:schemeClr val="dk1"/>
            </a:fillRef>
            <a:effectRef idx="0">
              <a:schemeClr val="dk1"/>
            </a:effectRef>
            <a:fontRef idx="minor">
              <a:schemeClr val="tx1"/>
            </a:fontRef>
          </p:style>
        </p:cxnSp>
        <p:cxnSp>
          <p:nvCxnSpPr>
            <p:cNvPr id="45" name="Conector recto 44">
              <a:extLst>
                <a:ext uri="{FF2B5EF4-FFF2-40B4-BE49-F238E27FC236}">
                  <a16:creationId xmlns:a16="http://schemas.microsoft.com/office/drawing/2014/main" id="{AFB7ACA5-29B3-B173-BD32-07E92B238485}"/>
                </a:ext>
              </a:extLst>
            </p:cNvPr>
            <p:cNvCxnSpPr>
              <a:cxnSpLocks/>
            </p:cNvCxnSpPr>
            <p:nvPr/>
          </p:nvCxnSpPr>
          <p:spPr>
            <a:xfrm flipH="1" flipV="1">
              <a:off x="8435523" y="5161974"/>
              <a:ext cx="10438" cy="50082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 name="Conector recto 45">
              <a:extLst>
                <a:ext uri="{FF2B5EF4-FFF2-40B4-BE49-F238E27FC236}">
                  <a16:creationId xmlns:a16="http://schemas.microsoft.com/office/drawing/2014/main" id="{9A790033-818C-A48B-75AB-D69BBA1D6D39}"/>
                </a:ext>
              </a:extLst>
            </p:cNvPr>
            <p:cNvCxnSpPr>
              <a:cxnSpLocks/>
            </p:cNvCxnSpPr>
            <p:nvPr/>
          </p:nvCxnSpPr>
          <p:spPr>
            <a:xfrm>
              <a:off x="5853272" y="5169093"/>
              <a:ext cx="529839" cy="0"/>
            </a:xfrm>
            <a:prstGeom prst="line">
              <a:avLst/>
            </a:prstGeom>
            <a:ln>
              <a:solidFill>
                <a:srgbClr val="FF0000"/>
              </a:solidFill>
            </a:ln>
          </p:spPr>
          <p:style>
            <a:lnRef idx="1">
              <a:schemeClr val="dk1"/>
            </a:lnRef>
            <a:fillRef idx="0">
              <a:schemeClr val="dk1"/>
            </a:fillRef>
            <a:effectRef idx="0">
              <a:schemeClr val="dk1"/>
            </a:effectRef>
            <a:fontRef idx="minor">
              <a:schemeClr val="tx1"/>
            </a:fontRef>
          </p:style>
        </p:cxnSp>
        <p:cxnSp>
          <p:nvCxnSpPr>
            <p:cNvPr id="47" name="Conector recto 46">
              <a:extLst>
                <a:ext uri="{FF2B5EF4-FFF2-40B4-BE49-F238E27FC236}">
                  <a16:creationId xmlns:a16="http://schemas.microsoft.com/office/drawing/2014/main" id="{0219E535-5F20-05DA-4F6D-E2F1F4C55E53}"/>
                </a:ext>
              </a:extLst>
            </p:cNvPr>
            <p:cNvCxnSpPr>
              <a:cxnSpLocks/>
            </p:cNvCxnSpPr>
            <p:nvPr/>
          </p:nvCxnSpPr>
          <p:spPr>
            <a:xfrm flipH="1" flipV="1">
              <a:off x="6143830" y="5169093"/>
              <a:ext cx="10438" cy="50082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Conector recto 47">
              <a:extLst>
                <a:ext uri="{FF2B5EF4-FFF2-40B4-BE49-F238E27FC236}">
                  <a16:creationId xmlns:a16="http://schemas.microsoft.com/office/drawing/2014/main" id="{E9340C08-4FC1-7329-B80B-6F22181839C7}"/>
                </a:ext>
              </a:extLst>
            </p:cNvPr>
            <p:cNvCxnSpPr>
              <a:cxnSpLocks/>
            </p:cNvCxnSpPr>
            <p:nvPr/>
          </p:nvCxnSpPr>
          <p:spPr>
            <a:xfrm>
              <a:off x="5851846" y="1561338"/>
              <a:ext cx="529839" cy="0"/>
            </a:xfrm>
            <a:prstGeom prst="line">
              <a:avLst/>
            </a:prstGeom>
            <a:ln>
              <a:solidFill>
                <a:srgbClr val="FF0000"/>
              </a:solidFill>
            </a:ln>
          </p:spPr>
          <p:style>
            <a:lnRef idx="1">
              <a:schemeClr val="dk1"/>
            </a:lnRef>
            <a:fillRef idx="0">
              <a:schemeClr val="dk1"/>
            </a:fillRef>
            <a:effectRef idx="0">
              <a:schemeClr val="dk1"/>
            </a:effectRef>
            <a:fontRef idx="minor">
              <a:schemeClr val="tx1"/>
            </a:fontRef>
          </p:style>
        </p:cxnSp>
        <p:cxnSp>
          <p:nvCxnSpPr>
            <p:cNvPr id="49" name="Conector recto 48">
              <a:extLst>
                <a:ext uri="{FF2B5EF4-FFF2-40B4-BE49-F238E27FC236}">
                  <a16:creationId xmlns:a16="http://schemas.microsoft.com/office/drawing/2014/main" id="{F0ADB8E6-928B-F06B-88F5-ED6EA46DE2FE}"/>
                </a:ext>
              </a:extLst>
            </p:cNvPr>
            <p:cNvCxnSpPr>
              <a:cxnSpLocks/>
            </p:cNvCxnSpPr>
            <p:nvPr/>
          </p:nvCxnSpPr>
          <p:spPr>
            <a:xfrm flipH="1" flipV="1">
              <a:off x="6133858" y="1561338"/>
              <a:ext cx="10438" cy="50082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Conector recto 49">
              <a:extLst>
                <a:ext uri="{FF2B5EF4-FFF2-40B4-BE49-F238E27FC236}">
                  <a16:creationId xmlns:a16="http://schemas.microsoft.com/office/drawing/2014/main" id="{91A39049-440D-084B-4E88-8FE633CE5262}"/>
                </a:ext>
              </a:extLst>
            </p:cNvPr>
            <p:cNvCxnSpPr>
              <a:cxnSpLocks/>
            </p:cNvCxnSpPr>
            <p:nvPr/>
          </p:nvCxnSpPr>
          <p:spPr>
            <a:xfrm>
              <a:off x="10217331" y="5174787"/>
              <a:ext cx="529839" cy="0"/>
            </a:xfrm>
            <a:prstGeom prst="line">
              <a:avLst/>
            </a:prstGeom>
            <a:ln>
              <a:solidFill>
                <a:srgbClr val="FF0000"/>
              </a:solidFill>
            </a:ln>
          </p:spPr>
          <p:style>
            <a:lnRef idx="1">
              <a:schemeClr val="dk1"/>
            </a:lnRef>
            <a:fillRef idx="0">
              <a:schemeClr val="dk1"/>
            </a:fillRef>
            <a:effectRef idx="0">
              <a:schemeClr val="dk1"/>
            </a:effectRef>
            <a:fontRef idx="minor">
              <a:schemeClr val="tx1"/>
            </a:fontRef>
          </p:style>
        </p:cxnSp>
        <p:cxnSp>
          <p:nvCxnSpPr>
            <p:cNvPr id="51" name="Conector recto 50">
              <a:extLst>
                <a:ext uri="{FF2B5EF4-FFF2-40B4-BE49-F238E27FC236}">
                  <a16:creationId xmlns:a16="http://schemas.microsoft.com/office/drawing/2014/main" id="{7193F1A0-41E5-F1F6-A805-7D9B7C1E9E6A}"/>
                </a:ext>
              </a:extLst>
            </p:cNvPr>
            <p:cNvCxnSpPr>
              <a:cxnSpLocks/>
            </p:cNvCxnSpPr>
            <p:nvPr/>
          </p:nvCxnSpPr>
          <p:spPr>
            <a:xfrm flipH="1" flipV="1">
              <a:off x="10467339" y="5174787"/>
              <a:ext cx="10438" cy="50082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52" name="4 CuadroTexto">
            <a:extLst>
              <a:ext uri="{FF2B5EF4-FFF2-40B4-BE49-F238E27FC236}">
                <a16:creationId xmlns:a16="http://schemas.microsoft.com/office/drawing/2014/main" id="{6682E4CE-D50C-A2B5-0D2B-11C5104A5E19}"/>
              </a:ext>
            </a:extLst>
          </p:cNvPr>
          <p:cNvSpPr txBox="1"/>
          <p:nvPr/>
        </p:nvSpPr>
        <p:spPr>
          <a:xfrm>
            <a:off x="1379066" y="4742545"/>
            <a:ext cx="1202488" cy="1200329"/>
          </a:xfrm>
          <a:prstGeom prst="rect">
            <a:avLst/>
          </a:prstGeom>
          <a:noFill/>
        </p:spPr>
        <p:txBody>
          <a:bodyPr wrap="square" rtlCol="0">
            <a:spAutoFit/>
          </a:bodyPr>
          <a:lstStyle/>
          <a:p>
            <a:r>
              <a:rPr lang="es-ES" b="1" dirty="0"/>
              <a:t>Rutas:</a:t>
            </a:r>
          </a:p>
          <a:p>
            <a:r>
              <a:rPr lang="es-ES" b="1" dirty="0" err="1"/>
              <a:t>ACEG</a:t>
            </a:r>
            <a:r>
              <a:rPr lang="es-ES" b="1" dirty="0"/>
              <a:t>=13</a:t>
            </a:r>
          </a:p>
          <a:p>
            <a:r>
              <a:rPr lang="es-ES" b="1" dirty="0" err="1"/>
              <a:t>BDEG</a:t>
            </a:r>
            <a:r>
              <a:rPr lang="es-ES" b="1" dirty="0"/>
              <a:t>=13</a:t>
            </a:r>
          </a:p>
          <a:p>
            <a:r>
              <a:rPr lang="es-ES" b="1" dirty="0" err="1">
                <a:solidFill>
                  <a:srgbClr val="FF0000"/>
                </a:solidFill>
              </a:rPr>
              <a:t>BDFH</a:t>
            </a:r>
            <a:r>
              <a:rPr lang="es-ES" b="1" dirty="0">
                <a:solidFill>
                  <a:srgbClr val="FF0000"/>
                </a:solidFill>
              </a:rPr>
              <a:t>=14</a:t>
            </a:r>
            <a:endParaRPr lang="es-PE" b="1" dirty="0">
              <a:solidFill>
                <a:srgbClr val="FF0000"/>
              </a:solidFill>
            </a:endParaRPr>
          </a:p>
        </p:txBody>
      </p:sp>
    </p:spTree>
    <p:extLst>
      <p:ext uri="{BB962C8B-B14F-4D97-AF65-F5344CB8AC3E}">
        <p14:creationId xmlns:p14="http://schemas.microsoft.com/office/powerpoint/2010/main" val="3592518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Diagrama"/>
          <p:cNvGraphicFramePr/>
          <p:nvPr>
            <p:extLst>
              <p:ext uri="{D42A27DB-BD31-4B8C-83A1-F6EECF244321}">
                <p14:modId xmlns:p14="http://schemas.microsoft.com/office/powerpoint/2010/main" val="1885760027"/>
              </p:ext>
            </p:extLst>
          </p:nvPr>
        </p:nvGraphicFramePr>
        <p:xfrm>
          <a:off x="5067656" y="1361501"/>
          <a:ext cx="6938172" cy="4896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5844" name="Rectangle 4"/>
          <p:cNvSpPr>
            <a:spLocks noChangeArrowheads="1"/>
          </p:cNvSpPr>
          <p:nvPr/>
        </p:nvSpPr>
        <p:spPr bwMode="auto">
          <a:xfrm>
            <a:off x="1524001" y="3049072"/>
            <a:ext cx="184731" cy="369332"/>
          </a:xfrm>
          <a:prstGeom prst="rect">
            <a:avLst/>
          </a:prstGeom>
          <a:noFill/>
          <a:ln w="9525">
            <a:noFill/>
            <a:miter lim="800000"/>
            <a:headEnd/>
            <a:tailEnd/>
          </a:ln>
        </p:spPr>
        <p:txBody>
          <a:bodyPr wrap="none" anchor="ctr">
            <a:spAutoFit/>
          </a:bodyPr>
          <a:lstStyle/>
          <a:p>
            <a:endParaRPr lang="es-ES" dirty="0"/>
          </a:p>
        </p:txBody>
      </p:sp>
      <p:sp>
        <p:nvSpPr>
          <p:cNvPr id="2" name="1 Marcador de pie de página"/>
          <p:cNvSpPr>
            <a:spLocks noGrp="1"/>
          </p:cNvSpPr>
          <p:nvPr>
            <p:ph type="ftr" sz="quarter" idx="11"/>
          </p:nvPr>
        </p:nvSpPr>
        <p:spPr/>
        <p:txBody>
          <a:bodyPr/>
          <a:lstStyle/>
          <a:p>
            <a:r>
              <a:rPr lang="en-US"/>
              <a:t>Anival Torre</a:t>
            </a:r>
            <a:endParaRPr lang="en-US" dirty="0"/>
          </a:p>
        </p:txBody>
      </p:sp>
      <p:sp>
        <p:nvSpPr>
          <p:cNvPr id="3" name="2 Marcador de número de diapositiva"/>
          <p:cNvSpPr>
            <a:spLocks noGrp="1"/>
          </p:cNvSpPr>
          <p:nvPr>
            <p:ph type="sldNum" sz="quarter" idx="12"/>
          </p:nvPr>
        </p:nvSpPr>
        <p:spPr/>
        <p:txBody>
          <a:bodyPr/>
          <a:lstStyle/>
          <a:p>
            <a:fld id="{55F7123F-EA94-4AF6-90FD-8402484B591B}" type="slidenum">
              <a:rPr lang="en-US" smtClean="0"/>
              <a:pPr/>
              <a:t>15</a:t>
            </a:fld>
            <a:endParaRPr lang="en-US" dirty="0"/>
          </a:p>
        </p:txBody>
      </p:sp>
      <p:sp>
        <p:nvSpPr>
          <p:cNvPr id="7" name="Rectangle 2"/>
          <p:cNvSpPr>
            <a:spLocks noGrp="1" noRot="1" noChangeArrowheads="1"/>
          </p:cNvSpPr>
          <p:nvPr>
            <p:ph type="title"/>
          </p:nvPr>
        </p:nvSpPr>
        <p:spPr>
          <a:xfrm>
            <a:off x="6096000" y="136525"/>
            <a:ext cx="6045868" cy="785794"/>
          </a:xfrm>
          <a:noFill/>
          <a:ln w="9525">
            <a:noFill/>
            <a:miter lim="800000"/>
            <a:headEnd/>
            <a:tailEnd/>
          </a:ln>
          <a:effectLst/>
        </p:spPr>
        <p:txBody>
          <a:bodyPr vert="horz" wrap="square" lIns="91440" tIns="45720" rIns="91440" bIns="45720" numCol="1" rtlCol="0" anchor="ctr" anchorCtr="0" compatLnSpc="1">
            <a:prstTxWarp prst="textNoShape">
              <a:avLst/>
            </a:prstTxWarp>
            <a:noAutofit/>
          </a:bodyPr>
          <a:lstStyle/>
          <a:p>
            <a:pPr algn="ctr">
              <a:buSzPts val="3600"/>
            </a:pPr>
            <a:r>
              <a:rPr lang="es-MX" sz="3200" dirty="0">
                <a:solidFill>
                  <a:schemeClr val="bg1"/>
                </a:solidFill>
                <a:latin typeface="Bauhaus 93" pitchFamily="82" charset="0"/>
              </a:rPr>
              <a:t>2.- Elaboración del diagrama de red</a:t>
            </a:r>
            <a:endParaRPr lang="es-ES" sz="3200" dirty="0">
              <a:solidFill>
                <a:schemeClr val="bg1"/>
              </a:solidFill>
              <a:latin typeface="Bauhaus 93" pitchFamily="82" charset="0"/>
            </a:endParaRPr>
          </a:p>
        </p:txBody>
      </p:sp>
      <p:graphicFrame>
        <p:nvGraphicFramePr>
          <p:cNvPr id="5" name="Group 27">
            <a:extLst>
              <a:ext uri="{FF2B5EF4-FFF2-40B4-BE49-F238E27FC236}">
                <a16:creationId xmlns:a16="http://schemas.microsoft.com/office/drawing/2014/main" id="{359C9E80-CB5C-541E-3B5A-2A15FC5853EB}"/>
              </a:ext>
            </a:extLst>
          </p:cNvPr>
          <p:cNvGraphicFramePr>
            <a:graphicFrameLocks noGrp="1"/>
          </p:cNvGraphicFramePr>
          <p:nvPr>
            <p:extLst>
              <p:ext uri="{D42A27DB-BD31-4B8C-83A1-F6EECF244321}">
                <p14:modId xmlns:p14="http://schemas.microsoft.com/office/powerpoint/2010/main" val="501497422"/>
              </p:ext>
            </p:extLst>
          </p:nvPr>
        </p:nvGraphicFramePr>
        <p:xfrm>
          <a:off x="269350" y="1479451"/>
          <a:ext cx="4507182" cy="4450662"/>
        </p:xfrm>
        <a:graphic>
          <a:graphicData uri="http://schemas.openxmlformats.org/drawingml/2006/table">
            <a:tbl>
              <a:tblPr/>
              <a:tblGrid>
                <a:gridCol w="1150370">
                  <a:extLst>
                    <a:ext uri="{9D8B030D-6E8A-4147-A177-3AD203B41FA5}">
                      <a16:colId xmlns:a16="http://schemas.microsoft.com/office/drawing/2014/main" val="20000"/>
                    </a:ext>
                  </a:extLst>
                </a:gridCol>
                <a:gridCol w="1232529">
                  <a:extLst>
                    <a:ext uri="{9D8B030D-6E8A-4147-A177-3AD203B41FA5}">
                      <a16:colId xmlns:a16="http://schemas.microsoft.com/office/drawing/2014/main" val="20001"/>
                    </a:ext>
                  </a:extLst>
                </a:gridCol>
                <a:gridCol w="2124283">
                  <a:extLst>
                    <a:ext uri="{9D8B030D-6E8A-4147-A177-3AD203B41FA5}">
                      <a16:colId xmlns:a16="http://schemas.microsoft.com/office/drawing/2014/main" val="20002"/>
                    </a:ext>
                  </a:extLst>
                </a:gridCol>
              </a:tblGrid>
              <a:tr h="74551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400" b="0" i="0" u="none" strike="noStrike" cap="none" normalizeH="0" baseline="0" noProof="0" dirty="0">
                          <a:ln>
                            <a:noFill/>
                          </a:ln>
                          <a:solidFill>
                            <a:schemeClr val="tx1"/>
                          </a:solidFill>
                          <a:effectLst/>
                          <a:latin typeface="Arial Narrow" panose="020B0606020202030204" pitchFamily="34" charset="0"/>
                          <a:cs typeface="Arial" pitchFamily="34" charset="0"/>
                        </a:rPr>
                        <a:t>Nombre</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err="1">
                          <a:ln>
                            <a:noFill/>
                          </a:ln>
                          <a:solidFill>
                            <a:schemeClr val="tx1"/>
                          </a:solidFill>
                          <a:effectLst/>
                          <a:latin typeface="Arial Narrow" panose="020B0606020202030204" pitchFamily="34" charset="0"/>
                          <a:cs typeface="Arial" pitchFamily="34" charset="0"/>
                        </a:rPr>
                        <a:t>Símbolo</a:t>
                      </a:r>
                      <a:endParaRPr kumimoji="0" lang="es-ES" sz="2400" b="0" i="0" u="none" strike="noStrike" cap="none" normalizeH="0" baseline="0" dirty="0">
                        <a:ln>
                          <a:noFill/>
                        </a:ln>
                        <a:solidFill>
                          <a:schemeClr val="tx1"/>
                        </a:solidFill>
                        <a:effectLst/>
                        <a:latin typeface="Arial Narrow" panose="020B0606020202030204" pitchFamily="34" charset="0"/>
                        <a:cs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UY" sz="2400" b="0" i="0" u="none" strike="noStrike" cap="none" normalizeH="0" baseline="0" noProof="0" dirty="0">
                          <a:ln>
                            <a:noFill/>
                          </a:ln>
                          <a:solidFill>
                            <a:schemeClr val="tx1"/>
                          </a:solidFill>
                          <a:effectLst/>
                          <a:latin typeface="Arial Narrow" panose="020B0606020202030204" pitchFamily="34" charset="0"/>
                          <a:cs typeface="Arial" pitchFamily="34" charset="0"/>
                        </a:rPr>
                        <a:t>Descripción</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07088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400" b="0" i="0" u="none" strike="noStrike" cap="none" normalizeH="0" baseline="0" dirty="0">
                          <a:ln>
                            <a:noFill/>
                          </a:ln>
                          <a:solidFill>
                            <a:schemeClr val="tx1"/>
                          </a:solidFill>
                          <a:effectLst/>
                          <a:latin typeface="Arial Narrow" panose="020B0606020202030204" pitchFamily="34" charset="0"/>
                          <a:cs typeface="Arial" pitchFamily="34" charset="0"/>
                        </a:rPr>
                        <a:t>Evento</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s-ES" sz="2400" b="0" i="0" u="none" strike="noStrike" cap="none" normalizeH="0" baseline="0" dirty="0">
                        <a:ln>
                          <a:noFill/>
                        </a:ln>
                        <a:solidFill>
                          <a:schemeClr val="tx1"/>
                        </a:solidFill>
                        <a:effectLst/>
                        <a:latin typeface="Arial Narrow" panose="020B0606020202030204" pitchFamily="34" charset="0"/>
                        <a:cs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s-ES" sz="2400" dirty="0">
                          <a:solidFill>
                            <a:srgbClr val="002060"/>
                          </a:solidFill>
                          <a:latin typeface="Arial Narrow" panose="020B0606020202030204" pitchFamily="34" charset="0"/>
                          <a:ea typeface="+mn-ea"/>
                          <a:cs typeface="Arial" charset="0"/>
                        </a:rPr>
                        <a:t>Los nodos representan a los momentos de inicio o finalización de las tareas.</a:t>
                      </a:r>
                      <a:endParaRPr kumimoji="0" lang="es-ES" sz="2400" b="0" i="0" u="none" strike="noStrike" cap="none" normalizeH="0" baseline="0" dirty="0">
                        <a:ln>
                          <a:noFill/>
                        </a:ln>
                        <a:solidFill>
                          <a:schemeClr val="tx1"/>
                        </a:solidFill>
                        <a:effectLst/>
                        <a:latin typeface="Arial Narrow" panose="020B0606020202030204" pitchFamily="34" charset="0"/>
                        <a:cs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41914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400" b="0" i="0" u="none" strike="noStrike" cap="none" normalizeH="0" baseline="0" dirty="0">
                          <a:ln>
                            <a:noFill/>
                          </a:ln>
                          <a:solidFill>
                            <a:schemeClr val="tx1"/>
                          </a:solidFill>
                          <a:effectLst/>
                          <a:latin typeface="Arial Narrow" panose="020B0606020202030204" pitchFamily="34" charset="0"/>
                          <a:cs typeface="Arial" pitchFamily="34" charset="0"/>
                        </a:rPr>
                        <a:t>Tarea</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s-ES" sz="2400" b="0" i="0" u="none" strike="noStrike" cap="none" normalizeH="0" baseline="0" dirty="0">
                        <a:ln>
                          <a:noFill/>
                        </a:ln>
                        <a:solidFill>
                          <a:schemeClr val="tx1"/>
                        </a:solidFill>
                        <a:effectLst/>
                        <a:latin typeface="Arial Narrow" panose="020B0606020202030204" pitchFamily="34" charset="0"/>
                        <a:cs typeface="Arial"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s-ES" sz="2400" dirty="0">
                          <a:solidFill>
                            <a:srgbClr val="002060"/>
                          </a:solidFill>
                          <a:latin typeface="Arial Narrow" panose="020B0606020202030204" pitchFamily="34" charset="0"/>
                          <a:ea typeface="+mn-ea"/>
                          <a:cs typeface="Arial" charset="0"/>
                        </a:rPr>
                        <a:t>Las flechas  representan a las tareas.</a:t>
                      </a:r>
                      <a:endParaRPr kumimoji="0" lang="es-ES" sz="2400" b="0" i="0" u="none" strike="noStrike" cap="none" normalizeH="0" baseline="0" noProof="0" dirty="0">
                        <a:ln>
                          <a:noFill/>
                        </a:ln>
                        <a:solidFill>
                          <a:schemeClr val="tx1"/>
                        </a:solidFill>
                        <a:effectLst/>
                        <a:latin typeface="Arial Narrow" panose="020B0606020202030204" pitchFamily="34" charset="0"/>
                        <a:cs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6" name="Oval 22">
            <a:extLst>
              <a:ext uri="{FF2B5EF4-FFF2-40B4-BE49-F238E27FC236}">
                <a16:creationId xmlns:a16="http://schemas.microsoft.com/office/drawing/2014/main" id="{7128BD1E-605E-0202-1352-7D9856DEBB4F}"/>
              </a:ext>
            </a:extLst>
          </p:cNvPr>
          <p:cNvSpPr>
            <a:spLocks noChangeArrowheads="1"/>
          </p:cNvSpPr>
          <p:nvPr/>
        </p:nvSpPr>
        <p:spPr bwMode="auto">
          <a:xfrm>
            <a:off x="1519226" y="2376184"/>
            <a:ext cx="785818" cy="792088"/>
          </a:xfrm>
          <a:prstGeom prst="ellipse">
            <a:avLst/>
          </a:prstGeom>
          <a:solidFill>
            <a:srgbClr val="CCFFCC"/>
          </a:solidFill>
          <a:ln w="9525">
            <a:solidFill>
              <a:schemeClr val="tx1"/>
            </a:solidFill>
            <a:round/>
            <a:headEnd/>
            <a:tailEnd/>
          </a:ln>
        </p:spPr>
        <p:txBody>
          <a:bodyPr wrap="none" anchor="ctr"/>
          <a:lstStyle/>
          <a:p>
            <a:endParaRPr lang="es-ES" dirty="0"/>
          </a:p>
        </p:txBody>
      </p:sp>
      <p:sp>
        <p:nvSpPr>
          <p:cNvPr id="9" name="Text Box 24">
            <a:extLst>
              <a:ext uri="{FF2B5EF4-FFF2-40B4-BE49-F238E27FC236}">
                <a16:creationId xmlns:a16="http://schemas.microsoft.com/office/drawing/2014/main" id="{6D3B8C5A-6503-DBA9-8EE8-C6E90CF75ADC}"/>
              </a:ext>
            </a:extLst>
          </p:cNvPr>
          <p:cNvSpPr txBox="1">
            <a:spLocks noChangeArrowheads="1"/>
          </p:cNvSpPr>
          <p:nvPr/>
        </p:nvSpPr>
        <p:spPr bwMode="auto">
          <a:xfrm>
            <a:off x="1427613" y="3094586"/>
            <a:ext cx="1207298" cy="519113"/>
          </a:xfrm>
          <a:prstGeom prst="rect">
            <a:avLst/>
          </a:prstGeom>
          <a:noFill/>
          <a:ln w="9525">
            <a:noFill/>
            <a:miter lim="800000"/>
            <a:headEnd/>
            <a:tailEnd/>
          </a:ln>
        </p:spPr>
        <p:txBody>
          <a:bodyPr wrap="square">
            <a:spAutoFit/>
          </a:bodyPr>
          <a:lstStyle/>
          <a:p>
            <a:pPr algn="ctr"/>
            <a:r>
              <a:rPr lang="en-US" sz="2800" b="1" dirty="0">
                <a:solidFill>
                  <a:schemeClr val="tx2"/>
                </a:solidFill>
              </a:rPr>
              <a:t>(</a:t>
            </a:r>
            <a:r>
              <a:rPr lang="es-VE" sz="2800" b="1" dirty="0">
                <a:solidFill>
                  <a:schemeClr val="tx2"/>
                </a:solidFill>
              </a:rPr>
              <a:t>nodo</a:t>
            </a:r>
            <a:r>
              <a:rPr lang="en-US" sz="2800" b="1" dirty="0">
                <a:solidFill>
                  <a:schemeClr val="tx2"/>
                </a:solidFill>
              </a:rPr>
              <a:t>)</a:t>
            </a:r>
            <a:endParaRPr lang="es-ES" sz="2800" b="1" dirty="0">
              <a:solidFill>
                <a:schemeClr val="tx2"/>
              </a:solidFill>
            </a:endParaRPr>
          </a:p>
        </p:txBody>
      </p:sp>
      <p:sp>
        <p:nvSpPr>
          <p:cNvPr id="10" name="Text Box 25">
            <a:extLst>
              <a:ext uri="{FF2B5EF4-FFF2-40B4-BE49-F238E27FC236}">
                <a16:creationId xmlns:a16="http://schemas.microsoft.com/office/drawing/2014/main" id="{2C6E6BD8-0D26-E8CF-D4DB-856BAE8D5529}"/>
              </a:ext>
            </a:extLst>
          </p:cNvPr>
          <p:cNvSpPr txBox="1">
            <a:spLocks noChangeArrowheads="1"/>
          </p:cNvSpPr>
          <p:nvPr/>
        </p:nvSpPr>
        <p:spPr bwMode="auto">
          <a:xfrm>
            <a:off x="1427612" y="5064008"/>
            <a:ext cx="1492251" cy="519113"/>
          </a:xfrm>
          <a:prstGeom prst="rect">
            <a:avLst/>
          </a:prstGeom>
          <a:noFill/>
          <a:ln w="9525">
            <a:noFill/>
            <a:miter lim="800000"/>
            <a:headEnd/>
            <a:tailEnd/>
          </a:ln>
        </p:spPr>
        <p:txBody>
          <a:bodyPr wrap="square">
            <a:spAutoFit/>
          </a:bodyPr>
          <a:lstStyle/>
          <a:p>
            <a:r>
              <a:rPr lang="en-US" sz="2800" b="1" dirty="0">
                <a:solidFill>
                  <a:schemeClr val="tx2"/>
                </a:solidFill>
              </a:rPr>
              <a:t>(</a:t>
            </a:r>
            <a:r>
              <a:rPr lang="es-ES_tradnl" sz="2800" b="1" dirty="0">
                <a:solidFill>
                  <a:schemeClr val="tx2"/>
                </a:solidFill>
              </a:rPr>
              <a:t>flecha</a:t>
            </a:r>
            <a:r>
              <a:rPr lang="en-US" sz="2800" b="1" dirty="0">
                <a:solidFill>
                  <a:schemeClr val="tx2"/>
                </a:solidFill>
              </a:rPr>
              <a:t>)</a:t>
            </a:r>
            <a:endParaRPr lang="es-ES" sz="2800" b="1" dirty="0">
              <a:solidFill>
                <a:schemeClr val="tx2"/>
              </a:solidFill>
            </a:endParaRPr>
          </a:p>
        </p:txBody>
      </p:sp>
      <p:cxnSp>
        <p:nvCxnSpPr>
          <p:cNvPr id="12" name="Conector recto de flecha 11">
            <a:extLst>
              <a:ext uri="{FF2B5EF4-FFF2-40B4-BE49-F238E27FC236}">
                <a16:creationId xmlns:a16="http://schemas.microsoft.com/office/drawing/2014/main" id="{FB359161-771B-951E-1700-4DE841F99A5C}"/>
              </a:ext>
            </a:extLst>
          </p:cNvPr>
          <p:cNvCxnSpPr/>
          <p:nvPr/>
        </p:nvCxnSpPr>
        <p:spPr>
          <a:xfrm>
            <a:off x="1618247" y="4818647"/>
            <a:ext cx="842211" cy="0"/>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27186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Rectangle 2"/>
          <p:cNvSpPr>
            <a:spLocks noGrp="1" noChangeArrowheads="1"/>
          </p:cNvSpPr>
          <p:nvPr>
            <p:ph type="subTitle" idx="4294967295"/>
          </p:nvPr>
        </p:nvSpPr>
        <p:spPr>
          <a:xfrm>
            <a:off x="1940685" y="1285861"/>
            <a:ext cx="3478342" cy="666510"/>
          </a:xfrm>
        </p:spPr>
        <p:txBody>
          <a:bodyPr/>
          <a:lstStyle/>
          <a:p>
            <a:pPr eaLnBrk="1" hangingPunct="1">
              <a:defRPr/>
            </a:pPr>
            <a:r>
              <a:rPr lang="es-ES_tradnl" sz="2400" b="1" dirty="0"/>
              <a:t>LINEALES</a:t>
            </a:r>
            <a:endParaRPr lang="es-ES" sz="2400" b="1" dirty="0"/>
          </a:p>
        </p:txBody>
      </p:sp>
      <p:sp>
        <p:nvSpPr>
          <p:cNvPr id="366595" name="Rectangle 3"/>
          <p:cNvSpPr>
            <a:spLocks noChangeArrowheads="1"/>
          </p:cNvSpPr>
          <p:nvPr/>
        </p:nvSpPr>
        <p:spPr bwMode="auto">
          <a:xfrm>
            <a:off x="6096000" y="128022"/>
            <a:ext cx="6096000" cy="785794"/>
          </a:xfrm>
          <a:prstGeom prst="rect">
            <a:avLst/>
          </a:prstGeom>
          <a:noFill/>
          <a:ln w="9525">
            <a:noFill/>
            <a:miter lim="800000"/>
            <a:headEnd/>
            <a:tailEnd/>
          </a:ln>
          <a:effectLst/>
        </p:spPr>
        <p:txBody>
          <a:bodyPr vert="horz" wrap="square" lIns="91440" tIns="45720" rIns="91440" bIns="45720" numCol="1" rtlCol="0" anchor="ctr" anchorCtr="0" compatLnSpc="1">
            <a:prstTxWarp prst="textNoShape">
              <a:avLst/>
            </a:prstTxWarp>
            <a:noAutofit/>
          </a:bodyPr>
          <a:lstStyle/>
          <a:p>
            <a:pPr algn="ctr">
              <a:lnSpc>
                <a:spcPts val="5800"/>
              </a:lnSpc>
              <a:spcBef>
                <a:spcPct val="0"/>
              </a:spcBef>
              <a:buSzPts val="3600"/>
            </a:pPr>
            <a:r>
              <a:rPr lang="es-ES_tradnl" sz="3200" dirty="0">
                <a:solidFill>
                  <a:schemeClr val="bg1"/>
                </a:solidFill>
                <a:effectLst>
                  <a:outerShdw blurRad="63500" dist="38100" dir="5400000" algn="t" rotWithShape="0">
                    <a:prstClr val="black">
                      <a:alpha val="25000"/>
                    </a:prstClr>
                  </a:outerShdw>
                </a:effectLst>
                <a:latin typeface="Bauhaus 93" pitchFamily="82" charset="0"/>
                <a:ea typeface="+mj-ea"/>
                <a:cs typeface="+mj-cs"/>
              </a:rPr>
              <a:t>Pre relaciones</a:t>
            </a:r>
            <a:endParaRPr lang="es-ES" sz="3200" dirty="0">
              <a:solidFill>
                <a:schemeClr val="bg1"/>
              </a:solidFill>
              <a:effectLst>
                <a:outerShdw blurRad="63500" dist="38100" dir="5400000" algn="t" rotWithShape="0">
                  <a:prstClr val="black">
                    <a:alpha val="25000"/>
                  </a:prstClr>
                </a:outerShdw>
              </a:effectLst>
              <a:latin typeface="Bauhaus 93" pitchFamily="82" charset="0"/>
              <a:ea typeface="+mj-ea"/>
              <a:cs typeface="+mj-cs"/>
            </a:endParaRPr>
          </a:p>
        </p:txBody>
      </p:sp>
      <p:grpSp>
        <p:nvGrpSpPr>
          <p:cNvPr id="2" name="Group 4"/>
          <p:cNvGrpSpPr>
            <a:grpSpLocks noChangeAspect="1"/>
          </p:cNvGrpSpPr>
          <p:nvPr/>
        </p:nvGrpSpPr>
        <p:grpSpPr bwMode="auto">
          <a:xfrm>
            <a:off x="2572914" y="1773240"/>
            <a:ext cx="2406352" cy="1128220"/>
            <a:chOff x="3038" y="4333"/>
            <a:chExt cx="3677" cy="1543"/>
          </a:xfrm>
        </p:grpSpPr>
        <p:sp>
          <p:nvSpPr>
            <p:cNvPr id="32821" name="AutoShape 5"/>
            <p:cNvSpPr>
              <a:spLocks noChangeAspect="1" noChangeArrowheads="1"/>
            </p:cNvSpPr>
            <p:nvPr/>
          </p:nvSpPr>
          <p:spPr bwMode="auto">
            <a:xfrm>
              <a:off x="3038" y="4333"/>
              <a:ext cx="3677" cy="1543"/>
            </a:xfrm>
            <a:prstGeom prst="rect">
              <a:avLst/>
            </a:prstGeom>
            <a:noFill/>
            <a:ln w="9525">
              <a:noFill/>
              <a:miter lim="800000"/>
              <a:headEnd/>
              <a:tailEnd/>
            </a:ln>
          </p:spPr>
          <p:txBody>
            <a:bodyPr/>
            <a:lstStyle/>
            <a:p>
              <a:endParaRPr lang="es-ES" dirty="0"/>
            </a:p>
          </p:txBody>
        </p:sp>
        <p:sp>
          <p:nvSpPr>
            <p:cNvPr id="32822" name="Oval 6"/>
            <p:cNvSpPr>
              <a:spLocks noChangeArrowheads="1"/>
            </p:cNvSpPr>
            <p:nvPr/>
          </p:nvSpPr>
          <p:spPr bwMode="auto">
            <a:xfrm>
              <a:off x="3038" y="4796"/>
              <a:ext cx="460" cy="463"/>
            </a:xfrm>
            <a:prstGeom prst="ellipse">
              <a:avLst/>
            </a:prstGeom>
            <a:solidFill>
              <a:srgbClr val="FFFFFF"/>
            </a:solidFill>
            <a:ln w="9525">
              <a:solidFill>
                <a:srgbClr val="000000"/>
              </a:solidFill>
              <a:round/>
              <a:headEnd/>
              <a:tailEnd/>
            </a:ln>
          </p:spPr>
          <p:txBody>
            <a:bodyPr/>
            <a:lstStyle/>
            <a:p>
              <a:endParaRPr lang="es-ES" dirty="0"/>
            </a:p>
          </p:txBody>
        </p:sp>
        <p:sp>
          <p:nvSpPr>
            <p:cNvPr id="32823" name="Line 7"/>
            <p:cNvSpPr>
              <a:spLocks noChangeShapeType="1"/>
            </p:cNvSpPr>
            <p:nvPr/>
          </p:nvSpPr>
          <p:spPr bwMode="auto">
            <a:xfrm>
              <a:off x="3498" y="4950"/>
              <a:ext cx="2757" cy="0"/>
            </a:xfrm>
            <a:prstGeom prst="line">
              <a:avLst/>
            </a:prstGeom>
            <a:noFill/>
            <a:ln w="9525">
              <a:solidFill>
                <a:schemeClr val="tx1"/>
              </a:solidFill>
              <a:round/>
              <a:headEnd/>
              <a:tailEnd/>
            </a:ln>
          </p:spPr>
          <p:txBody>
            <a:bodyPr/>
            <a:lstStyle/>
            <a:p>
              <a:endParaRPr lang="es-ES" dirty="0"/>
            </a:p>
          </p:txBody>
        </p:sp>
        <p:sp>
          <p:nvSpPr>
            <p:cNvPr id="32824" name="Oval 8"/>
            <p:cNvSpPr>
              <a:spLocks noChangeArrowheads="1"/>
            </p:cNvSpPr>
            <p:nvPr/>
          </p:nvSpPr>
          <p:spPr bwMode="auto">
            <a:xfrm>
              <a:off x="6255" y="4796"/>
              <a:ext cx="460" cy="463"/>
            </a:xfrm>
            <a:prstGeom prst="ellipse">
              <a:avLst/>
            </a:prstGeom>
            <a:solidFill>
              <a:srgbClr val="FFFFFF"/>
            </a:solidFill>
            <a:ln w="9525">
              <a:solidFill>
                <a:srgbClr val="000000"/>
              </a:solidFill>
              <a:round/>
              <a:headEnd/>
              <a:tailEnd/>
            </a:ln>
          </p:spPr>
          <p:txBody>
            <a:bodyPr/>
            <a:lstStyle/>
            <a:p>
              <a:endParaRPr lang="es-ES" dirty="0"/>
            </a:p>
          </p:txBody>
        </p:sp>
        <p:sp>
          <p:nvSpPr>
            <p:cNvPr id="32825" name="Line 9"/>
            <p:cNvSpPr>
              <a:spLocks noChangeShapeType="1"/>
            </p:cNvSpPr>
            <p:nvPr/>
          </p:nvSpPr>
          <p:spPr bwMode="auto">
            <a:xfrm>
              <a:off x="4263" y="4950"/>
              <a:ext cx="1073" cy="0"/>
            </a:xfrm>
            <a:prstGeom prst="line">
              <a:avLst/>
            </a:prstGeom>
            <a:noFill/>
            <a:ln w="9525">
              <a:solidFill>
                <a:schemeClr val="tx1"/>
              </a:solidFill>
              <a:round/>
              <a:headEnd/>
              <a:tailEnd type="triangle" w="med" len="med"/>
            </a:ln>
          </p:spPr>
          <p:txBody>
            <a:bodyPr/>
            <a:lstStyle/>
            <a:p>
              <a:endParaRPr lang="es-ES" dirty="0"/>
            </a:p>
          </p:txBody>
        </p:sp>
      </p:grpSp>
      <p:grpSp>
        <p:nvGrpSpPr>
          <p:cNvPr id="3" name="Group 10"/>
          <p:cNvGrpSpPr>
            <a:grpSpLocks noChangeAspect="1"/>
          </p:cNvGrpSpPr>
          <p:nvPr/>
        </p:nvGrpSpPr>
        <p:grpSpPr bwMode="auto">
          <a:xfrm>
            <a:off x="6783690" y="1700214"/>
            <a:ext cx="2741336" cy="1731672"/>
            <a:chOff x="2425" y="3716"/>
            <a:chExt cx="2911" cy="1852"/>
          </a:xfrm>
        </p:grpSpPr>
        <p:sp>
          <p:nvSpPr>
            <p:cNvPr id="32810" name="AutoShape 11"/>
            <p:cNvSpPr>
              <a:spLocks noChangeAspect="1" noChangeArrowheads="1"/>
            </p:cNvSpPr>
            <p:nvPr/>
          </p:nvSpPr>
          <p:spPr bwMode="auto">
            <a:xfrm>
              <a:off x="2425" y="3716"/>
              <a:ext cx="2911" cy="1852"/>
            </a:xfrm>
            <a:prstGeom prst="rect">
              <a:avLst/>
            </a:prstGeom>
            <a:noFill/>
            <a:ln w="9525">
              <a:noFill/>
              <a:miter lim="800000"/>
              <a:headEnd/>
              <a:tailEnd/>
            </a:ln>
          </p:spPr>
          <p:txBody>
            <a:bodyPr/>
            <a:lstStyle/>
            <a:p>
              <a:endParaRPr lang="es-ES" dirty="0"/>
            </a:p>
          </p:txBody>
        </p:sp>
        <p:sp>
          <p:nvSpPr>
            <p:cNvPr id="32811" name="Oval 12"/>
            <p:cNvSpPr>
              <a:spLocks noChangeArrowheads="1"/>
            </p:cNvSpPr>
            <p:nvPr/>
          </p:nvSpPr>
          <p:spPr bwMode="auto">
            <a:xfrm>
              <a:off x="2732" y="3716"/>
              <a:ext cx="459" cy="463"/>
            </a:xfrm>
            <a:prstGeom prst="ellipse">
              <a:avLst/>
            </a:prstGeom>
            <a:solidFill>
              <a:srgbClr val="FFFFFF"/>
            </a:solidFill>
            <a:ln w="9525">
              <a:solidFill>
                <a:srgbClr val="000000"/>
              </a:solidFill>
              <a:round/>
              <a:headEnd/>
              <a:tailEnd/>
            </a:ln>
          </p:spPr>
          <p:txBody>
            <a:bodyPr/>
            <a:lstStyle/>
            <a:p>
              <a:endParaRPr lang="es-ES" dirty="0"/>
            </a:p>
          </p:txBody>
        </p:sp>
        <p:sp>
          <p:nvSpPr>
            <p:cNvPr id="32812" name="Oval 13"/>
            <p:cNvSpPr>
              <a:spLocks noChangeArrowheads="1"/>
            </p:cNvSpPr>
            <p:nvPr/>
          </p:nvSpPr>
          <p:spPr bwMode="auto">
            <a:xfrm>
              <a:off x="2732" y="4333"/>
              <a:ext cx="458" cy="463"/>
            </a:xfrm>
            <a:prstGeom prst="ellipse">
              <a:avLst/>
            </a:prstGeom>
            <a:solidFill>
              <a:srgbClr val="FFFFFF"/>
            </a:solidFill>
            <a:ln w="9525">
              <a:solidFill>
                <a:srgbClr val="000000"/>
              </a:solidFill>
              <a:round/>
              <a:headEnd/>
              <a:tailEnd/>
            </a:ln>
          </p:spPr>
          <p:txBody>
            <a:bodyPr/>
            <a:lstStyle/>
            <a:p>
              <a:endParaRPr lang="es-ES" dirty="0"/>
            </a:p>
          </p:txBody>
        </p:sp>
        <p:sp>
          <p:nvSpPr>
            <p:cNvPr id="32813" name="Oval 14"/>
            <p:cNvSpPr>
              <a:spLocks noChangeArrowheads="1"/>
            </p:cNvSpPr>
            <p:nvPr/>
          </p:nvSpPr>
          <p:spPr bwMode="auto">
            <a:xfrm>
              <a:off x="2732" y="4950"/>
              <a:ext cx="458" cy="463"/>
            </a:xfrm>
            <a:prstGeom prst="ellipse">
              <a:avLst/>
            </a:prstGeom>
            <a:solidFill>
              <a:srgbClr val="FFFFFF"/>
            </a:solidFill>
            <a:ln w="9525">
              <a:solidFill>
                <a:srgbClr val="000000"/>
              </a:solidFill>
              <a:round/>
              <a:headEnd/>
              <a:tailEnd/>
            </a:ln>
          </p:spPr>
          <p:txBody>
            <a:bodyPr/>
            <a:lstStyle/>
            <a:p>
              <a:endParaRPr lang="es-ES" dirty="0"/>
            </a:p>
          </p:txBody>
        </p:sp>
        <p:sp>
          <p:nvSpPr>
            <p:cNvPr id="32814" name="Oval 15"/>
            <p:cNvSpPr>
              <a:spLocks noChangeArrowheads="1"/>
            </p:cNvSpPr>
            <p:nvPr/>
          </p:nvSpPr>
          <p:spPr bwMode="auto">
            <a:xfrm>
              <a:off x="4570" y="4333"/>
              <a:ext cx="459" cy="463"/>
            </a:xfrm>
            <a:prstGeom prst="ellipse">
              <a:avLst/>
            </a:prstGeom>
            <a:solidFill>
              <a:srgbClr val="FFFFFF"/>
            </a:solidFill>
            <a:ln w="9525">
              <a:solidFill>
                <a:srgbClr val="000000"/>
              </a:solidFill>
              <a:round/>
              <a:headEnd/>
              <a:tailEnd/>
            </a:ln>
          </p:spPr>
          <p:txBody>
            <a:bodyPr/>
            <a:lstStyle/>
            <a:p>
              <a:endParaRPr lang="es-ES" dirty="0"/>
            </a:p>
          </p:txBody>
        </p:sp>
        <p:sp>
          <p:nvSpPr>
            <p:cNvPr id="32815" name="Line 16"/>
            <p:cNvSpPr>
              <a:spLocks noChangeShapeType="1"/>
            </p:cNvSpPr>
            <p:nvPr/>
          </p:nvSpPr>
          <p:spPr bwMode="auto">
            <a:xfrm>
              <a:off x="3191" y="4025"/>
              <a:ext cx="1379" cy="463"/>
            </a:xfrm>
            <a:prstGeom prst="line">
              <a:avLst/>
            </a:prstGeom>
            <a:noFill/>
            <a:ln w="9525">
              <a:solidFill>
                <a:schemeClr val="tx1"/>
              </a:solidFill>
              <a:round/>
              <a:headEnd/>
              <a:tailEnd/>
            </a:ln>
          </p:spPr>
          <p:txBody>
            <a:bodyPr/>
            <a:lstStyle/>
            <a:p>
              <a:endParaRPr lang="es-ES" dirty="0"/>
            </a:p>
          </p:txBody>
        </p:sp>
        <p:sp>
          <p:nvSpPr>
            <p:cNvPr id="32816" name="Line 17"/>
            <p:cNvSpPr>
              <a:spLocks noChangeShapeType="1"/>
            </p:cNvSpPr>
            <p:nvPr/>
          </p:nvSpPr>
          <p:spPr bwMode="auto">
            <a:xfrm>
              <a:off x="3191" y="4488"/>
              <a:ext cx="1379" cy="0"/>
            </a:xfrm>
            <a:prstGeom prst="line">
              <a:avLst/>
            </a:prstGeom>
            <a:noFill/>
            <a:ln w="9525">
              <a:solidFill>
                <a:schemeClr val="tx1"/>
              </a:solidFill>
              <a:round/>
              <a:headEnd/>
              <a:tailEnd/>
            </a:ln>
          </p:spPr>
          <p:txBody>
            <a:bodyPr/>
            <a:lstStyle/>
            <a:p>
              <a:endParaRPr lang="es-ES" dirty="0"/>
            </a:p>
          </p:txBody>
        </p:sp>
        <p:sp>
          <p:nvSpPr>
            <p:cNvPr id="32817" name="Line 18"/>
            <p:cNvSpPr>
              <a:spLocks noChangeShapeType="1"/>
            </p:cNvSpPr>
            <p:nvPr/>
          </p:nvSpPr>
          <p:spPr bwMode="auto">
            <a:xfrm flipV="1">
              <a:off x="3191" y="4488"/>
              <a:ext cx="1379" cy="617"/>
            </a:xfrm>
            <a:prstGeom prst="line">
              <a:avLst/>
            </a:prstGeom>
            <a:noFill/>
            <a:ln w="9525">
              <a:solidFill>
                <a:schemeClr val="tx1"/>
              </a:solidFill>
              <a:round/>
              <a:headEnd/>
              <a:tailEnd/>
            </a:ln>
          </p:spPr>
          <p:txBody>
            <a:bodyPr/>
            <a:lstStyle/>
            <a:p>
              <a:endParaRPr lang="es-ES" dirty="0"/>
            </a:p>
          </p:txBody>
        </p:sp>
        <p:sp>
          <p:nvSpPr>
            <p:cNvPr id="32818" name="Line 19"/>
            <p:cNvSpPr>
              <a:spLocks noChangeShapeType="1"/>
            </p:cNvSpPr>
            <p:nvPr/>
          </p:nvSpPr>
          <p:spPr bwMode="auto">
            <a:xfrm>
              <a:off x="3344" y="4488"/>
              <a:ext cx="613" cy="0"/>
            </a:xfrm>
            <a:prstGeom prst="line">
              <a:avLst/>
            </a:prstGeom>
            <a:noFill/>
            <a:ln w="9525">
              <a:solidFill>
                <a:schemeClr val="tx1"/>
              </a:solidFill>
              <a:round/>
              <a:headEnd/>
              <a:tailEnd type="triangle" w="med" len="med"/>
            </a:ln>
          </p:spPr>
          <p:txBody>
            <a:bodyPr/>
            <a:lstStyle/>
            <a:p>
              <a:endParaRPr lang="es-ES" dirty="0"/>
            </a:p>
          </p:txBody>
        </p:sp>
        <p:sp>
          <p:nvSpPr>
            <p:cNvPr id="32819" name="Line 20"/>
            <p:cNvSpPr>
              <a:spLocks noChangeShapeType="1"/>
            </p:cNvSpPr>
            <p:nvPr/>
          </p:nvSpPr>
          <p:spPr bwMode="auto">
            <a:xfrm flipV="1">
              <a:off x="3498" y="4796"/>
              <a:ext cx="459" cy="154"/>
            </a:xfrm>
            <a:prstGeom prst="line">
              <a:avLst/>
            </a:prstGeom>
            <a:noFill/>
            <a:ln w="9525">
              <a:solidFill>
                <a:schemeClr val="tx1"/>
              </a:solidFill>
              <a:round/>
              <a:headEnd/>
              <a:tailEnd type="triangle" w="med" len="med"/>
            </a:ln>
          </p:spPr>
          <p:txBody>
            <a:bodyPr/>
            <a:lstStyle/>
            <a:p>
              <a:endParaRPr lang="es-ES" dirty="0"/>
            </a:p>
          </p:txBody>
        </p:sp>
        <p:sp>
          <p:nvSpPr>
            <p:cNvPr id="32820" name="Line 21"/>
            <p:cNvSpPr>
              <a:spLocks noChangeShapeType="1"/>
            </p:cNvSpPr>
            <p:nvPr/>
          </p:nvSpPr>
          <p:spPr bwMode="auto">
            <a:xfrm>
              <a:off x="3191" y="4025"/>
              <a:ext cx="919" cy="308"/>
            </a:xfrm>
            <a:prstGeom prst="line">
              <a:avLst/>
            </a:prstGeom>
            <a:noFill/>
            <a:ln w="9525">
              <a:solidFill>
                <a:schemeClr val="tx1"/>
              </a:solidFill>
              <a:round/>
              <a:headEnd/>
              <a:tailEnd type="triangle" w="med" len="med"/>
            </a:ln>
          </p:spPr>
          <p:txBody>
            <a:bodyPr/>
            <a:lstStyle/>
            <a:p>
              <a:endParaRPr lang="es-ES" dirty="0"/>
            </a:p>
          </p:txBody>
        </p:sp>
      </p:grpSp>
      <p:sp>
        <p:nvSpPr>
          <p:cNvPr id="366614" name="Rectangle 22"/>
          <p:cNvSpPr>
            <a:spLocks noChangeArrowheads="1"/>
          </p:cNvSpPr>
          <p:nvPr/>
        </p:nvSpPr>
        <p:spPr bwMode="auto">
          <a:xfrm>
            <a:off x="5414271" y="1214423"/>
            <a:ext cx="4610792" cy="73984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indent="-342900">
              <a:spcBef>
                <a:spcPct val="20000"/>
              </a:spcBef>
              <a:buClr>
                <a:schemeClr val="hlink"/>
              </a:buClr>
              <a:buFont typeface="Wingdings" pitchFamily="2" charset="2"/>
              <a:buChar char="v"/>
            </a:pPr>
            <a:r>
              <a:rPr lang="es-ES_tradnl" sz="2400" dirty="0"/>
              <a:t>CONVERGENCIA</a:t>
            </a:r>
            <a:endParaRPr lang="es-ES" sz="2400" dirty="0"/>
          </a:p>
        </p:txBody>
      </p:sp>
      <p:sp>
        <p:nvSpPr>
          <p:cNvPr id="366615" name="Rectangle 23"/>
          <p:cNvSpPr>
            <a:spLocks noChangeArrowheads="1"/>
          </p:cNvSpPr>
          <p:nvPr/>
        </p:nvSpPr>
        <p:spPr bwMode="auto">
          <a:xfrm>
            <a:off x="1831971" y="3684135"/>
            <a:ext cx="3830644" cy="44488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indent="-342900">
              <a:spcBef>
                <a:spcPct val="20000"/>
              </a:spcBef>
              <a:buClr>
                <a:schemeClr val="hlink"/>
              </a:buClr>
              <a:buFont typeface="Wingdings" pitchFamily="2" charset="2"/>
              <a:buChar char="v"/>
            </a:pPr>
            <a:r>
              <a:rPr lang="es-ES_tradnl" sz="2400" dirty="0"/>
              <a:t>DIVERGENCIA</a:t>
            </a:r>
            <a:endParaRPr lang="es-ES" sz="2400" dirty="0"/>
          </a:p>
        </p:txBody>
      </p:sp>
      <p:grpSp>
        <p:nvGrpSpPr>
          <p:cNvPr id="4" name="Group 24"/>
          <p:cNvGrpSpPr>
            <a:grpSpLocks noChangeAspect="1"/>
          </p:cNvGrpSpPr>
          <p:nvPr/>
        </p:nvGrpSpPr>
        <p:grpSpPr bwMode="auto">
          <a:xfrm flipH="1">
            <a:off x="2496064" y="4357693"/>
            <a:ext cx="2499737" cy="1708481"/>
            <a:chOff x="2425" y="3716"/>
            <a:chExt cx="2911" cy="1852"/>
          </a:xfrm>
        </p:grpSpPr>
        <p:sp>
          <p:nvSpPr>
            <p:cNvPr id="32799" name="AutoShape 25"/>
            <p:cNvSpPr>
              <a:spLocks noChangeAspect="1" noChangeArrowheads="1"/>
            </p:cNvSpPr>
            <p:nvPr/>
          </p:nvSpPr>
          <p:spPr bwMode="auto">
            <a:xfrm>
              <a:off x="2425" y="3716"/>
              <a:ext cx="2911" cy="1852"/>
            </a:xfrm>
            <a:prstGeom prst="rect">
              <a:avLst/>
            </a:prstGeom>
            <a:noFill/>
            <a:ln w="9525">
              <a:noFill/>
              <a:miter lim="800000"/>
              <a:headEnd/>
              <a:tailEnd/>
            </a:ln>
          </p:spPr>
          <p:txBody>
            <a:bodyPr/>
            <a:lstStyle/>
            <a:p>
              <a:endParaRPr lang="es-ES" dirty="0"/>
            </a:p>
          </p:txBody>
        </p:sp>
        <p:sp>
          <p:nvSpPr>
            <p:cNvPr id="32800" name="Oval 26"/>
            <p:cNvSpPr>
              <a:spLocks noChangeArrowheads="1"/>
            </p:cNvSpPr>
            <p:nvPr/>
          </p:nvSpPr>
          <p:spPr bwMode="auto">
            <a:xfrm>
              <a:off x="2732" y="3716"/>
              <a:ext cx="459" cy="463"/>
            </a:xfrm>
            <a:prstGeom prst="ellipse">
              <a:avLst/>
            </a:prstGeom>
            <a:solidFill>
              <a:srgbClr val="FFFFFF"/>
            </a:solidFill>
            <a:ln w="9525">
              <a:solidFill>
                <a:srgbClr val="000000"/>
              </a:solidFill>
              <a:round/>
              <a:headEnd/>
              <a:tailEnd/>
            </a:ln>
          </p:spPr>
          <p:txBody>
            <a:bodyPr/>
            <a:lstStyle/>
            <a:p>
              <a:endParaRPr lang="es-ES" dirty="0"/>
            </a:p>
          </p:txBody>
        </p:sp>
        <p:sp>
          <p:nvSpPr>
            <p:cNvPr id="32801" name="Oval 27"/>
            <p:cNvSpPr>
              <a:spLocks noChangeArrowheads="1"/>
            </p:cNvSpPr>
            <p:nvPr/>
          </p:nvSpPr>
          <p:spPr bwMode="auto">
            <a:xfrm>
              <a:off x="2732" y="4333"/>
              <a:ext cx="458" cy="463"/>
            </a:xfrm>
            <a:prstGeom prst="ellipse">
              <a:avLst/>
            </a:prstGeom>
            <a:solidFill>
              <a:srgbClr val="FFFFFF"/>
            </a:solidFill>
            <a:ln w="9525">
              <a:solidFill>
                <a:srgbClr val="000000"/>
              </a:solidFill>
              <a:round/>
              <a:headEnd/>
              <a:tailEnd/>
            </a:ln>
          </p:spPr>
          <p:txBody>
            <a:bodyPr/>
            <a:lstStyle/>
            <a:p>
              <a:endParaRPr lang="es-ES" dirty="0"/>
            </a:p>
          </p:txBody>
        </p:sp>
        <p:sp>
          <p:nvSpPr>
            <p:cNvPr id="32802" name="Oval 28"/>
            <p:cNvSpPr>
              <a:spLocks noChangeArrowheads="1"/>
            </p:cNvSpPr>
            <p:nvPr/>
          </p:nvSpPr>
          <p:spPr bwMode="auto">
            <a:xfrm>
              <a:off x="2732" y="4950"/>
              <a:ext cx="458" cy="463"/>
            </a:xfrm>
            <a:prstGeom prst="ellipse">
              <a:avLst/>
            </a:prstGeom>
            <a:solidFill>
              <a:srgbClr val="FFFFFF"/>
            </a:solidFill>
            <a:ln w="9525">
              <a:solidFill>
                <a:srgbClr val="000000"/>
              </a:solidFill>
              <a:round/>
              <a:headEnd/>
              <a:tailEnd/>
            </a:ln>
          </p:spPr>
          <p:txBody>
            <a:bodyPr/>
            <a:lstStyle/>
            <a:p>
              <a:endParaRPr lang="es-ES" dirty="0"/>
            </a:p>
          </p:txBody>
        </p:sp>
        <p:sp>
          <p:nvSpPr>
            <p:cNvPr id="32803" name="Oval 29"/>
            <p:cNvSpPr>
              <a:spLocks noChangeArrowheads="1"/>
            </p:cNvSpPr>
            <p:nvPr/>
          </p:nvSpPr>
          <p:spPr bwMode="auto">
            <a:xfrm>
              <a:off x="4570" y="4333"/>
              <a:ext cx="459" cy="463"/>
            </a:xfrm>
            <a:prstGeom prst="ellipse">
              <a:avLst/>
            </a:prstGeom>
            <a:solidFill>
              <a:srgbClr val="FFFFFF"/>
            </a:solidFill>
            <a:ln w="9525">
              <a:solidFill>
                <a:srgbClr val="000000"/>
              </a:solidFill>
              <a:round/>
              <a:headEnd/>
              <a:tailEnd/>
            </a:ln>
          </p:spPr>
          <p:txBody>
            <a:bodyPr/>
            <a:lstStyle/>
            <a:p>
              <a:endParaRPr lang="es-ES" dirty="0"/>
            </a:p>
          </p:txBody>
        </p:sp>
        <p:sp>
          <p:nvSpPr>
            <p:cNvPr id="32804" name="Line 30"/>
            <p:cNvSpPr>
              <a:spLocks noChangeShapeType="1"/>
            </p:cNvSpPr>
            <p:nvPr/>
          </p:nvSpPr>
          <p:spPr bwMode="auto">
            <a:xfrm>
              <a:off x="3191" y="4025"/>
              <a:ext cx="1379" cy="463"/>
            </a:xfrm>
            <a:prstGeom prst="line">
              <a:avLst/>
            </a:prstGeom>
            <a:noFill/>
            <a:ln w="9525">
              <a:solidFill>
                <a:schemeClr val="tx1"/>
              </a:solidFill>
              <a:round/>
              <a:headEnd/>
              <a:tailEnd/>
            </a:ln>
          </p:spPr>
          <p:txBody>
            <a:bodyPr/>
            <a:lstStyle/>
            <a:p>
              <a:endParaRPr lang="es-ES" dirty="0"/>
            </a:p>
          </p:txBody>
        </p:sp>
        <p:sp>
          <p:nvSpPr>
            <p:cNvPr id="32805" name="Line 31"/>
            <p:cNvSpPr>
              <a:spLocks noChangeShapeType="1"/>
            </p:cNvSpPr>
            <p:nvPr/>
          </p:nvSpPr>
          <p:spPr bwMode="auto">
            <a:xfrm>
              <a:off x="3191" y="4488"/>
              <a:ext cx="1379" cy="0"/>
            </a:xfrm>
            <a:prstGeom prst="line">
              <a:avLst/>
            </a:prstGeom>
            <a:noFill/>
            <a:ln w="9525">
              <a:solidFill>
                <a:schemeClr val="tx1"/>
              </a:solidFill>
              <a:round/>
              <a:headEnd/>
              <a:tailEnd/>
            </a:ln>
          </p:spPr>
          <p:txBody>
            <a:bodyPr/>
            <a:lstStyle/>
            <a:p>
              <a:endParaRPr lang="es-ES" dirty="0"/>
            </a:p>
          </p:txBody>
        </p:sp>
        <p:sp>
          <p:nvSpPr>
            <p:cNvPr id="32806" name="Line 32"/>
            <p:cNvSpPr>
              <a:spLocks noChangeShapeType="1"/>
            </p:cNvSpPr>
            <p:nvPr/>
          </p:nvSpPr>
          <p:spPr bwMode="auto">
            <a:xfrm flipV="1">
              <a:off x="3191" y="4488"/>
              <a:ext cx="1379" cy="617"/>
            </a:xfrm>
            <a:prstGeom prst="line">
              <a:avLst/>
            </a:prstGeom>
            <a:noFill/>
            <a:ln w="9525">
              <a:solidFill>
                <a:schemeClr val="tx1"/>
              </a:solidFill>
              <a:round/>
              <a:headEnd/>
              <a:tailEnd/>
            </a:ln>
          </p:spPr>
          <p:txBody>
            <a:bodyPr/>
            <a:lstStyle/>
            <a:p>
              <a:endParaRPr lang="es-ES" dirty="0"/>
            </a:p>
          </p:txBody>
        </p:sp>
        <p:sp>
          <p:nvSpPr>
            <p:cNvPr id="32807" name="Line 33"/>
            <p:cNvSpPr>
              <a:spLocks noChangeShapeType="1"/>
            </p:cNvSpPr>
            <p:nvPr/>
          </p:nvSpPr>
          <p:spPr bwMode="auto">
            <a:xfrm flipH="1" flipV="1">
              <a:off x="3651" y="4179"/>
              <a:ext cx="919" cy="309"/>
            </a:xfrm>
            <a:prstGeom prst="line">
              <a:avLst/>
            </a:prstGeom>
            <a:noFill/>
            <a:ln w="9525">
              <a:solidFill>
                <a:schemeClr val="tx1"/>
              </a:solidFill>
              <a:round/>
              <a:headEnd/>
              <a:tailEnd type="triangle" w="med" len="med"/>
            </a:ln>
          </p:spPr>
          <p:txBody>
            <a:bodyPr/>
            <a:lstStyle/>
            <a:p>
              <a:endParaRPr lang="es-ES" dirty="0"/>
            </a:p>
          </p:txBody>
        </p:sp>
        <p:sp>
          <p:nvSpPr>
            <p:cNvPr id="32808" name="Line 34"/>
            <p:cNvSpPr>
              <a:spLocks noChangeShapeType="1"/>
            </p:cNvSpPr>
            <p:nvPr/>
          </p:nvSpPr>
          <p:spPr bwMode="auto">
            <a:xfrm flipH="1">
              <a:off x="3651" y="4488"/>
              <a:ext cx="766" cy="0"/>
            </a:xfrm>
            <a:prstGeom prst="line">
              <a:avLst/>
            </a:prstGeom>
            <a:noFill/>
            <a:ln w="9525">
              <a:solidFill>
                <a:schemeClr val="tx1"/>
              </a:solidFill>
              <a:round/>
              <a:headEnd/>
              <a:tailEnd type="triangle" w="med" len="med"/>
            </a:ln>
          </p:spPr>
          <p:txBody>
            <a:bodyPr/>
            <a:lstStyle/>
            <a:p>
              <a:endParaRPr lang="es-ES" dirty="0"/>
            </a:p>
          </p:txBody>
        </p:sp>
        <p:sp>
          <p:nvSpPr>
            <p:cNvPr id="32809" name="Line 35"/>
            <p:cNvSpPr>
              <a:spLocks noChangeShapeType="1"/>
            </p:cNvSpPr>
            <p:nvPr/>
          </p:nvSpPr>
          <p:spPr bwMode="auto">
            <a:xfrm flipH="1">
              <a:off x="3804" y="4488"/>
              <a:ext cx="766" cy="308"/>
            </a:xfrm>
            <a:prstGeom prst="line">
              <a:avLst/>
            </a:prstGeom>
            <a:noFill/>
            <a:ln w="9525">
              <a:solidFill>
                <a:schemeClr val="tx1"/>
              </a:solidFill>
              <a:round/>
              <a:headEnd/>
              <a:tailEnd type="triangle" w="med" len="med"/>
            </a:ln>
          </p:spPr>
          <p:txBody>
            <a:bodyPr/>
            <a:lstStyle/>
            <a:p>
              <a:endParaRPr lang="es-ES" dirty="0"/>
            </a:p>
          </p:txBody>
        </p:sp>
      </p:grpSp>
      <p:grpSp>
        <p:nvGrpSpPr>
          <p:cNvPr id="5" name="Group 36"/>
          <p:cNvGrpSpPr>
            <a:grpSpLocks noChangeAspect="1"/>
          </p:cNvGrpSpPr>
          <p:nvPr/>
        </p:nvGrpSpPr>
        <p:grpSpPr bwMode="auto">
          <a:xfrm>
            <a:off x="5159178" y="4581526"/>
            <a:ext cx="4932560" cy="2004302"/>
            <a:chOff x="2425" y="3716"/>
            <a:chExt cx="4903" cy="2006"/>
          </a:xfrm>
        </p:grpSpPr>
        <p:sp>
          <p:nvSpPr>
            <p:cNvPr id="32779" name="AutoShape 37"/>
            <p:cNvSpPr>
              <a:spLocks noChangeAspect="1" noChangeArrowheads="1"/>
            </p:cNvSpPr>
            <p:nvPr/>
          </p:nvSpPr>
          <p:spPr bwMode="auto">
            <a:xfrm>
              <a:off x="2425" y="3716"/>
              <a:ext cx="4903" cy="2006"/>
            </a:xfrm>
            <a:prstGeom prst="rect">
              <a:avLst/>
            </a:prstGeom>
            <a:noFill/>
            <a:ln w="9525">
              <a:noFill/>
              <a:miter lim="800000"/>
              <a:headEnd/>
              <a:tailEnd/>
            </a:ln>
          </p:spPr>
          <p:txBody>
            <a:bodyPr/>
            <a:lstStyle/>
            <a:p>
              <a:endParaRPr lang="es-ES" dirty="0"/>
            </a:p>
          </p:txBody>
        </p:sp>
        <p:sp>
          <p:nvSpPr>
            <p:cNvPr id="32780" name="Oval 38"/>
            <p:cNvSpPr>
              <a:spLocks noChangeArrowheads="1"/>
            </p:cNvSpPr>
            <p:nvPr/>
          </p:nvSpPr>
          <p:spPr bwMode="auto">
            <a:xfrm>
              <a:off x="2732" y="3716"/>
              <a:ext cx="459" cy="463"/>
            </a:xfrm>
            <a:prstGeom prst="ellipse">
              <a:avLst/>
            </a:prstGeom>
            <a:solidFill>
              <a:srgbClr val="FFFFFF"/>
            </a:solidFill>
            <a:ln w="9525">
              <a:solidFill>
                <a:srgbClr val="000000"/>
              </a:solidFill>
              <a:round/>
              <a:headEnd/>
              <a:tailEnd/>
            </a:ln>
          </p:spPr>
          <p:txBody>
            <a:bodyPr/>
            <a:lstStyle/>
            <a:p>
              <a:endParaRPr lang="es-ES" dirty="0"/>
            </a:p>
          </p:txBody>
        </p:sp>
        <p:sp>
          <p:nvSpPr>
            <p:cNvPr id="32781" name="Oval 39"/>
            <p:cNvSpPr>
              <a:spLocks noChangeArrowheads="1"/>
            </p:cNvSpPr>
            <p:nvPr/>
          </p:nvSpPr>
          <p:spPr bwMode="auto">
            <a:xfrm>
              <a:off x="2732" y="4333"/>
              <a:ext cx="458" cy="463"/>
            </a:xfrm>
            <a:prstGeom prst="ellipse">
              <a:avLst/>
            </a:prstGeom>
            <a:solidFill>
              <a:srgbClr val="FFFFFF"/>
            </a:solidFill>
            <a:ln w="9525">
              <a:solidFill>
                <a:srgbClr val="000000"/>
              </a:solidFill>
              <a:round/>
              <a:headEnd/>
              <a:tailEnd/>
            </a:ln>
          </p:spPr>
          <p:txBody>
            <a:bodyPr/>
            <a:lstStyle/>
            <a:p>
              <a:endParaRPr lang="es-ES" dirty="0"/>
            </a:p>
          </p:txBody>
        </p:sp>
        <p:sp>
          <p:nvSpPr>
            <p:cNvPr id="32782" name="Oval 40"/>
            <p:cNvSpPr>
              <a:spLocks noChangeArrowheads="1"/>
            </p:cNvSpPr>
            <p:nvPr/>
          </p:nvSpPr>
          <p:spPr bwMode="auto">
            <a:xfrm>
              <a:off x="2732" y="4950"/>
              <a:ext cx="458" cy="463"/>
            </a:xfrm>
            <a:prstGeom prst="ellipse">
              <a:avLst/>
            </a:prstGeom>
            <a:solidFill>
              <a:srgbClr val="FFFFFF"/>
            </a:solidFill>
            <a:ln w="9525">
              <a:solidFill>
                <a:srgbClr val="000000"/>
              </a:solidFill>
              <a:round/>
              <a:headEnd/>
              <a:tailEnd/>
            </a:ln>
          </p:spPr>
          <p:txBody>
            <a:bodyPr/>
            <a:lstStyle/>
            <a:p>
              <a:endParaRPr lang="es-ES" dirty="0"/>
            </a:p>
          </p:txBody>
        </p:sp>
        <p:sp>
          <p:nvSpPr>
            <p:cNvPr id="32783" name="Oval 41"/>
            <p:cNvSpPr>
              <a:spLocks noChangeArrowheads="1"/>
            </p:cNvSpPr>
            <p:nvPr/>
          </p:nvSpPr>
          <p:spPr bwMode="auto">
            <a:xfrm>
              <a:off x="4570" y="4333"/>
              <a:ext cx="459" cy="463"/>
            </a:xfrm>
            <a:prstGeom prst="ellipse">
              <a:avLst/>
            </a:prstGeom>
            <a:solidFill>
              <a:srgbClr val="FFFFFF"/>
            </a:solidFill>
            <a:ln w="9525">
              <a:solidFill>
                <a:srgbClr val="000000"/>
              </a:solidFill>
              <a:round/>
              <a:headEnd/>
              <a:tailEnd/>
            </a:ln>
          </p:spPr>
          <p:txBody>
            <a:bodyPr/>
            <a:lstStyle/>
            <a:p>
              <a:endParaRPr lang="es-ES" dirty="0"/>
            </a:p>
          </p:txBody>
        </p:sp>
        <p:sp>
          <p:nvSpPr>
            <p:cNvPr id="32784" name="Line 42"/>
            <p:cNvSpPr>
              <a:spLocks noChangeShapeType="1"/>
            </p:cNvSpPr>
            <p:nvPr/>
          </p:nvSpPr>
          <p:spPr bwMode="auto">
            <a:xfrm>
              <a:off x="3191" y="4025"/>
              <a:ext cx="1379" cy="463"/>
            </a:xfrm>
            <a:prstGeom prst="line">
              <a:avLst/>
            </a:prstGeom>
            <a:noFill/>
            <a:ln w="9525">
              <a:solidFill>
                <a:schemeClr val="tx1"/>
              </a:solidFill>
              <a:round/>
              <a:headEnd/>
              <a:tailEnd/>
            </a:ln>
          </p:spPr>
          <p:txBody>
            <a:bodyPr/>
            <a:lstStyle/>
            <a:p>
              <a:endParaRPr lang="es-ES" dirty="0"/>
            </a:p>
          </p:txBody>
        </p:sp>
        <p:sp>
          <p:nvSpPr>
            <p:cNvPr id="32785" name="Line 43"/>
            <p:cNvSpPr>
              <a:spLocks noChangeShapeType="1"/>
            </p:cNvSpPr>
            <p:nvPr/>
          </p:nvSpPr>
          <p:spPr bwMode="auto">
            <a:xfrm>
              <a:off x="3191" y="4488"/>
              <a:ext cx="1379" cy="0"/>
            </a:xfrm>
            <a:prstGeom prst="line">
              <a:avLst/>
            </a:prstGeom>
            <a:noFill/>
            <a:ln w="9525">
              <a:solidFill>
                <a:schemeClr val="tx1"/>
              </a:solidFill>
              <a:round/>
              <a:headEnd/>
              <a:tailEnd/>
            </a:ln>
          </p:spPr>
          <p:txBody>
            <a:bodyPr/>
            <a:lstStyle/>
            <a:p>
              <a:endParaRPr lang="es-ES" dirty="0"/>
            </a:p>
          </p:txBody>
        </p:sp>
        <p:sp>
          <p:nvSpPr>
            <p:cNvPr id="32786" name="Line 44"/>
            <p:cNvSpPr>
              <a:spLocks noChangeShapeType="1"/>
            </p:cNvSpPr>
            <p:nvPr/>
          </p:nvSpPr>
          <p:spPr bwMode="auto">
            <a:xfrm flipV="1">
              <a:off x="3191" y="4488"/>
              <a:ext cx="1379" cy="617"/>
            </a:xfrm>
            <a:prstGeom prst="line">
              <a:avLst/>
            </a:prstGeom>
            <a:noFill/>
            <a:ln w="9525">
              <a:solidFill>
                <a:schemeClr val="tx1"/>
              </a:solidFill>
              <a:round/>
              <a:headEnd/>
              <a:tailEnd/>
            </a:ln>
          </p:spPr>
          <p:txBody>
            <a:bodyPr/>
            <a:lstStyle/>
            <a:p>
              <a:endParaRPr lang="es-ES" dirty="0"/>
            </a:p>
          </p:txBody>
        </p:sp>
        <p:sp>
          <p:nvSpPr>
            <p:cNvPr id="32787" name="Line 45"/>
            <p:cNvSpPr>
              <a:spLocks noChangeShapeType="1"/>
            </p:cNvSpPr>
            <p:nvPr/>
          </p:nvSpPr>
          <p:spPr bwMode="auto">
            <a:xfrm>
              <a:off x="3344" y="4488"/>
              <a:ext cx="613" cy="0"/>
            </a:xfrm>
            <a:prstGeom prst="line">
              <a:avLst/>
            </a:prstGeom>
            <a:noFill/>
            <a:ln w="9525">
              <a:solidFill>
                <a:schemeClr val="tx1"/>
              </a:solidFill>
              <a:round/>
              <a:headEnd/>
              <a:tailEnd type="triangle" w="med" len="med"/>
            </a:ln>
          </p:spPr>
          <p:txBody>
            <a:bodyPr/>
            <a:lstStyle/>
            <a:p>
              <a:endParaRPr lang="es-ES" dirty="0"/>
            </a:p>
          </p:txBody>
        </p:sp>
        <p:sp>
          <p:nvSpPr>
            <p:cNvPr id="32788" name="Line 46"/>
            <p:cNvSpPr>
              <a:spLocks noChangeShapeType="1"/>
            </p:cNvSpPr>
            <p:nvPr/>
          </p:nvSpPr>
          <p:spPr bwMode="auto">
            <a:xfrm flipV="1">
              <a:off x="3498" y="4796"/>
              <a:ext cx="459" cy="154"/>
            </a:xfrm>
            <a:prstGeom prst="line">
              <a:avLst/>
            </a:prstGeom>
            <a:noFill/>
            <a:ln w="9525">
              <a:solidFill>
                <a:schemeClr val="tx1"/>
              </a:solidFill>
              <a:round/>
              <a:headEnd/>
              <a:tailEnd type="triangle" w="med" len="med"/>
            </a:ln>
          </p:spPr>
          <p:txBody>
            <a:bodyPr/>
            <a:lstStyle/>
            <a:p>
              <a:endParaRPr lang="es-ES" dirty="0"/>
            </a:p>
          </p:txBody>
        </p:sp>
        <p:sp>
          <p:nvSpPr>
            <p:cNvPr id="32789" name="Line 47"/>
            <p:cNvSpPr>
              <a:spLocks noChangeShapeType="1"/>
            </p:cNvSpPr>
            <p:nvPr/>
          </p:nvSpPr>
          <p:spPr bwMode="auto">
            <a:xfrm>
              <a:off x="3191" y="4025"/>
              <a:ext cx="919" cy="308"/>
            </a:xfrm>
            <a:prstGeom prst="line">
              <a:avLst/>
            </a:prstGeom>
            <a:noFill/>
            <a:ln w="9525">
              <a:solidFill>
                <a:schemeClr val="tx1"/>
              </a:solidFill>
              <a:round/>
              <a:headEnd/>
              <a:tailEnd type="triangle" w="med" len="med"/>
            </a:ln>
          </p:spPr>
          <p:txBody>
            <a:bodyPr/>
            <a:lstStyle/>
            <a:p>
              <a:endParaRPr lang="es-ES" dirty="0"/>
            </a:p>
          </p:txBody>
        </p:sp>
        <p:sp>
          <p:nvSpPr>
            <p:cNvPr id="32790" name="Oval 48"/>
            <p:cNvSpPr>
              <a:spLocks noChangeArrowheads="1"/>
            </p:cNvSpPr>
            <p:nvPr/>
          </p:nvSpPr>
          <p:spPr bwMode="auto">
            <a:xfrm>
              <a:off x="6562" y="3716"/>
              <a:ext cx="457" cy="463"/>
            </a:xfrm>
            <a:prstGeom prst="ellipse">
              <a:avLst/>
            </a:prstGeom>
            <a:solidFill>
              <a:srgbClr val="FFFFFF"/>
            </a:solidFill>
            <a:ln w="9525">
              <a:solidFill>
                <a:srgbClr val="000000"/>
              </a:solidFill>
              <a:round/>
              <a:headEnd/>
              <a:tailEnd/>
            </a:ln>
          </p:spPr>
          <p:txBody>
            <a:bodyPr/>
            <a:lstStyle/>
            <a:p>
              <a:endParaRPr lang="es-ES" dirty="0"/>
            </a:p>
          </p:txBody>
        </p:sp>
        <p:sp>
          <p:nvSpPr>
            <p:cNvPr id="32791" name="Oval 49"/>
            <p:cNvSpPr>
              <a:spLocks noChangeArrowheads="1"/>
            </p:cNvSpPr>
            <p:nvPr/>
          </p:nvSpPr>
          <p:spPr bwMode="auto">
            <a:xfrm>
              <a:off x="6562" y="4334"/>
              <a:ext cx="457" cy="461"/>
            </a:xfrm>
            <a:prstGeom prst="ellipse">
              <a:avLst/>
            </a:prstGeom>
            <a:solidFill>
              <a:srgbClr val="FFFFFF"/>
            </a:solidFill>
            <a:ln w="9525">
              <a:solidFill>
                <a:srgbClr val="000000"/>
              </a:solidFill>
              <a:round/>
              <a:headEnd/>
              <a:tailEnd/>
            </a:ln>
          </p:spPr>
          <p:txBody>
            <a:bodyPr/>
            <a:lstStyle/>
            <a:p>
              <a:endParaRPr lang="es-ES" dirty="0"/>
            </a:p>
          </p:txBody>
        </p:sp>
        <p:sp>
          <p:nvSpPr>
            <p:cNvPr id="32792" name="Oval 50"/>
            <p:cNvSpPr>
              <a:spLocks noChangeArrowheads="1"/>
            </p:cNvSpPr>
            <p:nvPr/>
          </p:nvSpPr>
          <p:spPr bwMode="auto">
            <a:xfrm>
              <a:off x="6562" y="4950"/>
              <a:ext cx="457" cy="463"/>
            </a:xfrm>
            <a:prstGeom prst="ellipse">
              <a:avLst/>
            </a:prstGeom>
            <a:solidFill>
              <a:srgbClr val="FFFFFF"/>
            </a:solidFill>
            <a:ln w="9525">
              <a:solidFill>
                <a:srgbClr val="000000"/>
              </a:solidFill>
              <a:round/>
              <a:headEnd/>
              <a:tailEnd/>
            </a:ln>
          </p:spPr>
          <p:txBody>
            <a:bodyPr/>
            <a:lstStyle/>
            <a:p>
              <a:endParaRPr lang="es-ES" dirty="0"/>
            </a:p>
          </p:txBody>
        </p:sp>
        <p:sp>
          <p:nvSpPr>
            <p:cNvPr id="32793" name="Line 51"/>
            <p:cNvSpPr>
              <a:spLocks noChangeShapeType="1"/>
            </p:cNvSpPr>
            <p:nvPr/>
          </p:nvSpPr>
          <p:spPr bwMode="auto">
            <a:xfrm flipV="1">
              <a:off x="5029" y="3870"/>
              <a:ext cx="1533" cy="618"/>
            </a:xfrm>
            <a:prstGeom prst="line">
              <a:avLst/>
            </a:prstGeom>
            <a:noFill/>
            <a:ln w="9525">
              <a:solidFill>
                <a:schemeClr val="tx1"/>
              </a:solidFill>
              <a:round/>
              <a:headEnd/>
              <a:tailEnd/>
            </a:ln>
          </p:spPr>
          <p:txBody>
            <a:bodyPr/>
            <a:lstStyle/>
            <a:p>
              <a:endParaRPr lang="es-ES" dirty="0"/>
            </a:p>
          </p:txBody>
        </p:sp>
        <p:sp>
          <p:nvSpPr>
            <p:cNvPr id="32794" name="Line 52"/>
            <p:cNvSpPr>
              <a:spLocks noChangeShapeType="1"/>
            </p:cNvSpPr>
            <p:nvPr/>
          </p:nvSpPr>
          <p:spPr bwMode="auto">
            <a:xfrm>
              <a:off x="5029" y="4488"/>
              <a:ext cx="1533" cy="0"/>
            </a:xfrm>
            <a:prstGeom prst="line">
              <a:avLst/>
            </a:prstGeom>
            <a:noFill/>
            <a:ln w="9525">
              <a:solidFill>
                <a:schemeClr val="tx1"/>
              </a:solidFill>
              <a:round/>
              <a:headEnd/>
              <a:tailEnd/>
            </a:ln>
          </p:spPr>
          <p:txBody>
            <a:bodyPr/>
            <a:lstStyle/>
            <a:p>
              <a:endParaRPr lang="es-ES" dirty="0"/>
            </a:p>
          </p:txBody>
        </p:sp>
        <p:sp>
          <p:nvSpPr>
            <p:cNvPr id="32795" name="Line 53"/>
            <p:cNvSpPr>
              <a:spLocks noChangeShapeType="1"/>
            </p:cNvSpPr>
            <p:nvPr/>
          </p:nvSpPr>
          <p:spPr bwMode="auto">
            <a:xfrm>
              <a:off x="5029" y="4488"/>
              <a:ext cx="1533" cy="617"/>
            </a:xfrm>
            <a:prstGeom prst="line">
              <a:avLst/>
            </a:prstGeom>
            <a:noFill/>
            <a:ln w="9525">
              <a:solidFill>
                <a:schemeClr val="tx1"/>
              </a:solidFill>
              <a:round/>
              <a:headEnd/>
              <a:tailEnd/>
            </a:ln>
          </p:spPr>
          <p:txBody>
            <a:bodyPr/>
            <a:lstStyle/>
            <a:p>
              <a:endParaRPr lang="es-ES" dirty="0"/>
            </a:p>
          </p:txBody>
        </p:sp>
        <p:sp>
          <p:nvSpPr>
            <p:cNvPr id="32796" name="Line 54"/>
            <p:cNvSpPr>
              <a:spLocks noChangeShapeType="1"/>
            </p:cNvSpPr>
            <p:nvPr/>
          </p:nvSpPr>
          <p:spPr bwMode="auto">
            <a:xfrm flipV="1">
              <a:off x="5029" y="4024"/>
              <a:ext cx="1125" cy="464"/>
            </a:xfrm>
            <a:prstGeom prst="line">
              <a:avLst/>
            </a:prstGeom>
            <a:noFill/>
            <a:ln w="9525">
              <a:solidFill>
                <a:schemeClr val="tx1"/>
              </a:solidFill>
              <a:round/>
              <a:headEnd/>
              <a:tailEnd type="triangle" w="med" len="med"/>
            </a:ln>
          </p:spPr>
          <p:txBody>
            <a:bodyPr/>
            <a:lstStyle/>
            <a:p>
              <a:endParaRPr lang="es-ES" dirty="0"/>
            </a:p>
          </p:txBody>
        </p:sp>
        <p:sp>
          <p:nvSpPr>
            <p:cNvPr id="32797" name="Line 55"/>
            <p:cNvSpPr>
              <a:spLocks noChangeShapeType="1"/>
            </p:cNvSpPr>
            <p:nvPr/>
          </p:nvSpPr>
          <p:spPr bwMode="auto">
            <a:xfrm>
              <a:off x="5029" y="4488"/>
              <a:ext cx="920" cy="0"/>
            </a:xfrm>
            <a:prstGeom prst="line">
              <a:avLst/>
            </a:prstGeom>
            <a:noFill/>
            <a:ln w="9525">
              <a:solidFill>
                <a:schemeClr val="tx1"/>
              </a:solidFill>
              <a:round/>
              <a:headEnd/>
              <a:tailEnd type="triangle" w="med" len="med"/>
            </a:ln>
          </p:spPr>
          <p:txBody>
            <a:bodyPr/>
            <a:lstStyle/>
            <a:p>
              <a:endParaRPr lang="es-ES" dirty="0"/>
            </a:p>
          </p:txBody>
        </p:sp>
        <p:sp>
          <p:nvSpPr>
            <p:cNvPr id="32798" name="Line 56"/>
            <p:cNvSpPr>
              <a:spLocks noChangeShapeType="1"/>
            </p:cNvSpPr>
            <p:nvPr/>
          </p:nvSpPr>
          <p:spPr bwMode="auto">
            <a:xfrm>
              <a:off x="5029" y="4488"/>
              <a:ext cx="767" cy="308"/>
            </a:xfrm>
            <a:prstGeom prst="line">
              <a:avLst/>
            </a:prstGeom>
            <a:noFill/>
            <a:ln w="9525">
              <a:solidFill>
                <a:schemeClr val="tx1"/>
              </a:solidFill>
              <a:round/>
              <a:headEnd/>
              <a:tailEnd type="triangle" w="med" len="med"/>
            </a:ln>
          </p:spPr>
          <p:txBody>
            <a:bodyPr/>
            <a:lstStyle/>
            <a:p>
              <a:endParaRPr lang="es-ES" dirty="0"/>
            </a:p>
          </p:txBody>
        </p:sp>
      </p:grpSp>
      <p:sp>
        <p:nvSpPr>
          <p:cNvPr id="366649" name="Rectangle 57"/>
          <p:cNvSpPr>
            <a:spLocks noChangeArrowheads="1"/>
          </p:cNvSpPr>
          <p:nvPr/>
        </p:nvSpPr>
        <p:spPr bwMode="auto">
          <a:xfrm>
            <a:off x="5041576" y="3644901"/>
            <a:ext cx="5626426" cy="96146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indent="-342900">
              <a:spcBef>
                <a:spcPct val="20000"/>
              </a:spcBef>
              <a:buClr>
                <a:schemeClr val="hlink"/>
              </a:buClr>
              <a:buFont typeface="Wingdings" pitchFamily="2" charset="2"/>
              <a:buChar char="v"/>
            </a:pPr>
            <a:r>
              <a:rPr lang="es-ES_tradnl" sz="2400" dirty="0"/>
              <a:t>CONVERGENCIA Y DIVERGENCIA</a:t>
            </a:r>
            <a:endParaRPr lang="es-ES" sz="2400" dirty="0"/>
          </a:p>
        </p:txBody>
      </p:sp>
      <p:sp>
        <p:nvSpPr>
          <p:cNvPr id="6" name="5 Marcador de pie de página"/>
          <p:cNvSpPr>
            <a:spLocks noGrp="1"/>
          </p:cNvSpPr>
          <p:nvPr>
            <p:ph type="ftr" sz="quarter" idx="11"/>
          </p:nvPr>
        </p:nvSpPr>
        <p:spPr>
          <a:xfrm>
            <a:off x="3494072" y="6356350"/>
            <a:ext cx="4659328" cy="374810"/>
          </a:xfrm>
        </p:spPr>
        <p:txBody>
          <a:bodyPr/>
          <a:lstStyle/>
          <a:p>
            <a:r>
              <a:rPr lang="en-US"/>
              <a:t>Anival Torre</a:t>
            </a:r>
            <a:endParaRPr lang="en-US" dirty="0"/>
          </a:p>
        </p:txBody>
      </p:sp>
      <p:sp>
        <p:nvSpPr>
          <p:cNvPr id="7" name="6 Marcador de número de diapositiva"/>
          <p:cNvSpPr>
            <a:spLocks noGrp="1"/>
          </p:cNvSpPr>
          <p:nvPr>
            <p:ph type="sldNum" sz="quarter" idx="12"/>
          </p:nvPr>
        </p:nvSpPr>
        <p:spPr>
          <a:xfrm>
            <a:off x="8247582" y="6356350"/>
            <a:ext cx="3106218" cy="374810"/>
          </a:xfrm>
        </p:spPr>
        <p:txBody>
          <a:bodyPr/>
          <a:lstStyle/>
          <a:p>
            <a:fld id="{55F7123F-EA94-4AF6-90FD-8402484B591B}" type="slidenum">
              <a:rPr lang="en-US" smtClean="0"/>
              <a:pPr/>
              <a:t>16</a:t>
            </a:fld>
            <a:endParaRPr lang="en-US" dirty="0"/>
          </a:p>
        </p:txBody>
      </p:sp>
      <p:pic>
        <p:nvPicPr>
          <p:cNvPr id="60" name="Picture 3" descr="noval"/>
          <p:cNvPicPr>
            <a:picLocks noChangeAspect="1" noChangeArrowheads="1"/>
          </p:cNvPicPr>
          <p:nvPr/>
        </p:nvPicPr>
        <p:blipFill>
          <a:blip r:embed="rId3"/>
          <a:srcRect/>
          <a:stretch>
            <a:fillRect/>
          </a:stretch>
        </p:blipFill>
        <p:spPr bwMode="auto">
          <a:xfrm>
            <a:off x="2675262" y="2679239"/>
            <a:ext cx="2320541" cy="629268"/>
          </a:xfrm>
          <a:prstGeom prst="rect">
            <a:avLst/>
          </a:prstGeom>
          <a:solidFill>
            <a:schemeClr val="accent1">
              <a:lumMod val="40000"/>
              <a:lumOff val="60000"/>
            </a:schemeClr>
          </a:solidFill>
          <a:ln w="9525">
            <a:noFill/>
            <a:miter lim="800000"/>
            <a:headEnd/>
            <a:tailEnd/>
          </a:ln>
        </p:spPr>
      </p:pic>
    </p:spTree>
    <p:extLst>
      <p:ext uri="{BB962C8B-B14F-4D97-AF65-F5344CB8AC3E}">
        <p14:creationId xmlns:p14="http://schemas.microsoft.com/office/powerpoint/2010/main" val="18997680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Oval 2"/>
          <p:cNvSpPr>
            <a:spLocks noChangeArrowheads="1"/>
          </p:cNvSpPr>
          <p:nvPr/>
        </p:nvSpPr>
        <p:spPr bwMode="auto">
          <a:xfrm>
            <a:off x="8110422" y="1514160"/>
            <a:ext cx="632943" cy="597112"/>
          </a:xfrm>
          <a:prstGeom prst="ellipse">
            <a:avLst/>
          </a:prstGeom>
          <a:solidFill>
            <a:schemeClr val="bg1"/>
          </a:solidFill>
          <a:ln w="28575">
            <a:solidFill>
              <a:schemeClr val="tx1"/>
            </a:solidFill>
            <a:round/>
            <a:headEnd/>
            <a:tailEnd/>
          </a:ln>
        </p:spPr>
        <p:txBody>
          <a:bodyPr wrap="none" anchor="ctr"/>
          <a:lstStyle/>
          <a:p>
            <a:r>
              <a:rPr lang="es-ES" sz="2400" b="1" dirty="0"/>
              <a:t>7 8</a:t>
            </a:r>
          </a:p>
        </p:txBody>
      </p:sp>
      <p:sp>
        <p:nvSpPr>
          <p:cNvPr id="47107" name="Oval 3"/>
          <p:cNvSpPr>
            <a:spLocks noChangeArrowheads="1"/>
          </p:cNvSpPr>
          <p:nvPr/>
        </p:nvSpPr>
        <p:spPr bwMode="auto">
          <a:xfrm>
            <a:off x="4336468" y="3233420"/>
            <a:ext cx="658811" cy="657543"/>
          </a:xfrm>
          <a:prstGeom prst="ellipse">
            <a:avLst/>
          </a:prstGeom>
          <a:solidFill>
            <a:schemeClr val="bg1"/>
          </a:solidFill>
          <a:ln w="28575">
            <a:solidFill>
              <a:schemeClr val="tx1"/>
            </a:solidFill>
            <a:round/>
            <a:headEnd/>
            <a:tailEnd/>
          </a:ln>
        </p:spPr>
        <p:txBody>
          <a:bodyPr wrap="none" anchor="ctr"/>
          <a:lstStyle/>
          <a:p>
            <a:endParaRPr lang="es-MX" sz="2400" b="1" dirty="0"/>
          </a:p>
          <a:p>
            <a:r>
              <a:rPr lang="es-MX" sz="2400" b="1" dirty="0"/>
              <a:t>0 0</a:t>
            </a:r>
          </a:p>
          <a:p>
            <a:endParaRPr lang="es-ES" sz="2400" b="1" dirty="0"/>
          </a:p>
        </p:txBody>
      </p:sp>
      <p:sp>
        <p:nvSpPr>
          <p:cNvPr id="47108" name="Oval 4"/>
          <p:cNvSpPr>
            <a:spLocks noChangeArrowheads="1"/>
          </p:cNvSpPr>
          <p:nvPr/>
        </p:nvSpPr>
        <p:spPr bwMode="auto">
          <a:xfrm>
            <a:off x="5806476" y="5013325"/>
            <a:ext cx="636604" cy="647924"/>
          </a:xfrm>
          <a:prstGeom prst="ellipse">
            <a:avLst/>
          </a:prstGeom>
          <a:solidFill>
            <a:schemeClr val="bg1"/>
          </a:solidFill>
          <a:ln w="28575">
            <a:solidFill>
              <a:schemeClr val="tx1"/>
            </a:solidFill>
            <a:round/>
            <a:headEnd/>
            <a:tailEnd/>
          </a:ln>
        </p:spPr>
        <p:txBody>
          <a:bodyPr wrap="none" anchor="ctr"/>
          <a:lstStyle/>
          <a:p>
            <a:r>
              <a:rPr lang="es-ES" sz="2400" b="1" dirty="0"/>
              <a:t>5 5</a:t>
            </a:r>
          </a:p>
        </p:txBody>
      </p:sp>
      <p:sp>
        <p:nvSpPr>
          <p:cNvPr id="47109" name="Oval 5"/>
          <p:cNvSpPr>
            <a:spLocks noChangeArrowheads="1"/>
          </p:cNvSpPr>
          <p:nvPr/>
        </p:nvSpPr>
        <p:spPr bwMode="auto">
          <a:xfrm>
            <a:off x="11487126" y="3263277"/>
            <a:ext cx="658812" cy="657543"/>
          </a:xfrm>
          <a:prstGeom prst="ellipse">
            <a:avLst/>
          </a:prstGeom>
          <a:solidFill>
            <a:schemeClr val="bg1"/>
          </a:solidFill>
          <a:ln w="28575">
            <a:solidFill>
              <a:schemeClr val="tx1"/>
            </a:solidFill>
            <a:round/>
            <a:headEnd/>
            <a:tailEnd/>
          </a:ln>
        </p:spPr>
        <p:txBody>
          <a:bodyPr wrap="none" anchor="ctr"/>
          <a:lstStyle/>
          <a:p>
            <a:pPr algn="ctr"/>
            <a:r>
              <a:rPr lang="es-ES" sz="2400" b="1" dirty="0"/>
              <a:t>14 14</a:t>
            </a:r>
          </a:p>
        </p:txBody>
      </p:sp>
      <p:sp>
        <p:nvSpPr>
          <p:cNvPr id="47110" name="Oval 6"/>
          <p:cNvSpPr>
            <a:spLocks noChangeArrowheads="1"/>
          </p:cNvSpPr>
          <p:nvPr/>
        </p:nvSpPr>
        <p:spPr bwMode="auto">
          <a:xfrm>
            <a:off x="5806477" y="1463465"/>
            <a:ext cx="636603" cy="598699"/>
          </a:xfrm>
          <a:prstGeom prst="ellipse">
            <a:avLst/>
          </a:prstGeom>
          <a:solidFill>
            <a:schemeClr val="bg1"/>
          </a:solidFill>
          <a:ln w="28575">
            <a:solidFill>
              <a:schemeClr val="tx1"/>
            </a:solidFill>
            <a:round/>
            <a:headEnd/>
            <a:tailEnd/>
          </a:ln>
        </p:spPr>
        <p:txBody>
          <a:bodyPr wrap="none" anchor="ctr"/>
          <a:lstStyle/>
          <a:p>
            <a:r>
              <a:rPr lang="es-ES" sz="2400" b="1" dirty="0"/>
              <a:t>3 3</a:t>
            </a:r>
          </a:p>
        </p:txBody>
      </p:sp>
      <p:sp>
        <p:nvSpPr>
          <p:cNvPr id="47111" name="Oval 7"/>
          <p:cNvSpPr>
            <a:spLocks noChangeArrowheads="1"/>
          </p:cNvSpPr>
          <p:nvPr/>
        </p:nvSpPr>
        <p:spPr bwMode="auto">
          <a:xfrm>
            <a:off x="10172117" y="5013325"/>
            <a:ext cx="614363" cy="647924"/>
          </a:xfrm>
          <a:prstGeom prst="ellipse">
            <a:avLst/>
          </a:prstGeom>
          <a:solidFill>
            <a:schemeClr val="bg1"/>
          </a:solidFill>
          <a:ln w="28575">
            <a:solidFill>
              <a:schemeClr val="tx1"/>
            </a:solidFill>
            <a:round/>
            <a:headEnd/>
            <a:tailEnd/>
          </a:ln>
        </p:spPr>
        <p:txBody>
          <a:bodyPr wrap="none" anchor="ctr"/>
          <a:lstStyle/>
          <a:p>
            <a:pPr algn="ctr"/>
            <a:r>
              <a:rPr lang="es-ES" sz="2400" b="1" dirty="0"/>
              <a:t>12 12</a:t>
            </a:r>
          </a:p>
        </p:txBody>
      </p:sp>
      <p:sp>
        <p:nvSpPr>
          <p:cNvPr id="47112" name="Oval 8"/>
          <p:cNvSpPr>
            <a:spLocks noChangeArrowheads="1"/>
          </p:cNvSpPr>
          <p:nvPr/>
        </p:nvSpPr>
        <p:spPr bwMode="auto">
          <a:xfrm>
            <a:off x="10172117" y="1463464"/>
            <a:ext cx="614362" cy="593936"/>
          </a:xfrm>
          <a:prstGeom prst="ellipse">
            <a:avLst/>
          </a:prstGeom>
          <a:solidFill>
            <a:schemeClr val="bg1"/>
          </a:solidFill>
          <a:ln w="28575">
            <a:solidFill>
              <a:schemeClr val="tx1"/>
            </a:solidFill>
            <a:round/>
            <a:headEnd/>
            <a:tailEnd/>
          </a:ln>
        </p:spPr>
        <p:txBody>
          <a:bodyPr wrap="none" anchor="ctr"/>
          <a:lstStyle/>
          <a:p>
            <a:r>
              <a:rPr lang="es-ES" sz="2400" b="1" dirty="0"/>
              <a:t>11 11</a:t>
            </a:r>
          </a:p>
        </p:txBody>
      </p:sp>
      <p:sp>
        <p:nvSpPr>
          <p:cNvPr id="47113" name="Line 9"/>
          <p:cNvSpPr>
            <a:spLocks noChangeShapeType="1"/>
          </p:cNvSpPr>
          <p:nvPr/>
        </p:nvSpPr>
        <p:spPr bwMode="auto">
          <a:xfrm flipV="1">
            <a:off x="4765396" y="1909763"/>
            <a:ext cx="1025207" cy="1319150"/>
          </a:xfrm>
          <a:prstGeom prst="line">
            <a:avLst/>
          </a:prstGeom>
          <a:noFill/>
          <a:ln w="28575">
            <a:solidFill>
              <a:schemeClr val="tx1"/>
            </a:solidFill>
            <a:round/>
            <a:headEnd/>
            <a:tailEnd type="triangle" w="med" len="med"/>
          </a:ln>
        </p:spPr>
        <p:txBody>
          <a:bodyPr/>
          <a:lstStyle/>
          <a:p>
            <a:endParaRPr lang="es-ES" dirty="0"/>
          </a:p>
        </p:txBody>
      </p:sp>
      <p:sp>
        <p:nvSpPr>
          <p:cNvPr id="47114" name="Line 10"/>
          <p:cNvSpPr>
            <a:spLocks noChangeShapeType="1"/>
          </p:cNvSpPr>
          <p:nvPr/>
        </p:nvSpPr>
        <p:spPr bwMode="auto">
          <a:xfrm>
            <a:off x="4806344" y="3857628"/>
            <a:ext cx="1000132" cy="1357322"/>
          </a:xfrm>
          <a:prstGeom prst="line">
            <a:avLst/>
          </a:prstGeom>
          <a:noFill/>
          <a:ln w="44450">
            <a:solidFill>
              <a:srgbClr val="FF0000"/>
            </a:solidFill>
            <a:round/>
            <a:headEnd/>
            <a:tailEnd type="triangle" w="med" len="med"/>
          </a:ln>
        </p:spPr>
        <p:txBody>
          <a:bodyPr/>
          <a:lstStyle/>
          <a:p>
            <a:endParaRPr lang="es-ES" dirty="0"/>
          </a:p>
        </p:txBody>
      </p:sp>
      <p:sp>
        <p:nvSpPr>
          <p:cNvPr id="47115" name="Line 11"/>
          <p:cNvSpPr>
            <a:spLocks noChangeShapeType="1"/>
          </p:cNvSpPr>
          <p:nvPr/>
        </p:nvSpPr>
        <p:spPr bwMode="auto">
          <a:xfrm>
            <a:off x="6443080" y="5314650"/>
            <a:ext cx="1653052" cy="1"/>
          </a:xfrm>
          <a:prstGeom prst="line">
            <a:avLst/>
          </a:prstGeom>
          <a:noFill/>
          <a:ln w="44450">
            <a:solidFill>
              <a:srgbClr val="FF0000"/>
            </a:solidFill>
            <a:round/>
            <a:headEnd/>
            <a:tailEnd type="triangle" w="med" len="med"/>
          </a:ln>
        </p:spPr>
        <p:txBody>
          <a:bodyPr/>
          <a:lstStyle/>
          <a:p>
            <a:endParaRPr lang="es-ES" dirty="0"/>
          </a:p>
        </p:txBody>
      </p:sp>
      <p:sp>
        <p:nvSpPr>
          <p:cNvPr id="47116" name="Line 12"/>
          <p:cNvSpPr>
            <a:spLocks noChangeShapeType="1"/>
          </p:cNvSpPr>
          <p:nvPr/>
        </p:nvSpPr>
        <p:spPr bwMode="auto">
          <a:xfrm flipV="1">
            <a:off x="6474360" y="1781010"/>
            <a:ext cx="1621773" cy="0"/>
          </a:xfrm>
          <a:prstGeom prst="line">
            <a:avLst/>
          </a:prstGeom>
          <a:noFill/>
          <a:ln w="28575">
            <a:solidFill>
              <a:schemeClr val="tx1"/>
            </a:solidFill>
            <a:round/>
            <a:headEnd/>
            <a:tailEnd type="triangle" w="med" len="med"/>
          </a:ln>
        </p:spPr>
        <p:txBody>
          <a:bodyPr/>
          <a:lstStyle/>
          <a:p>
            <a:endParaRPr lang="es-ES" dirty="0"/>
          </a:p>
        </p:txBody>
      </p:sp>
      <p:sp>
        <p:nvSpPr>
          <p:cNvPr id="47117" name="Line 13"/>
          <p:cNvSpPr>
            <a:spLocks noChangeShapeType="1"/>
          </p:cNvSpPr>
          <p:nvPr/>
        </p:nvSpPr>
        <p:spPr bwMode="auto">
          <a:xfrm flipV="1">
            <a:off x="8743365" y="1770788"/>
            <a:ext cx="1445473" cy="10222"/>
          </a:xfrm>
          <a:prstGeom prst="line">
            <a:avLst/>
          </a:prstGeom>
          <a:noFill/>
          <a:ln w="28575">
            <a:solidFill>
              <a:schemeClr val="tx1"/>
            </a:solidFill>
            <a:round/>
            <a:headEnd/>
            <a:tailEnd type="triangle" w="med" len="med"/>
          </a:ln>
        </p:spPr>
        <p:txBody>
          <a:bodyPr/>
          <a:lstStyle/>
          <a:p>
            <a:endParaRPr lang="es-ES" dirty="0"/>
          </a:p>
        </p:txBody>
      </p:sp>
      <p:sp>
        <p:nvSpPr>
          <p:cNvPr id="47118" name="Line 14"/>
          <p:cNvSpPr>
            <a:spLocks noChangeShapeType="1"/>
          </p:cNvSpPr>
          <p:nvPr/>
        </p:nvSpPr>
        <p:spPr bwMode="auto">
          <a:xfrm flipV="1">
            <a:off x="10780129" y="3890962"/>
            <a:ext cx="931548" cy="1266826"/>
          </a:xfrm>
          <a:prstGeom prst="line">
            <a:avLst/>
          </a:prstGeom>
          <a:noFill/>
          <a:ln w="44450">
            <a:solidFill>
              <a:srgbClr val="FF0000"/>
            </a:solidFill>
            <a:round/>
            <a:headEnd/>
            <a:tailEnd type="triangle" w="med" len="med"/>
          </a:ln>
        </p:spPr>
        <p:txBody>
          <a:bodyPr/>
          <a:lstStyle/>
          <a:p>
            <a:endParaRPr lang="es-ES" dirty="0"/>
          </a:p>
        </p:txBody>
      </p:sp>
      <p:sp>
        <p:nvSpPr>
          <p:cNvPr id="47119" name="Line 15"/>
          <p:cNvSpPr>
            <a:spLocks noChangeShapeType="1"/>
          </p:cNvSpPr>
          <p:nvPr/>
        </p:nvSpPr>
        <p:spPr bwMode="auto">
          <a:xfrm>
            <a:off x="10710279" y="1909764"/>
            <a:ext cx="1001398" cy="1390649"/>
          </a:xfrm>
          <a:prstGeom prst="line">
            <a:avLst/>
          </a:prstGeom>
          <a:noFill/>
          <a:ln w="28575">
            <a:solidFill>
              <a:schemeClr val="tx1"/>
            </a:solidFill>
            <a:round/>
            <a:headEnd/>
            <a:tailEnd type="triangle" w="med" len="med"/>
          </a:ln>
        </p:spPr>
        <p:txBody>
          <a:bodyPr/>
          <a:lstStyle/>
          <a:p>
            <a:endParaRPr lang="es-ES" dirty="0"/>
          </a:p>
        </p:txBody>
      </p:sp>
      <p:sp>
        <p:nvSpPr>
          <p:cNvPr id="47120" name="Line 16"/>
          <p:cNvSpPr>
            <a:spLocks noChangeShapeType="1"/>
          </p:cNvSpPr>
          <p:nvPr/>
        </p:nvSpPr>
        <p:spPr bwMode="auto">
          <a:xfrm flipV="1">
            <a:off x="8403789" y="2111272"/>
            <a:ext cx="23104" cy="2862019"/>
          </a:xfrm>
          <a:prstGeom prst="line">
            <a:avLst/>
          </a:prstGeom>
          <a:noFill/>
          <a:ln w="50800">
            <a:solidFill>
              <a:schemeClr val="tx1"/>
            </a:solidFill>
            <a:prstDash val="lgDash"/>
            <a:round/>
            <a:headEnd/>
            <a:tailEnd type="triangle" w="med" len="med"/>
          </a:ln>
        </p:spPr>
        <p:txBody>
          <a:bodyPr/>
          <a:lstStyle/>
          <a:p>
            <a:endParaRPr lang="es-ES" dirty="0"/>
          </a:p>
        </p:txBody>
      </p:sp>
      <p:sp>
        <p:nvSpPr>
          <p:cNvPr id="47121" name="Text Box 17"/>
          <p:cNvSpPr txBox="1">
            <a:spLocks noChangeArrowheads="1"/>
          </p:cNvSpPr>
          <p:nvPr/>
        </p:nvSpPr>
        <p:spPr bwMode="auto">
          <a:xfrm>
            <a:off x="4581236" y="2408239"/>
            <a:ext cx="518054" cy="461647"/>
          </a:xfrm>
          <a:prstGeom prst="rect">
            <a:avLst/>
          </a:prstGeom>
          <a:noFill/>
          <a:ln w="28575">
            <a:noFill/>
            <a:miter lim="800000"/>
            <a:headEnd/>
            <a:tailEnd/>
          </a:ln>
        </p:spPr>
        <p:txBody>
          <a:bodyPr wrap="none" lIns="91422" tIns="45711" rIns="91422" bIns="45711">
            <a:spAutoFit/>
          </a:bodyPr>
          <a:lstStyle/>
          <a:p>
            <a:pPr algn="ctr"/>
            <a:r>
              <a:rPr lang="es-MX" sz="2400" dirty="0"/>
              <a:t>A3</a:t>
            </a:r>
            <a:endParaRPr lang="es-ES" sz="2400" dirty="0"/>
          </a:p>
        </p:txBody>
      </p:sp>
      <p:sp>
        <p:nvSpPr>
          <p:cNvPr id="47122" name="Text Box 18"/>
          <p:cNvSpPr txBox="1">
            <a:spLocks noChangeArrowheads="1"/>
          </p:cNvSpPr>
          <p:nvPr/>
        </p:nvSpPr>
        <p:spPr bwMode="auto">
          <a:xfrm>
            <a:off x="6834763" y="1383178"/>
            <a:ext cx="503627" cy="461647"/>
          </a:xfrm>
          <a:prstGeom prst="rect">
            <a:avLst/>
          </a:prstGeom>
          <a:noFill/>
          <a:ln w="28575">
            <a:noFill/>
            <a:miter lim="800000"/>
            <a:headEnd/>
            <a:tailEnd/>
          </a:ln>
        </p:spPr>
        <p:txBody>
          <a:bodyPr wrap="none" lIns="91422" tIns="45711" rIns="91422" bIns="45711">
            <a:spAutoFit/>
          </a:bodyPr>
          <a:lstStyle/>
          <a:p>
            <a:pPr algn="ctr"/>
            <a:r>
              <a:rPr lang="es-MX" sz="2400" dirty="0"/>
              <a:t>C4</a:t>
            </a:r>
            <a:endParaRPr lang="es-ES" sz="2400" dirty="0"/>
          </a:p>
        </p:txBody>
      </p:sp>
      <p:sp>
        <p:nvSpPr>
          <p:cNvPr id="47123" name="Text Box 19"/>
          <p:cNvSpPr txBox="1">
            <a:spLocks noChangeArrowheads="1"/>
          </p:cNvSpPr>
          <p:nvPr/>
        </p:nvSpPr>
        <p:spPr bwMode="auto">
          <a:xfrm>
            <a:off x="4599453" y="4221164"/>
            <a:ext cx="526070" cy="461647"/>
          </a:xfrm>
          <a:prstGeom prst="rect">
            <a:avLst/>
          </a:prstGeom>
          <a:noFill/>
          <a:ln w="28575">
            <a:noFill/>
            <a:miter lim="800000"/>
            <a:headEnd/>
            <a:tailEnd/>
          </a:ln>
        </p:spPr>
        <p:txBody>
          <a:bodyPr wrap="none" lIns="91422" tIns="45711" rIns="91422" bIns="45711">
            <a:spAutoFit/>
          </a:bodyPr>
          <a:lstStyle/>
          <a:p>
            <a:pPr algn="ctr"/>
            <a:r>
              <a:rPr lang="es-MX" sz="2400" dirty="0"/>
              <a:t>B5</a:t>
            </a:r>
            <a:endParaRPr lang="es-ES" sz="2400" dirty="0"/>
          </a:p>
        </p:txBody>
      </p:sp>
      <p:sp>
        <p:nvSpPr>
          <p:cNvPr id="47124" name="Text Box 20"/>
          <p:cNvSpPr txBox="1">
            <a:spLocks noChangeArrowheads="1"/>
          </p:cNvSpPr>
          <p:nvPr/>
        </p:nvSpPr>
        <p:spPr bwMode="auto">
          <a:xfrm>
            <a:off x="7037789" y="5301209"/>
            <a:ext cx="529275" cy="461647"/>
          </a:xfrm>
          <a:prstGeom prst="rect">
            <a:avLst/>
          </a:prstGeom>
          <a:noFill/>
          <a:ln w="28575">
            <a:noFill/>
            <a:miter lim="800000"/>
            <a:headEnd/>
            <a:tailEnd/>
          </a:ln>
        </p:spPr>
        <p:txBody>
          <a:bodyPr wrap="none" lIns="91422" tIns="45711" rIns="91422" bIns="45711">
            <a:spAutoFit/>
          </a:bodyPr>
          <a:lstStyle/>
          <a:p>
            <a:pPr algn="ctr"/>
            <a:r>
              <a:rPr lang="es-MX" sz="2400" dirty="0"/>
              <a:t>D2</a:t>
            </a:r>
            <a:endParaRPr lang="es-ES" sz="2400" dirty="0"/>
          </a:p>
        </p:txBody>
      </p:sp>
      <p:sp>
        <p:nvSpPr>
          <p:cNvPr id="47125" name="Text Box 21"/>
          <p:cNvSpPr txBox="1">
            <a:spLocks noChangeArrowheads="1"/>
          </p:cNvSpPr>
          <p:nvPr/>
        </p:nvSpPr>
        <p:spPr bwMode="auto">
          <a:xfrm>
            <a:off x="11220885" y="4694239"/>
            <a:ext cx="532482" cy="461647"/>
          </a:xfrm>
          <a:prstGeom prst="rect">
            <a:avLst/>
          </a:prstGeom>
          <a:noFill/>
          <a:ln w="28575">
            <a:noFill/>
            <a:miter lim="800000"/>
            <a:headEnd/>
            <a:tailEnd/>
          </a:ln>
        </p:spPr>
        <p:txBody>
          <a:bodyPr wrap="none" lIns="91422" tIns="45711" rIns="91422" bIns="45711">
            <a:spAutoFit/>
          </a:bodyPr>
          <a:lstStyle/>
          <a:p>
            <a:pPr algn="ctr"/>
            <a:r>
              <a:rPr lang="es-MX" sz="2400" dirty="0"/>
              <a:t>H2</a:t>
            </a:r>
            <a:endParaRPr lang="es-ES" sz="2400" dirty="0"/>
          </a:p>
        </p:txBody>
      </p:sp>
      <p:sp>
        <p:nvSpPr>
          <p:cNvPr id="47126" name="Text Box 22"/>
          <p:cNvSpPr txBox="1">
            <a:spLocks noChangeArrowheads="1"/>
          </p:cNvSpPr>
          <p:nvPr/>
        </p:nvSpPr>
        <p:spPr bwMode="auto">
          <a:xfrm>
            <a:off x="11147136" y="2060576"/>
            <a:ext cx="534084" cy="461647"/>
          </a:xfrm>
          <a:prstGeom prst="rect">
            <a:avLst/>
          </a:prstGeom>
          <a:noFill/>
          <a:ln w="28575">
            <a:noFill/>
            <a:miter lim="800000"/>
            <a:headEnd/>
            <a:tailEnd/>
          </a:ln>
        </p:spPr>
        <p:txBody>
          <a:bodyPr wrap="none" lIns="91422" tIns="45711" rIns="91422" bIns="45711">
            <a:spAutoFit/>
          </a:bodyPr>
          <a:lstStyle/>
          <a:p>
            <a:pPr algn="ctr"/>
            <a:r>
              <a:rPr lang="es-MX" sz="2400" dirty="0"/>
              <a:t>G3</a:t>
            </a:r>
            <a:endParaRPr lang="es-ES" sz="2400" dirty="0"/>
          </a:p>
        </p:txBody>
      </p:sp>
      <p:sp>
        <p:nvSpPr>
          <p:cNvPr id="47127" name="Text Box 23"/>
          <p:cNvSpPr txBox="1">
            <a:spLocks noChangeArrowheads="1"/>
          </p:cNvSpPr>
          <p:nvPr/>
        </p:nvSpPr>
        <p:spPr bwMode="auto">
          <a:xfrm>
            <a:off x="9064384" y="1383178"/>
            <a:ext cx="490803" cy="461647"/>
          </a:xfrm>
          <a:prstGeom prst="rect">
            <a:avLst/>
          </a:prstGeom>
          <a:noFill/>
          <a:ln w="28575">
            <a:noFill/>
            <a:miter lim="800000"/>
            <a:headEnd/>
            <a:tailEnd/>
          </a:ln>
        </p:spPr>
        <p:txBody>
          <a:bodyPr wrap="none" lIns="91422" tIns="45711" rIns="91422" bIns="45711">
            <a:spAutoFit/>
          </a:bodyPr>
          <a:lstStyle/>
          <a:p>
            <a:pPr algn="ctr"/>
            <a:r>
              <a:rPr lang="es-MX" sz="2400" dirty="0"/>
              <a:t>E3</a:t>
            </a:r>
            <a:endParaRPr lang="es-ES" sz="2400" dirty="0"/>
          </a:p>
        </p:txBody>
      </p:sp>
      <p:sp>
        <p:nvSpPr>
          <p:cNvPr id="47128" name="Text Box 24"/>
          <p:cNvSpPr txBox="1">
            <a:spLocks noChangeArrowheads="1"/>
          </p:cNvSpPr>
          <p:nvPr/>
        </p:nvSpPr>
        <p:spPr bwMode="auto">
          <a:xfrm>
            <a:off x="8307280" y="3050540"/>
            <a:ext cx="1633667" cy="461647"/>
          </a:xfrm>
          <a:prstGeom prst="rect">
            <a:avLst/>
          </a:prstGeom>
          <a:noFill/>
          <a:ln w="28575">
            <a:noFill/>
            <a:miter lim="800000"/>
            <a:headEnd/>
            <a:tailEnd/>
          </a:ln>
        </p:spPr>
        <p:txBody>
          <a:bodyPr wrap="square" lIns="91422" tIns="45711" rIns="91422" bIns="45711">
            <a:spAutoFit/>
          </a:bodyPr>
          <a:lstStyle/>
          <a:p>
            <a:pPr algn="ctr"/>
            <a:r>
              <a:rPr lang="es-MX" sz="2400" b="1" dirty="0"/>
              <a:t>Figurado</a:t>
            </a:r>
            <a:endParaRPr lang="es-ES" sz="2400" b="1" dirty="0"/>
          </a:p>
        </p:txBody>
      </p:sp>
      <p:sp>
        <p:nvSpPr>
          <p:cNvPr id="2" name="1 Marcador de pie de página"/>
          <p:cNvSpPr>
            <a:spLocks noGrp="1"/>
          </p:cNvSpPr>
          <p:nvPr>
            <p:ph type="ftr" sz="quarter" idx="11"/>
          </p:nvPr>
        </p:nvSpPr>
        <p:spPr/>
        <p:txBody>
          <a:bodyPr/>
          <a:lstStyle/>
          <a:p>
            <a:r>
              <a:rPr lang="en-US"/>
              <a:t>Anival Torre</a:t>
            </a:r>
            <a:endParaRPr lang="en-US" dirty="0"/>
          </a:p>
        </p:txBody>
      </p:sp>
      <p:sp>
        <p:nvSpPr>
          <p:cNvPr id="3" name="2 Marcador de número de diapositiva"/>
          <p:cNvSpPr>
            <a:spLocks noGrp="1"/>
          </p:cNvSpPr>
          <p:nvPr>
            <p:ph type="sldNum" sz="quarter" idx="12"/>
          </p:nvPr>
        </p:nvSpPr>
        <p:spPr/>
        <p:txBody>
          <a:bodyPr/>
          <a:lstStyle/>
          <a:p>
            <a:fld id="{0CC71871-B939-418B-90AD-CFE9B82A01D5}" type="slidenum">
              <a:rPr lang="en-US" smtClean="0"/>
              <a:pPr/>
              <a:t>17</a:t>
            </a:fld>
            <a:endParaRPr lang="en-US" dirty="0"/>
          </a:p>
        </p:txBody>
      </p:sp>
      <p:sp>
        <p:nvSpPr>
          <p:cNvPr id="28" name="Oval 7"/>
          <p:cNvSpPr>
            <a:spLocks noChangeArrowheads="1"/>
          </p:cNvSpPr>
          <p:nvPr/>
        </p:nvSpPr>
        <p:spPr bwMode="auto">
          <a:xfrm>
            <a:off x="8096135" y="5013325"/>
            <a:ext cx="661519" cy="647924"/>
          </a:xfrm>
          <a:prstGeom prst="ellipse">
            <a:avLst/>
          </a:prstGeom>
          <a:solidFill>
            <a:schemeClr val="bg1"/>
          </a:solidFill>
          <a:ln w="28575">
            <a:solidFill>
              <a:schemeClr val="tx1"/>
            </a:solidFill>
            <a:round/>
            <a:headEnd/>
            <a:tailEnd/>
          </a:ln>
        </p:spPr>
        <p:txBody>
          <a:bodyPr wrap="none" anchor="ctr"/>
          <a:lstStyle/>
          <a:p>
            <a:r>
              <a:rPr lang="es-ES" sz="2400" b="1" dirty="0"/>
              <a:t>7 7</a:t>
            </a:r>
          </a:p>
        </p:txBody>
      </p:sp>
      <p:sp>
        <p:nvSpPr>
          <p:cNvPr id="29" name="Line 11"/>
          <p:cNvSpPr>
            <a:spLocks noChangeShapeType="1"/>
          </p:cNvSpPr>
          <p:nvPr/>
        </p:nvSpPr>
        <p:spPr bwMode="auto">
          <a:xfrm flipV="1">
            <a:off x="8821942" y="5295228"/>
            <a:ext cx="1350173" cy="19422"/>
          </a:xfrm>
          <a:prstGeom prst="line">
            <a:avLst/>
          </a:prstGeom>
          <a:noFill/>
          <a:ln w="44450">
            <a:solidFill>
              <a:srgbClr val="FF0000"/>
            </a:solidFill>
            <a:round/>
            <a:headEnd/>
            <a:tailEnd type="triangle" w="med" len="med"/>
          </a:ln>
        </p:spPr>
        <p:txBody>
          <a:bodyPr/>
          <a:lstStyle/>
          <a:p>
            <a:endParaRPr lang="es-ES" dirty="0"/>
          </a:p>
        </p:txBody>
      </p:sp>
      <p:sp>
        <p:nvSpPr>
          <p:cNvPr id="30" name="Text Box 21"/>
          <p:cNvSpPr txBox="1">
            <a:spLocks noChangeArrowheads="1"/>
          </p:cNvSpPr>
          <p:nvPr/>
        </p:nvSpPr>
        <p:spPr bwMode="auto">
          <a:xfrm>
            <a:off x="9308811" y="5301209"/>
            <a:ext cx="481185" cy="461647"/>
          </a:xfrm>
          <a:prstGeom prst="rect">
            <a:avLst/>
          </a:prstGeom>
          <a:noFill/>
          <a:ln w="28575">
            <a:noFill/>
            <a:miter lim="800000"/>
            <a:headEnd/>
            <a:tailEnd/>
          </a:ln>
        </p:spPr>
        <p:txBody>
          <a:bodyPr wrap="none" lIns="91422" tIns="45711" rIns="91422" bIns="45711">
            <a:spAutoFit/>
          </a:bodyPr>
          <a:lstStyle/>
          <a:p>
            <a:pPr algn="ctr"/>
            <a:r>
              <a:rPr lang="es-MX" sz="2400" dirty="0"/>
              <a:t>F5</a:t>
            </a:r>
            <a:endParaRPr lang="es-ES" sz="2400" dirty="0"/>
          </a:p>
        </p:txBody>
      </p:sp>
      <p:sp>
        <p:nvSpPr>
          <p:cNvPr id="4" name="CuadroTexto 3"/>
          <p:cNvSpPr txBox="1"/>
          <p:nvPr/>
        </p:nvSpPr>
        <p:spPr>
          <a:xfrm>
            <a:off x="7302426" y="5822711"/>
            <a:ext cx="2950145" cy="954107"/>
          </a:xfrm>
          <a:prstGeom prst="rect">
            <a:avLst/>
          </a:prstGeom>
          <a:noFill/>
        </p:spPr>
        <p:txBody>
          <a:bodyPr wrap="square" rtlCol="0">
            <a:spAutoFit/>
          </a:bodyPr>
          <a:lstStyle/>
          <a:p>
            <a:r>
              <a:rPr lang="es-PE" sz="2800" dirty="0">
                <a:solidFill>
                  <a:srgbClr val="FF0000"/>
                </a:solidFill>
              </a:rPr>
              <a:t>DURACION:14 d</a:t>
            </a:r>
          </a:p>
          <a:p>
            <a:r>
              <a:rPr lang="es-PE" sz="2800" dirty="0">
                <a:solidFill>
                  <a:srgbClr val="FF0000"/>
                </a:solidFill>
              </a:rPr>
              <a:t>Ruta crítica: BDFH</a:t>
            </a:r>
          </a:p>
        </p:txBody>
      </p:sp>
      <p:sp>
        <p:nvSpPr>
          <p:cNvPr id="32" name="Rectangle 2"/>
          <p:cNvSpPr txBox="1">
            <a:spLocks noRot="1" noChangeArrowheads="1"/>
          </p:cNvSpPr>
          <p:nvPr/>
        </p:nvSpPr>
        <p:spPr>
          <a:xfrm>
            <a:off x="6096000" y="110912"/>
            <a:ext cx="6071625" cy="641778"/>
          </a:xfrm>
          <a:prstGeom prst="rect">
            <a:avLst/>
          </a:prstGeom>
          <a:noFill/>
          <a:ln w="9525">
            <a:noFill/>
            <a:miter lim="800000"/>
            <a:headEnd/>
            <a:tailEnd/>
          </a:ln>
          <a:effectLst/>
        </p:spPr>
        <p:txBody>
          <a:bodyPr vert="horz" wrap="square" lIns="91440" tIns="45720" rIns="91440" bIns="45720" numCol="1" rtlCol="0" anchor="ctr" anchorCtr="0" compatLnSpc="1">
            <a:prstTxWarp prst="textNoShape">
              <a:avLst/>
            </a:prstTxWarp>
            <a:noAutofit/>
          </a:bodyPr>
          <a:lstStyle>
            <a:lvl1pPr algn="ctr">
              <a:lnSpc>
                <a:spcPts val="5800"/>
              </a:lnSpc>
              <a:spcBef>
                <a:spcPct val="0"/>
              </a:spcBef>
              <a:buSzPts val="3600"/>
              <a:buNone/>
              <a:defRPr sz="3200">
                <a:solidFill>
                  <a:schemeClr val="bg1"/>
                </a:solidFill>
                <a:effectLst>
                  <a:outerShdw blurRad="63500" dist="38100" dir="5400000" algn="t" rotWithShape="0">
                    <a:prstClr val="black">
                      <a:alpha val="25000"/>
                    </a:prstClr>
                  </a:outerShdw>
                </a:effectLst>
                <a:latin typeface="Bauhaus 93" pitchFamily="82" charset="0"/>
                <a:ea typeface="+mj-ea"/>
                <a:cs typeface="+mj-cs"/>
              </a:defRPr>
            </a:lvl1pPr>
          </a:lstStyle>
          <a:p>
            <a:pPr>
              <a:lnSpc>
                <a:spcPct val="100000"/>
              </a:lnSpc>
            </a:pPr>
            <a:r>
              <a:rPr lang="es-MX" dirty="0"/>
              <a:t>2.- Elaboración del diagrama de red</a:t>
            </a:r>
            <a:endParaRPr lang="es-ES" dirty="0"/>
          </a:p>
        </p:txBody>
      </p:sp>
      <p:sp>
        <p:nvSpPr>
          <p:cNvPr id="5" name="4 CuadroTexto"/>
          <p:cNvSpPr txBox="1"/>
          <p:nvPr/>
        </p:nvSpPr>
        <p:spPr>
          <a:xfrm>
            <a:off x="6375010" y="2720491"/>
            <a:ext cx="1296318" cy="1200329"/>
          </a:xfrm>
          <a:prstGeom prst="rect">
            <a:avLst/>
          </a:prstGeom>
          <a:noFill/>
        </p:spPr>
        <p:txBody>
          <a:bodyPr wrap="square" rtlCol="0">
            <a:spAutoFit/>
          </a:bodyPr>
          <a:lstStyle/>
          <a:p>
            <a:r>
              <a:rPr lang="es-ES" dirty="0"/>
              <a:t>Rutas:</a:t>
            </a:r>
          </a:p>
          <a:p>
            <a:r>
              <a:rPr lang="es-ES" dirty="0" err="1"/>
              <a:t>ACEG</a:t>
            </a:r>
            <a:r>
              <a:rPr lang="es-ES" dirty="0"/>
              <a:t>=13</a:t>
            </a:r>
          </a:p>
          <a:p>
            <a:r>
              <a:rPr lang="es-ES" dirty="0" err="1"/>
              <a:t>BDEG</a:t>
            </a:r>
            <a:r>
              <a:rPr lang="es-ES" dirty="0"/>
              <a:t>=13</a:t>
            </a:r>
          </a:p>
          <a:p>
            <a:r>
              <a:rPr lang="es-ES" dirty="0" err="1"/>
              <a:t>BDFH</a:t>
            </a:r>
            <a:r>
              <a:rPr lang="es-ES" dirty="0"/>
              <a:t>=14</a:t>
            </a:r>
            <a:endParaRPr lang="es-PE" dirty="0"/>
          </a:p>
        </p:txBody>
      </p:sp>
      <p:cxnSp>
        <p:nvCxnSpPr>
          <p:cNvPr id="31" name="Conector recto 30">
            <a:extLst>
              <a:ext uri="{FF2B5EF4-FFF2-40B4-BE49-F238E27FC236}">
                <a16:creationId xmlns:a16="http://schemas.microsoft.com/office/drawing/2014/main" id="{A84EF6E8-B2E6-928F-6BAE-A98697515396}"/>
              </a:ext>
            </a:extLst>
          </p:cNvPr>
          <p:cNvCxnSpPr/>
          <p:nvPr/>
        </p:nvCxnSpPr>
        <p:spPr>
          <a:xfrm>
            <a:off x="4390516" y="3390140"/>
            <a:ext cx="529839"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Conector recto 32">
            <a:extLst>
              <a:ext uri="{FF2B5EF4-FFF2-40B4-BE49-F238E27FC236}">
                <a16:creationId xmlns:a16="http://schemas.microsoft.com/office/drawing/2014/main" id="{06D85674-DCCF-FD12-4937-C7FF289AE2E2}"/>
              </a:ext>
            </a:extLst>
          </p:cNvPr>
          <p:cNvCxnSpPr>
            <a:cxnSpLocks/>
            <a:stCxn id="47107" idx="4"/>
          </p:cNvCxnSpPr>
          <p:nvPr/>
        </p:nvCxnSpPr>
        <p:spPr>
          <a:xfrm flipH="1" flipV="1">
            <a:off x="4655436" y="3390140"/>
            <a:ext cx="10438" cy="500823"/>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Conector recto 34">
            <a:extLst>
              <a:ext uri="{FF2B5EF4-FFF2-40B4-BE49-F238E27FC236}">
                <a16:creationId xmlns:a16="http://schemas.microsoft.com/office/drawing/2014/main" id="{E115BC68-3B74-C6DC-1D35-C79E55123516}"/>
              </a:ext>
            </a:extLst>
          </p:cNvPr>
          <p:cNvCxnSpPr/>
          <p:nvPr/>
        </p:nvCxnSpPr>
        <p:spPr>
          <a:xfrm>
            <a:off x="11550476" y="3414350"/>
            <a:ext cx="529839"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Conector recto 35">
            <a:extLst>
              <a:ext uri="{FF2B5EF4-FFF2-40B4-BE49-F238E27FC236}">
                <a16:creationId xmlns:a16="http://schemas.microsoft.com/office/drawing/2014/main" id="{04F880B6-E0EF-B406-584C-C812E5F2534E}"/>
              </a:ext>
            </a:extLst>
          </p:cNvPr>
          <p:cNvCxnSpPr>
            <a:cxnSpLocks/>
          </p:cNvCxnSpPr>
          <p:nvPr/>
        </p:nvCxnSpPr>
        <p:spPr>
          <a:xfrm flipH="1" flipV="1">
            <a:off x="11849580" y="3414350"/>
            <a:ext cx="10438" cy="500823"/>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Conector recto 36">
            <a:extLst>
              <a:ext uri="{FF2B5EF4-FFF2-40B4-BE49-F238E27FC236}">
                <a16:creationId xmlns:a16="http://schemas.microsoft.com/office/drawing/2014/main" id="{D6631A11-D1E9-DB7B-D0C5-0E23A928A20E}"/>
              </a:ext>
            </a:extLst>
          </p:cNvPr>
          <p:cNvCxnSpPr/>
          <p:nvPr/>
        </p:nvCxnSpPr>
        <p:spPr>
          <a:xfrm>
            <a:off x="10215902" y="1575580"/>
            <a:ext cx="529839"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 name="Conector recto 37">
            <a:extLst>
              <a:ext uri="{FF2B5EF4-FFF2-40B4-BE49-F238E27FC236}">
                <a16:creationId xmlns:a16="http://schemas.microsoft.com/office/drawing/2014/main" id="{A9008076-62DC-98E7-73D1-2FEF2ACECD3A}"/>
              </a:ext>
            </a:extLst>
          </p:cNvPr>
          <p:cNvCxnSpPr>
            <a:cxnSpLocks/>
          </p:cNvCxnSpPr>
          <p:nvPr/>
        </p:nvCxnSpPr>
        <p:spPr>
          <a:xfrm flipH="1" flipV="1">
            <a:off x="10506460" y="1575580"/>
            <a:ext cx="10438" cy="500823"/>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Conector recto 38">
            <a:extLst>
              <a:ext uri="{FF2B5EF4-FFF2-40B4-BE49-F238E27FC236}">
                <a16:creationId xmlns:a16="http://schemas.microsoft.com/office/drawing/2014/main" id="{83E95CD8-9ED9-8173-5C0B-455F4277561A}"/>
              </a:ext>
            </a:extLst>
          </p:cNvPr>
          <p:cNvCxnSpPr/>
          <p:nvPr/>
        </p:nvCxnSpPr>
        <p:spPr>
          <a:xfrm>
            <a:off x="8163489" y="1633974"/>
            <a:ext cx="529839"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Conector recto 39">
            <a:extLst>
              <a:ext uri="{FF2B5EF4-FFF2-40B4-BE49-F238E27FC236}">
                <a16:creationId xmlns:a16="http://schemas.microsoft.com/office/drawing/2014/main" id="{DC4BB8F0-F5C7-0458-7355-CE8C879CA300}"/>
              </a:ext>
            </a:extLst>
          </p:cNvPr>
          <p:cNvCxnSpPr>
            <a:cxnSpLocks/>
          </p:cNvCxnSpPr>
          <p:nvPr/>
        </p:nvCxnSpPr>
        <p:spPr>
          <a:xfrm flipH="1" flipV="1">
            <a:off x="8428409" y="1633974"/>
            <a:ext cx="10438" cy="500823"/>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Conector recto 40">
            <a:extLst>
              <a:ext uri="{FF2B5EF4-FFF2-40B4-BE49-F238E27FC236}">
                <a16:creationId xmlns:a16="http://schemas.microsoft.com/office/drawing/2014/main" id="{57E089AC-5383-2ABA-1495-BB89AEB7390F}"/>
              </a:ext>
            </a:extLst>
          </p:cNvPr>
          <p:cNvCxnSpPr/>
          <p:nvPr/>
        </p:nvCxnSpPr>
        <p:spPr>
          <a:xfrm>
            <a:off x="8153511" y="5161974"/>
            <a:ext cx="529839"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Conector recto 41">
            <a:extLst>
              <a:ext uri="{FF2B5EF4-FFF2-40B4-BE49-F238E27FC236}">
                <a16:creationId xmlns:a16="http://schemas.microsoft.com/office/drawing/2014/main" id="{738F325F-C8ED-E655-34F3-167BA7D832A7}"/>
              </a:ext>
            </a:extLst>
          </p:cNvPr>
          <p:cNvCxnSpPr>
            <a:cxnSpLocks/>
          </p:cNvCxnSpPr>
          <p:nvPr/>
        </p:nvCxnSpPr>
        <p:spPr>
          <a:xfrm flipH="1" flipV="1">
            <a:off x="8435523" y="5161974"/>
            <a:ext cx="10438" cy="500823"/>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Conector recto 42">
            <a:extLst>
              <a:ext uri="{FF2B5EF4-FFF2-40B4-BE49-F238E27FC236}">
                <a16:creationId xmlns:a16="http://schemas.microsoft.com/office/drawing/2014/main" id="{E2BB387F-DD18-DF6F-6AE6-60B6585D3948}"/>
              </a:ext>
            </a:extLst>
          </p:cNvPr>
          <p:cNvCxnSpPr/>
          <p:nvPr/>
        </p:nvCxnSpPr>
        <p:spPr>
          <a:xfrm>
            <a:off x="5853272" y="5169093"/>
            <a:ext cx="529839"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Conector recto 43">
            <a:extLst>
              <a:ext uri="{FF2B5EF4-FFF2-40B4-BE49-F238E27FC236}">
                <a16:creationId xmlns:a16="http://schemas.microsoft.com/office/drawing/2014/main" id="{C1519984-7586-8BEB-5681-1A31BB551BD1}"/>
              </a:ext>
            </a:extLst>
          </p:cNvPr>
          <p:cNvCxnSpPr>
            <a:cxnSpLocks/>
          </p:cNvCxnSpPr>
          <p:nvPr/>
        </p:nvCxnSpPr>
        <p:spPr>
          <a:xfrm flipH="1" flipV="1">
            <a:off x="6143830" y="5169093"/>
            <a:ext cx="10438" cy="500823"/>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 name="Conector recto 44">
            <a:extLst>
              <a:ext uri="{FF2B5EF4-FFF2-40B4-BE49-F238E27FC236}">
                <a16:creationId xmlns:a16="http://schemas.microsoft.com/office/drawing/2014/main" id="{BBA17C51-6D19-B2A1-4382-798EFB900319}"/>
              </a:ext>
            </a:extLst>
          </p:cNvPr>
          <p:cNvCxnSpPr/>
          <p:nvPr/>
        </p:nvCxnSpPr>
        <p:spPr>
          <a:xfrm>
            <a:off x="5851846" y="1561338"/>
            <a:ext cx="529839"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 name="Conector recto 45">
            <a:extLst>
              <a:ext uri="{FF2B5EF4-FFF2-40B4-BE49-F238E27FC236}">
                <a16:creationId xmlns:a16="http://schemas.microsoft.com/office/drawing/2014/main" id="{B1CFE9A0-BFD6-1FF5-2F4A-5D159D088F80}"/>
              </a:ext>
            </a:extLst>
          </p:cNvPr>
          <p:cNvCxnSpPr>
            <a:cxnSpLocks/>
          </p:cNvCxnSpPr>
          <p:nvPr/>
        </p:nvCxnSpPr>
        <p:spPr>
          <a:xfrm flipH="1" flipV="1">
            <a:off x="6133858" y="1561338"/>
            <a:ext cx="10438" cy="500823"/>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7" name="Conector recto 46">
            <a:extLst>
              <a:ext uri="{FF2B5EF4-FFF2-40B4-BE49-F238E27FC236}">
                <a16:creationId xmlns:a16="http://schemas.microsoft.com/office/drawing/2014/main" id="{E8F24E21-1698-93CA-7512-08C8832E1769}"/>
              </a:ext>
            </a:extLst>
          </p:cNvPr>
          <p:cNvCxnSpPr/>
          <p:nvPr/>
        </p:nvCxnSpPr>
        <p:spPr>
          <a:xfrm>
            <a:off x="10217331" y="5174787"/>
            <a:ext cx="529839"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Conector recto 47">
            <a:extLst>
              <a:ext uri="{FF2B5EF4-FFF2-40B4-BE49-F238E27FC236}">
                <a16:creationId xmlns:a16="http://schemas.microsoft.com/office/drawing/2014/main" id="{F9D046B7-9992-9C15-B40E-C6741C5C5845}"/>
              </a:ext>
            </a:extLst>
          </p:cNvPr>
          <p:cNvCxnSpPr>
            <a:cxnSpLocks/>
          </p:cNvCxnSpPr>
          <p:nvPr/>
        </p:nvCxnSpPr>
        <p:spPr>
          <a:xfrm flipH="1" flipV="1">
            <a:off x="10516435" y="5174787"/>
            <a:ext cx="10438" cy="500823"/>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Rectangle 3">
            <a:extLst>
              <a:ext uri="{FF2B5EF4-FFF2-40B4-BE49-F238E27FC236}">
                <a16:creationId xmlns:a16="http://schemas.microsoft.com/office/drawing/2014/main" id="{EF8739EB-05F0-F676-0047-0D5FE78958D3}"/>
              </a:ext>
            </a:extLst>
          </p:cNvPr>
          <p:cNvSpPr txBox="1">
            <a:spLocks noChangeArrowheads="1"/>
          </p:cNvSpPr>
          <p:nvPr/>
        </p:nvSpPr>
        <p:spPr>
          <a:xfrm>
            <a:off x="0" y="1259817"/>
            <a:ext cx="6096000" cy="495500"/>
          </a:xfrm>
          <a:prstGeom prst="rect">
            <a:avLst/>
          </a:prstGeom>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defRPr/>
            </a:pPr>
            <a:r>
              <a:rPr lang="es-PE">
                <a:latin typeface="Arial Narrow" panose="020B0606020202030204" pitchFamily="34" charset="0"/>
              </a:rPr>
              <a:t>Desarrollar una red en base a la siguiente información:</a:t>
            </a:r>
            <a:endParaRPr lang="es-PE" dirty="0">
              <a:latin typeface="Arial Narrow" panose="020B0606020202030204" pitchFamily="34" charset="0"/>
            </a:endParaRPr>
          </a:p>
        </p:txBody>
      </p:sp>
      <p:graphicFrame>
        <p:nvGraphicFramePr>
          <p:cNvPr id="7" name="Group 51">
            <a:extLst>
              <a:ext uri="{FF2B5EF4-FFF2-40B4-BE49-F238E27FC236}">
                <a16:creationId xmlns:a16="http://schemas.microsoft.com/office/drawing/2014/main" id="{7CA4757D-1D37-9919-E1DE-8A484927FCF3}"/>
              </a:ext>
            </a:extLst>
          </p:cNvPr>
          <p:cNvGraphicFramePr>
            <a:graphicFrameLocks noGrp="1"/>
          </p:cNvGraphicFramePr>
          <p:nvPr>
            <p:extLst>
              <p:ext uri="{D42A27DB-BD31-4B8C-83A1-F6EECF244321}">
                <p14:modId xmlns:p14="http://schemas.microsoft.com/office/powerpoint/2010/main" val="3674511969"/>
              </p:ext>
            </p:extLst>
          </p:nvPr>
        </p:nvGraphicFramePr>
        <p:xfrm>
          <a:off x="196855" y="1625299"/>
          <a:ext cx="3813322" cy="5090160"/>
        </p:xfrm>
        <a:graphic>
          <a:graphicData uri="http://schemas.openxmlformats.org/drawingml/2006/table">
            <a:tbl>
              <a:tblPr/>
              <a:tblGrid>
                <a:gridCol w="922103">
                  <a:extLst>
                    <a:ext uri="{9D8B030D-6E8A-4147-A177-3AD203B41FA5}">
                      <a16:colId xmlns:a16="http://schemas.microsoft.com/office/drawing/2014/main" val="20000"/>
                    </a:ext>
                  </a:extLst>
                </a:gridCol>
                <a:gridCol w="1737379">
                  <a:extLst>
                    <a:ext uri="{9D8B030D-6E8A-4147-A177-3AD203B41FA5}">
                      <a16:colId xmlns:a16="http://schemas.microsoft.com/office/drawing/2014/main" val="20001"/>
                    </a:ext>
                  </a:extLst>
                </a:gridCol>
                <a:gridCol w="1153840">
                  <a:extLst>
                    <a:ext uri="{9D8B030D-6E8A-4147-A177-3AD203B41FA5}">
                      <a16:colId xmlns:a16="http://schemas.microsoft.com/office/drawing/2014/main" val="20002"/>
                    </a:ext>
                  </a:extLst>
                </a:gridCol>
              </a:tblGrid>
              <a:tr h="90649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800" b="0" i="0" u="none" strike="noStrike" cap="none" normalizeH="0" baseline="0" noProof="0" dirty="0">
                          <a:ln>
                            <a:noFill/>
                          </a:ln>
                          <a:solidFill>
                            <a:schemeClr val="tx1"/>
                          </a:solidFill>
                          <a:effectLst/>
                          <a:latin typeface="Arial Narrow" pitchFamily="34" charset="0"/>
                        </a:rPr>
                        <a:t>Tarea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800" b="0" i="0" u="none" strike="noStrike" cap="none" normalizeH="0" baseline="0" noProof="0" dirty="0">
                          <a:ln>
                            <a:noFill/>
                          </a:ln>
                          <a:solidFill>
                            <a:schemeClr val="tx1"/>
                          </a:solidFill>
                          <a:effectLst/>
                          <a:latin typeface="Arial Narrow" pitchFamily="34" charset="0"/>
                        </a:rPr>
                        <a:t>Predecesor inmediato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2800" b="0" i="0" u="none" strike="noStrike" cap="none" normalizeH="0" baseline="0" noProof="0" dirty="0">
                          <a:ln>
                            <a:noFill/>
                          </a:ln>
                          <a:solidFill>
                            <a:schemeClr val="tx1"/>
                          </a:solidFill>
                          <a:effectLst/>
                          <a:latin typeface="Arial Narrow" pitchFamily="34" charset="0"/>
                        </a:rPr>
                        <a:t>Tiempo</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 sz="2800" b="0" i="0" u="none" strike="noStrike" cap="none" normalizeH="0" baseline="0" noProof="0" dirty="0">
                          <a:ln>
                            <a:noFill/>
                          </a:ln>
                          <a:solidFill>
                            <a:schemeClr val="tx1"/>
                          </a:solidFill>
                          <a:effectLst/>
                          <a:latin typeface="Arial Narrow" pitchFamily="34" charset="0"/>
                        </a:rPr>
                        <a:t>(días)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10000"/>
                  </a:ext>
                </a:extLst>
              </a:tr>
              <a:tr h="51146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800" b="0" i="0" u="none" strike="noStrike" cap="none" normalizeH="0" baseline="0" noProof="0" dirty="0">
                          <a:ln>
                            <a:noFill/>
                          </a:ln>
                          <a:solidFill>
                            <a:schemeClr val="tx1"/>
                          </a:solidFill>
                          <a:effectLst/>
                          <a:latin typeface="Arial Narrow" pitchFamily="34" charset="0"/>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800" b="0" i="0" u="none" strike="noStrike" cap="none" normalizeH="0" baseline="0" noProof="0" dirty="0">
                          <a:ln>
                            <a:noFill/>
                          </a:ln>
                          <a:solidFill>
                            <a:schemeClr val="tx1"/>
                          </a:solidFill>
                          <a:effectLst/>
                          <a:latin typeface="Arial Narrow"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800" b="0" i="0" u="none" strike="noStrike" cap="none" normalizeH="0" baseline="0" noProof="0" dirty="0">
                          <a:ln>
                            <a:noFill/>
                          </a:ln>
                          <a:solidFill>
                            <a:schemeClr val="tx1"/>
                          </a:solidFill>
                          <a:effectLst/>
                          <a:latin typeface="Arial Narrow"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10001"/>
                  </a:ext>
                </a:extLst>
              </a:tr>
              <a:tr h="51146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800" b="0" i="0" u="none" strike="noStrike" cap="none" normalizeH="0" baseline="0" noProof="0" dirty="0">
                          <a:ln>
                            <a:noFill/>
                          </a:ln>
                          <a:solidFill>
                            <a:schemeClr val="tx1"/>
                          </a:solidFill>
                          <a:effectLst/>
                          <a:latin typeface="Arial Narrow" pitchFamily="34" charset="0"/>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800" b="0" i="0" u="none" strike="noStrike" cap="none" normalizeH="0" baseline="0" noProof="0" dirty="0">
                          <a:ln>
                            <a:noFill/>
                          </a:ln>
                          <a:solidFill>
                            <a:schemeClr val="tx1"/>
                          </a:solidFill>
                          <a:effectLst/>
                          <a:latin typeface="Arial Narrow"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800" b="0" i="0" u="none" strike="noStrike" cap="none" normalizeH="0" baseline="0" noProof="0" dirty="0">
                          <a:ln>
                            <a:noFill/>
                          </a:ln>
                          <a:solidFill>
                            <a:schemeClr val="tx1"/>
                          </a:solidFill>
                          <a:effectLst/>
                          <a:latin typeface="Arial Narrow" pitchFamily="34"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10002"/>
                  </a:ext>
                </a:extLst>
              </a:tr>
              <a:tr h="51146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800" b="0" i="0" u="none" strike="noStrike" cap="none" normalizeH="0" baseline="0" noProof="0" dirty="0">
                          <a:ln>
                            <a:noFill/>
                          </a:ln>
                          <a:solidFill>
                            <a:schemeClr val="tx1"/>
                          </a:solidFill>
                          <a:effectLst/>
                          <a:latin typeface="Arial Narrow" pitchFamily="34" charset="0"/>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800" b="0" i="0" u="none" strike="noStrike" cap="none" normalizeH="0" baseline="0" noProof="0" dirty="0">
                          <a:ln>
                            <a:noFill/>
                          </a:ln>
                          <a:solidFill>
                            <a:schemeClr val="tx1"/>
                          </a:solidFill>
                          <a:effectLst/>
                          <a:latin typeface="Arial Narrow" pitchFamily="34" charset="0"/>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800" b="0" i="0" u="none" strike="noStrike" cap="none" normalizeH="0" baseline="0" noProof="0" dirty="0">
                          <a:ln>
                            <a:noFill/>
                          </a:ln>
                          <a:solidFill>
                            <a:schemeClr val="tx1"/>
                          </a:solidFill>
                          <a:effectLst/>
                          <a:latin typeface="Arial Narrow" pitchFamily="34"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10003"/>
                  </a:ext>
                </a:extLst>
              </a:tr>
              <a:tr h="51146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800" b="0" i="0" u="none" strike="noStrike" cap="none" normalizeH="0" baseline="0" noProof="0" dirty="0">
                          <a:ln>
                            <a:noFill/>
                          </a:ln>
                          <a:solidFill>
                            <a:schemeClr val="tx1"/>
                          </a:solidFill>
                          <a:effectLst/>
                          <a:latin typeface="Arial Narrow" pitchFamily="34" charset="0"/>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800" b="0" i="0" u="none" strike="noStrike" cap="none" normalizeH="0" baseline="0" noProof="0" dirty="0">
                          <a:ln>
                            <a:noFill/>
                          </a:ln>
                          <a:solidFill>
                            <a:schemeClr val="tx1"/>
                          </a:solidFill>
                          <a:effectLst/>
                          <a:latin typeface="Arial Narrow" pitchFamily="34" charset="0"/>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800" b="0" i="0" u="none" strike="noStrike" cap="none" normalizeH="0" baseline="0" noProof="0" dirty="0">
                          <a:ln>
                            <a:noFill/>
                          </a:ln>
                          <a:solidFill>
                            <a:schemeClr val="tx1"/>
                          </a:solidFill>
                          <a:effectLst/>
                          <a:latin typeface="Arial Narrow" pitchFamily="34"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10004"/>
                  </a:ext>
                </a:extLst>
              </a:tr>
              <a:tr h="51146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800" b="0" i="0" u="none" strike="noStrike" cap="none" normalizeH="0" baseline="0" noProof="0" dirty="0">
                          <a:ln>
                            <a:noFill/>
                          </a:ln>
                          <a:solidFill>
                            <a:schemeClr val="tx1"/>
                          </a:solidFill>
                          <a:effectLst/>
                          <a:latin typeface="Arial Narrow" pitchFamily="34" charset="0"/>
                        </a:rPr>
                        <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800" b="0" i="0" u="none" strike="noStrike" cap="none" normalizeH="0" baseline="0" noProof="0" dirty="0">
                          <a:ln>
                            <a:noFill/>
                          </a:ln>
                          <a:solidFill>
                            <a:schemeClr val="tx1"/>
                          </a:solidFill>
                          <a:effectLst/>
                          <a:latin typeface="Arial Narrow" pitchFamily="34" charset="0"/>
                        </a:rPr>
                        <a:t>C, 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800" b="0" i="0" u="none" strike="noStrike" cap="none" normalizeH="0" baseline="0" noProof="0" dirty="0">
                          <a:ln>
                            <a:noFill/>
                          </a:ln>
                          <a:solidFill>
                            <a:schemeClr val="tx1"/>
                          </a:solidFill>
                          <a:effectLst/>
                          <a:latin typeface="Arial Narrow"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1925358527"/>
                  </a:ext>
                </a:extLst>
              </a:tr>
              <a:tr h="51146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800" b="0" i="0" u="none" strike="noStrike" cap="none" normalizeH="0" baseline="0" noProof="0" dirty="0">
                          <a:ln>
                            <a:noFill/>
                          </a:ln>
                          <a:solidFill>
                            <a:schemeClr val="tx1"/>
                          </a:solidFill>
                          <a:effectLst/>
                          <a:latin typeface="Arial Narrow" pitchFamily="34"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800" b="0" i="0" u="none" strike="noStrike" cap="none" normalizeH="0" baseline="0" noProof="0" dirty="0">
                          <a:ln>
                            <a:noFill/>
                          </a:ln>
                          <a:solidFill>
                            <a:schemeClr val="tx1"/>
                          </a:solidFill>
                          <a:effectLst/>
                          <a:latin typeface="Arial Narrow" pitchFamily="34" charset="0"/>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800" b="0" i="0" u="none" strike="noStrike" cap="none" normalizeH="0" baseline="0" noProof="0" dirty="0">
                          <a:ln>
                            <a:noFill/>
                          </a:ln>
                          <a:solidFill>
                            <a:schemeClr val="tx1"/>
                          </a:solidFill>
                          <a:effectLst/>
                          <a:latin typeface="Arial Narrow" pitchFamily="34"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2395481134"/>
                  </a:ext>
                </a:extLst>
              </a:tr>
              <a:tr h="51146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800" b="0" i="0" u="none" strike="noStrike" cap="none" normalizeH="0" baseline="0" noProof="0" dirty="0">
                          <a:ln>
                            <a:noFill/>
                          </a:ln>
                          <a:solidFill>
                            <a:schemeClr val="tx1"/>
                          </a:solidFill>
                          <a:effectLst/>
                          <a:latin typeface="Arial Narrow" pitchFamily="34" charset="0"/>
                        </a:rPr>
                        <a:t>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800" b="0" i="0" u="none" strike="noStrike" cap="none" normalizeH="0" baseline="0" noProof="0" dirty="0">
                          <a:ln>
                            <a:noFill/>
                          </a:ln>
                          <a:solidFill>
                            <a:schemeClr val="tx1"/>
                          </a:solidFill>
                          <a:effectLst/>
                          <a:latin typeface="Arial Narrow" pitchFamily="34" charset="0"/>
                        </a:rPr>
                        <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800" b="0" i="0" u="none" strike="noStrike" cap="none" normalizeH="0" baseline="0" noProof="0" dirty="0">
                          <a:ln>
                            <a:noFill/>
                          </a:ln>
                          <a:solidFill>
                            <a:schemeClr val="tx1"/>
                          </a:solidFill>
                          <a:effectLst/>
                          <a:latin typeface="Arial Narrow"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4112701015"/>
                  </a:ext>
                </a:extLst>
              </a:tr>
              <a:tr h="51146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800" b="0" i="0" u="none" strike="noStrike" cap="none" normalizeH="0" baseline="0" noProof="0" dirty="0">
                          <a:ln>
                            <a:noFill/>
                          </a:ln>
                          <a:solidFill>
                            <a:schemeClr val="tx1"/>
                          </a:solidFill>
                          <a:effectLst/>
                          <a:latin typeface="Arial Narrow" pitchFamily="34" charset="0"/>
                        </a:rPr>
                        <a: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800" b="0" i="0" u="none" strike="noStrike" cap="none" normalizeH="0" baseline="0" noProof="0" dirty="0">
                          <a:ln>
                            <a:noFill/>
                          </a:ln>
                          <a:solidFill>
                            <a:schemeClr val="tx1"/>
                          </a:solidFill>
                          <a:effectLst/>
                          <a:latin typeface="Arial Narrow" pitchFamily="34"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2800" b="0" i="0" u="none" strike="noStrike" cap="none" normalizeH="0" baseline="0" noProof="0" dirty="0">
                          <a:ln>
                            <a:noFill/>
                          </a:ln>
                          <a:solidFill>
                            <a:schemeClr val="tx1"/>
                          </a:solidFill>
                          <a:effectLst/>
                          <a:latin typeface="Arial Narrow" pitchFamily="34"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extLst>
                  <a:ext uri="{0D108BD9-81ED-4DB2-BD59-A6C34878D82A}">
                    <a16:rowId xmlns:a16="http://schemas.microsoft.com/office/drawing/2014/main" val="3912947713"/>
                  </a:ext>
                </a:extLst>
              </a:tr>
            </a:tbl>
          </a:graphicData>
        </a:graphic>
      </p:graphicFrame>
    </p:spTree>
    <p:extLst>
      <p:ext uri="{BB962C8B-B14F-4D97-AF65-F5344CB8AC3E}">
        <p14:creationId xmlns:p14="http://schemas.microsoft.com/office/powerpoint/2010/main" val="334147722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10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710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710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710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71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71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71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71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71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71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71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71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71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71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71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712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71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71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712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712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712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712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712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1"/>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3"/>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5"/>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6"/>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7"/>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8"/>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39"/>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40"/>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1"/>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42"/>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43"/>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44"/>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45"/>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46"/>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47"/>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48"/>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6" grpId="0" animBg="1"/>
      <p:bldP spid="47107" grpId="0" animBg="1"/>
      <p:bldP spid="47108" grpId="0" animBg="1"/>
      <p:bldP spid="47109" grpId="0" animBg="1"/>
      <p:bldP spid="47110" grpId="0" animBg="1"/>
      <p:bldP spid="47111" grpId="0" animBg="1"/>
      <p:bldP spid="47112" grpId="0" animBg="1"/>
      <p:bldP spid="47113" grpId="0" animBg="1"/>
      <p:bldP spid="47114" grpId="0" animBg="1"/>
      <p:bldP spid="47115" grpId="0" animBg="1"/>
      <p:bldP spid="47116" grpId="0" animBg="1"/>
      <p:bldP spid="47117" grpId="0" animBg="1"/>
      <p:bldP spid="47118" grpId="0" animBg="1"/>
      <p:bldP spid="47119" grpId="0" animBg="1"/>
      <p:bldP spid="47120" grpId="0" animBg="1"/>
      <p:bldP spid="47121" grpId="0"/>
      <p:bldP spid="47122" grpId="0"/>
      <p:bldP spid="47123" grpId="0"/>
      <p:bldP spid="47124" grpId="0"/>
      <p:bldP spid="47125" grpId="0"/>
      <p:bldP spid="47126" grpId="0"/>
      <p:bldP spid="47127" grpId="0"/>
      <p:bldP spid="47128" grpId="0"/>
      <p:bldP spid="28" grpId="0" animBg="1"/>
      <p:bldP spid="29" grpId="0" animBg="1"/>
      <p:bldP spid="30" grpId="0"/>
      <p:bldP spid="4" grpId="0"/>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Rot="1" noChangeArrowheads="1"/>
          </p:cNvSpPr>
          <p:nvPr>
            <p:ph type="title"/>
          </p:nvPr>
        </p:nvSpPr>
        <p:spPr>
          <a:xfrm>
            <a:off x="1497031" y="476673"/>
            <a:ext cx="4248150" cy="777875"/>
          </a:xfrm>
          <a:noFill/>
          <a:ln w="9525">
            <a:noFill/>
            <a:miter lim="800000"/>
            <a:headEnd/>
            <a:tailEnd/>
          </a:ln>
          <a:effectLst/>
        </p:spPr>
        <p:txBody>
          <a:bodyPr vert="horz" wrap="square" lIns="91440" tIns="45720" rIns="91440" bIns="45720" numCol="1" rtlCol="0" anchor="ctr" anchorCtr="0" compatLnSpc="1">
            <a:prstTxWarp prst="textNoShape">
              <a:avLst/>
            </a:prstTxWarp>
            <a:noAutofit/>
          </a:bodyPr>
          <a:lstStyle/>
          <a:p>
            <a:pPr>
              <a:buSzPts val="3600"/>
            </a:pPr>
            <a:r>
              <a:rPr lang="es-MX" sz="3200" dirty="0">
                <a:solidFill>
                  <a:schemeClr val="bg1"/>
                </a:solidFill>
                <a:latin typeface="Bauhaus 93" pitchFamily="82" charset="0"/>
              </a:rPr>
              <a:t>Ejercicio 10.1</a:t>
            </a:r>
            <a:endParaRPr lang="es-ES" sz="3200" dirty="0">
              <a:solidFill>
                <a:schemeClr val="bg1"/>
              </a:solidFill>
              <a:latin typeface="Bauhaus 93" pitchFamily="82" charset="0"/>
            </a:endParaRPr>
          </a:p>
        </p:txBody>
      </p:sp>
      <p:graphicFrame>
        <p:nvGraphicFramePr>
          <p:cNvPr id="7170" name="Object 3"/>
          <p:cNvGraphicFramePr>
            <a:graphicFrameLocks noGrp="1" noChangeAspect="1"/>
          </p:cNvGraphicFramePr>
          <p:nvPr>
            <p:ph idx="1"/>
            <p:extLst>
              <p:ext uri="{D42A27DB-BD31-4B8C-83A1-F6EECF244321}">
                <p14:modId xmlns:p14="http://schemas.microsoft.com/office/powerpoint/2010/main" val="970381880"/>
              </p:ext>
            </p:extLst>
          </p:nvPr>
        </p:nvGraphicFramePr>
        <p:xfrm>
          <a:off x="117549" y="1330025"/>
          <a:ext cx="5703888" cy="1962150"/>
        </p:xfrm>
        <a:graphic>
          <a:graphicData uri="http://schemas.openxmlformats.org/presentationml/2006/ole">
            <mc:AlternateContent xmlns:mc="http://schemas.openxmlformats.org/markup-compatibility/2006">
              <mc:Choice xmlns:v="urn:schemas-microsoft-com:vml" Requires="v">
                <p:oleObj name="Hoja de cálculo" r:id="rId3" imgW="2381121" imgH="819248" progId="Excel.Sheet.8">
                  <p:embed/>
                </p:oleObj>
              </mc:Choice>
              <mc:Fallback>
                <p:oleObj name="Hoja de cálculo" r:id="rId3" imgW="2381121" imgH="819248" progId="Excel.Sheet.8">
                  <p:embed/>
                  <p:pic>
                    <p:nvPicPr>
                      <p:cNvPr id="7170" name="Object 3"/>
                      <p:cNvPicPr>
                        <a:picLocks noGrp="1" noChangeAspect="1" noChangeArrowheads="1"/>
                      </p:cNvPicPr>
                      <p:nvPr/>
                    </p:nvPicPr>
                    <p:blipFill>
                      <a:blip r:embed="rId4"/>
                      <a:srcRect/>
                      <a:stretch>
                        <a:fillRect/>
                      </a:stretch>
                    </p:blipFill>
                    <p:spPr bwMode="auto">
                      <a:xfrm>
                        <a:off x="117549" y="1330025"/>
                        <a:ext cx="5703888" cy="1962150"/>
                      </a:xfrm>
                      <a:prstGeom prst="rect">
                        <a:avLst/>
                      </a:prstGeom>
                      <a:solidFill>
                        <a:schemeClr val="bg2">
                          <a:lumMod val="75000"/>
                        </a:schemeClr>
                      </a:solidFill>
                    </p:spPr>
                  </p:pic>
                </p:oleObj>
              </mc:Fallback>
            </mc:AlternateContent>
          </a:graphicData>
        </a:graphic>
      </p:graphicFrame>
      <p:grpSp>
        <p:nvGrpSpPr>
          <p:cNvPr id="2" name="Group 5"/>
          <p:cNvGrpSpPr>
            <a:grpSpLocks/>
          </p:cNvGrpSpPr>
          <p:nvPr/>
        </p:nvGrpSpPr>
        <p:grpSpPr bwMode="auto">
          <a:xfrm>
            <a:off x="3121670" y="3561408"/>
            <a:ext cx="5813571" cy="2525708"/>
            <a:chOff x="999" y="1296"/>
            <a:chExt cx="4421" cy="1998"/>
          </a:xfrm>
        </p:grpSpPr>
        <p:sp>
          <p:nvSpPr>
            <p:cNvPr id="7173" name="Oval 6"/>
            <p:cNvSpPr>
              <a:spLocks noChangeArrowheads="1"/>
            </p:cNvSpPr>
            <p:nvPr/>
          </p:nvSpPr>
          <p:spPr bwMode="auto">
            <a:xfrm>
              <a:off x="999" y="1298"/>
              <a:ext cx="576" cy="589"/>
            </a:xfrm>
            <a:prstGeom prst="ellipse">
              <a:avLst/>
            </a:prstGeom>
            <a:solidFill>
              <a:schemeClr val="bg1"/>
            </a:solidFill>
            <a:ln w="31750">
              <a:solidFill>
                <a:schemeClr val="tx1"/>
              </a:solidFill>
              <a:round/>
              <a:headEnd/>
              <a:tailEnd/>
            </a:ln>
          </p:spPr>
          <p:txBody>
            <a:bodyPr wrap="none" lIns="91422" tIns="45711" rIns="91422" bIns="45711" anchor="ctr"/>
            <a:lstStyle/>
            <a:p>
              <a:pPr algn="ctr"/>
              <a:r>
                <a:rPr lang="es-MX" sz="2800" b="1"/>
                <a:t>0</a:t>
              </a:r>
              <a:endParaRPr lang="es-ES" sz="2800" b="1" dirty="0"/>
            </a:p>
          </p:txBody>
        </p:sp>
        <p:sp>
          <p:nvSpPr>
            <p:cNvPr id="7174" name="Oval 7"/>
            <p:cNvSpPr>
              <a:spLocks noChangeArrowheads="1"/>
            </p:cNvSpPr>
            <p:nvPr/>
          </p:nvSpPr>
          <p:spPr bwMode="auto">
            <a:xfrm>
              <a:off x="2446" y="2704"/>
              <a:ext cx="569" cy="590"/>
            </a:xfrm>
            <a:prstGeom prst="ellipse">
              <a:avLst/>
            </a:prstGeom>
            <a:solidFill>
              <a:schemeClr val="bg1"/>
            </a:solidFill>
            <a:ln w="31750">
              <a:solidFill>
                <a:schemeClr val="tx1"/>
              </a:solidFill>
              <a:round/>
              <a:headEnd/>
              <a:tailEnd/>
            </a:ln>
          </p:spPr>
          <p:txBody>
            <a:bodyPr wrap="none" lIns="91422" tIns="45711" rIns="91422" bIns="45711" anchor="ctr"/>
            <a:lstStyle/>
            <a:p>
              <a:pPr algn="ctr"/>
              <a:r>
                <a:rPr lang="es-MX" sz="2800" b="1" dirty="0"/>
                <a:t>2</a:t>
              </a:r>
              <a:endParaRPr lang="es-ES" sz="2800" b="1" dirty="0"/>
            </a:p>
          </p:txBody>
        </p:sp>
        <p:sp>
          <p:nvSpPr>
            <p:cNvPr id="7175" name="Oval 8"/>
            <p:cNvSpPr>
              <a:spLocks noChangeArrowheads="1"/>
            </p:cNvSpPr>
            <p:nvPr/>
          </p:nvSpPr>
          <p:spPr bwMode="auto">
            <a:xfrm>
              <a:off x="4848" y="2640"/>
              <a:ext cx="572" cy="609"/>
            </a:xfrm>
            <a:prstGeom prst="ellipse">
              <a:avLst/>
            </a:prstGeom>
            <a:solidFill>
              <a:schemeClr val="bg1"/>
            </a:solidFill>
            <a:ln w="31750">
              <a:solidFill>
                <a:schemeClr val="tx1"/>
              </a:solidFill>
              <a:round/>
              <a:headEnd/>
              <a:tailEnd/>
            </a:ln>
          </p:spPr>
          <p:txBody>
            <a:bodyPr wrap="none" lIns="91422" tIns="45711" rIns="91422" bIns="45711" anchor="ctr"/>
            <a:lstStyle/>
            <a:p>
              <a:pPr algn="ctr"/>
              <a:r>
                <a:rPr lang="es-MX" sz="2800" b="1"/>
                <a:t>4</a:t>
              </a:r>
              <a:endParaRPr lang="es-ES" sz="2800" b="1" dirty="0"/>
            </a:p>
          </p:txBody>
        </p:sp>
        <p:sp>
          <p:nvSpPr>
            <p:cNvPr id="7176" name="Oval 9"/>
            <p:cNvSpPr>
              <a:spLocks noChangeArrowheads="1"/>
            </p:cNvSpPr>
            <p:nvPr/>
          </p:nvSpPr>
          <p:spPr bwMode="auto">
            <a:xfrm>
              <a:off x="2448" y="1296"/>
              <a:ext cx="568" cy="592"/>
            </a:xfrm>
            <a:prstGeom prst="ellipse">
              <a:avLst/>
            </a:prstGeom>
            <a:solidFill>
              <a:schemeClr val="bg1"/>
            </a:solidFill>
            <a:ln w="31750">
              <a:solidFill>
                <a:schemeClr val="tx1"/>
              </a:solidFill>
              <a:round/>
              <a:headEnd/>
              <a:tailEnd/>
            </a:ln>
          </p:spPr>
          <p:txBody>
            <a:bodyPr wrap="none" lIns="91422" tIns="45711" rIns="91422" bIns="45711" anchor="ctr"/>
            <a:lstStyle/>
            <a:p>
              <a:pPr algn="ctr"/>
              <a:r>
                <a:rPr lang="es-MX" sz="2800" b="1"/>
                <a:t>1</a:t>
              </a:r>
              <a:endParaRPr lang="es-ES" sz="2800" b="1" dirty="0"/>
            </a:p>
          </p:txBody>
        </p:sp>
        <p:sp>
          <p:nvSpPr>
            <p:cNvPr id="7177" name="Oval 10"/>
            <p:cNvSpPr>
              <a:spLocks noChangeArrowheads="1"/>
            </p:cNvSpPr>
            <p:nvPr/>
          </p:nvSpPr>
          <p:spPr bwMode="auto">
            <a:xfrm>
              <a:off x="3984" y="1296"/>
              <a:ext cx="574" cy="576"/>
            </a:xfrm>
            <a:prstGeom prst="ellipse">
              <a:avLst/>
            </a:prstGeom>
            <a:solidFill>
              <a:schemeClr val="bg1"/>
            </a:solidFill>
            <a:ln w="31750">
              <a:solidFill>
                <a:schemeClr val="tx1"/>
              </a:solidFill>
              <a:round/>
              <a:headEnd/>
              <a:tailEnd/>
            </a:ln>
          </p:spPr>
          <p:txBody>
            <a:bodyPr wrap="none" lIns="91422" tIns="45711" rIns="91422" bIns="45711" anchor="ctr"/>
            <a:lstStyle/>
            <a:p>
              <a:pPr algn="ctr"/>
              <a:r>
                <a:rPr lang="es-MX" sz="2800" b="1"/>
                <a:t>3</a:t>
              </a:r>
              <a:endParaRPr lang="es-ES" sz="2800" b="1" dirty="0"/>
            </a:p>
          </p:txBody>
        </p:sp>
        <p:sp>
          <p:nvSpPr>
            <p:cNvPr id="7178" name="Line 11"/>
            <p:cNvSpPr>
              <a:spLocks noChangeShapeType="1"/>
            </p:cNvSpPr>
            <p:nvPr/>
          </p:nvSpPr>
          <p:spPr bwMode="auto">
            <a:xfrm flipV="1">
              <a:off x="1535" y="1611"/>
              <a:ext cx="913" cy="6"/>
            </a:xfrm>
            <a:prstGeom prst="line">
              <a:avLst/>
            </a:prstGeom>
            <a:noFill/>
            <a:ln w="9525">
              <a:solidFill>
                <a:schemeClr val="tx1"/>
              </a:solidFill>
              <a:round/>
              <a:headEnd/>
              <a:tailEnd type="triangle" w="med" len="med"/>
            </a:ln>
          </p:spPr>
          <p:txBody>
            <a:bodyPr/>
            <a:lstStyle/>
            <a:p>
              <a:endParaRPr lang="es-ES" sz="2800" b="1" dirty="0"/>
            </a:p>
          </p:txBody>
        </p:sp>
        <p:sp>
          <p:nvSpPr>
            <p:cNvPr id="7179" name="Line 12"/>
            <p:cNvSpPr>
              <a:spLocks noChangeShapeType="1"/>
            </p:cNvSpPr>
            <p:nvPr/>
          </p:nvSpPr>
          <p:spPr bwMode="auto">
            <a:xfrm>
              <a:off x="3061" y="1617"/>
              <a:ext cx="912" cy="0"/>
            </a:xfrm>
            <a:prstGeom prst="line">
              <a:avLst/>
            </a:prstGeom>
            <a:noFill/>
            <a:ln w="9525">
              <a:solidFill>
                <a:schemeClr val="tx1"/>
              </a:solidFill>
              <a:round/>
              <a:headEnd/>
              <a:tailEnd type="triangle" w="med" len="med"/>
            </a:ln>
          </p:spPr>
          <p:txBody>
            <a:bodyPr/>
            <a:lstStyle/>
            <a:p>
              <a:endParaRPr lang="es-ES" sz="2800" b="1" dirty="0"/>
            </a:p>
          </p:txBody>
        </p:sp>
        <p:sp>
          <p:nvSpPr>
            <p:cNvPr id="7180" name="Line 13"/>
            <p:cNvSpPr>
              <a:spLocks noChangeShapeType="1"/>
            </p:cNvSpPr>
            <p:nvPr/>
          </p:nvSpPr>
          <p:spPr bwMode="auto">
            <a:xfrm>
              <a:off x="1429" y="1824"/>
              <a:ext cx="1019" cy="1034"/>
            </a:xfrm>
            <a:prstGeom prst="line">
              <a:avLst/>
            </a:prstGeom>
            <a:noFill/>
            <a:ln w="9525">
              <a:solidFill>
                <a:schemeClr val="tx1"/>
              </a:solidFill>
              <a:round/>
              <a:headEnd/>
              <a:tailEnd type="triangle" w="med" len="med"/>
            </a:ln>
          </p:spPr>
          <p:txBody>
            <a:bodyPr/>
            <a:lstStyle/>
            <a:p>
              <a:endParaRPr lang="es-ES" sz="2800" b="1" dirty="0"/>
            </a:p>
          </p:txBody>
        </p:sp>
        <p:sp>
          <p:nvSpPr>
            <p:cNvPr id="7181" name="Line 14"/>
            <p:cNvSpPr>
              <a:spLocks noChangeShapeType="1"/>
            </p:cNvSpPr>
            <p:nvPr/>
          </p:nvSpPr>
          <p:spPr bwMode="auto">
            <a:xfrm flipV="1">
              <a:off x="3061" y="1824"/>
              <a:ext cx="1019" cy="960"/>
            </a:xfrm>
            <a:prstGeom prst="line">
              <a:avLst/>
            </a:prstGeom>
            <a:noFill/>
            <a:ln w="9525">
              <a:solidFill>
                <a:schemeClr val="tx1"/>
              </a:solidFill>
              <a:prstDash val="dash"/>
              <a:round/>
              <a:headEnd/>
              <a:tailEnd type="triangle" w="med" len="med"/>
            </a:ln>
          </p:spPr>
          <p:txBody>
            <a:bodyPr/>
            <a:lstStyle/>
            <a:p>
              <a:endParaRPr lang="es-ES" sz="2800" b="1" dirty="0"/>
            </a:p>
          </p:txBody>
        </p:sp>
        <p:sp>
          <p:nvSpPr>
            <p:cNvPr id="7182" name="Text Box 15"/>
            <p:cNvSpPr txBox="1">
              <a:spLocks noChangeArrowheads="1"/>
            </p:cNvSpPr>
            <p:nvPr/>
          </p:nvSpPr>
          <p:spPr bwMode="auto">
            <a:xfrm>
              <a:off x="1643" y="1306"/>
              <a:ext cx="306" cy="414"/>
            </a:xfrm>
            <a:prstGeom prst="rect">
              <a:avLst/>
            </a:prstGeom>
            <a:noFill/>
            <a:ln w="9525">
              <a:noFill/>
              <a:miter lim="800000"/>
              <a:headEnd/>
              <a:tailEnd/>
            </a:ln>
          </p:spPr>
          <p:txBody>
            <a:bodyPr wrap="none" lIns="91422" tIns="45711" rIns="91422" bIns="45711">
              <a:spAutoFit/>
            </a:bodyPr>
            <a:lstStyle/>
            <a:p>
              <a:pPr algn="ctr"/>
              <a:r>
                <a:rPr lang="es-MX" sz="2800" b="1" dirty="0"/>
                <a:t>A</a:t>
              </a:r>
              <a:endParaRPr lang="es-ES" sz="2800" b="1" dirty="0"/>
            </a:p>
          </p:txBody>
        </p:sp>
        <p:sp>
          <p:nvSpPr>
            <p:cNvPr id="7183" name="Text Box 16"/>
            <p:cNvSpPr txBox="1">
              <a:spLocks noChangeArrowheads="1"/>
            </p:cNvSpPr>
            <p:nvPr/>
          </p:nvSpPr>
          <p:spPr bwMode="auto">
            <a:xfrm>
              <a:off x="3264" y="1322"/>
              <a:ext cx="285" cy="414"/>
            </a:xfrm>
            <a:prstGeom prst="rect">
              <a:avLst/>
            </a:prstGeom>
            <a:noFill/>
            <a:ln w="9525">
              <a:noFill/>
              <a:miter lim="800000"/>
              <a:headEnd/>
              <a:tailEnd/>
            </a:ln>
          </p:spPr>
          <p:txBody>
            <a:bodyPr wrap="none" lIns="91422" tIns="45711" rIns="91422" bIns="45711">
              <a:spAutoFit/>
            </a:bodyPr>
            <a:lstStyle/>
            <a:p>
              <a:pPr algn="ctr"/>
              <a:r>
                <a:rPr lang="es-MX" sz="2800" b="1" dirty="0"/>
                <a:t>C</a:t>
              </a:r>
              <a:endParaRPr lang="es-ES" sz="2800" b="1" dirty="0"/>
            </a:p>
          </p:txBody>
        </p:sp>
        <p:sp>
          <p:nvSpPr>
            <p:cNvPr id="7184" name="Text Box 17"/>
            <p:cNvSpPr txBox="1">
              <a:spLocks noChangeArrowheads="1"/>
            </p:cNvSpPr>
            <p:nvPr/>
          </p:nvSpPr>
          <p:spPr bwMode="auto">
            <a:xfrm>
              <a:off x="1634" y="2397"/>
              <a:ext cx="294" cy="414"/>
            </a:xfrm>
            <a:prstGeom prst="rect">
              <a:avLst/>
            </a:prstGeom>
            <a:noFill/>
            <a:ln w="9525">
              <a:noFill/>
              <a:miter lim="800000"/>
              <a:headEnd/>
              <a:tailEnd/>
            </a:ln>
          </p:spPr>
          <p:txBody>
            <a:bodyPr wrap="none" lIns="91422" tIns="45711" rIns="91422" bIns="45711">
              <a:spAutoFit/>
            </a:bodyPr>
            <a:lstStyle/>
            <a:p>
              <a:pPr algn="ctr"/>
              <a:r>
                <a:rPr lang="es-MX" sz="2800" b="1" dirty="0"/>
                <a:t>B</a:t>
              </a:r>
              <a:endParaRPr lang="es-ES" sz="2800" b="1" dirty="0"/>
            </a:p>
          </p:txBody>
        </p:sp>
        <p:sp>
          <p:nvSpPr>
            <p:cNvPr id="7185" name="Text Box 18"/>
            <p:cNvSpPr txBox="1">
              <a:spLocks noChangeArrowheads="1"/>
            </p:cNvSpPr>
            <p:nvPr/>
          </p:nvSpPr>
          <p:spPr bwMode="auto">
            <a:xfrm>
              <a:off x="4787" y="1946"/>
              <a:ext cx="312" cy="414"/>
            </a:xfrm>
            <a:prstGeom prst="rect">
              <a:avLst/>
            </a:prstGeom>
            <a:noFill/>
            <a:ln w="9525">
              <a:noFill/>
              <a:miter lim="800000"/>
              <a:headEnd/>
              <a:tailEnd/>
            </a:ln>
          </p:spPr>
          <p:txBody>
            <a:bodyPr wrap="none" lIns="91422" tIns="45711" rIns="91422" bIns="45711">
              <a:spAutoFit/>
            </a:bodyPr>
            <a:lstStyle/>
            <a:p>
              <a:pPr algn="ctr"/>
              <a:r>
                <a:rPr lang="es-MX" sz="2800" b="1" dirty="0"/>
                <a:t>D</a:t>
              </a:r>
              <a:endParaRPr lang="es-ES" sz="2800" b="1" dirty="0"/>
            </a:p>
          </p:txBody>
        </p:sp>
        <p:sp>
          <p:nvSpPr>
            <p:cNvPr id="7187" name="Line 20"/>
            <p:cNvSpPr>
              <a:spLocks noChangeShapeType="1"/>
            </p:cNvSpPr>
            <p:nvPr/>
          </p:nvSpPr>
          <p:spPr bwMode="auto">
            <a:xfrm>
              <a:off x="4464" y="1824"/>
              <a:ext cx="528" cy="864"/>
            </a:xfrm>
            <a:prstGeom prst="line">
              <a:avLst/>
            </a:prstGeom>
            <a:noFill/>
            <a:ln w="9525">
              <a:solidFill>
                <a:schemeClr val="tx1"/>
              </a:solidFill>
              <a:round/>
              <a:headEnd/>
              <a:tailEnd type="triangle" w="med" len="med"/>
            </a:ln>
          </p:spPr>
          <p:txBody>
            <a:bodyPr/>
            <a:lstStyle/>
            <a:p>
              <a:endParaRPr lang="es-ES" sz="2800" b="1" dirty="0"/>
            </a:p>
          </p:txBody>
        </p:sp>
        <p:sp>
          <p:nvSpPr>
            <p:cNvPr id="7188" name="Text Box 21"/>
            <p:cNvSpPr txBox="1">
              <a:spLocks noChangeArrowheads="1"/>
            </p:cNvSpPr>
            <p:nvPr/>
          </p:nvSpPr>
          <p:spPr bwMode="auto">
            <a:xfrm>
              <a:off x="3290" y="2339"/>
              <a:ext cx="1128" cy="414"/>
            </a:xfrm>
            <a:prstGeom prst="rect">
              <a:avLst/>
            </a:prstGeom>
            <a:noFill/>
            <a:ln w="9525">
              <a:noFill/>
              <a:miter lim="800000"/>
              <a:headEnd/>
              <a:tailEnd/>
            </a:ln>
          </p:spPr>
          <p:txBody>
            <a:bodyPr wrap="none" lIns="91422" tIns="45711" rIns="91422" bIns="45711">
              <a:spAutoFit/>
            </a:bodyPr>
            <a:lstStyle/>
            <a:p>
              <a:pPr algn="ctr"/>
              <a:r>
                <a:rPr lang="es-MX" sz="2800" b="1" dirty="0"/>
                <a:t>Figurado</a:t>
              </a:r>
              <a:endParaRPr lang="es-ES" sz="2800" b="1" dirty="0"/>
            </a:p>
          </p:txBody>
        </p:sp>
      </p:grpSp>
      <p:sp>
        <p:nvSpPr>
          <p:cNvPr id="3" name="2 Marcador de pie de página"/>
          <p:cNvSpPr>
            <a:spLocks noGrp="1"/>
          </p:cNvSpPr>
          <p:nvPr>
            <p:ph type="ftr" sz="quarter" idx="11"/>
          </p:nvPr>
        </p:nvSpPr>
        <p:spPr/>
        <p:txBody>
          <a:bodyPr/>
          <a:lstStyle/>
          <a:p>
            <a:r>
              <a:rPr lang="en-US"/>
              <a:t>Anival Torre</a:t>
            </a:r>
            <a:endParaRPr lang="en-US" dirty="0"/>
          </a:p>
        </p:txBody>
      </p:sp>
      <p:sp>
        <p:nvSpPr>
          <p:cNvPr id="4" name="3 Marcador de número de diapositiva"/>
          <p:cNvSpPr>
            <a:spLocks noGrp="1"/>
          </p:cNvSpPr>
          <p:nvPr>
            <p:ph type="sldNum" sz="quarter" idx="12"/>
          </p:nvPr>
        </p:nvSpPr>
        <p:spPr/>
        <p:txBody>
          <a:bodyPr/>
          <a:lstStyle/>
          <a:p>
            <a:fld id="{4BC38C50-023F-42B7-BFCC-78669C22CA39}" type="slidenum">
              <a:rPr lang="en-US" smtClean="0"/>
              <a:pPr/>
              <a:t>18</a:t>
            </a:fld>
            <a:endParaRPr lang="en-US" dirty="0"/>
          </a:p>
        </p:txBody>
      </p:sp>
      <p:sp>
        <p:nvSpPr>
          <p:cNvPr id="5" name="Rectangle 2">
            <a:extLst>
              <a:ext uri="{FF2B5EF4-FFF2-40B4-BE49-F238E27FC236}">
                <a16:creationId xmlns:a16="http://schemas.microsoft.com/office/drawing/2014/main" id="{88A5A68F-003B-AB23-289F-0F27036DA420}"/>
              </a:ext>
            </a:extLst>
          </p:cNvPr>
          <p:cNvSpPr txBox="1">
            <a:spLocks noChangeArrowheads="1"/>
          </p:cNvSpPr>
          <p:nvPr/>
        </p:nvSpPr>
        <p:spPr bwMode="auto">
          <a:xfrm>
            <a:off x="6096000" y="205622"/>
            <a:ext cx="6027095" cy="42862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87313" indent="-87313" algn="ctr" fontAlgn="base">
              <a:spcBef>
                <a:spcPct val="0"/>
              </a:spcBef>
              <a:spcAft>
                <a:spcPct val="0"/>
              </a:spcAft>
              <a:defRPr/>
            </a:pPr>
            <a:r>
              <a:rPr lang="es-PE" sz="2800" i="1" kern="0" dirty="0">
                <a:solidFill>
                  <a:schemeClr val="bg1"/>
                </a:solidFill>
                <a:latin typeface="Arial Narrow" pitchFamily="34" charset="0"/>
                <a:ea typeface="+mj-ea"/>
                <a:cs typeface="+mj-cs"/>
              </a:rPr>
              <a:t>Hallar la Ruta crítica y duración del proyecto</a:t>
            </a:r>
          </a:p>
          <a:p>
            <a:pPr marL="87313" indent="-87313" algn="ctr" fontAlgn="base">
              <a:spcBef>
                <a:spcPct val="0"/>
              </a:spcBef>
              <a:spcAft>
                <a:spcPct val="0"/>
              </a:spcAft>
              <a:defRPr/>
            </a:pPr>
            <a:endParaRPr lang="es-PE" sz="2800" b="1" i="1" kern="0" dirty="0">
              <a:solidFill>
                <a:schemeClr val="bg1"/>
              </a:solidFill>
              <a:latin typeface="Arial Narrow" pitchFamily="34" charset="0"/>
              <a:ea typeface="+mj-ea"/>
              <a:cs typeface="+mj-cs"/>
            </a:endParaRPr>
          </a:p>
        </p:txBody>
      </p:sp>
    </p:spTree>
    <p:extLst>
      <p:ext uri="{BB962C8B-B14F-4D97-AF65-F5344CB8AC3E}">
        <p14:creationId xmlns:p14="http://schemas.microsoft.com/office/powerpoint/2010/main" val="277121412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5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768" decel="100000"/>
                                        <p:tgtEl>
                                          <p:spTgt spid="5"/>
                                        </p:tgtEl>
                                      </p:cBhvr>
                                    </p:animEffect>
                                    <p:animScale>
                                      <p:cBhvr>
                                        <p:cTn id="10" dur="768" decel="100000"/>
                                        <p:tgtEl>
                                          <p:spTgt spid="5"/>
                                        </p:tgtEl>
                                      </p:cBhvr>
                                      <p:from x="10000" y="10000"/>
                                      <p:to x="200000" y="450000"/>
                                    </p:animScale>
                                    <p:animScale>
                                      <p:cBhvr>
                                        <p:cTn id="11" dur="1230" accel="100000" fill="hold">
                                          <p:stCondLst>
                                            <p:cond delay="768"/>
                                          </p:stCondLst>
                                        </p:cTn>
                                        <p:tgtEl>
                                          <p:spTgt spid="5"/>
                                        </p:tgtEl>
                                      </p:cBhvr>
                                      <p:from x="200000" y="450000"/>
                                      <p:to x="100000" y="100000"/>
                                    </p:animScale>
                                    <p:set>
                                      <p:cBhvr>
                                        <p:cTn id="12" dur="768" fill="hold"/>
                                        <p:tgtEl>
                                          <p:spTgt spid="5"/>
                                        </p:tgtEl>
                                        <p:attrNameLst>
                                          <p:attrName>ppt_x</p:attrName>
                                        </p:attrNameLst>
                                      </p:cBhvr>
                                      <p:to>
                                        <p:strVal val="(0.5)"/>
                                      </p:to>
                                    </p:set>
                                    <p:anim from="(0.5)" to="(#ppt_x)" calcmode="lin" valueType="num">
                                      <p:cBhvr>
                                        <p:cTn id="13" dur="1230" accel="100000" fill="hold">
                                          <p:stCondLst>
                                            <p:cond delay="768"/>
                                          </p:stCondLst>
                                        </p:cTn>
                                        <p:tgtEl>
                                          <p:spTgt spid="5"/>
                                        </p:tgtEl>
                                        <p:attrNameLst>
                                          <p:attrName>ppt_x</p:attrName>
                                        </p:attrNameLst>
                                      </p:cBhvr>
                                    </p:anim>
                                    <p:set>
                                      <p:cBhvr>
                                        <p:cTn id="14" dur="768" fill="hold"/>
                                        <p:tgtEl>
                                          <p:spTgt spid="5"/>
                                        </p:tgtEl>
                                        <p:attrNameLst>
                                          <p:attrName>ppt_y</p:attrName>
                                        </p:attrNameLst>
                                      </p:cBhvr>
                                      <p:to>
                                        <p:strVal val="(#ppt_y+0.4)"/>
                                      </p:to>
                                    </p:set>
                                    <p:anim from="(#ppt_y+0.4)" to="(#ppt_y)" calcmode="lin" valueType="num">
                                      <p:cBhvr>
                                        <p:cTn id="15" dur="1230" accel="100000" fill="hold">
                                          <p:stCondLst>
                                            <p:cond delay="768"/>
                                          </p:stCondLst>
                                        </p:cTn>
                                        <p:tgtEl>
                                          <p:spTgt spid="5"/>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Oval 2"/>
          <p:cNvSpPr>
            <a:spLocks noChangeArrowheads="1"/>
          </p:cNvSpPr>
          <p:nvPr/>
        </p:nvSpPr>
        <p:spPr bwMode="auto">
          <a:xfrm>
            <a:off x="8004582" y="1279022"/>
            <a:ext cx="636434" cy="677488"/>
          </a:xfrm>
          <a:prstGeom prst="ellipse">
            <a:avLst/>
          </a:prstGeom>
          <a:solidFill>
            <a:schemeClr val="accent1"/>
          </a:solidFill>
          <a:ln w="28575">
            <a:solidFill>
              <a:schemeClr val="tx1"/>
            </a:solidFill>
            <a:round/>
            <a:headEnd/>
            <a:tailEnd/>
          </a:ln>
        </p:spPr>
        <p:txBody>
          <a:bodyPr wrap="none" anchor="ctr"/>
          <a:lstStyle/>
          <a:p>
            <a:r>
              <a:rPr lang="es-ES" sz="2400" b="1" dirty="0"/>
              <a:t>2</a:t>
            </a:r>
          </a:p>
        </p:txBody>
      </p:sp>
      <p:sp>
        <p:nvSpPr>
          <p:cNvPr id="47107" name="Oval 3"/>
          <p:cNvSpPr>
            <a:spLocks noChangeArrowheads="1"/>
          </p:cNvSpPr>
          <p:nvPr/>
        </p:nvSpPr>
        <p:spPr bwMode="auto">
          <a:xfrm>
            <a:off x="4403558" y="3128963"/>
            <a:ext cx="633833" cy="707206"/>
          </a:xfrm>
          <a:prstGeom prst="ellipse">
            <a:avLst/>
          </a:prstGeom>
          <a:solidFill>
            <a:schemeClr val="accent1"/>
          </a:solidFill>
          <a:ln w="28575">
            <a:solidFill>
              <a:schemeClr val="tx1"/>
            </a:solidFill>
            <a:round/>
            <a:headEnd/>
            <a:tailEnd/>
          </a:ln>
        </p:spPr>
        <p:txBody>
          <a:bodyPr wrap="none" lIns="91422" tIns="45711" rIns="91422" bIns="45711" anchor="ctr"/>
          <a:lstStyle/>
          <a:p>
            <a:pPr algn="ctr"/>
            <a:endParaRPr lang="es-MX" sz="2400" b="1" dirty="0"/>
          </a:p>
          <a:p>
            <a:pPr algn="ctr"/>
            <a:r>
              <a:rPr lang="es-MX" sz="2400" b="1" dirty="0"/>
              <a:t>0</a:t>
            </a:r>
          </a:p>
          <a:p>
            <a:pPr algn="ctr"/>
            <a:endParaRPr lang="es-ES" sz="2400" b="1" dirty="0"/>
          </a:p>
        </p:txBody>
      </p:sp>
      <p:sp>
        <p:nvSpPr>
          <p:cNvPr id="47108" name="Oval 4"/>
          <p:cNvSpPr>
            <a:spLocks noChangeArrowheads="1"/>
          </p:cNvSpPr>
          <p:nvPr/>
        </p:nvSpPr>
        <p:spPr bwMode="auto">
          <a:xfrm>
            <a:off x="5874830" y="5013325"/>
            <a:ext cx="610361" cy="668485"/>
          </a:xfrm>
          <a:prstGeom prst="ellipse">
            <a:avLst/>
          </a:prstGeom>
          <a:solidFill>
            <a:schemeClr val="accent1"/>
          </a:solidFill>
          <a:ln w="28575">
            <a:solidFill>
              <a:schemeClr val="tx1"/>
            </a:solidFill>
            <a:round/>
            <a:headEnd/>
            <a:tailEnd/>
          </a:ln>
        </p:spPr>
        <p:txBody>
          <a:bodyPr wrap="none" anchor="ctr"/>
          <a:lstStyle/>
          <a:p>
            <a:r>
              <a:rPr lang="es-ES" sz="2400" b="1" dirty="0"/>
              <a:t>3</a:t>
            </a:r>
          </a:p>
        </p:txBody>
      </p:sp>
      <p:sp>
        <p:nvSpPr>
          <p:cNvPr id="47109" name="Oval 5"/>
          <p:cNvSpPr>
            <a:spLocks noChangeArrowheads="1"/>
          </p:cNvSpPr>
          <p:nvPr/>
        </p:nvSpPr>
        <p:spPr bwMode="auto">
          <a:xfrm>
            <a:off x="11483956" y="3281363"/>
            <a:ext cx="665376" cy="692151"/>
          </a:xfrm>
          <a:prstGeom prst="ellipse">
            <a:avLst/>
          </a:prstGeom>
          <a:solidFill>
            <a:schemeClr val="accent1"/>
          </a:solidFill>
          <a:ln w="28575">
            <a:solidFill>
              <a:schemeClr val="tx1"/>
            </a:solidFill>
            <a:round/>
            <a:headEnd/>
            <a:tailEnd/>
          </a:ln>
        </p:spPr>
        <p:txBody>
          <a:bodyPr wrap="none" anchor="ctr"/>
          <a:lstStyle/>
          <a:p>
            <a:r>
              <a:rPr lang="es-ES" sz="2400" b="1" dirty="0"/>
              <a:t>6</a:t>
            </a:r>
          </a:p>
        </p:txBody>
      </p:sp>
      <p:sp>
        <p:nvSpPr>
          <p:cNvPr id="47110" name="Oval 6"/>
          <p:cNvSpPr>
            <a:spLocks noChangeArrowheads="1"/>
          </p:cNvSpPr>
          <p:nvPr/>
        </p:nvSpPr>
        <p:spPr bwMode="auto">
          <a:xfrm>
            <a:off x="5861189" y="1325061"/>
            <a:ext cx="624002" cy="677488"/>
          </a:xfrm>
          <a:prstGeom prst="ellipse">
            <a:avLst/>
          </a:prstGeom>
          <a:solidFill>
            <a:schemeClr val="accent1"/>
          </a:solidFill>
          <a:ln w="28575">
            <a:solidFill>
              <a:schemeClr val="tx1"/>
            </a:solidFill>
            <a:round/>
            <a:headEnd/>
            <a:tailEnd/>
          </a:ln>
        </p:spPr>
        <p:txBody>
          <a:bodyPr wrap="none" anchor="ctr"/>
          <a:lstStyle/>
          <a:p>
            <a:r>
              <a:rPr lang="es-ES" sz="2400" b="1" dirty="0"/>
              <a:t>1</a:t>
            </a:r>
          </a:p>
        </p:txBody>
      </p:sp>
      <p:sp>
        <p:nvSpPr>
          <p:cNvPr id="47111" name="Oval 7"/>
          <p:cNvSpPr>
            <a:spLocks noChangeArrowheads="1"/>
          </p:cNvSpPr>
          <p:nvPr/>
        </p:nvSpPr>
        <p:spPr bwMode="auto">
          <a:xfrm>
            <a:off x="10178205" y="4941888"/>
            <a:ext cx="653173" cy="701041"/>
          </a:xfrm>
          <a:prstGeom prst="ellipse">
            <a:avLst/>
          </a:prstGeom>
          <a:solidFill>
            <a:schemeClr val="accent1"/>
          </a:solidFill>
          <a:ln w="28575">
            <a:solidFill>
              <a:schemeClr val="tx1"/>
            </a:solidFill>
            <a:round/>
            <a:headEnd/>
            <a:tailEnd/>
          </a:ln>
        </p:spPr>
        <p:txBody>
          <a:bodyPr wrap="none" anchor="ctr"/>
          <a:lstStyle/>
          <a:p>
            <a:r>
              <a:rPr lang="es-ES" sz="2400" b="1" dirty="0"/>
              <a:t>4</a:t>
            </a:r>
          </a:p>
        </p:txBody>
      </p:sp>
      <p:sp>
        <p:nvSpPr>
          <p:cNvPr id="47112" name="Oval 8"/>
          <p:cNvSpPr>
            <a:spLocks noChangeArrowheads="1"/>
          </p:cNvSpPr>
          <p:nvPr/>
        </p:nvSpPr>
        <p:spPr bwMode="auto">
          <a:xfrm>
            <a:off x="10178025" y="1302040"/>
            <a:ext cx="644215" cy="700508"/>
          </a:xfrm>
          <a:prstGeom prst="ellipse">
            <a:avLst/>
          </a:prstGeom>
          <a:solidFill>
            <a:schemeClr val="accent1"/>
          </a:solidFill>
          <a:ln w="28575">
            <a:solidFill>
              <a:schemeClr val="tx1"/>
            </a:solidFill>
            <a:round/>
            <a:headEnd/>
            <a:tailEnd/>
          </a:ln>
        </p:spPr>
        <p:txBody>
          <a:bodyPr wrap="none" anchor="ctr"/>
          <a:lstStyle/>
          <a:p>
            <a:r>
              <a:rPr lang="es-ES" sz="2400" b="1" dirty="0"/>
              <a:t>5</a:t>
            </a:r>
          </a:p>
        </p:txBody>
      </p:sp>
      <p:sp>
        <p:nvSpPr>
          <p:cNvPr id="47113" name="Line 9"/>
          <p:cNvSpPr>
            <a:spLocks noChangeShapeType="1"/>
          </p:cNvSpPr>
          <p:nvPr/>
        </p:nvSpPr>
        <p:spPr bwMode="auto">
          <a:xfrm flipV="1">
            <a:off x="4989525" y="1909762"/>
            <a:ext cx="913401" cy="1306661"/>
          </a:xfrm>
          <a:prstGeom prst="line">
            <a:avLst/>
          </a:prstGeom>
          <a:noFill/>
          <a:ln w="50800">
            <a:solidFill>
              <a:srgbClr val="FF0000"/>
            </a:solidFill>
            <a:round/>
            <a:headEnd/>
            <a:tailEnd type="triangle" w="med" len="med"/>
          </a:ln>
        </p:spPr>
        <p:txBody>
          <a:bodyPr/>
          <a:lstStyle/>
          <a:p>
            <a:endParaRPr lang="es-ES" dirty="0"/>
          </a:p>
        </p:txBody>
      </p:sp>
      <p:sp>
        <p:nvSpPr>
          <p:cNvPr id="47114" name="Line 10"/>
          <p:cNvSpPr>
            <a:spLocks noChangeShapeType="1"/>
          </p:cNvSpPr>
          <p:nvPr/>
        </p:nvSpPr>
        <p:spPr bwMode="auto">
          <a:xfrm>
            <a:off x="4935185" y="3784286"/>
            <a:ext cx="913402" cy="1430665"/>
          </a:xfrm>
          <a:prstGeom prst="line">
            <a:avLst/>
          </a:prstGeom>
          <a:noFill/>
          <a:ln w="28575">
            <a:solidFill>
              <a:schemeClr val="tx1"/>
            </a:solidFill>
            <a:round/>
            <a:headEnd/>
            <a:tailEnd type="triangle" w="med" len="med"/>
          </a:ln>
        </p:spPr>
        <p:txBody>
          <a:bodyPr/>
          <a:lstStyle/>
          <a:p>
            <a:endParaRPr lang="es-ES" dirty="0"/>
          </a:p>
        </p:txBody>
      </p:sp>
      <p:sp>
        <p:nvSpPr>
          <p:cNvPr id="47115" name="Line 11"/>
          <p:cNvSpPr>
            <a:spLocks noChangeShapeType="1"/>
          </p:cNvSpPr>
          <p:nvPr/>
        </p:nvSpPr>
        <p:spPr bwMode="auto">
          <a:xfrm>
            <a:off x="6573593" y="5445125"/>
            <a:ext cx="3591422" cy="0"/>
          </a:xfrm>
          <a:prstGeom prst="line">
            <a:avLst/>
          </a:prstGeom>
          <a:noFill/>
          <a:ln w="28575">
            <a:solidFill>
              <a:schemeClr val="tx1"/>
            </a:solidFill>
            <a:round/>
            <a:headEnd/>
            <a:tailEnd type="triangle" w="med" len="med"/>
          </a:ln>
        </p:spPr>
        <p:txBody>
          <a:bodyPr/>
          <a:lstStyle/>
          <a:p>
            <a:endParaRPr lang="es-ES" dirty="0"/>
          </a:p>
        </p:txBody>
      </p:sp>
      <p:sp>
        <p:nvSpPr>
          <p:cNvPr id="47116" name="Line 12"/>
          <p:cNvSpPr>
            <a:spLocks noChangeShapeType="1"/>
          </p:cNvSpPr>
          <p:nvPr/>
        </p:nvSpPr>
        <p:spPr bwMode="auto">
          <a:xfrm>
            <a:off x="6529723" y="1683834"/>
            <a:ext cx="1419141" cy="0"/>
          </a:xfrm>
          <a:prstGeom prst="line">
            <a:avLst/>
          </a:prstGeom>
          <a:noFill/>
          <a:ln w="50800">
            <a:solidFill>
              <a:srgbClr val="FF0000"/>
            </a:solidFill>
            <a:round/>
            <a:headEnd/>
            <a:tailEnd type="triangle" w="med" len="med"/>
          </a:ln>
        </p:spPr>
        <p:txBody>
          <a:bodyPr/>
          <a:lstStyle/>
          <a:p>
            <a:endParaRPr lang="es-ES" dirty="0"/>
          </a:p>
        </p:txBody>
      </p:sp>
      <p:sp>
        <p:nvSpPr>
          <p:cNvPr id="47117" name="Line 13"/>
          <p:cNvSpPr>
            <a:spLocks noChangeShapeType="1"/>
          </p:cNvSpPr>
          <p:nvPr/>
        </p:nvSpPr>
        <p:spPr bwMode="auto">
          <a:xfrm>
            <a:off x="8671183" y="1660022"/>
            <a:ext cx="1493832" cy="0"/>
          </a:xfrm>
          <a:prstGeom prst="line">
            <a:avLst/>
          </a:prstGeom>
          <a:noFill/>
          <a:ln w="50800">
            <a:solidFill>
              <a:srgbClr val="FF0000"/>
            </a:solidFill>
            <a:round/>
            <a:headEnd/>
            <a:tailEnd type="triangle" w="med" len="med"/>
          </a:ln>
        </p:spPr>
        <p:txBody>
          <a:bodyPr/>
          <a:lstStyle/>
          <a:p>
            <a:endParaRPr lang="es-ES" dirty="0"/>
          </a:p>
        </p:txBody>
      </p:sp>
      <p:sp>
        <p:nvSpPr>
          <p:cNvPr id="47118" name="Line 14"/>
          <p:cNvSpPr>
            <a:spLocks noChangeShapeType="1"/>
          </p:cNvSpPr>
          <p:nvPr/>
        </p:nvSpPr>
        <p:spPr bwMode="auto">
          <a:xfrm flipV="1">
            <a:off x="10837922" y="4078288"/>
            <a:ext cx="776482" cy="1079500"/>
          </a:xfrm>
          <a:prstGeom prst="line">
            <a:avLst/>
          </a:prstGeom>
          <a:noFill/>
          <a:ln w="28575">
            <a:solidFill>
              <a:schemeClr val="tx1"/>
            </a:solidFill>
            <a:round/>
            <a:headEnd/>
            <a:tailEnd type="triangle" w="med" len="med"/>
          </a:ln>
        </p:spPr>
        <p:txBody>
          <a:bodyPr/>
          <a:lstStyle/>
          <a:p>
            <a:endParaRPr lang="es-ES" dirty="0"/>
          </a:p>
        </p:txBody>
      </p:sp>
      <p:sp>
        <p:nvSpPr>
          <p:cNvPr id="47119" name="Line 15"/>
          <p:cNvSpPr>
            <a:spLocks noChangeShapeType="1"/>
          </p:cNvSpPr>
          <p:nvPr/>
        </p:nvSpPr>
        <p:spPr bwMode="auto">
          <a:xfrm>
            <a:off x="10768982" y="1909763"/>
            <a:ext cx="821608" cy="1447800"/>
          </a:xfrm>
          <a:prstGeom prst="line">
            <a:avLst/>
          </a:prstGeom>
          <a:noFill/>
          <a:ln w="50800">
            <a:solidFill>
              <a:srgbClr val="FF0000"/>
            </a:solidFill>
            <a:round/>
            <a:headEnd/>
            <a:tailEnd type="triangle" w="med" len="med"/>
          </a:ln>
        </p:spPr>
        <p:txBody>
          <a:bodyPr/>
          <a:lstStyle/>
          <a:p>
            <a:endParaRPr lang="es-ES" dirty="0"/>
          </a:p>
        </p:txBody>
      </p:sp>
      <p:sp>
        <p:nvSpPr>
          <p:cNvPr id="47120" name="Line 16"/>
          <p:cNvSpPr>
            <a:spLocks noChangeShapeType="1"/>
          </p:cNvSpPr>
          <p:nvPr/>
        </p:nvSpPr>
        <p:spPr bwMode="auto">
          <a:xfrm flipV="1">
            <a:off x="10447079" y="2135281"/>
            <a:ext cx="511" cy="2806606"/>
          </a:xfrm>
          <a:prstGeom prst="line">
            <a:avLst/>
          </a:prstGeom>
          <a:noFill/>
          <a:ln w="50800">
            <a:solidFill>
              <a:schemeClr val="tx1"/>
            </a:solidFill>
            <a:prstDash val="lgDash"/>
            <a:round/>
            <a:headEnd/>
            <a:tailEnd type="triangle" w="med" len="med"/>
          </a:ln>
        </p:spPr>
        <p:txBody>
          <a:bodyPr/>
          <a:lstStyle/>
          <a:p>
            <a:endParaRPr lang="es-ES" dirty="0"/>
          </a:p>
        </p:txBody>
      </p:sp>
      <p:sp>
        <p:nvSpPr>
          <p:cNvPr id="47121" name="Text Box 17"/>
          <p:cNvSpPr txBox="1">
            <a:spLocks noChangeArrowheads="1"/>
          </p:cNvSpPr>
          <p:nvPr/>
        </p:nvSpPr>
        <p:spPr bwMode="auto">
          <a:xfrm>
            <a:off x="4547840" y="2463298"/>
            <a:ext cx="538272" cy="461647"/>
          </a:xfrm>
          <a:prstGeom prst="rect">
            <a:avLst/>
          </a:prstGeom>
          <a:noFill/>
          <a:ln w="28575">
            <a:noFill/>
            <a:miter lim="800000"/>
            <a:headEnd/>
            <a:tailEnd/>
          </a:ln>
        </p:spPr>
        <p:txBody>
          <a:bodyPr wrap="square" lIns="91422" tIns="45711" rIns="91422" bIns="45711">
            <a:spAutoFit/>
          </a:bodyPr>
          <a:lstStyle/>
          <a:p>
            <a:pPr algn="ctr"/>
            <a:r>
              <a:rPr lang="es-MX" sz="2400" dirty="0"/>
              <a:t>A2</a:t>
            </a:r>
            <a:endParaRPr lang="es-ES" sz="2400" dirty="0"/>
          </a:p>
        </p:txBody>
      </p:sp>
      <p:sp>
        <p:nvSpPr>
          <p:cNvPr id="47122" name="Text Box 18"/>
          <p:cNvSpPr txBox="1">
            <a:spLocks noChangeArrowheads="1"/>
          </p:cNvSpPr>
          <p:nvPr/>
        </p:nvSpPr>
        <p:spPr bwMode="auto">
          <a:xfrm>
            <a:off x="6801081" y="1198376"/>
            <a:ext cx="555773" cy="461647"/>
          </a:xfrm>
          <a:prstGeom prst="rect">
            <a:avLst/>
          </a:prstGeom>
          <a:noFill/>
          <a:ln w="28575">
            <a:noFill/>
            <a:miter lim="800000"/>
            <a:headEnd/>
            <a:tailEnd/>
          </a:ln>
        </p:spPr>
        <p:txBody>
          <a:bodyPr wrap="square" lIns="91422" tIns="45711" rIns="91422" bIns="45711">
            <a:spAutoFit/>
          </a:bodyPr>
          <a:lstStyle/>
          <a:p>
            <a:pPr algn="ctr"/>
            <a:r>
              <a:rPr lang="es-MX" sz="2400" dirty="0"/>
              <a:t>C4</a:t>
            </a:r>
            <a:endParaRPr lang="es-ES" sz="2400" dirty="0"/>
          </a:p>
        </p:txBody>
      </p:sp>
      <p:sp>
        <p:nvSpPr>
          <p:cNvPr id="47123" name="Text Box 19"/>
          <p:cNvSpPr txBox="1">
            <a:spLocks noChangeArrowheads="1"/>
          </p:cNvSpPr>
          <p:nvPr/>
        </p:nvSpPr>
        <p:spPr bwMode="auto">
          <a:xfrm>
            <a:off x="4570455" y="4221164"/>
            <a:ext cx="515657" cy="461647"/>
          </a:xfrm>
          <a:prstGeom prst="rect">
            <a:avLst/>
          </a:prstGeom>
          <a:noFill/>
          <a:ln w="28575">
            <a:noFill/>
            <a:miter lim="800000"/>
            <a:headEnd/>
            <a:tailEnd/>
          </a:ln>
        </p:spPr>
        <p:txBody>
          <a:bodyPr wrap="square" lIns="91422" tIns="45711" rIns="91422" bIns="45711">
            <a:spAutoFit/>
          </a:bodyPr>
          <a:lstStyle/>
          <a:p>
            <a:pPr algn="ctr"/>
            <a:r>
              <a:rPr lang="es-MX" sz="2400" dirty="0"/>
              <a:t>B3</a:t>
            </a:r>
            <a:endParaRPr lang="es-ES" sz="2400" dirty="0"/>
          </a:p>
        </p:txBody>
      </p:sp>
      <p:sp>
        <p:nvSpPr>
          <p:cNvPr id="47124" name="Text Box 20"/>
          <p:cNvSpPr txBox="1">
            <a:spLocks noChangeArrowheads="1"/>
          </p:cNvSpPr>
          <p:nvPr/>
        </p:nvSpPr>
        <p:spPr bwMode="auto">
          <a:xfrm>
            <a:off x="7941291" y="5516564"/>
            <a:ext cx="610360" cy="461647"/>
          </a:xfrm>
          <a:prstGeom prst="rect">
            <a:avLst/>
          </a:prstGeom>
          <a:noFill/>
          <a:ln w="28575">
            <a:noFill/>
            <a:miter lim="800000"/>
            <a:headEnd/>
            <a:tailEnd/>
          </a:ln>
        </p:spPr>
        <p:txBody>
          <a:bodyPr wrap="square" lIns="91422" tIns="45711" rIns="91422" bIns="45711">
            <a:spAutoFit/>
          </a:bodyPr>
          <a:lstStyle/>
          <a:p>
            <a:pPr algn="ctr"/>
            <a:r>
              <a:rPr lang="es-MX" sz="2400" dirty="0"/>
              <a:t>D3</a:t>
            </a:r>
            <a:endParaRPr lang="es-ES" sz="2400" dirty="0"/>
          </a:p>
        </p:txBody>
      </p:sp>
      <p:sp>
        <p:nvSpPr>
          <p:cNvPr id="47125" name="Text Box 21"/>
          <p:cNvSpPr txBox="1">
            <a:spLocks noChangeArrowheads="1"/>
          </p:cNvSpPr>
          <p:nvPr/>
        </p:nvSpPr>
        <p:spPr bwMode="auto">
          <a:xfrm>
            <a:off x="11194776" y="4694239"/>
            <a:ext cx="578990" cy="461647"/>
          </a:xfrm>
          <a:prstGeom prst="rect">
            <a:avLst/>
          </a:prstGeom>
          <a:noFill/>
          <a:ln w="28575">
            <a:noFill/>
            <a:miter lim="800000"/>
            <a:headEnd/>
            <a:tailEnd/>
          </a:ln>
        </p:spPr>
        <p:txBody>
          <a:bodyPr wrap="square" lIns="91422" tIns="45711" rIns="91422" bIns="45711">
            <a:spAutoFit/>
          </a:bodyPr>
          <a:lstStyle/>
          <a:p>
            <a:pPr algn="ctr"/>
            <a:r>
              <a:rPr lang="es-MX" sz="2400" dirty="0"/>
              <a:t>F2</a:t>
            </a:r>
            <a:endParaRPr lang="es-ES" sz="2400" dirty="0"/>
          </a:p>
        </p:txBody>
      </p:sp>
      <p:sp>
        <p:nvSpPr>
          <p:cNvPr id="47126" name="Text Box 22"/>
          <p:cNvSpPr txBox="1">
            <a:spLocks noChangeArrowheads="1"/>
          </p:cNvSpPr>
          <p:nvPr/>
        </p:nvSpPr>
        <p:spPr bwMode="auto">
          <a:xfrm>
            <a:off x="11114058" y="2115635"/>
            <a:ext cx="644215" cy="461647"/>
          </a:xfrm>
          <a:prstGeom prst="rect">
            <a:avLst/>
          </a:prstGeom>
          <a:noFill/>
          <a:ln w="28575">
            <a:noFill/>
            <a:miter lim="800000"/>
            <a:headEnd/>
            <a:tailEnd/>
          </a:ln>
        </p:spPr>
        <p:txBody>
          <a:bodyPr wrap="square" lIns="91422" tIns="45711" rIns="91422" bIns="45711">
            <a:spAutoFit/>
          </a:bodyPr>
          <a:lstStyle/>
          <a:p>
            <a:pPr algn="ctr"/>
            <a:r>
              <a:rPr lang="es-MX" sz="2400" dirty="0"/>
              <a:t>G4</a:t>
            </a:r>
            <a:endParaRPr lang="es-ES" sz="2400" dirty="0"/>
          </a:p>
        </p:txBody>
      </p:sp>
      <p:sp>
        <p:nvSpPr>
          <p:cNvPr id="47127" name="Text Box 23"/>
          <p:cNvSpPr txBox="1">
            <a:spLocks noChangeArrowheads="1"/>
          </p:cNvSpPr>
          <p:nvPr/>
        </p:nvSpPr>
        <p:spPr bwMode="auto">
          <a:xfrm>
            <a:off x="9030449" y="1192829"/>
            <a:ext cx="560200" cy="461647"/>
          </a:xfrm>
          <a:prstGeom prst="rect">
            <a:avLst/>
          </a:prstGeom>
          <a:noFill/>
          <a:ln w="28575">
            <a:noFill/>
            <a:miter lim="800000"/>
            <a:headEnd/>
            <a:tailEnd/>
          </a:ln>
        </p:spPr>
        <p:txBody>
          <a:bodyPr wrap="square" lIns="91422" tIns="45711" rIns="91422" bIns="45711">
            <a:spAutoFit/>
          </a:bodyPr>
          <a:lstStyle/>
          <a:p>
            <a:pPr algn="ctr"/>
            <a:r>
              <a:rPr lang="es-MX" sz="2400" dirty="0"/>
              <a:t>E1</a:t>
            </a:r>
            <a:endParaRPr lang="es-ES" sz="2400" dirty="0"/>
          </a:p>
        </p:txBody>
      </p:sp>
      <p:sp>
        <p:nvSpPr>
          <p:cNvPr id="47128" name="Text Box 24"/>
          <p:cNvSpPr txBox="1">
            <a:spLocks noChangeArrowheads="1"/>
          </p:cNvSpPr>
          <p:nvPr/>
        </p:nvSpPr>
        <p:spPr bwMode="auto">
          <a:xfrm>
            <a:off x="9030835" y="3322639"/>
            <a:ext cx="1563052" cy="461647"/>
          </a:xfrm>
          <a:prstGeom prst="rect">
            <a:avLst/>
          </a:prstGeom>
          <a:noFill/>
          <a:ln w="28575">
            <a:noFill/>
            <a:miter lim="800000"/>
            <a:headEnd/>
            <a:tailEnd/>
          </a:ln>
        </p:spPr>
        <p:txBody>
          <a:bodyPr wrap="square" lIns="91422" tIns="45711" rIns="91422" bIns="45711">
            <a:spAutoFit/>
          </a:bodyPr>
          <a:lstStyle/>
          <a:p>
            <a:pPr algn="ctr"/>
            <a:r>
              <a:rPr lang="es-MX" sz="2400" dirty="0"/>
              <a:t>Figurado</a:t>
            </a:r>
            <a:endParaRPr lang="es-ES" sz="2400" dirty="0"/>
          </a:p>
        </p:txBody>
      </p:sp>
      <p:sp>
        <p:nvSpPr>
          <p:cNvPr id="47129" name="Text Box 25"/>
          <p:cNvSpPr txBox="1">
            <a:spLocks noChangeArrowheads="1"/>
          </p:cNvSpPr>
          <p:nvPr/>
        </p:nvSpPr>
        <p:spPr bwMode="auto">
          <a:xfrm>
            <a:off x="42157" y="5155886"/>
            <a:ext cx="5948378" cy="749418"/>
          </a:xfrm>
          <a:prstGeom prst="rect">
            <a:avLst/>
          </a:prstGeom>
          <a:noFill/>
          <a:ln w="9525">
            <a:noFill/>
            <a:miter lim="800000"/>
            <a:headEnd/>
            <a:tailEnd/>
          </a:ln>
          <a:effectLst/>
        </p:spPr>
        <p:txBody>
          <a:bodyPr vert="horz" wrap="square" lIns="91440" tIns="45720" rIns="91440" bIns="45720" numCol="1" rtlCol="0" anchor="ctr" anchorCtr="0" compatLnSpc="1">
            <a:prstTxWarp prst="textNoShape">
              <a:avLst/>
            </a:prstTxWarp>
            <a:noAutofit/>
          </a:bodyPr>
          <a:lstStyle>
            <a:lvl1pPr algn="ctr">
              <a:lnSpc>
                <a:spcPts val="5800"/>
              </a:lnSpc>
              <a:spcBef>
                <a:spcPct val="0"/>
              </a:spcBef>
              <a:buSzPts val="3600"/>
              <a:buNone/>
              <a:defRPr sz="3200">
                <a:solidFill>
                  <a:schemeClr val="bg1"/>
                </a:solidFill>
                <a:effectLst>
                  <a:outerShdw blurRad="63500" dist="38100" dir="5400000" algn="t" rotWithShape="0">
                    <a:prstClr val="black">
                      <a:alpha val="25000"/>
                    </a:prstClr>
                  </a:outerShdw>
                </a:effectLst>
                <a:latin typeface="Bauhaus 93" pitchFamily="82" charset="0"/>
                <a:ea typeface="+mj-ea"/>
                <a:cs typeface="+mj-cs"/>
              </a:defRPr>
            </a:lvl1pPr>
          </a:lstStyle>
          <a:p>
            <a:r>
              <a:rPr lang="es-MX" dirty="0">
                <a:solidFill>
                  <a:srgbClr val="FF0000"/>
                </a:solidFill>
              </a:rPr>
              <a:t>Red parar el ejercicio 10.2</a:t>
            </a:r>
            <a:endParaRPr lang="es-ES" dirty="0">
              <a:solidFill>
                <a:srgbClr val="FF0000"/>
              </a:solidFill>
            </a:endParaRPr>
          </a:p>
        </p:txBody>
      </p:sp>
      <p:sp>
        <p:nvSpPr>
          <p:cNvPr id="2" name="1 Marcador de pie de página"/>
          <p:cNvSpPr>
            <a:spLocks noGrp="1"/>
          </p:cNvSpPr>
          <p:nvPr>
            <p:ph type="ftr" sz="quarter" idx="11"/>
          </p:nvPr>
        </p:nvSpPr>
        <p:spPr/>
        <p:txBody>
          <a:bodyPr/>
          <a:lstStyle/>
          <a:p>
            <a:r>
              <a:rPr lang="en-US"/>
              <a:t>Anival Torre</a:t>
            </a:r>
            <a:endParaRPr lang="en-US" dirty="0"/>
          </a:p>
        </p:txBody>
      </p:sp>
      <p:sp>
        <p:nvSpPr>
          <p:cNvPr id="3" name="2 Marcador de número de diapositiva"/>
          <p:cNvSpPr>
            <a:spLocks noGrp="1"/>
          </p:cNvSpPr>
          <p:nvPr>
            <p:ph type="sldNum" sz="quarter" idx="12"/>
          </p:nvPr>
        </p:nvSpPr>
        <p:spPr/>
        <p:txBody>
          <a:bodyPr/>
          <a:lstStyle/>
          <a:p>
            <a:fld id="{0CC71871-B939-418B-90AD-CFE9B82A01D5}" type="slidenum">
              <a:rPr lang="en-US" smtClean="0"/>
              <a:pPr/>
              <a:t>19</a:t>
            </a:fld>
            <a:endParaRPr lang="en-US" dirty="0"/>
          </a:p>
        </p:txBody>
      </p:sp>
      <p:sp>
        <p:nvSpPr>
          <p:cNvPr id="28" name="1 Marcador de pie de página"/>
          <p:cNvSpPr txBox="1">
            <a:spLocks/>
          </p:cNvSpPr>
          <p:nvPr/>
        </p:nvSpPr>
        <p:spPr bwMode="auto">
          <a:xfrm>
            <a:off x="8841066" y="5978210"/>
            <a:ext cx="3460114" cy="61914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ctr" rtl="0" fontAlgn="base">
              <a:spcBef>
                <a:spcPct val="0"/>
              </a:spcBef>
              <a:spcAft>
                <a:spcPct val="0"/>
              </a:spcAft>
              <a:defRPr sz="1400" b="0"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a:lstStyle>
          <a:p>
            <a:r>
              <a:rPr lang="es-VE" sz="1800" b="1" dirty="0">
                <a:solidFill>
                  <a:srgbClr val="FF0000"/>
                </a:solidFill>
              </a:rPr>
              <a:t>DURACIÓN</a:t>
            </a:r>
            <a:r>
              <a:rPr lang="en-US" sz="1800" b="1" dirty="0">
                <a:solidFill>
                  <a:srgbClr val="FF0000"/>
                </a:solidFill>
              </a:rPr>
              <a:t>: 11 </a:t>
            </a:r>
            <a:r>
              <a:rPr lang="es-PE" sz="1800" b="1" dirty="0">
                <a:solidFill>
                  <a:srgbClr val="FF0000"/>
                </a:solidFill>
              </a:rPr>
              <a:t>SEMANAS</a:t>
            </a:r>
          </a:p>
          <a:p>
            <a:r>
              <a:rPr lang="es-VE" sz="1800" b="1" dirty="0">
                <a:solidFill>
                  <a:srgbClr val="FF0000"/>
                </a:solidFill>
              </a:rPr>
              <a:t>RUTA</a:t>
            </a:r>
            <a:r>
              <a:rPr lang="en-US" sz="1800" b="1" dirty="0">
                <a:solidFill>
                  <a:srgbClr val="FF0000"/>
                </a:solidFill>
              </a:rPr>
              <a:t> </a:t>
            </a:r>
            <a:r>
              <a:rPr lang="es-VE" sz="1800" b="1" dirty="0">
                <a:solidFill>
                  <a:srgbClr val="FF0000"/>
                </a:solidFill>
              </a:rPr>
              <a:t>CRITICA</a:t>
            </a:r>
            <a:r>
              <a:rPr lang="en-US" sz="1800" b="1" dirty="0">
                <a:solidFill>
                  <a:srgbClr val="FF0000"/>
                </a:solidFill>
              </a:rPr>
              <a:t>: </a:t>
            </a:r>
            <a:r>
              <a:rPr lang="es-VE" sz="1800" b="1" dirty="0">
                <a:solidFill>
                  <a:srgbClr val="FF0000"/>
                </a:solidFill>
              </a:rPr>
              <a:t>ACEG</a:t>
            </a:r>
          </a:p>
          <a:p>
            <a:endParaRPr lang="en-US" sz="1800" b="1" dirty="0"/>
          </a:p>
        </p:txBody>
      </p:sp>
      <p:sp>
        <p:nvSpPr>
          <p:cNvPr id="4" name="3 CuadroTexto"/>
          <p:cNvSpPr txBox="1"/>
          <p:nvPr/>
        </p:nvSpPr>
        <p:spPr>
          <a:xfrm>
            <a:off x="5875831" y="2869886"/>
            <a:ext cx="1349133" cy="1569660"/>
          </a:xfrm>
          <a:prstGeom prst="rect">
            <a:avLst/>
          </a:prstGeom>
          <a:noFill/>
        </p:spPr>
        <p:txBody>
          <a:bodyPr wrap="square" rtlCol="0">
            <a:spAutoFit/>
          </a:bodyPr>
          <a:lstStyle/>
          <a:p>
            <a:r>
              <a:rPr lang="es-ES" sz="2400" b="1" dirty="0"/>
              <a:t>RUTAS:</a:t>
            </a:r>
          </a:p>
          <a:p>
            <a:r>
              <a:rPr lang="es-ES" sz="2400" b="1" dirty="0" err="1"/>
              <a:t>ACEG</a:t>
            </a:r>
            <a:r>
              <a:rPr lang="es-ES" sz="2400" b="1" dirty="0"/>
              <a:t>=11</a:t>
            </a:r>
          </a:p>
          <a:p>
            <a:r>
              <a:rPr lang="es-ES" sz="2400" b="1" dirty="0" err="1"/>
              <a:t>BDG</a:t>
            </a:r>
            <a:r>
              <a:rPr lang="es-ES" sz="2400" b="1" dirty="0"/>
              <a:t>=10</a:t>
            </a:r>
          </a:p>
          <a:p>
            <a:r>
              <a:rPr lang="es-ES" sz="2400" b="1" dirty="0" err="1"/>
              <a:t>BDF</a:t>
            </a:r>
            <a:r>
              <a:rPr lang="es-ES" sz="2400" b="1" dirty="0"/>
              <a:t>=8</a:t>
            </a:r>
            <a:endParaRPr lang="es-PE" sz="2400" b="1" dirty="0"/>
          </a:p>
        </p:txBody>
      </p:sp>
      <p:graphicFrame>
        <p:nvGraphicFramePr>
          <p:cNvPr id="5" name="3 Tabla">
            <a:extLst>
              <a:ext uri="{FF2B5EF4-FFF2-40B4-BE49-F238E27FC236}">
                <a16:creationId xmlns:a16="http://schemas.microsoft.com/office/drawing/2014/main" id="{2F170164-2D53-2002-359F-414B949ADFF0}"/>
              </a:ext>
            </a:extLst>
          </p:cNvPr>
          <p:cNvGraphicFramePr>
            <a:graphicFrameLocks noGrp="1"/>
          </p:cNvGraphicFramePr>
          <p:nvPr>
            <p:extLst>
              <p:ext uri="{D42A27DB-BD31-4B8C-83A1-F6EECF244321}">
                <p14:modId xmlns:p14="http://schemas.microsoft.com/office/powerpoint/2010/main" val="3459445224"/>
              </p:ext>
            </p:extLst>
          </p:nvPr>
        </p:nvGraphicFramePr>
        <p:xfrm>
          <a:off x="42157" y="1260930"/>
          <a:ext cx="4305652" cy="3395290"/>
        </p:xfrm>
        <a:graphic>
          <a:graphicData uri="http://schemas.openxmlformats.org/drawingml/2006/table">
            <a:tbl>
              <a:tblPr firstRow="1" bandRow="1">
                <a:tableStyleId>{5C22544A-7EE6-4342-B048-85BDC9FD1C3A}</a:tableStyleId>
              </a:tblPr>
              <a:tblGrid>
                <a:gridCol w="693282">
                  <a:extLst>
                    <a:ext uri="{9D8B030D-6E8A-4147-A177-3AD203B41FA5}">
                      <a16:colId xmlns:a16="http://schemas.microsoft.com/office/drawing/2014/main" val="20000"/>
                    </a:ext>
                  </a:extLst>
                </a:gridCol>
                <a:gridCol w="1040828">
                  <a:extLst>
                    <a:ext uri="{9D8B030D-6E8A-4147-A177-3AD203B41FA5}">
                      <a16:colId xmlns:a16="http://schemas.microsoft.com/office/drawing/2014/main" val="20001"/>
                    </a:ext>
                  </a:extLst>
                </a:gridCol>
                <a:gridCol w="1484723">
                  <a:extLst>
                    <a:ext uri="{9D8B030D-6E8A-4147-A177-3AD203B41FA5}">
                      <a16:colId xmlns:a16="http://schemas.microsoft.com/office/drawing/2014/main" val="20002"/>
                    </a:ext>
                  </a:extLst>
                </a:gridCol>
                <a:gridCol w="1086819">
                  <a:extLst>
                    <a:ext uri="{9D8B030D-6E8A-4147-A177-3AD203B41FA5}">
                      <a16:colId xmlns:a16="http://schemas.microsoft.com/office/drawing/2014/main" val="20003"/>
                    </a:ext>
                  </a:extLst>
                </a:gridCol>
              </a:tblGrid>
              <a:tr h="744754">
                <a:tc>
                  <a:txBody>
                    <a:bodyPr/>
                    <a:lstStyle/>
                    <a:p>
                      <a:pPr algn="ctr" fontAlgn="b"/>
                      <a:r>
                        <a:rPr lang="es-PE" sz="2000" b="0" i="0" u="none" strike="noStrike" dirty="0">
                          <a:effectLst/>
                          <a:latin typeface="Arial Narrow" pitchFamily="34" charset="0"/>
                        </a:rPr>
                        <a:t>Tarea</a:t>
                      </a:r>
                    </a:p>
                  </a:txBody>
                  <a:tcPr marL="9525" marR="9525" marT="9525" marB="0" anchor="b"/>
                </a:tc>
                <a:tc>
                  <a:txBody>
                    <a:bodyPr/>
                    <a:lstStyle/>
                    <a:p>
                      <a:pPr algn="ctr" fontAlgn="b"/>
                      <a:r>
                        <a:rPr lang="es-PE" sz="2000" b="0" i="0" u="none" strike="noStrike" dirty="0">
                          <a:effectLst/>
                          <a:latin typeface="Arial Narrow" pitchFamily="34" charset="0"/>
                        </a:rPr>
                        <a:t>Predecesores</a:t>
                      </a:r>
                    </a:p>
                  </a:txBody>
                  <a:tcPr marL="9525" marR="9525" marT="9525" marB="0" anchor="b"/>
                </a:tc>
                <a:tc>
                  <a:txBody>
                    <a:bodyPr/>
                    <a:lstStyle/>
                    <a:p>
                      <a:pPr algn="ctr" fontAlgn="b"/>
                      <a:r>
                        <a:rPr lang="es-PE" sz="2000" b="0" i="0" u="none" strike="noStrike" dirty="0">
                          <a:effectLst/>
                          <a:latin typeface="Arial Narrow" pitchFamily="34" charset="0"/>
                        </a:rPr>
                        <a:t>Predecesores inmediatos</a:t>
                      </a:r>
                    </a:p>
                  </a:txBody>
                  <a:tcPr marL="9525" marR="9525" marT="9525" marB="0" anchor="b"/>
                </a:tc>
                <a:tc>
                  <a:txBody>
                    <a:bodyPr/>
                    <a:lstStyle/>
                    <a:p>
                      <a:pPr algn="ctr" fontAlgn="b"/>
                      <a:r>
                        <a:rPr lang="es-PE" sz="2000" b="0" i="0" u="none" strike="noStrike" dirty="0">
                          <a:effectLst/>
                          <a:latin typeface="Arial Narrow" pitchFamily="34" charset="0"/>
                        </a:rPr>
                        <a:t>Duración</a:t>
                      </a:r>
                    </a:p>
                    <a:p>
                      <a:pPr algn="ctr" fontAlgn="b"/>
                      <a:r>
                        <a:rPr lang="es-PE" sz="2000" b="0" i="0" u="none" strike="noStrike" dirty="0">
                          <a:effectLst/>
                          <a:latin typeface="Arial Narrow" pitchFamily="34" charset="0"/>
                        </a:rPr>
                        <a:t>(Semanas)</a:t>
                      </a:r>
                    </a:p>
                  </a:txBody>
                  <a:tcPr marL="9525" marR="9525" marT="9525" marB="0" anchor="b"/>
                </a:tc>
                <a:extLst>
                  <a:ext uri="{0D108BD9-81ED-4DB2-BD59-A6C34878D82A}">
                    <a16:rowId xmlns:a16="http://schemas.microsoft.com/office/drawing/2014/main" val="10000"/>
                  </a:ext>
                </a:extLst>
              </a:tr>
              <a:tr h="376487">
                <a:tc>
                  <a:txBody>
                    <a:bodyPr/>
                    <a:lstStyle/>
                    <a:p>
                      <a:pPr algn="ctr" fontAlgn="b"/>
                      <a:r>
                        <a:rPr lang="es-PE" sz="2000" b="0" i="0" u="none" strike="noStrike" dirty="0">
                          <a:effectLst/>
                          <a:latin typeface="Arial Narrow" pitchFamily="34" charset="0"/>
                        </a:rPr>
                        <a:t>A</a:t>
                      </a:r>
                    </a:p>
                  </a:txBody>
                  <a:tcPr marL="9525" marR="9525" marT="9525" marB="0" anchor="b"/>
                </a:tc>
                <a:tc>
                  <a:txBody>
                    <a:bodyPr/>
                    <a:lstStyle/>
                    <a:p>
                      <a:pPr algn="ctr" fontAlgn="b"/>
                      <a:r>
                        <a:rPr lang="es-PE" sz="2000" b="0" i="0" u="none" strike="noStrike" dirty="0">
                          <a:effectLst/>
                          <a:latin typeface="Arial Narrow" pitchFamily="34" charset="0"/>
                        </a:rPr>
                        <a:t>_</a:t>
                      </a:r>
                    </a:p>
                  </a:txBody>
                  <a:tcPr marL="9525" marR="9525" marT="9525" marB="0" anchor="b"/>
                </a:tc>
                <a:tc>
                  <a:txBody>
                    <a:bodyPr/>
                    <a:lstStyle/>
                    <a:p>
                      <a:pPr algn="ctr" fontAlgn="b"/>
                      <a:r>
                        <a:rPr lang="es-PE" sz="2000" b="0" i="0" u="none" strike="noStrike" dirty="0">
                          <a:effectLst/>
                          <a:latin typeface="Arial Narrow" pitchFamily="34" charset="0"/>
                        </a:rPr>
                        <a:t>_</a:t>
                      </a:r>
                    </a:p>
                  </a:txBody>
                  <a:tcPr marL="9525" marR="9525" marT="9525" marB="0" anchor="b"/>
                </a:tc>
                <a:tc>
                  <a:txBody>
                    <a:bodyPr/>
                    <a:lstStyle/>
                    <a:p>
                      <a:pPr algn="ctr" fontAlgn="b"/>
                      <a:r>
                        <a:rPr lang="es-PE" sz="2000" b="0" i="0" u="none" strike="noStrike" dirty="0">
                          <a:effectLst/>
                          <a:latin typeface="Arial Narrow" pitchFamily="34" charset="0"/>
                        </a:rPr>
                        <a:t>2</a:t>
                      </a:r>
                    </a:p>
                  </a:txBody>
                  <a:tcPr marL="9525" marR="9525" marT="9525" marB="0" anchor="b"/>
                </a:tc>
                <a:extLst>
                  <a:ext uri="{0D108BD9-81ED-4DB2-BD59-A6C34878D82A}">
                    <a16:rowId xmlns:a16="http://schemas.microsoft.com/office/drawing/2014/main" val="10001"/>
                  </a:ext>
                </a:extLst>
              </a:tr>
              <a:tr h="376487">
                <a:tc>
                  <a:txBody>
                    <a:bodyPr/>
                    <a:lstStyle/>
                    <a:p>
                      <a:pPr algn="ctr" fontAlgn="b"/>
                      <a:r>
                        <a:rPr lang="es-PE" sz="2000" b="0" i="0" u="none" strike="noStrike" dirty="0">
                          <a:effectLst/>
                          <a:latin typeface="Arial Narrow" pitchFamily="34" charset="0"/>
                        </a:rPr>
                        <a:t>B</a:t>
                      </a:r>
                    </a:p>
                  </a:txBody>
                  <a:tcPr marL="9525" marR="9525" marT="9525" marB="0" anchor="b"/>
                </a:tc>
                <a:tc>
                  <a:txBody>
                    <a:bodyPr/>
                    <a:lstStyle/>
                    <a:p>
                      <a:pPr algn="ctr" fontAlgn="b"/>
                      <a:r>
                        <a:rPr lang="es-PE" sz="2000" b="0" i="0" u="none" strike="noStrike" dirty="0">
                          <a:effectLst/>
                          <a:latin typeface="Arial Narrow" pitchFamily="34" charset="0"/>
                        </a:rPr>
                        <a:t>_</a:t>
                      </a:r>
                    </a:p>
                  </a:txBody>
                  <a:tcPr marL="9525" marR="9525" marT="9525" marB="0" anchor="b"/>
                </a:tc>
                <a:tc>
                  <a:txBody>
                    <a:bodyPr/>
                    <a:lstStyle/>
                    <a:p>
                      <a:pPr algn="ctr" fontAlgn="b"/>
                      <a:r>
                        <a:rPr lang="es-PE" sz="2000" b="0" i="0" u="none" strike="noStrike" dirty="0">
                          <a:effectLst/>
                          <a:latin typeface="Arial Narrow" pitchFamily="34" charset="0"/>
                        </a:rPr>
                        <a:t>_</a:t>
                      </a:r>
                    </a:p>
                  </a:txBody>
                  <a:tcPr marL="9525" marR="9525" marT="9525" marB="0" anchor="b"/>
                </a:tc>
                <a:tc>
                  <a:txBody>
                    <a:bodyPr/>
                    <a:lstStyle/>
                    <a:p>
                      <a:pPr algn="ctr" fontAlgn="b"/>
                      <a:r>
                        <a:rPr lang="es-PE" sz="2000" b="0" i="0" u="none" strike="noStrike" dirty="0">
                          <a:effectLst/>
                          <a:latin typeface="Arial Narrow" pitchFamily="34" charset="0"/>
                        </a:rPr>
                        <a:t>3</a:t>
                      </a:r>
                    </a:p>
                  </a:txBody>
                  <a:tcPr marL="9525" marR="9525" marT="9525" marB="0" anchor="b"/>
                </a:tc>
                <a:extLst>
                  <a:ext uri="{0D108BD9-81ED-4DB2-BD59-A6C34878D82A}">
                    <a16:rowId xmlns:a16="http://schemas.microsoft.com/office/drawing/2014/main" val="10002"/>
                  </a:ext>
                </a:extLst>
              </a:tr>
              <a:tr h="376487">
                <a:tc>
                  <a:txBody>
                    <a:bodyPr/>
                    <a:lstStyle/>
                    <a:p>
                      <a:pPr algn="ctr" fontAlgn="b"/>
                      <a:r>
                        <a:rPr lang="es-PE" sz="2000" b="0" i="0" u="none" strike="noStrike" dirty="0">
                          <a:effectLst/>
                          <a:latin typeface="Arial Narrow" pitchFamily="34" charset="0"/>
                        </a:rPr>
                        <a:t>C</a:t>
                      </a:r>
                    </a:p>
                  </a:txBody>
                  <a:tcPr marL="9525" marR="9525" marT="9525" marB="0" anchor="b"/>
                </a:tc>
                <a:tc>
                  <a:txBody>
                    <a:bodyPr/>
                    <a:lstStyle/>
                    <a:p>
                      <a:pPr algn="ctr" fontAlgn="b"/>
                      <a:r>
                        <a:rPr lang="es-PE" sz="2000" b="0" i="0" u="none" strike="noStrike" dirty="0">
                          <a:effectLst/>
                          <a:latin typeface="Arial Narrow" pitchFamily="34" charset="0"/>
                        </a:rPr>
                        <a:t>A</a:t>
                      </a:r>
                    </a:p>
                  </a:txBody>
                  <a:tcPr marL="9525" marR="9525" marT="9525" marB="0" anchor="b"/>
                </a:tc>
                <a:tc>
                  <a:txBody>
                    <a:bodyPr/>
                    <a:lstStyle/>
                    <a:p>
                      <a:pPr algn="ctr" fontAlgn="b"/>
                      <a:r>
                        <a:rPr lang="es-PE" sz="2000" b="0" i="0" u="none" strike="noStrike" dirty="0">
                          <a:effectLst/>
                          <a:latin typeface="Arial Narrow" pitchFamily="34" charset="0"/>
                        </a:rPr>
                        <a:t>A</a:t>
                      </a:r>
                    </a:p>
                  </a:txBody>
                  <a:tcPr marL="9525" marR="9525" marT="9525" marB="0" anchor="b"/>
                </a:tc>
                <a:tc>
                  <a:txBody>
                    <a:bodyPr/>
                    <a:lstStyle/>
                    <a:p>
                      <a:pPr algn="ctr" fontAlgn="b"/>
                      <a:r>
                        <a:rPr lang="es-PE" sz="2000" b="0" i="0" u="none" strike="noStrike" dirty="0">
                          <a:effectLst/>
                          <a:latin typeface="Arial Narrow" pitchFamily="34" charset="0"/>
                        </a:rPr>
                        <a:t>4</a:t>
                      </a:r>
                    </a:p>
                  </a:txBody>
                  <a:tcPr marL="9525" marR="9525" marT="9525" marB="0" anchor="b"/>
                </a:tc>
                <a:extLst>
                  <a:ext uri="{0D108BD9-81ED-4DB2-BD59-A6C34878D82A}">
                    <a16:rowId xmlns:a16="http://schemas.microsoft.com/office/drawing/2014/main" val="10003"/>
                  </a:ext>
                </a:extLst>
              </a:tr>
              <a:tr h="376487">
                <a:tc>
                  <a:txBody>
                    <a:bodyPr/>
                    <a:lstStyle/>
                    <a:p>
                      <a:pPr algn="ctr" fontAlgn="b"/>
                      <a:r>
                        <a:rPr lang="es-PE" sz="2000" b="0" i="0" u="none" strike="noStrike" dirty="0">
                          <a:effectLst/>
                          <a:latin typeface="Arial Narrow" pitchFamily="34" charset="0"/>
                        </a:rPr>
                        <a:t>D</a:t>
                      </a:r>
                    </a:p>
                  </a:txBody>
                  <a:tcPr marL="9525" marR="9525" marT="9525" marB="0" anchor="b"/>
                </a:tc>
                <a:tc>
                  <a:txBody>
                    <a:bodyPr/>
                    <a:lstStyle/>
                    <a:p>
                      <a:pPr algn="ctr" fontAlgn="b"/>
                      <a:r>
                        <a:rPr lang="es-PE" sz="2000" b="0" i="0" u="none" strike="noStrike" dirty="0">
                          <a:effectLst/>
                          <a:latin typeface="Arial Narrow" pitchFamily="34" charset="0"/>
                        </a:rPr>
                        <a:t>B</a:t>
                      </a:r>
                    </a:p>
                  </a:txBody>
                  <a:tcPr marL="9525" marR="9525" marT="9525" marB="0" anchor="b"/>
                </a:tc>
                <a:tc>
                  <a:txBody>
                    <a:bodyPr/>
                    <a:lstStyle/>
                    <a:p>
                      <a:pPr algn="ctr" fontAlgn="b"/>
                      <a:r>
                        <a:rPr lang="es-PE" sz="2000" b="0" i="0" u="none" strike="noStrike" dirty="0">
                          <a:effectLst/>
                          <a:latin typeface="Arial Narrow" pitchFamily="34" charset="0"/>
                        </a:rPr>
                        <a:t>B</a:t>
                      </a:r>
                    </a:p>
                  </a:txBody>
                  <a:tcPr marL="9525" marR="9525" marT="9525" marB="0" anchor="b"/>
                </a:tc>
                <a:tc>
                  <a:txBody>
                    <a:bodyPr/>
                    <a:lstStyle/>
                    <a:p>
                      <a:pPr algn="ctr" fontAlgn="b"/>
                      <a:r>
                        <a:rPr lang="es-PE" sz="2000" b="0" i="0" u="none" strike="noStrike" dirty="0">
                          <a:effectLst/>
                          <a:latin typeface="Arial Narrow" pitchFamily="34" charset="0"/>
                        </a:rPr>
                        <a:t>3</a:t>
                      </a:r>
                    </a:p>
                  </a:txBody>
                  <a:tcPr marL="9525" marR="9525" marT="9525" marB="0" anchor="b"/>
                </a:tc>
                <a:extLst>
                  <a:ext uri="{0D108BD9-81ED-4DB2-BD59-A6C34878D82A}">
                    <a16:rowId xmlns:a16="http://schemas.microsoft.com/office/drawing/2014/main" val="10004"/>
                  </a:ext>
                </a:extLst>
              </a:tr>
              <a:tr h="376487">
                <a:tc>
                  <a:txBody>
                    <a:bodyPr/>
                    <a:lstStyle/>
                    <a:p>
                      <a:pPr algn="ctr" fontAlgn="b"/>
                      <a:r>
                        <a:rPr lang="es-PE" sz="2000" b="0" i="0" u="none" strike="noStrike" dirty="0">
                          <a:effectLst/>
                          <a:latin typeface="Arial Narrow" pitchFamily="34" charset="0"/>
                        </a:rPr>
                        <a:t>E</a:t>
                      </a:r>
                    </a:p>
                  </a:txBody>
                  <a:tcPr marL="9525" marR="9525" marT="9525" marB="0" anchor="b"/>
                </a:tc>
                <a:tc>
                  <a:txBody>
                    <a:bodyPr/>
                    <a:lstStyle/>
                    <a:p>
                      <a:pPr algn="ctr" fontAlgn="b"/>
                      <a:r>
                        <a:rPr lang="es-PE" sz="2000" b="0" i="0" u="none" strike="noStrike" dirty="0">
                          <a:effectLst/>
                          <a:latin typeface="Arial Narrow" pitchFamily="34" charset="0"/>
                        </a:rPr>
                        <a:t>A, C</a:t>
                      </a:r>
                    </a:p>
                  </a:txBody>
                  <a:tcPr marL="9525" marR="9525" marT="9525" marB="0" anchor="b"/>
                </a:tc>
                <a:tc>
                  <a:txBody>
                    <a:bodyPr/>
                    <a:lstStyle/>
                    <a:p>
                      <a:pPr algn="ctr" fontAlgn="b"/>
                      <a:r>
                        <a:rPr lang="es-PE" sz="2000" b="0" i="0" u="none" strike="noStrike" dirty="0">
                          <a:effectLst/>
                          <a:latin typeface="Arial Narrow" pitchFamily="34" charset="0"/>
                        </a:rPr>
                        <a:t>C</a:t>
                      </a:r>
                    </a:p>
                  </a:txBody>
                  <a:tcPr marL="9525" marR="9525" marT="9525" marB="0" anchor="b"/>
                </a:tc>
                <a:tc>
                  <a:txBody>
                    <a:bodyPr/>
                    <a:lstStyle/>
                    <a:p>
                      <a:pPr algn="ctr" fontAlgn="b"/>
                      <a:r>
                        <a:rPr lang="es-PE" sz="2000" b="0" i="0" u="none" strike="noStrike" dirty="0">
                          <a:effectLst/>
                          <a:latin typeface="Arial Narrow" pitchFamily="34" charset="0"/>
                        </a:rPr>
                        <a:t>1</a:t>
                      </a:r>
                    </a:p>
                  </a:txBody>
                  <a:tcPr marL="9525" marR="9525" marT="9525" marB="0" anchor="b"/>
                </a:tc>
                <a:extLst>
                  <a:ext uri="{0D108BD9-81ED-4DB2-BD59-A6C34878D82A}">
                    <a16:rowId xmlns:a16="http://schemas.microsoft.com/office/drawing/2014/main" val="10005"/>
                  </a:ext>
                </a:extLst>
              </a:tr>
              <a:tr h="376487">
                <a:tc>
                  <a:txBody>
                    <a:bodyPr/>
                    <a:lstStyle/>
                    <a:p>
                      <a:pPr algn="ctr" fontAlgn="b"/>
                      <a:r>
                        <a:rPr lang="es-PE" sz="2000" b="0" i="0" u="none" strike="noStrike" dirty="0">
                          <a:effectLst/>
                          <a:latin typeface="Arial Narrow" pitchFamily="34" charset="0"/>
                        </a:rPr>
                        <a:t>F</a:t>
                      </a:r>
                    </a:p>
                  </a:txBody>
                  <a:tcPr marL="9525" marR="9525" marT="9525" marB="0" anchor="b"/>
                </a:tc>
                <a:tc>
                  <a:txBody>
                    <a:bodyPr/>
                    <a:lstStyle/>
                    <a:p>
                      <a:pPr algn="ctr" fontAlgn="b"/>
                      <a:r>
                        <a:rPr lang="es-PE" sz="2000" b="0" i="0" u="none" strike="noStrike" dirty="0">
                          <a:effectLst/>
                          <a:latin typeface="Arial Narrow" pitchFamily="34" charset="0"/>
                        </a:rPr>
                        <a:t>B, D</a:t>
                      </a:r>
                    </a:p>
                  </a:txBody>
                  <a:tcPr marL="9525" marR="9525" marT="9525" marB="0" anchor="b"/>
                </a:tc>
                <a:tc>
                  <a:txBody>
                    <a:bodyPr/>
                    <a:lstStyle/>
                    <a:p>
                      <a:pPr algn="ctr" fontAlgn="b"/>
                      <a:r>
                        <a:rPr lang="es-PE" sz="2000" b="0" i="0" u="none" strike="noStrike" dirty="0">
                          <a:effectLst/>
                          <a:latin typeface="Arial Narrow" pitchFamily="34" charset="0"/>
                        </a:rPr>
                        <a:t>D</a:t>
                      </a:r>
                    </a:p>
                  </a:txBody>
                  <a:tcPr marL="9525" marR="9525" marT="9525" marB="0" anchor="b"/>
                </a:tc>
                <a:tc>
                  <a:txBody>
                    <a:bodyPr/>
                    <a:lstStyle/>
                    <a:p>
                      <a:pPr algn="ctr" fontAlgn="b"/>
                      <a:r>
                        <a:rPr lang="es-PE" sz="2000" b="0" i="0" u="none" strike="noStrike" dirty="0">
                          <a:effectLst/>
                          <a:latin typeface="Arial Narrow" pitchFamily="34" charset="0"/>
                        </a:rPr>
                        <a:t>2</a:t>
                      </a:r>
                    </a:p>
                  </a:txBody>
                  <a:tcPr marL="9525" marR="9525" marT="9525" marB="0" anchor="b"/>
                </a:tc>
                <a:extLst>
                  <a:ext uri="{0D108BD9-81ED-4DB2-BD59-A6C34878D82A}">
                    <a16:rowId xmlns:a16="http://schemas.microsoft.com/office/drawing/2014/main" val="10006"/>
                  </a:ext>
                </a:extLst>
              </a:tr>
              <a:tr h="391614">
                <a:tc>
                  <a:txBody>
                    <a:bodyPr/>
                    <a:lstStyle/>
                    <a:p>
                      <a:pPr algn="ctr" fontAlgn="b"/>
                      <a:r>
                        <a:rPr lang="es-PE" sz="2000" b="0" i="0" u="none" strike="noStrike" dirty="0">
                          <a:effectLst/>
                          <a:latin typeface="Arial Narrow" pitchFamily="34" charset="0"/>
                        </a:rPr>
                        <a:t>G</a:t>
                      </a:r>
                    </a:p>
                  </a:txBody>
                  <a:tcPr marL="9525" marR="9525" marT="9525" marB="0" anchor="b"/>
                </a:tc>
                <a:tc>
                  <a:txBody>
                    <a:bodyPr/>
                    <a:lstStyle/>
                    <a:p>
                      <a:pPr algn="ctr" fontAlgn="b"/>
                      <a:r>
                        <a:rPr lang="es-PE" sz="2000" b="0" i="0" u="none" strike="noStrike" dirty="0">
                          <a:effectLst/>
                          <a:latin typeface="Arial Narrow" pitchFamily="34" charset="0"/>
                        </a:rPr>
                        <a:t>A,B,C,D,E</a:t>
                      </a:r>
                    </a:p>
                  </a:txBody>
                  <a:tcPr marL="9525" marR="9525" marT="9525" marB="0" anchor="b"/>
                </a:tc>
                <a:tc>
                  <a:txBody>
                    <a:bodyPr/>
                    <a:lstStyle/>
                    <a:p>
                      <a:pPr algn="ctr" fontAlgn="b"/>
                      <a:r>
                        <a:rPr lang="es-PE" sz="2000" b="0" i="0" u="none" strike="noStrike" dirty="0">
                          <a:effectLst/>
                          <a:latin typeface="Arial Narrow" pitchFamily="34" charset="0"/>
                        </a:rPr>
                        <a:t>D, E</a:t>
                      </a:r>
                    </a:p>
                  </a:txBody>
                  <a:tcPr marL="9525" marR="9525" marT="9525" marB="0" anchor="b"/>
                </a:tc>
                <a:tc>
                  <a:txBody>
                    <a:bodyPr/>
                    <a:lstStyle/>
                    <a:p>
                      <a:pPr algn="ctr" fontAlgn="b"/>
                      <a:r>
                        <a:rPr lang="es-PE" sz="2000" b="0" i="0" u="none" strike="noStrike" dirty="0">
                          <a:effectLst/>
                          <a:latin typeface="Arial Narrow" pitchFamily="34" charset="0"/>
                        </a:rPr>
                        <a:t>4</a:t>
                      </a:r>
                    </a:p>
                  </a:txBody>
                  <a:tcPr marL="9525" marR="9525" marT="9525" marB="0" anchor="b"/>
                </a:tc>
                <a:extLst>
                  <a:ext uri="{0D108BD9-81ED-4DB2-BD59-A6C34878D82A}">
                    <a16:rowId xmlns:a16="http://schemas.microsoft.com/office/drawing/2014/main" val="10007"/>
                  </a:ext>
                </a:extLst>
              </a:tr>
            </a:tbl>
          </a:graphicData>
        </a:graphic>
      </p:graphicFrame>
      <p:sp>
        <p:nvSpPr>
          <p:cNvPr id="6" name="Rectangle 2">
            <a:extLst>
              <a:ext uri="{FF2B5EF4-FFF2-40B4-BE49-F238E27FC236}">
                <a16:creationId xmlns:a16="http://schemas.microsoft.com/office/drawing/2014/main" id="{FAE473CB-2D96-864D-F11A-1BDCBD1C7FC4}"/>
              </a:ext>
            </a:extLst>
          </p:cNvPr>
          <p:cNvSpPr txBox="1">
            <a:spLocks noChangeArrowheads="1"/>
          </p:cNvSpPr>
          <p:nvPr/>
        </p:nvSpPr>
        <p:spPr bwMode="auto">
          <a:xfrm>
            <a:off x="6096000" y="205622"/>
            <a:ext cx="6027095" cy="42862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87313" indent="-87313" algn="ctr" fontAlgn="base">
              <a:spcBef>
                <a:spcPct val="0"/>
              </a:spcBef>
              <a:spcAft>
                <a:spcPct val="0"/>
              </a:spcAft>
              <a:defRPr/>
            </a:pPr>
            <a:r>
              <a:rPr lang="es-PE" sz="2800" i="1" kern="0" dirty="0">
                <a:solidFill>
                  <a:schemeClr val="bg1"/>
                </a:solidFill>
                <a:latin typeface="Arial Narrow" pitchFamily="34" charset="0"/>
                <a:ea typeface="+mj-ea"/>
                <a:cs typeface="+mj-cs"/>
              </a:rPr>
              <a:t>Hallar la Ruta crítica y duración del proyecto</a:t>
            </a:r>
          </a:p>
          <a:p>
            <a:pPr marL="87313" indent="-87313" algn="ctr" fontAlgn="base">
              <a:spcBef>
                <a:spcPct val="0"/>
              </a:spcBef>
              <a:spcAft>
                <a:spcPct val="0"/>
              </a:spcAft>
              <a:defRPr/>
            </a:pPr>
            <a:endParaRPr lang="es-PE" sz="2800" b="1" i="1" kern="0" dirty="0">
              <a:solidFill>
                <a:schemeClr val="bg1"/>
              </a:solidFill>
              <a:latin typeface="Arial Narrow" pitchFamily="34" charset="0"/>
              <a:ea typeface="+mj-ea"/>
              <a:cs typeface="+mj-cs"/>
            </a:endParaRPr>
          </a:p>
        </p:txBody>
      </p:sp>
    </p:spTree>
    <p:extLst>
      <p:ext uri="{BB962C8B-B14F-4D97-AF65-F5344CB8AC3E}">
        <p14:creationId xmlns:p14="http://schemas.microsoft.com/office/powerpoint/2010/main" val="37930820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68" decel="100000"/>
                                        <p:tgtEl>
                                          <p:spTgt spid="6"/>
                                        </p:tgtEl>
                                      </p:cBhvr>
                                    </p:animEffect>
                                    <p:animScale>
                                      <p:cBhvr>
                                        <p:cTn id="8" dur="768" decel="100000"/>
                                        <p:tgtEl>
                                          <p:spTgt spid="6"/>
                                        </p:tgtEl>
                                      </p:cBhvr>
                                      <p:from x="10000" y="10000"/>
                                      <p:to x="200000" y="450000"/>
                                    </p:animScale>
                                    <p:animScale>
                                      <p:cBhvr>
                                        <p:cTn id="9" dur="1230" accel="100000" fill="hold">
                                          <p:stCondLst>
                                            <p:cond delay="768"/>
                                          </p:stCondLst>
                                        </p:cTn>
                                        <p:tgtEl>
                                          <p:spTgt spid="6"/>
                                        </p:tgtEl>
                                      </p:cBhvr>
                                      <p:from x="200000" y="450000"/>
                                      <p:to x="100000" y="100000"/>
                                    </p:animScale>
                                    <p:set>
                                      <p:cBhvr>
                                        <p:cTn id="10" dur="768" fill="hold"/>
                                        <p:tgtEl>
                                          <p:spTgt spid="6"/>
                                        </p:tgtEl>
                                        <p:attrNameLst>
                                          <p:attrName>ppt_x</p:attrName>
                                        </p:attrNameLst>
                                      </p:cBhvr>
                                      <p:to>
                                        <p:strVal val="(0.5)"/>
                                      </p:to>
                                    </p:set>
                                    <p:anim from="(0.5)" to="(#ppt_x)" calcmode="lin" valueType="num">
                                      <p:cBhvr>
                                        <p:cTn id="11" dur="1230" accel="100000" fill="hold">
                                          <p:stCondLst>
                                            <p:cond delay="768"/>
                                          </p:stCondLst>
                                        </p:cTn>
                                        <p:tgtEl>
                                          <p:spTgt spid="6"/>
                                        </p:tgtEl>
                                        <p:attrNameLst>
                                          <p:attrName>ppt_x</p:attrName>
                                        </p:attrNameLst>
                                      </p:cBhvr>
                                    </p:anim>
                                    <p:set>
                                      <p:cBhvr>
                                        <p:cTn id="12" dur="768" fill="hold"/>
                                        <p:tgtEl>
                                          <p:spTgt spid="6"/>
                                        </p:tgtEl>
                                        <p:attrNameLst>
                                          <p:attrName>ppt_y</p:attrName>
                                        </p:attrNameLst>
                                      </p:cBhvr>
                                      <p:to>
                                        <p:strVal val="(#ppt_y+0.4)"/>
                                      </p:to>
                                    </p:set>
                                    <p:anim from="(#ppt_y+0.4)" to="(#ppt_y)" calcmode="lin" valueType="num">
                                      <p:cBhvr>
                                        <p:cTn id="13" dur="1230" accel="100000" fill="hold">
                                          <p:stCondLst>
                                            <p:cond delay="768"/>
                                          </p:stCondLst>
                                        </p:cTn>
                                        <p:tgtEl>
                                          <p:spTgt spid="6"/>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Oval 2"/>
          <p:cNvSpPr>
            <a:spLocks noChangeArrowheads="1"/>
          </p:cNvSpPr>
          <p:nvPr/>
        </p:nvSpPr>
        <p:spPr bwMode="auto">
          <a:xfrm>
            <a:off x="4288848" y="4314800"/>
            <a:ext cx="920824" cy="914400"/>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r>
              <a:rPr lang="es-ES" sz="2400" dirty="0"/>
              <a:t>0</a:t>
            </a:r>
          </a:p>
        </p:txBody>
      </p:sp>
      <p:sp>
        <p:nvSpPr>
          <p:cNvPr id="48131" name="Oval 3"/>
          <p:cNvSpPr>
            <a:spLocks noChangeArrowheads="1"/>
          </p:cNvSpPr>
          <p:nvPr/>
        </p:nvSpPr>
        <p:spPr bwMode="auto">
          <a:xfrm>
            <a:off x="5203660" y="1343000"/>
            <a:ext cx="876299" cy="914400"/>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r>
              <a:rPr lang="es-ES" sz="2400" dirty="0"/>
              <a:t>1</a:t>
            </a:r>
          </a:p>
        </p:txBody>
      </p:sp>
      <p:sp>
        <p:nvSpPr>
          <p:cNvPr id="48132" name="Oval 4"/>
          <p:cNvSpPr>
            <a:spLocks noChangeArrowheads="1"/>
          </p:cNvSpPr>
          <p:nvPr/>
        </p:nvSpPr>
        <p:spPr bwMode="auto">
          <a:xfrm>
            <a:off x="10347159" y="1266800"/>
            <a:ext cx="914964" cy="914400"/>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r>
              <a:rPr lang="es-ES" sz="2400" dirty="0"/>
              <a:t>3</a:t>
            </a:r>
          </a:p>
        </p:txBody>
      </p:sp>
      <p:sp>
        <p:nvSpPr>
          <p:cNvPr id="48134" name="Oval 6"/>
          <p:cNvSpPr>
            <a:spLocks noChangeArrowheads="1"/>
          </p:cNvSpPr>
          <p:nvPr/>
        </p:nvSpPr>
        <p:spPr bwMode="auto">
          <a:xfrm>
            <a:off x="7840497" y="3047975"/>
            <a:ext cx="858842" cy="914400"/>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r>
              <a:rPr lang="es-ES" sz="2400" dirty="0"/>
              <a:t>2</a:t>
            </a:r>
          </a:p>
        </p:txBody>
      </p:sp>
      <p:sp>
        <p:nvSpPr>
          <p:cNvPr id="48135" name="Oval 7"/>
          <p:cNvSpPr>
            <a:spLocks noChangeArrowheads="1"/>
          </p:cNvSpPr>
          <p:nvPr/>
        </p:nvSpPr>
        <p:spPr bwMode="auto">
          <a:xfrm>
            <a:off x="11262124" y="4312288"/>
            <a:ext cx="899299" cy="914400"/>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r>
              <a:rPr lang="es-ES" sz="2400" dirty="0"/>
              <a:t>4</a:t>
            </a:r>
          </a:p>
        </p:txBody>
      </p:sp>
      <p:sp>
        <p:nvSpPr>
          <p:cNvPr id="48136" name="Line 8"/>
          <p:cNvSpPr>
            <a:spLocks noChangeShapeType="1"/>
          </p:cNvSpPr>
          <p:nvPr/>
        </p:nvSpPr>
        <p:spPr bwMode="auto">
          <a:xfrm flipV="1">
            <a:off x="4906057" y="2257400"/>
            <a:ext cx="640501" cy="2054887"/>
          </a:xfrm>
          <a:prstGeom prst="line">
            <a:avLst/>
          </a:prstGeom>
          <a:noFill/>
          <a:ln w="25400">
            <a:solidFill>
              <a:srgbClr val="FF0000"/>
            </a:solidFill>
            <a:round/>
            <a:headEnd/>
            <a:tailEnd type="triangle" w="med" len="med"/>
          </a:ln>
        </p:spPr>
        <p:txBody>
          <a:bodyPr/>
          <a:lstStyle/>
          <a:p>
            <a:endParaRPr lang="es-ES" dirty="0"/>
          </a:p>
        </p:txBody>
      </p:sp>
      <p:sp>
        <p:nvSpPr>
          <p:cNvPr id="48137" name="Line 9"/>
          <p:cNvSpPr>
            <a:spLocks noChangeShapeType="1"/>
          </p:cNvSpPr>
          <p:nvPr/>
        </p:nvSpPr>
        <p:spPr bwMode="auto">
          <a:xfrm>
            <a:off x="5089359" y="4848200"/>
            <a:ext cx="6172765" cy="0"/>
          </a:xfrm>
          <a:prstGeom prst="line">
            <a:avLst/>
          </a:prstGeom>
          <a:noFill/>
          <a:ln w="25400">
            <a:solidFill>
              <a:schemeClr val="tx1"/>
            </a:solidFill>
            <a:round/>
            <a:headEnd/>
            <a:tailEnd type="triangle" w="med" len="med"/>
          </a:ln>
        </p:spPr>
        <p:txBody>
          <a:bodyPr/>
          <a:lstStyle/>
          <a:p>
            <a:endParaRPr lang="es-ES" dirty="0"/>
          </a:p>
        </p:txBody>
      </p:sp>
      <p:sp>
        <p:nvSpPr>
          <p:cNvPr id="48138" name="Line 10"/>
          <p:cNvSpPr>
            <a:spLocks noChangeShapeType="1"/>
          </p:cNvSpPr>
          <p:nvPr/>
        </p:nvSpPr>
        <p:spPr bwMode="auto">
          <a:xfrm flipV="1">
            <a:off x="6079959" y="1724000"/>
            <a:ext cx="4260506" cy="0"/>
          </a:xfrm>
          <a:prstGeom prst="line">
            <a:avLst/>
          </a:prstGeom>
          <a:noFill/>
          <a:ln w="25400">
            <a:solidFill>
              <a:schemeClr val="tx1"/>
            </a:solidFill>
            <a:round/>
            <a:headEnd/>
            <a:tailEnd type="triangle" w="med" len="med"/>
          </a:ln>
        </p:spPr>
        <p:txBody>
          <a:bodyPr/>
          <a:lstStyle/>
          <a:p>
            <a:endParaRPr lang="es-ES" dirty="0"/>
          </a:p>
        </p:txBody>
      </p:sp>
      <p:sp>
        <p:nvSpPr>
          <p:cNvPr id="48139" name="Line 11"/>
          <p:cNvSpPr>
            <a:spLocks noChangeShapeType="1"/>
          </p:cNvSpPr>
          <p:nvPr/>
        </p:nvSpPr>
        <p:spPr bwMode="auto">
          <a:xfrm flipV="1">
            <a:off x="8672003" y="1994668"/>
            <a:ext cx="1761228" cy="1253661"/>
          </a:xfrm>
          <a:prstGeom prst="line">
            <a:avLst/>
          </a:prstGeom>
          <a:noFill/>
          <a:ln w="25400">
            <a:solidFill>
              <a:srgbClr val="FF0000"/>
            </a:solidFill>
            <a:round/>
            <a:headEnd/>
            <a:tailEnd type="triangle" w="med" len="med"/>
          </a:ln>
        </p:spPr>
        <p:txBody>
          <a:bodyPr/>
          <a:lstStyle/>
          <a:p>
            <a:endParaRPr lang="es-ES" dirty="0"/>
          </a:p>
        </p:txBody>
      </p:sp>
      <p:sp>
        <p:nvSpPr>
          <p:cNvPr id="48140" name="Line 12"/>
          <p:cNvSpPr>
            <a:spLocks noChangeShapeType="1"/>
          </p:cNvSpPr>
          <p:nvPr/>
        </p:nvSpPr>
        <p:spPr bwMode="auto">
          <a:xfrm>
            <a:off x="10864684" y="2184376"/>
            <a:ext cx="801723" cy="2127913"/>
          </a:xfrm>
          <a:prstGeom prst="line">
            <a:avLst/>
          </a:prstGeom>
          <a:noFill/>
          <a:ln w="25400">
            <a:solidFill>
              <a:srgbClr val="FF0000"/>
            </a:solidFill>
            <a:round/>
            <a:headEnd/>
            <a:tailEnd type="triangle" w="med" len="med"/>
          </a:ln>
        </p:spPr>
        <p:txBody>
          <a:bodyPr/>
          <a:lstStyle/>
          <a:p>
            <a:endParaRPr lang="es-ES" dirty="0"/>
          </a:p>
        </p:txBody>
      </p:sp>
      <p:sp>
        <p:nvSpPr>
          <p:cNvPr id="48141" name="Line 13"/>
          <p:cNvSpPr>
            <a:spLocks noChangeShapeType="1"/>
          </p:cNvSpPr>
          <p:nvPr/>
        </p:nvSpPr>
        <p:spPr bwMode="auto">
          <a:xfrm>
            <a:off x="6003759" y="2105001"/>
            <a:ext cx="1865728" cy="1143331"/>
          </a:xfrm>
          <a:prstGeom prst="line">
            <a:avLst/>
          </a:prstGeom>
          <a:noFill/>
          <a:ln w="25400">
            <a:solidFill>
              <a:srgbClr val="FF0000"/>
            </a:solidFill>
            <a:round/>
            <a:headEnd/>
            <a:tailEnd type="triangle" w="med" len="med"/>
          </a:ln>
        </p:spPr>
        <p:txBody>
          <a:bodyPr/>
          <a:lstStyle/>
          <a:p>
            <a:endParaRPr lang="es-ES" dirty="0"/>
          </a:p>
        </p:txBody>
      </p:sp>
      <p:sp>
        <p:nvSpPr>
          <p:cNvPr id="48143" name="Text Box 15"/>
          <p:cNvSpPr txBox="1">
            <a:spLocks noChangeArrowheads="1"/>
          </p:cNvSpPr>
          <p:nvPr/>
        </p:nvSpPr>
        <p:spPr bwMode="auto">
          <a:xfrm>
            <a:off x="4678726" y="2527276"/>
            <a:ext cx="518054" cy="461647"/>
          </a:xfrm>
          <a:prstGeom prst="rect">
            <a:avLst/>
          </a:prstGeom>
          <a:noFill/>
          <a:ln w="9525">
            <a:noFill/>
            <a:miter lim="800000"/>
            <a:headEnd/>
            <a:tailEnd/>
          </a:ln>
        </p:spPr>
        <p:txBody>
          <a:bodyPr wrap="none" lIns="91422" tIns="45711" rIns="91422" bIns="45711">
            <a:spAutoFit/>
          </a:bodyPr>
          <a:lstStyle/>
          <a:p>
            <a:pPr algn="ctr"/>
            <a:r>
              <a:rPr lang="es-MX" sz="2400" dirty="0" err="1"/>
              <a:t>A2</a:t>
            </a:r>
            <a:endParaRPr lang="es-ES" sz="2400" dirty="0"/>
          </a:p>
        </p:txBody>
      </p:sp>
      <p:sp>
        <p:nvSpPr>
          <p:cNvPr id="48144" name="Text Box 16"/>
          <p:cNvSpPr txBox="1">
            <a:spLocks noChangeArrowheads="1"/>
          </p:cNvSpPr>
          <p:nvPr/>
        </p:nvSpPr>
        <p:spPr bwMode="auto">
          <a:xfrm>
            <a:off x="7907158" y="1245294"/>
            <a:ext cx="503627" cy="461647"/>
          </a:xfrm>
          <a:prstGeom prst="rect">
            <a:avLst/>
          </a:prstGeom>
          <a:noFill/>
          <a:ln w="9525">
            <a:noFill/>
            <a:miter lim="800000"/>
            <a:headEnd/>
            <a:tailEnd/>
          </a:ln>
        </p:spPr>
        <p:txBody>
          <a:bodyPr wrap="none" lIns="91422" tIns="45711" rIns="91422" bIns="45711">
            <a:spAutoFit/>
          </a:bodyPr>
          <a:lstStyle/>
          <a:p>
            <a:pPr algn="ctr"/>
            <a:r>
              <a:rPr lang="es-MX" sz="2400" dirty="0" err="1"/>
              <a:t>C3</a:t>
            </a:r>
            <a:endParaRPr lang="es-ES" sz="2400" dirty="0"/>
          </a:p>
        </p:txBody>
      </p:sp>
      <p:sp>
        <p:nvSpPr>
          <p:cNvPr id="48145" name="Text Box 17"/>
          <p:cNvSpPr txBox="1">
            <a:spLocks noChangeArrowheads="1"/>
          </p:cNvSpPr>
          <p:nvPr/>
        </p:nvSpPr>
        <p:spPr bwMode="auto">
          <a:xfrm>
            <a:off x="9814396" y="2454408"/>
            <a:ext cx="490803" cy="461647"/>
          </a:xfrm>
          <a:prstGeom prst="rect">
            <a:avLst/>
          </a:prstGeom>
          <a:noFill/>
          <a:ln w="9525">
            <a:noFill/>
            <a:miter lim="800000"/>
            <a:headEnd/>
            <a:tailEnd/>
          </a:ln>
        </p:spPr>
        <p:txBody>
          <a:bodyPr wrap="none" lIns="91422" tIns="45711" rIns="91422" bIns="45711">
            <a:spAutoFit/>
          </a:bodyPr>
          <a:lstStyle/>
          <a:p>
            <a:pPr algn="ctr"/>
            <a:r>
              <a:rPr lang="es-MX" sz="2400" dirty="0" err="1"/>
              <a:t>E2</a:t>
            </a:r>
            <a:endParaRPr lang="es-ES" sz="2400" dirty="0"/>
          </a:p>
        </p:txBody>
      </p:sp>
      <p:sp>
        <p:nvSpPr>
          <p:cNvPr id="48146" name="Text Box 18"/>
          <p:cNvSpPr txBox="1">
            <a:spLocks noChangeArrowheads="1"/>
          </p:cNvSpPr>
          <p:nvPr/>
        </p:nvSpPr>
        <p:spPr bwMode="auto">
          <a:xfrm>
            <a:off x="6264952" y="2711722"/>
            <a:ext cx="506834" cy="461647"/>
          </a:xfrm>
          <a:prstGeom prst="rect">
            <a:avLst/>
          </a:prstGeom>
          <a:noFill/>
          <a:ln w="9525">
            <a:noFill/>
            <a:miter lim="800000"/>
            <a:headEnd/>
            <a:tailEnd/>
          </a:ln>
        </p:spPr>
        <p:txBody>
          <a:bodyPr wrap="none" lIns="91422" tIns="45711" rIns="91422" bIns="45711">
            <a:spAutoFit/>
          </a:bodyPr>
          <a:lstStyle/>
          <a:p>
            <a:pPr algn="ctr"/>
            <a:r>
              <a:rPr lang="es-MX" sz="2400" dirty="0" err="1"/>
              <a:t>B4</a:t>
            </a:r>
            <a:endParaRPr lang="es-ES" sz="2400" dirty="0"/>
          </a:p>
        </p:txBody>
      </p:sp>
      <p:sp>
        <p:nvSpPr>
          <p:cNvPr id="48148" name="Text Box 20"/>
          <p:cNvSpPr txBox="1">
            <a:spLocks noChangeArrowheads="1"/>
          </p:cNvSpPr>
          <p:nvPr/>
        </p:nvSpPr>
        <p:spPr bwMode="auto">
          <a:xfrm>
            <a:off x="11153964" y="2725650"/>
            <a:ext cx="481185" cy="461647"/>
          </a:xfrm>
          <a:prstGeom prst="rect">
            <a:avLst/>
          </a:prstGeom>
          <a:noFill/>
          <a:ln w="9525">
            <a:noFill/>
            <a:miter lim="800000"/>
            <a:headEnd/>
            <a:tailEnd/>
          </a:ln>
        </p:spPr>
        <p:txBody>
          <a:bodyPr wrap="none" lIns="91422" tIns="45711" rIns="91422" bIns="45711">
            <a:spAutoFit/>
          </a:bodyPr>
          <a:lstStyle/>
          <a:p>
            <a:pPr algn="ctr"/>
            <a:r>
              <a:rPr lang="es-MX" sz="2400" dirty="0" err="1"/>
              <a:t>F6</a:t>
            </a:r>
            <a:endParaRPr lang="es-ES" sz="2400" dirty="0"/>
          </a:p>
        </p:txBody>
      </p:sp>
      <p:sp>
        <p:nvSpPr>
          <p:cNvPr id="48149" name="Text Box 21"/>
          <p:cNvSpPr txBox="1">
            <a:spLocks noChangeArrowheads="1"/>
          </p:cNvSpPr>
          <p:nvPr/>
        </p:nvSpPr>
        <p:spPr bwMode="auto">
          <a:xfrm>
            <a:off x="7945575" y="4386554"/>
            <a:ext cx="529275" cy="461647"/>
          </a:xfrm>
          <a:prstGeom prst="rect">
            <a:avLst/>
          </a:prstGeom>
          <a:noFill/>
          <a:ln w="9525">
            <a:noFill/>
            <a:miter lim="800000"/>
            <a:headEnd/>
            <a:tailEnd/>
          </a:ln>
        </p:spPr>
        <p:txBody>
          <a:bodyPr wrap="none" lIns="91422" tIns="45711" rIns="91422" bIns="45711">
            <a:spAutoFit/>
          </a:bodyPr>
          <a:lstStyle/>
          <a:p>
            <a:pPr algn="ctr"/>
            <a:r>
              <a:rPr lang="es-MX" sz="2400" dirty="0" err="1"/>
              <a:t>D5</a:t>
            </a:r>
            <a:endParaRPr lang="es-ES" sz="2400" dirty="0"/>
          </a:p>
        </p:txBody>
      </p:sp>
      <p:sp>
        <p:nvSpPr>
          <p:cNvPr id="48150" name="Text Box 22"/>
          <p:cNvSpPr txBox="1">
            <a:spLocks noChangeArrowheads="1"/>
          </p:cNvSpPr>
          <p:nvPr/>
        </p:nvSpPr>
        <p:spPr bwMode="auto">
          <a:xfrm>
            <a:off x="-118815" y="5309847"/>
            <a:ext cx="6051163" cy="742528"/>
          </a:xfrm>
          <a:prstGeom prst="rect">
            <a:avLst/>
          </a:prstGeom>
          <a:noFill/>
          <a:ln w="9525">
            <a:noFill/>
            <a:miter lim="800000"/>
            <a:headEnd/>
            <a:tailEnd/>
          </a:ln>
          <a:effectLst/>
        </p:spPr>
        <p:txBody>
          <a:bodyPr vert="horz" wrap="square" lIns="91440" tIns="45720" rIns="91440" bIns="45720" numCol="1" rtlCol="0" anchor="ctr" anchorCtr="0" compatLnSpc="1">
            <a:prstTxWarp prst="textNoShape">
              <a:avLst/>
            </a:prstTxWarp>
            <a:noAutofit/>
          </a:bodyPr>
          <a:lstStyle>
            <a:lvl1pPr algn="ctr">
              <a:lnSpc>
                <a:spcPts val="5800"/>
              </a:lnSpc>
              <a:spcBef>
                <a:spcPct val="0"/>
              </a:spcBef>
              <a:buSzPts val="3600"/>
              <a:buNone/>
              <a:defRPr sz="3200">
                <a:solidFill>
                  <a:schemeClr val="bg1"/>
                </a:solidFill>
                <a:effectLst>
                  <a:outerShdw blurRad="63500" dist="38100" dir="5400000" algn="t" rotWithShape="0">
                    <a:prstClr val="black">
                      <a:alpha val="25000"/>
                    </a:prstClr>
                  </a:outerShdw>
                </a:effectLst>
                <a:latin typeface="Bauhaus 93" pitchFamily="82" charset="0"/>
                <a:ea typeface="+mj-ea"/>
                <a:cs typeface="+mj-cs"/>
              </a:defRPr>
            </a:lvl1pPr>
          </a:lstStyle>
          <a:p>
            <a:r>
              <a:rPr lang="es-MX" dirty="0">
                <a:solidFill>
                  <a:srgbClr val="FF0000"/>
                </a:solidFill>
              </a:rPr>
              <a:t>Red para el ejercicio 10.3</a:t>
            </a:r>
            <a:endParaRPr lang="es-ES" dirty="0">
              <a:solidFill>
                <a:srgbClr val="FF0000"/>
              </a:solidFill>
            </a:endParaRPr>
          </a:p>
        </p:txBody>
      </p:sp>
      <p:sp>
        <p:nvSpPr>
          <p:cNvPr id="2" name="1 Marcador de pie de página"/>
          <p:cNvSpPr>
            <a:spLocks noGrp="1"/>
          </p:cNvSpPr>
          <p:nvPr>
            <p:ph type="ftr" sz="quarter" idx="11"/>
          </p:nvPr>
        </p:nvSpPr>
        <p:spPr/>
        <p:txBody>
          <a:bodyPr/>
          <a:lstStyle/>
          <a:p>
            <a:r>
              <a:rPr lang="en-US"/>
              <a:t>Anival Torre</a:t>
            </a:r>
            <a:endParaRPr lang="en-US" dirty="0"/>
          </a:p>
        </p:txBody>
      </p:sp>
      <p:sp>
        <p:nvSpPr>
          <p:cNvPr id="3" name="2 Marcador de número de diapositiva"/>
          <p:cNvSpPr>
            <a:spLocks noGrp="1"/>
          </p:cNvSpPr>
          <p:nvPr>
            <p:ph type="sldNum" sz="quarter" idx="12"/>
          </p:nvPr>
        </p:nvSpPr>
        <p:spPr/>
        <p:txBody>
          <a:bodyPr/>
          <a:lstStyle/>
          <a:p>
            <a:fld id="{0CC71871-B939-418B-90AD-CFE9B82A01D5}" type="slidenum">
              <a:rPr lang="en-US" smtClean="0"/>
              <a:pPr/>
              <a:t>20</a:t>
            </a:fld>
            <a:endParaRPr lang="en-US" dirty="0"/>
          </a:p>
        </p:txBody>
      </p:sp>
      <p:sp>
        <p:nvSpPr>
          <p:cNvPr id="25" name="1 Marcador de pie de página"/>
          <p:cNvSpPr txBox="1">
            <a:spLocks/>
          </p:cNvSpPr>
          <p:nvPr/>
        </p:nvSpPr>
        <p:spPr bwMode="auto">
          <a:xfrm>
            <a:off x="6323840" y="5445224"/>
            <a:ext cx="3529990" cy="61914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ctr" rtl="0" fontAlgn="base">
              <a:spcBef>
                <a:spcPct val="0"/>
              </a:spcBef>
              <a:spcAft>
                <a:spcPct val="0"/>
              </a:spcAft>
              <a:defRPr sz="1400" b="0"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a:lstStyle>
          <a:p>
            <a:r>
              <a:rPr lang="es-VE" sz="1800" b="1" dirty="0">
                <a:solidFill>
                  <a:srgbClr val="FF0000"/>
                </a:solidFill>
              </a:rPr>
              <a:t>DURACIÓN</a:t>
            </a:r>
            <a:r>
              <a:rPr lang="en-US" sz="1800" b="1" dirty="0">
                <a:solidFill>
                  <a:srgbClr val="FF0000"/>
                </a:solidFill>
              </a:rPr>
              <a:t>: 14 </a:t>
            </a:r>
            <a:r>
              <a:rPr lang="es-PE" sz="1800" b="1" dirty="0">
                <a:solidFill>
                  <a:srgbClr val="FF0000"/>
                </a:solidFill>
              </a:rPr>
              <a:t>SEMANAS</a:t>
            </a:r>
          </a:p>
          <a:p>
            <a:r>
              <a:rPr lang="es-VE" sz="1800" b="1" dirty="0">
                <a:solidFill>
                  <a:srgbClr val="FF0000"/>
                </a:solidFill>
              </a:rPr>
              <a:t>RUTA</a:t>
            </a:r>
            <a:r>
              <a:rPr lang="en-US" sz="1800" b="1" dirty="0">
                <a:solidFill>
                  <a:srgbClr val="FF0000"/>
                </a:solidFill>
              </a:rPr>
              <a:t> </a:t>
            </a:r>
            <a:r>
              <a:rPr lang="es-VE" sz="1800" b="1" dirty="0">
                <a:solidFill>
                  <a:srgbClr val="FF0000"/>
                </a:solidFill>
              </a:rPr>
              <a:t>CRITICA</a:t>
            </a:r>
            <a:r>
              <a:rPr lang="en-US" sz="1800" b="1" dirty="0">
                <a:solidFill>
                  <a:srgbClr val="FF0000"/>
                </a:solidFill>
              </a:rPr>
              <a:t>: </a:t>
            </a:r>
            <a:r>
              <a:rPr lang="es-VE" sz="1800" b="1" dirty="0" err="1">
                <a:solidFill>
                  <a:srgbClr val="FF0000"/>
                </a:solidFill>
              </a:rPr>
              <a:t>ABEF</a:t>
            </a:r>
            <a:endParaRPr lang="es-VE" sz="1800" b="1" dirty="0">
              <a:solidFill>
                <a:srgbClr val="FF0000"/>
              </a:solidFill>
            </a:endParaRPr>
          </a:p>
          <a:p>
            <a:endParaRPr lang="en-US" sz="1800" b="1" dirty="0">
              <a:solidFill>
                <a:srgbClr val="FF0000"/>
              </a:solidFill>
            </a:endParaRPr>
          </a:p>
        </p:txBody>
      </p:sp>
      <p:sp>
        <p:nvSpPr>
          <p:cNvPr id="4" name="3 CuadroTexto"/>
          <p:cNvSpPr txBox="1"/>
          <p:nvPr/>
        </p:nvSpPr>
        <p:spPr>
          <a:xfrm>
            <a:off x="5488194" y="3324201"/>
            <a:ext cx="2060350" cy="1200329"/>
          </a:xfrm>
          <a:prstGeom prst="rect">
            <a:avLst/>
          </a:prstGeom>
          <a:noFill/>
        </p:spPr>
        <p:txBody>
          <a:bodyPr wrap="square" rtlCol="0">
            <a:spAutoFit/>
          </a:bodyPr>
          <a:lstStyle/>
          <a:p>
            <a:pPr algn="ctr"/>
            <a:r>
              <a:rPr lang="es-ES" dirty="0"/>
              <a:t>RUTAS:</a:t>
            </a:r>
          </a:p>
          <a:p>
            <a:pPr algn="ctr"/>
            <a:r>
              <a:rPr lang="es-ES" dirty="0" err="1"/>
              <a:t>ACF</a:t>
            </a:r>
            <a:r>
              <a:rPr lang="es-ES" dirty="0"/>
              <a:t>=11</a:t>
            </a:r>
          </a:p>
          <a:p>
            <a:pPr algn="ctr"/>
            <a:r>
              <a:rPr lang="es-ES" dirty="0" err="1"/>
              <a:t>ABEF</a:t>
            </a:r>
            <a:r>
              <a:rPr lang="es-ES" dirty="0"/>
              <a:t>=14</a:t>
            </a:r>
          </a:p>
          <a:p>
            <a:pPr algn="ctr"/>
            <a:r>
              <a:rPr lang="es-ES" dirty="0"/>
              <a:t>D=5</a:t>
            </a:r>
            <a:endParaRPr lang="es-PE" dirty="0"/>
          </a:p>
        </p:txBody>
      </p:sp>
      <p:graphicFrame>
        <p:nvGraphicFramePr>
          <p:cNvPr id="6" name="3 Tabla">
            <a:extLst>
              <a:ext uri="{FF2B5EF4-FFF2-40B4-BE49-F238E27FC236}">
                <a16:creationId xmlns:a16="http://schemas.microsoft.com/office/drawing/2014/main" id="{0A4D70C4-AC4F-23CB-6519-C86A1278F57C}"/>
              </a:ext>
            </a:extLst>
          </p:cNvPr>
          <p:cNvGraphicFramePr>
            <a:graphicFrameLocks noGrp="1"/>
          </p:cNvGraphicFramePr>
          <p:nvPr>
            <p:extLst>
              <p:ext uri="{D42A27DB-BD31-4B8C-83A1-F6EECF244321}">
                <p14:modId xmlns:p14="http://schemas.microsoft.com/office/powerpoint/2010/main" val="114590502"/>
              </p:ext>
            </p:extLst>
          </p:nvPr>
        </p:nvGraphicFramePr>
        <p:xfrm>
          <a:off x="-5972" y="1249802"/>
          <a:ext cx="4259133" cy="3706281"/>
        </p:xfrm>
        <a:graphic>
          <a:graphicData uri="http://schemas.openxmlformats.org/drawingml/2006/table">
            <a:tbl>
              <a:tblPr firstRow="1" bandRow="1">
                <a:tableStyleId>{5C22544A-7EE6-4342-B048-85BDC9FD1C3A}</a:tableStyleId>
              </a:tblPr>
              <a:tblGrid>
                <a:gridCol w="997635">
                  <a:extLst>
                    <a:ext uri="{9D8B030D-6E8A-4147-A177-3AD203B41FA5}">
                      <a16:colId xmlns:a16="http://schemas.microsoft.com/office/drawing/2014/main" val="20000"/>
                    </a:ext>
                  </a:extLst>
                </a:gridCol>
                <a:gridCol w="1637235">
                  <a:extLst>
                    <a:ext uri="{9D8B030D-6E8A-4147-A177-3AD203B41FA5}">
                      <a16:colId xmlns:a16="http://schemas.microsoft.com/office/drawing/2014/main" val="20001"/>
                    </a:ext>
                  </a:extLst>
                </a:gridCol>
                <a:gridCol w="1624263">
                  <a:extLst>
                    <a:ext uri="{9D8B030D-6E8A-4147-A177-3AD203B41FA5}">
                      <a16:colId xmlns:a16="http://schemas.microsoft.com/office/drawing/2014/main" val="20002"/>
                    </a:ext>
                  </a:extLst>
                </a:gridCol>
              </a:tblGrid>
              <a:tr h="845838">
                <a:tc>
                  <a:txBody>
                    <a:bodyPr/>
                    <a:lstStyle/>
                    <a:p>
                      <a:pPr algn="ctr" fontAlgn="b"/>
                      <a:r>
                        <a:rPr lang="es-PE" sz="2800" b="1" i="0" u="none" strike="noStrike" dirty="0">
                          <a:effectLst/>
                          <a:latin typeface="Arial"/>
                        </a:rPr>
                        <a:t>Tarea</a:t>
                      </a:r>
                    </a:p>
                  </a:txBody>
                  <a:tcPr marL="9525" marR="9525" marT="9525" marB="0" anchor="b"/>
                </a:tc>
                <a:tc>
                  <a:txBody>
                    <a:bodyPr/>
                    <a:lstStyle/>
                    <a:p>
                      <a:pPr algn="ctr" fontAlgn="b"/>
                      <a:r>
                        <a:rPr lang="es-PE" sz="2800" b="1" i="0" u="none" strike="noStrike" dirty="0">
                          <a:effectLst/>
                          <a:latin typeface="Arial"/>
                        </a:rPr>
                        <a:t>Precedencia</a:t>
                      </a:r>
                    </a:p>
                  </a:txBody>
                  <a:tcPr marL="9525" marR="9525" marT="9525" marB="0" anchor="b"/>
                </a:tc>
                <a:tc>
                  <a:txBody>
                    <a:bodyPr/>
                    <a:lstStyle/>
                    <a:p>
                      <a:pPr algn="ctr" fontAlgn="b"/>
                      <a:r>
                        <a:rPr lang="es-PE" sz="2800" b="1" i="0" u="none" strike="noStrike" dirty="0">
                          <a:effectLst/>
                          <a:latin typeface="Arial"/>
                        </a:rPr>
                        <a:t>Duración(</a:t>
                      </a:r>
                      <a:r>
                        <a:rPr lang="es-PE" sz="2800" b="1" i="0" u="none" strike="noStrike" dirty="0" err="1">
                          <a:effectLst/>
                          <a:latin typeface="Arial"/>
                        </a:rPr>
                        <a:t>sem</a:t>
                      </a:r>
                      <a:r>
                        <a:rPr lang="es-PE" sz="2800" b="1" i="0" u="none" strike="noStrike" dirty="0">
                          <a:effectLst/>
                          <a:latin typeface="Arial"/>
                        </a:rPr>
                        <a:t>.)</a:t>
                      </a:r>
                    </a:p>
                  </a:txBody>
                  <a:tcPr marL="9525" marR="9525" marT="9525" marB="0" anchor="b"/>
                </a:tc>
                <a:extLst>
                  <a:ext uri="{0D108BD9-81ED-4DB2-BD59-A6C34878D82A}">
                    <a16:rowId xmlns:a16="http://schemas.microsoft.com/office/drawing/2014/main" val="10000"/>
                  </a:ext>
                </a:extLst>
              </a:tr>
              <a:tr h="473886">
                <a:tc>
                  <a:txBody>
                    <a:bodyPr/>
                    <a:lstStyle/>
                    <a:p>
                      <a:pPr algn="ctr" fontAlgn="b"/>
                      <a:r>
                        <a:rPr lang="es-PE" sz="2800" b="0" i="0" u="none" strike="noStrike" dirty="0">
                          <a:effectLst/>
                          <a:latin typeface="Arial"/>
                        </a:rPr>
                        <a:t>A</a:t>
                      </a:r>
                    </a:p>
                  </a:txBody>
                  <a:tcPr marL="9525" marR="9525" marT="9525" marB="0" anchor="b"/>
                </a:tc>
                <a:tc>
                  <a:txBody>
                    <a:bodyPr/>
                    <a:lstStyle/>
                    <a:p>
                      <a:pPr algn="ctr" fontAlgn="b"/>
                      <a:r>
                        <a:rPr lang="es-PE" sz="2800" b="0" i="0" u="none" strike="noStrike" dirty="0">
                          <a:effectLst/>
                          <a:latin typeface="Arial"/>
                        </a:rPr>
                        <a:t>_</a:t>
                      </a:r>
                    </a:p>
                  </a:txBody>
                  <a:tcPr marL="9525" marR="9525" marT="9525" marB="0" anchor="b"/>
                </a:tc>
                <a:tc>
                  <a:txBody>
                    <a:bodyPr/>
                    <a:lstStyle/>
                    <a:p>
                      <a:pPr algn="ctr" fontAlgn="b"/>
                      <a:r>
                        <a:rPr lang="es-PE" sz="2800" b="0" i="0" u="none" strike="noStrike" dirty="0">
                          <a:effectLst/>
                          <a:latin typeface="Arial"/>
                        </a:rPr>
                        <a:t>2</a:t>
                      </a:r>
                    </a:p>
                  </a:txBody>
                  <a:tcPr marL="9525" marR="9525" marT="9525" marB="0" anchor="b"/>
                </a:tc>
                <a:extLst>
                  <a:ext uri="{0D108BD9-81ED-4DB2-BD59-A6C34878D82A}">
                    <a16:rowId xmlns:a16="http://schemas.microsoft.com/office/drawing/2014/main" val="10001"/>
                  </a:ext>
                </a:extLst>
              </a:tr>
              <a:tr h="473886">
                <a:tc>
                  <a:txBody>
                    <a:bodyPr/>
                    <a:lstStyle/>
                    <a:p>
                      <a:pPr algn="ctr" fontAlgn="b"/>
                      <a:r>
                        <a:rPr lang="es-PE" sz="2800" b="0" i="0" u="none" strike="noStrike" dirty="0">
                          <a:effectLst/>
                          <a:latin typeface="Arial"/>
                        </a:rPr>
                        <a:t>B</a:t>
                      </a:r>
                    </a:p>
                  </a:txBody>
                  <a:tcPr marL="9525" marR="9525" marT="9525" marB="0" anchor="b"/>
                </a:tc>
                <a:tc>
                  <a:txBody>
                    <a:bodyPr/>
                    <a:lstStyle/>
                    <a:p>
                      <a:pPr algn="ctr" fontAlgn="b"/>
                      <a:r>
                        <a:rPr lang="es-PE" sz="2800" b="0" i="0" u="none" strike="noStrike" dirty="0">
                          <a:effectLst/>
                          <a:latin typeface="Arial"/>
                        </a:rPr>
                        <a:t>A</a:t>
                      </a:r>
                    </a:p>
                  </a:txBody>
                  <a:tcPr marL="9525" marR="9525" marT="9525" marB="0" anchor="b"/>
                </a:tc>
                <a:tc>
                  <a:txBody>
                    <a:bodyPr/>
                    <a:lstStyle/>
                    <a:p>
                      <a:pPr algn="ctr" fontAlgn="b"/>
                      <a:r>
                        <a:rPr lang="es-PE" sz="2800" b="0" i="0" u="none" strike="noStrike" dirty="0">
                          <a:effectLst/>
                          <a:latin typeface="Arial"/>
                        </a:rPr>
                        <a:t>4</a:t>
                      </a:r>
                    </a:p>
                  </a:txBody>
                  <a:tcPr marL="9525" marR="9525" marT="9525" marB="0" anchor="b"/>
                </a:tc>
                <a:extLst>
                  <a:ext uri="{0D108BD9-81ED-4DB2-BD59-A6C34878D82A}">
                    <a16:rowId xmlns:a16="http://schemas.microsoft.com/office/drawing/2014/main" val="10002"/>
                  </a:ext>
                </a:extLst>
              </a:tr>
              <a:tr h="473886">
                <a:tc>
                  <a:txBody>
                    <a:bodyPr/>
                    <a:lstStyle/>
                    <a:p>
                      <a:pPr algn="ctr" fontAlgn="b"/>
                      <a:r>
                        <a:rPr lang="es-PE" sz="2800" b="0" i="0" u="none" strike="noStrike" dirty="0">
                          <a:effectLst/>
                          <a:latin typeface="Arial"/>
                        </a:rPr>
                        <a:t>C</a:t>
                      </a:r>
                    </a:p>
                  </a:txBody>
                  <a:tcPr marL="9525" marR="9525" marT="9525" marB="0" anchor="b"/>
                </a:tc>
                <a:tc>
                  <a:txBody>
                    <a:bodyPr/>
                    <a:lstStyle/>
                    <a:p>
                      <a:pPr algn="ctr" fontAlgn="b"/>
                      <a:r>
                        <a:rPr lang="es-PE" sz="2800" b="0" i="0" u="none" strike="noStrike" dirty="0">
                          <a:effectLst/>
                          <a:latin typeface="Arial"/>
                        </a:rPr>
                        <a:t>A</a:t>
                      </a:r>
                    </a:p>
                  </a:txBody>
                  <a:tcPr marL="9525" marR="9525" marT="9525" marB="0" anchor="b"/>
                </a:tc>
                <a:tc>
                  <a:txBody>
                    <a:bodyPr/>
                    <a:lstStyle/>
                    <a:p>
                      <a:pPr algn="ctr" fontAlgn="b"/>
                      <a:r>
                        <a:rPr lang="es-PE" sz="2800" b="0" i="0" u="none" strike="noStrike" dirty="0">
                          <a:effectLst/>
                          <a:latin typeface="Arial"/>
                        </a:rPr>
                        <a:t>3</a:t>
                      </a:r>
                    </a:p>
                  </a:txBody>
                  <a:tcPr marL="9525" marR="9525" marT="9525" marB="0" anchor="b"/>
                </a:tc>
                <a:extLst>
                  <a:ext uri="{0D108BD9-81ED-4DB2-BD59-A6C34878D82A}">
                    <a16:rowId xmlns:a16="http://schemas.microsoft.com/office/drawing/2014/main" val="10003"/>
                  </a:ext>
                </a:extLst>
              </a:tr>
              <a:tr h="473886">
                <a:tc>
                  <a:txBody>
                    <a:bodyPr/>
                    <a:lstStyle/>
                    <a:p>
                      <a:pPr algn="ctr" fontAlgn="b"/>
                      <a:r>
                        <a:rPr lang="es-PE" sz="2800" b="0" i="0" u="none" strike="noStrike" dirty="0">
                          <a:effectLst/>
                          <a:latin typeface="Arial"/>
                        </a:rPr>
                        <a:t>D</a:t>
                      </a:r>
                    </a:p>
                  </a:txBody>
                  <a:tcPr marL="9525" marR="9525" marT="9525" marB="0" anchor="b"/>
                </a:tc>
                <a:tc>
                  <a:txBody>
                    <a:bodyPr/>
                    <a:lstStyle/>
                    <a:p>
                      <a:pPr algn="ctr" fontAlgn="b"/>
                      <a:r>
                        <a:rPr lang="es-PE" sz="2800" b="0" i="0" u="none" strike="noStrike" dirty="0">
                          <a:effectLst/>
                          <a:latin typeface="Arial"/>
                        </a:rPr>
                        <a:t>_</a:t>
                      </a:r>
                    </a:p>
                  </a:txBody>
                  <a:tcPr marL="9525" marR="9525" marT="9525" marB="0" anchor="b"/>
                </a:tc>
                <a:tc>
                  <a:txBody>
                    <a:bodyPr/>
                    <a:lstStyle/>
                    <a:p>
                      <a:pPr algn="ctr" fontAlgn="b"/>
                      <a:r>
                        <a:rPr lang="es-PE" sz="2800" b="0" i="0" u="none" strike="noStrike" dirty="0">
                          <a:effectLst/>
                          <a:latin typeface="Arial"/>
                        </a:rPr>
                        <a:t>5</a:t>
                      </a:r>
                    </a:p>
                  </a:txBody>
                  <a:tcPr marL="9525" marR="9525" marT="9525" marB="0" anchor="b"/>
                </a:tc>
                <a:extLst>
                  <a:ext uri="{0D108BD9-81ED-4DB2-BD59-A6C34878D82A}">
                    <a16:rowId xmlns:a16="http://schemas.microsoft.com/office/drawing/2014/main" val="10004"/>
                  </a:ext>
                </a:extLst>
              </a:tr>
              <a:tr h="473886">
                <a:tc>
                  <a:txBody>
                    <a:bodyPr/>
                    <a:lstStyle/>
                    <a:p>
                      <a:pPr algn="ctr" fontAlgn="b"/>
                      <a:r>
                        <a:rPr lang="es-PE" sz="2800" b="0" i="0" u="none" strike="noStrike" dirty="0">
                          <a:effectLst/>
                          <a:latin typeface="Arial"/>
                        </a:rPr>
                        <a:t>E</a:t>
                      </a:r>
                    </a:p>
                  </a:txBody>
                  <a:tcPr marL="9525" marR="9525" marT="9525" marB="0" anchor="b"/>
                </a:tc>
                <a:tc>
                  <a:txBody>
                    <a:bodyPr/>
                    <a:lstStyle/>
                    <a:p>
                      <a:pPr algn="ctr" fontAlgn="b"/>
                      <a:r>
                        <a:rPr lang="es-PE" sz="2800" b="0" i="0" u="none" strike="noStrike" dirty="0">
                          <a:effectLst/>
                          <a:latin typeface="Arial"/>
                        </a:rPr>
                        <a:t>A, B</a:t>
                      </a:r>
                    </a:p>
                  </a:txBody>
                  <a:tcPr marL="9525" marR="9525" marT="9525" marB="0" anchor="b"/>
                </a:tc>
                <a:tc>
                  <a:txBody>
                    <a:bodyPr/>
                    <a:lstStyle/>
                    <a:p>
                      <a:pPr algn="ctr" fontAlgn="b"/>
                      <a:r>
                        <a:rPr lang="es-PE" sz="2800" b="0" i="0" u="none" strike="noStrike" dirty="0">
                          <a:effectLst/>
                          <a:latin typeface="Arial"/>
                        </a:rPr>
                        <a:t>2</a:t>
                      </a:r>
                    </a:p>
                  </a:txBody>
                  <a:tcPr marL="9525" marR="9525" marT="9525" marB="0" anchor="b"/>
                </a:tc>
                <a:extLst>
                  <a:ext uri="{0D108BD9-81ED-4DB2-BD59-A6C34878D82A}">
                    <a16:rowId xmlns:a16="http://schemas.microsoft.com/office/drawing/2014/main" val="10005"/>
                  </a:ext>
                </a:extLst>
              </a:tr>
              <a:tr h="473886">
                <a:tc>
                  <a:txBody>
                    <a:bodyPr/>
                    <a:lstStyle/>
                    <a:p>
                      <a:pPr algn="ctr" fontAlgn="b"/>
                      <a:r>
                        <a:rPr lang="es-PE" sz="2800" b="0" i="0" u="none" strike="noStrike" dirty="0">
                          <a:effectLst/>
                          <a:latin typeface="Arial"/>
                        </a:rPr>
                        <a:t>F</a:t>
                      </a:r>
                    </a:p>
                  </a:txBody>
                  <a:tcPr marL="9525" marR="9525" marT="9525" marB="0" anchor="b"/>
                </a:tc>
                <a:tc>
                  <a:txBody>
                    <a:bodyPr/>
                    <a:lstStyle/>
                    <a:p>
                      <a:pPr algn="ctr" fontAlgn="b"/>
                      <a:r>
                        <a:rPr lang="es-PE" sz="2800" b="0" i="0" u="none" strike="noStrike" dirty="0">
                          <a:effectLst/>
                          <a:latin typeface="Arial"/>
                        </a:rPr>
                        <a:t>A,B,C,E</a:t>
                      </a:r>
                    </a:p>
                  </a:txBody>
                  <a:tcPr marL="9525" marR="9525" marT="9525" marB="0" anchor="b"/>
                </a:tc>
                <a:tc>
                  <a:txBody>
                    <a:bodyPr/>
                    <a:lstStyle/>
                    <a:p>
                      <a:pPr algn="ctr" fontAlgn="b"/>
                      <a:r>
                        <a:rPr lang="es-PE" sz="2800" b="0" i="0" u="none" strike="noStrike" dirty="0">
                          <a:effectLst/>
                          <a:latin typeface="Arial"/>
                        </a:rPr>
                        <a:t>6</a:t>
                      </a:r>
                    </a:p>
                  </a:txBody>
                  <a:tcPr marL="9525" marR="9525" marT="9525" marB="0" anchor="b"/>
                </a:tc>
                <a:extLst>
                  <a:ext uri="{0D108BD9-81ED-4DB2-BD59-A6C34878D82A}">
                    <a16:rowId xmlns:a16="http://schemas.microsoft.com/office/drawing/2014/main" val="10006"/>
                  </a:ext>
                </a:extLst>
              </a:tr>
            </a:tbl>
          </a:graphicData>
        </a:graphic>
      </p:graphicFrame>
      <p:sp>
        <p:nvSpPr>
          <p:cNvPr id="5" name="Rectangle 2">
            <a:extLst>
              <a:ext uri="{FF2B5EF4-FFF2-40B4-BE49-F238E27FC236}">
                <a16:creationId xmlns:a16="http://schemas.microsoft.com/office/drawing/2014/main" id="{432A6273-6520-3EBE-9A49-7112C50E7D5A}"/>
              </a:ext>
            </a:extLst>
          </p:cNvPr>
          <p:cNvSpPr txBox="1">
            <a:spLocks noChangeArrowheads="1"/>
          </p:cNvSpPr>
          <p:nvPr/>
        </p:nvSpPr>
        <p:spPr bwMode="auto">
          <a:xfrm>
            <a:off x="6096000" y="205622"/>
            <a:ext cx="6027095" cy="42862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87313" indent="-87313" algn="ctr" fontAlgn="base">
              <a:spcBef>
                <a:spcPct val="0"/>
              </a:spcBef>
              <a:spcAft>
                <a:spcPct val="0"/>
              </a:spcAft>
              <a:defRPr/>
            </a:pPr>
            <a:r>
              <a:rPr lang="es-PE" sz="2800" i="1" kern="0" dirty="0">
                <a:solidFill>
                  <a:schemeClr val="bg1"/>
                </a:solidFill>
                <a:latin typeface="Arial Narrow" pitchFamily="34" charset="0"/>
                <a:ea typeface="+mj-ea"/>
                <a:cs typeface="+mj-cs"/>
              </a:rPr>
              <a:t>Hallar la Ruta crítica y duración del proyecto</a:t>
            </a:r>
          </a:p>
          <a:p>
            <a:pPr marL="87313" indent="-87313" algn="ctr" fontAlgn="base">
              <a:spcBef>
                <a:spcPct val="0"/>
              </a:spcBef>
              <a:spcAft>
                <a:spcPct val="0"/>
              </a:spcAft>
              <a:defRPr/>
            </a:pPr>
            <a:endParaRPr lang="es-PE" sz="2800" b="1" i="1" kern="0" dirty="0">
              <a:solidFill>
                <a:schemeClr val="bg1"/>
              </a:solidFill>
              <a:latin typeface="Arial Narrow" pitchFamily="34" charset="0"/>
              <a:ea typeface="+mj-ea"/>
              <a:cs typeface="+mj-cs"/>
            </a:endParaRPr>
          </a:p>
        </p:txBody>
      </p:sp>
    </p:spTree>
    <p:extLst>
      <p:ext uri="{BB962C8B-B14F-4D97-AF65-F5344CB8AC3E}">
        <p14:creationId xmlns:p14="http://schemas.microsoft.com/office/powerpoint/2010/main" val="39318156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1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813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813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813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813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813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813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813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813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814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814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814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814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814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814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814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814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
                                        </p:tgtEl>
                                        <p:attrNameLst>
                                          <p:attrName>style.visibility</p:attrName>
                                        </p:attrNameLst>
                                      </p:cBhvr>
                                      <p:to>
                                        <p:strVal val="visible"/>
                                      </p:to>
                                    </p:set>
                                  </p:childTnLst>
                                </p:cTn>
                              </p:par>
                              <p:par>
                                <p:cTn id="41" presetID="51" presetClass="entr" presetSubtype="0" fill="hold" grpId="0" nodeType="with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fade">
                                      <p:cBhvr>
                                        <p:cTn id="43" dur="768" decel="100000"/>
                                        <p:tgtEl>
                                          <p:spTgt spid="5"/>
                                        </p:tgtEl>
                                      </p:cBhvr>
                                    </p:animEffect>
                                    <p:animScale>
                                      <p:cBhvr>
                                        <p:cTn id="44" dur="768" decel="100000"/>
                                        <p:tgtEl>
                                          <p:spTgt spid="5"/>
                                        </p:tgtEl>
                                      </p:cBhvr>
                                      <p:from x="10000" y="10000"/>
                                      <p:to x="200000" y="450000"/>
                                    </p:animScale>
                                    <p:animScale>
                                      <p:cBhvr>
                                        <p:cTn id="45" dur="1230" accel="100000" fill="hold">
                                          <p:stCondLst>
                                            <p:cond delay="768"/>
                                          </p:stCondLst>
                                        </p:cTn>
                                        <p:tgtEl>
                                          <p:spTgt spid="5"/>
                                        </p:tgtEl>
                                      </p:cBhvr>
                                      <p:from x="200000" y="450000"/>
                                      <p:to x="100000" y="100000"/>
                                    </p:animScale>
                                    <p:set>
                                      <p:cBhvr>
                                        <p:cTn id="46" dur="768" fill="hold"/>
                                        <p:tgtEl>
                                          <p:spTgt spid="5"/>
                                        </p:tgtEl>
                                        <p:attrNameLst>
                                          <p:attrName>ppt_x</p:attrName>
                                        </p:attrNameLst>
                                      </p:cBhvr>
                                      <p:to>
                                        <p:strVal val="(0.5)"/>
                                      </p:to>
                                    </p:set>
                                    <p:anim from="(0.5)" to="(#ppt_x)" calcmode="lin" valueType="num">
                                      <p:cBhvr>
                                        <p:cTn id="47" dur="1230" accel="100000" fill="hold">
                                          <p:stCondLst>
                                            <p:cond delay="768"/>
                                          </p:stCondLst>
                                        </p:cTn>
                                        <p:tgtEl>
                                          <p:spTgt spid="5"/>
                                        </p:tgtEl>
                                        <p:attrNameLst>
                                          <p:attrName>ppt_x</p:attrName>
                                        </p:attrNameLst>
                                      </p:cBhvr>
                                    </p:anim>
                                    <p:set>
                                      <p:cBhvr>
                                        <p:cTn id="48" dur="768" fill="hold"/>
                                        <p:tgtEl>
                                          <p:spTgt spid="5"/>
                                        </p:tgtEl>
                                        <p:attrNameLst>
                                          <p:attrName>ppt_y</p:attrName>
                                        </p:attrNameLst>
                                      </p:cBhvr>
                                      <p:to>
                                        <p:strVal val="(#ppt_y+0.4)"/>
                                      </p:to>
                                    </p:set>
                                    <p:anim from="(#ppt_y+0.4)" to="(#ppt_y)" calcmode="lin" valueType="num">
                                      <p:cBhvr>
                                        <p:cTn id="49" dur="1230" accel="100000" fill="hold">
                                          <p:stCondLst>
                                            <p:cond delay="768"/>
                                          </p:stCondLst>
                                        </p:cTn>
                                        <p:tgtEl>
                                          <p:spTgt spid="5"/>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animBg="1"/>
      <p:bldP spid="48131" grpId="0" animBg="1"/>
      <p:bldP spid="48132" grpId="0" animBg="1"/>
      <p:bldP spid="48134" grpId="0" animBg="1"/>
      <p:bldP spid="48135" grpId="0" animBg="1"/>
      <p:bldP spid="48136" grpId="0" animBg="1"/>
      <p:bldP spid="48137" grpId="0" animBg="1"/>
      <p:bldP spid="48138" grpId="0" animBg="1"/>
      <p:bldP spid="48139" grpId="0" animBg="1"/>
      <p:bldP spid="48140" grpId="0" animBg="1"/>
      <p:bldP spid="48141" grpId="0" animBg="1"/>
      <p:bldP spid="48143" grpId="0"/>
      <p:bldP spid="48144" grpId="0"/>
      <p:bldP spid="48145" grpId="0"/>
      <p:bldP spid="48146" grpId="0"/>
      <p:bldP spid="48148" grpId="0"/>
      <p:bldP spid="48149" grpId="0"/>
      <p:bldP spid="4" grpId="0"/>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Rot="1" noChangeArrowheads="1"/>
          </p:cNvSpPr>
          <p:nvPr>
            <p:ph type="title"/>
          </p:nvPr>
        </p:nvSpPr>
        <p:spPr>
          <a:xfrm>
            <a:off x="3219873" y="1209677"/>
            <a:ext cx="6096000" cy="540910"/>
          </a:xfrm>
          <a:noFill/>
          <a:ln w="9525">
            <a:noFill/>
            <a:miter lim="800000"/>
            <a:headEnd/>
            <a:tailEnd/>
          </a:ln>
          <a:effectLst/>
        </p:spPr>
        <p:txBody>
          <a:bodyPr vert="horz" wrap="square" lIns="91440" tIns="45720" rIns="91440" bIns="45720" numCol="1" rtlCol="0" anchor="ctr" anchorCtr="0" compatLnSpc="1">
            <a:prstTxWarp prst="textNoShape">
              <a:avLst/>
            </a:prstTxWarp>
            <a:noAutofit/>
          </a:bodyPr>
          <a:lstStyle/>
          <a:p>
            <a:pPr algn="ctr">
              <a:buSzPts val="3600"/>
            </a:pPr>
            <a:r>
              <a:rPr lang="es-MX" sz="3200" dirty="0">
                <a:solidFill>
                  <a:srgbClr val="FF0000"/>
                </a:solidFill>
                <a:latin typeface="Bauhaus 93" pitchFamily="82" charset="0"/>
              </a:rPr>
              <a:t>Red dela ejercicio 10.6</a:t>
            </a:r>
            <a:endParaRPr lang="es-ES" sz="3200" dirty="0">
              <a:solidFill>
                <a:srgbClr val="FF0000"/>
              </a:solidFill>
              <a:latin typeface="Bauhaus 93" pitchFamily="82" charset="0"/>
            </a:endParaRPr>
          </a:p>
        </p:txBody>
      </p:sp>
      <p:sp>
        <p:nvSpPr>
          <p:cNvPr id="49155" name="Oval 3"/>
          <p:cNvSpPr>
            <a:spLocks noChangeArrowheads="1"/>
          </p:cNvSpPr>
          <p:nvPr/>
        </p:nvSpPr>
        <p:spPr bwMode="auto">
          <a:xfrm>
            <a:off x="1976351" y="5157788"/>
            <a:ext cx="914400" cy="914400"/>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r>
              <a:rPr lang="es-MX" sz="2400" dirty="0"/>
              <a:t>2</a:t>
            </a:r>
            <a:endParaRPr lang="es-ES" sz="2400" dirty="0"/>
          </a:p>
        </p:txBody>
      </p:sp>
      <p:sp>
        <p:nvSpPr>
          <p:cNvPr id="49156" name="Oval 4"/>
          <p:cNvSpPr>
            <a:spLocks noChangeArrowheads="1"/>
          </p:cNvSpPr>
          <p:nvPr/>
        </p:nvSpPr>
        <p:spPr bwMode="auto">
          <a:xfrm>
            <a:off x="306142" y="3458865"/>
            <a:ext cx="914400" cy="914400"/>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r>
              <a:rPr lang="es-MX" sz="2400" dirty="0"/>
              <a:t>0</a:t>
            </a:r>
            <a:endParaRPr lang="es-ES" sz="2400" dirty="0"/>
          </a:p>
        </p:txBody>
      </p:sp>
      <p:sp>
        <p:nvSpPr>
          <p:cNvPr id="49157" name="Oval 5"/>
          <p:cNvSpPr>
            <a:spLocks noChangeArrowheads="1"/>
          </p:cNvSpPr>
          <p:nvPr/>
        </p:nvSpPr>
        <p:spPr bwMode="auto">
          <a:xfrm>
            <a:off x="3483919" y="3413443"/>
            <a:ext cx="914400" cy="914400"/>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r>
              <a:rPr lang="es-MX" sz="2400" dirty="0"/>
              <a:t>3</a:t>
            </a:r>
            <a:endParaRPr lang="es-ES" sz="2400" dirty="0"/>
          </a:p>
        </p:txBody>
      </p:sp>
      <p:sp>
        <p:nvSpPr>
          <p:cNvPr id="49158" name="Oval 6"/>
          <p:cNvSpPr>
            <a:spLocks noChangeArrowheads="1"/>
          </p:cNvSpPr>
          <p:nvPr/>
        </p:nvSpPr>
        <p:spPr bwMode="auto">
          <a:xfrm>
            <a:off x="1903326" y="1773238"/>
            <a:ext cx="914400" cy="914400"/>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r>
              <a:rPr lang="es-MX" sz="2400" dirty="0"/>
              <a:t>1</a:t>
            </a:r>
            <a:endParaRPr lang="es-ES" sz="2400" dirty="0"/>
          </a:p>
        </p:txBody>
      </p:sp>
      <p:sp>
        <p:nvSpPr>
          <p:cNvPr id="49159" name="Oval 7"/>
          <p:cNvSpPr>
            <a:spLocks noChangeArrowheads="1"/>
          </p:cNvSpPr>
          <p:nvPr/>
        </p:nvSpPr>
        <p:spPr bwMode="auto">
          <a:xfrm>
            <a:off x="4878301" y="1676400"/>
            <a:ext cx="914400" cy="914400"/>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r>
              <a:rPr lang="es-MX" sz="2400" dirty="0"/>
              <a:t>4</a:t>
            </a:r>
            <a:endParaRPr lang="es-ES" sz="2400" dirty="0"/>
          </a:p>
        </p:txBody>
      </p:sp>
      <p:sp>
        <p:nvSpPr>
          <p:cNvPr id="49160" name="Oval 8"/>
          <p:cNvSpPr>
            <a:spLocks noChangeArrowheads="1"/>
          </p:cNvSpPr>
          <p:nvPr/>
        </p:nvSpPr>
        <p:spPr bwMode="auto">
          <a:xfrm>
            <a:off x="5864139" y="3429000"/>
            <a:ext cx="914400" cy="914400"/>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r>
              <a:rPr lang="es-MX" sz="2400" dirty="0"/>
              <a:t>5</a:t>
            </a:r>
            <a:endParaRPr lang="es-ES" sz="2400" dirty="0"/>
          </a:p>
        </p:txBody>
      </p:sp>
      <p:sp>
        <p:nvSpPr>
          <p:cNvPr id="49161" name="Oval 9"/>
          <p:cNvSpPr>
            <a:spLocks noChangeArrowheads="1"/>
          </p:cNvSpPr>
          <p:nvPr/>
        </p:nvSpPr>
        <p:spPr bwMode="auto">
          <a:xfrm>
            <a:off x="7859626" y="3474105"/>
            <a:ext cx="914400" cy="914400"/>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r>
              <a:rPr lang="es-MX" sz="2400" dirty="0"/>
              <a:t>6</a:t>
            </a:r>
            <a:endParaRPr lang="es-ES" sz="2400" dirty="0"/>
          </a:p>
        </p:txBody>
      </p:sp>
      <p:sp>
        <p:nvSpPr>
          <p:cNvPr id="49162" name="Line 10"/>
          <p:cNvSpPr>
            <a:spLocks noChangeShapeType="1"/>
          </p:cNvSpPr>
          <p:nvPr/>
        </p:nvSpPr>
        <p:spPr bwMode="auto">
          <a:xfrm flipV="1">
            <a:off x="976227" y="2565400"/>
            <a:ext cx="927100" cy="960438"/>
          </a:xfrm>
          <a:prstGeom prst="line">
            <a:avLst/>
          </a:prstGeom>
          <a:noFill/>
          <a:ln w="38100">
            <a:solidFill>
              <a:schemeClr val="tx1"/>
            </a:solidFill>
            <a:round/>
            <a:headEnd/>
            <a:tailEnd type="triangle" w="med" len="med"/>
          </a:ln>
        </p:spPr>
        <p:txBody>
          <a:bodyPr/>
          <a:lstStyle/>
          <a:p>
            <a:endParaRPr lang="es-ES" dirty="0"/>
          </a:p>
        </p:txBody>
      </p:sp>
      <p:sp>
        <p:nvSpPr>
          <p:cNvPr id="49163" name="Line 11"/>
          <p:cNvSpPr>
            <a:spLocks noChangeShapeType="1"/>
          </p:cNvSpPr>
          <p:nvPr/>
        </p:nvSpPr>
        <p:spPr bwMode="auto">
          <a:xfrm>
            <a:off x="1058777" y="4267201"/>
            <a:ext cx="989013" cy="1033463"/>
          </a:xfrm>
          <a:prstGeom prst="line">
            <a:avLst/>
          </a:prstGeom>
          <a:noFill/>
          <a:ln w="38100">
            <a:solidFill>
              <a:srgbClr val="FF0000"/>
            </a:solidFill>
            <a:round/>
            <a:headEnd/>
            <a:tailEnd type="triangle" w="med" len="med"/>
          </a:ln>
        </p:spPr>
        <p:txBody>
          <a:bodyPr/>
          <a:lstStyle/>
          <a:p>
            <a:endParaRPr lang="es-ES" dirty="0"/>
          </a:p>
        </p:txBody>
      </p:sp>
      <p:sp>
        <p:nvSpPr>
          <p:cNvPr id="49164" name="Line 12"/>
          <p:cNvSpPr>
            <a:spLocks noChangeShapeType="1"/>
          </p:cNvSpPr>
          <p:nvPr/>
        </p:nvSpPr>
        <p:spPr bwMode="auto">
          <a:xfrm>
            <a:off x="2839951" y="2133600"/>
            <a:ext cx="2038350" cy="0"/>
          </a:xfrm>
          <a:prstGeom prst="line">
            <a:avLst/>
          </a:prstGeom>
          <a:noFill/>
          <a:ln w="38100">
            <a:solidFill>
              <a:schemeClr val="tx1"/>
            </a:solidFill>
            <a:round/>
            <a:headEnd/>
            <a:tailEnd type="triangle" w="med" len="med"/>
          </a:ln>
        </p:spPr>
        <p:txBody>
          <a:bodyPr/>
          <a:lstStyle/>
          <a:p>
            <a:endParaRPr lang="es-ES" dirty="0"/>
          </a:p>
        </p:txBody>
      </p:sp>
      <p:sp>
        <p:nvSpPr>
          <p:cNvPr id="49165" name="Line 13"/>
          <p:cNvSpPr>
            <a:spLocks noChangeShapeType="1"/>
          </p:cNvSpPr>
          <p:nvPr/>
        </p:nvSpPr>
        <p:spPr bwMode="auto">
          <a:xfrm>
            <a:off x="2695490" y="2565400"/>
            <a:ext cx="995361" cy="960438"/>
          </a:xfrm>
          <a:prstGeom prst="line">
            <a:avLst/>
          </a:prstGeom>
          <a:noFill/>
          <a:ln w="38100">
            <a:solidFill>
              <a:schemeClr val="tx1"/>
            </a:solidFill>
            <a:prstDash val="dash"/>
            <a:round/>
            <a:headEnd/>
            <a:tailEnd type="triangle" w="med" len="med"/>
          </a:ln>
        </p:spPr>
        <p:txBody>
          <a:bodyPr/>
          <a:lstStyle/>
          <a:p>
            <a:endParaRPr lang="es-ES" dirty="0"/>
          </a:p>
        </p:txBody>
      </p:sp>
      <p:sp>
        <p:nvSpPr>
          <p:cNvPr id="49166" name="Line 14"/>
          <p:cNvSpPr>
            <a:spLocks noChangeShapeType="1"/>
          </p:cNvSpPr>
          <p:nvPr/>
        </p:nvSpPr>
        <p:spPr bwMode="auto">
          <a:xfrm flipV="1">
            <a:off x="2768515" y="4327843"/>
            <a:ext cx="922337" cy="972820"/>
          </a:xfrm>
          <a:prstGeom prst="line">
            <a:avLst/>
          </a:prstGeom>
          <a:noFill/>
          <a:ln w="38100">
            <a:solidFill>
              <a:schemeClr val="tx1"/>
            </a:solidFill>
            <a:prstDash val="dash"/>
            <a:round/>
            <a:headEnd/>
            <a:tailEnd type="triangle" w="med" len="med"/>
          </a:ln>
        </p:spPr>
        <p:txBody>
          <a:bodyPr/>
          <a:lstStyle/>
          <a:p>
            <a:endParaRPr lang="es-ES" dirty="0"/>
          </a:p>
        </p:txBody>
      </p:sp>
      <p:sp>
        <p:nvSpPr>
          <p:cNvPr id="49167" name="Line 15"/>
          <p:cNvSpPr>
            <a:spLocks noChangeShapeType="1"/>
          </p:cNvSpPr>
          <p:nvPr/>
        </p:nvSpPr>
        <p:spPr bwMode="auto">
          <a:xfrm>
            <a:off x="4398320" y="3860800"/>
            <a:ext cx="1394382" cy="0"/>
          </a:xfrm>
          <a:prstGeom prst="line">
            <a:avLst/>
          </a:prstGeom>
          <a:noFill/>
          <a:ln w="38100">
            <a:solidFill>
              <a:schemeClr val="tx1"/>
            </a:solidFill>
            <a:round/>
            <a:headEnd/>
            <a:tailEnd type="triangle" w="med" len="med"/>
          </a:ln>
        </p:spPr>
        <p:txBody>
          <a:bodyPr/>
          <a:lstStyle/>
          <a:p>
            <a:endParaRPr lang="es-ES" dirty="0"/>
          </a:p>
        </p:txBody>
      </p:sp>
      <p:sp>
        <p:nvSpPr>
          <p:cNvPr id="49168" name="Line 16"/>
          <p:cNvSpPr>
            <a:spLocks noChangeShapeType="1"/>
          </p:cNvSpPr>
          <p:nvPr/>
        </p:nvSpPr>
        <p:spPr bwMode="auto">
          <a:xfrm flipV="1">
            <a:off x="2911389" y="4221163"/>
            <a:ext cx="3097212" cy="1223962"/>
          </a:xfrm>
          <a:prstGeom prst="line">
            <a:avLst/>
          </a:prstGeom>
          <a:noFill/>
          <a:ln w="38100">
            <a:solidFill>
              <a:srgbClr val="FF0000"/>
            </a:solidFill>
            <a:round/>
            <a:headEnd/>
            <a:tailEnd type="triangle" w="med" len="med"/>
          </a:ln>
        </p:spPr>
        <p:txBody>
          <a:bodyPr/>
          <a:lstStyle/>
          <a:p>
            <a:endParaRPr lang="es-ES" dirty="0"/>
          </a:p>
        </p:txBody>
      </p:sp>
      <p:sp>
        <p:nvSpPr>
          <p:cNvPr id="49169" name="Line 17"/>
          <p:cNvSpPr>
            <a:spLocks noChangeShapeType="1"/>
          </p:cNvSpPr>
          <p:nvPr/>
        </p:nvSpPr>
        <p:spPr bwMode="auto">
          <a:xfrm>
            <a:off x="5474804" y="2585741"/>
            <a:ext cx="635794" cy="873125"/>
          </a:xfrm>
          <a:prstGeom prst="line">
            <a:avLst/>
          </a:prstGeom>
          <a:noFill/>
          <a:ln w="38100">
            <a:solidFill>
              <a:schemeClr val="tx1"/>
            </a:solidFill>
            <a:round/>
            <a:headEnd/>
            <a:tailEnd type="triangle" w="med" len="med"/>
          </a:ln>
        </p:spPr>
        <p:txBody>
          <a:bodyPr/>
          <a:lstStyle/>
          <a:p>
            <a:endParaRPr lang="es-ES" dirty="0"/>
          </a:p>
        </p:txBody>
      </p:sp>
      <p:sp>
        <p:nvSpPr>
          <p:cNvPr id="49170" name="Line 18"/>
          <p:cNvSpPr>
            <a:spLocks noChangeShapeType="1"/>
          </p:cNvSpPr>
          <p:nvPr/>
        </p:nvSpPr>
        <p:spPr bwMode="auto">
          <a:xfrm>
            <a:off x="6800764" y="3860800"/>
            <a:ext cx="1058862" cy="0"/>
          </a:xfrm>
          <a:prstGeom prst="line">
            <a:avLst/>
          </a:prstGeom>
          <a:noFill/>
          <a:ln w="38100">
            <a:solidFill>
              <a:srgbClr val="FF0000"/>
            </a:solidFill>
            <a:round/>
            <a:headEnd/>
            <a:tailEnd type="triangle" w="med" len="med"/>
          </a:ln>
        </p:spPr>
        <p:txBody>
          <a:bodyPr/>
          <a:lstStyle/>
          <a:p>
            <a:endParaRPr lang="es-ES" dirty="0"/>
          </a:p>
        </p:txBody>
      </p:sp>
      <p:sp>
        <p:nvSpPr>
          <p:cNvPr id="49171" name="Text Box 19"/>
          <p:cNvSpPr txBox="1">
            <a:spLocks noChangeArrowheads="1"/>
          </p:cNvSpPr>
          <p:nvPr/>
        </p:nvSpPr>
        <p:spPr bwMode="auto">
          <a:xfrm>
            <a:off x="983088" y="2565401"/>
            <a:ext cx="518091" cy="461665"/>
          </a:xfrm>
          <a:prstGeom prst="rect">
            <a:avLst/>
          </a:prstGeom>
          <a:noFill/>
          <a:ln w="9525">
            <a:noFill/>
            <a:miter lim="800000"/>
            <a:headEnd/>
            <a:tailEnd/>
          </a:ln>
        </p:spPr>
        <p:txBody>
          <a:bodyPr wrap="none">
            <a:spAutoFit/>
          </a:bodyPr>
          <a:lstStyle/>
          <a:p>
            <a:pPr algn="ctr"/>
            <a:r>
              <a:rPr lang="es-MX" sz="2400" dirty="0" err="1"/>
              <a:t>A1</a:t>
            </a:r>
            <a:endParaRPr lang="es-ES" sz="2400" dirty="0"/>
          </a:p>
        </p:txBody>
      </p:sp>
      <p:sp>
        <p:nvSpPr>
          <p:cNvPr id="49172" name="Text Box 20"/>
          <p:cNvSpPr txBox="1">
            <a:spLocks noChangeArrowheads="1"/>
          </p:cNvSpPr>
          <p:nvPr/>
        </p:nvSpPr>
        <p:spPr bwMode="auto">
          <a:xfrm>
            <a:off x="1041786" y="4797426"/>
            <a:ext cx="526106" cy="461665"/>
          </a:xfrm>
          <a:prstGeom prst="rect">
            <a:avLst/>
          </a:prstGeom>
          <a:noFill/>
          <a:ln w="9525">
            <a:noFill/>
            <a:miter lim="800000"/>
            <a:headEnd/>
            <a:tailEnd/>
          </a:ln>
        </p:spPr>
        <p:txBody>
          <a:bodyPr wrap="none">
            <a:spAutoFit/>
          </a:bodyPr>
          <a:lstStyle/>
          <a:p>
            <a:pPr algn="ctr"/>
            <a:r>
              <a:rPr lang="es-MX" sz="2400" dirty="0" err="1"/>
              <a:t>B3</a:t>
            </a:r>
            <a:endParaRPr lang="es-ES" sz="2400" dirty="0"/>
          </a:p>
        </p:txBody>
      </p:sp>
      <p:sp>
        <p:nvSpPr>
          <p:cNvPr id="49173" name="Text Box 21"/>
          <p:cNvSpPr txBox="1">
            <a:spLocks noChangeArrowheads="1"/>
          </p:cNvSpPr>
          <p:nvPr/>
        </p:nvSpPr>
        <p:spPr bwMode="auto">
          <a:xfrm>
            <a:off x="3245344" y="1641476"/>
            <a:ext cx="503664" cy="461665"/>
          </a:xfrm>
          <a:prstGeom prst="rect">
            <a:avLst/>
          </a:prstGeom>
          <a:noFill/>
          <a:ln w="9525">
            <a:noFill/>
            <a:miter lim="800000"/>
            <a:headEnd/>
            <a:tailEnd/>
          </a:ln>
        </p:spPr>
        <p:txBody>
          <a:bodyPr wrap="none">
            <a:spAutoFit/>
          </a:bodyPr>
          <a:lstStyle/>
          <a:p>
            <a:pPr algn="ctr"/>
            <a:r>
              <a:rPr lang="es-MX" sz="2400" dirty="0" err="1"/>
              <a:t>C2</a:t>
            </a:r>
            <a:endParaRPr lang="es-ES" sz="2400" dirty="0"/>
          </a:p>
        </p:txBody>
      </p:sp>
      <p:sp>
        <p:nvSpPr>
          <p:cNvPr id="49174" name="Text Box 22"/>
          <p:cNvSpPr txBox="1">
            <a:spLocks noChangeArrowheads="1"/>
          </p:cNvSpPr>
          <p:nvPr/>
        </p:nvSpPr>
        <p:spPr bwMode="auto">
          <a:xfrm>
            <a:off x="4908920" y="3403601"/>
            <a:ext cx="529312" cy="461665"/>
          </a:xfrm>
          <a:prstGeom prst="rect">
            <a:avLst/>
          </a:prstGeom>
          <a:noFill/>
          <a:ln w="9525">
            <a:noFill/>
            <a:miter lim="800000"/>
            <a:headEnd/>
            <a:tailEnd/>
          </a:ln>
        </p:spPr>
        <p:txBody>
          <a:bodyPr wrap="none">
            <a:spAutoFit/>
          </a:bodyPr>
          <a:lstStyle/>
          <a:p>
            <a:pPr algn="ctr"/>
            <a:r>
              <a:rPr lang="es-MX" sz="2400" dirty="0" err="1"/>
              <a:t>D3</a:t>
            </a:r>
            <a:endParaRPr lang="es-ES" sz="2400" dirty="0"/>
          </a:p>
        </p:txBody>
      </p:sp>
      <p:sp>
        <p:nvSpPr>
          <p:cNvPr id="49175" name="Text Box 23"/>
          <p:cNvSpPr txBox="1">
            <a:spLocks noChangeArrowheads="1"/>
          </p:cNvSpPr>
          <p:nvPr/>
        </p:nvSpPr>
        <p:spPr bwMode="auto">
          <a:xfrm>
            <a:off x="4337843" y="4929189"/>
            <a:ext cx="490840" cy="461665"/>
          </a:xfrm>
          <a:prstGeom prst="rect">
            <a:avLst/>
          </a:prstGeom>
          <a:noFill/>
          <a:ln w="9525">
            <a:noFill/>
            <a:miter lim="800000"/>
            <a:headEnd/>
            <a:tailEnd/>
          </a:ln>
        </p:spPr>
        <p:txBody>
          <a:bodyPr wrap="none">
            <a:spAutoFit/>
          </a:bodyPr>
          <a:lstStyle/>
          <a:p>
            <a:pPr algn="ctr"/>
            <a:r>
              <a:rPr lang="es-MX" sz="2400" dirty="0" err="1"/>
              <a:t>E4</a:t>
            </a:r>
            <a:endParaRPr lang="es-ES" sz="2400" dirty="0"/>
          </a:p>
        </p:txBody>
      </p:sp>
      <p:sp>
        <p:nvSpPr>
          <p:cNvPr id="49176" name="Text Box 24"/>
          <p:cNvSpPr txBox="1">
            <a:spLocks noChangeArrowheads="1"/>
          </p:cNvSpPr>
          <p:nvPr/>
        </p:nvSpPr>
        <p:spPr bwMode="auto">
          <a:xfrm>
            <a:off x="7127788" y="3357564"/>
            <a:ext cx="608732" cy="461665"/>
          </a:xfrm>
          <a:prstGeom prst="rect">
            <a:avLst/>
          </a:prstGeom>
          <a:noFill/>
          <a:ln w="9525">
            <a:noFill/>
            <a:miter lim="800000"/>
            <a:headEnd/>
            <a:tailEnd/>
          </a:ln>
        </p:spPr>
        <p:txBody>
          <a:bodyPr wrap="square">
            <a:spAutoFit/>
          </a:bodyPr>
          <a:lstStyle/>
          <a:p>
            <a:pPr algn="ctr"/>
            <a:r>
              <a:rPr lang="es-MX" sz="2400" dirty="0" err="1"/>
              <a:t>G2</a:t>
            </a:r>
            <a:endParaRPr lang="es-ES" sz="2400" dirty="0"/>
          </a:p>
        </p:txBody>
      </p:sp>
      <p:sp>
        <p:nvSpPr>
          <p:cNvPr id="49177" name="Text Box 25"/>
          <p:cNvSpPr txBox="1">
            <a:spLocks noChangeArrowheads="1"/>
          </p:cNvSpPr>
          <p:nvPr/>
        </p:nvSpPr>
        <p:spPr bwMode="auto">
          <a:xfrm>
            <a:off x="5641943" y="2614931"/>
            <a:ext cx="481222" cy="461665"/>
          </a:xfrm>
          <a:prstGeom prst="rect">
            <a:avLst/>
          </a:prstGeom>
          <a:noFill/>
          <a:ln w="9525">
            <a:noFill/>
            <a:miter lim="800000"/>
            <a:headEnd/>
            <a:tailEnd/>
          </a:ln>
        </p:spPr>
        <p:txBody>
          <a:bodyPr wrap="none">
            <a:spAutoFit/>
          </a:bodyPr>
          <a:lstStyle/>
          <a:p>
            <a:pPr algn="ctr"/>
            <a:r>
              <a:rPr lang="es-MX" sz="2400" dirty="0" err="1"/>
              <a:t>F3</a:t>
            </a:r>
            <a:endParaRPr lang="es-ES" sz="2400" dirty="0"/>
          </a:p>
        </p:txBody>
      </p:sp>
      <p:sp>
        <p:nvSpPr>
          <p:cNvPr id="49178" name="Text Box 26"/>
          <p:cNvSpPr txBox="1">
            <a:spLocks noChangeArrowheads="1"/>
          </p:cNvSpPr>
          <p:nvPr/>
        </p:nvSpPr>
        <p:spPr bwMode="auto">
          <a:xfrm>
            <a:off x="1710314" y="2997201"/>
            <a:ext cx="1452770" cy="461665"/>
          </a:xfrm>
          <a:prstGeom prst="rect">
            <a:avLst/>
          </a:prstGeom>
          <a:noFill/>
          <a:ln w="9525">
            <a:noFill/>
            <a:miter lim="800000"/>
            <a:headEnd/>
            <a:tailEnd/>
          </a:ln>
        </p:spPr>
        <p:txBody>
          <a:bodyPr wrap="none">
            <a:spAutoFit/>
          </a:bodyPr>
          <a:lstStyle/>
          <a:p>
            <a:pPr algn="ctr"/>
            <a:r>
              <a:rPr lang="es-MX" sz="2400" dirty="0"/>
              <a:t>figurado 1</a:t>
            </a:r>
            <a:endParaRPr lang="es-ES" sz="2400" dirty="0"/>
          </a:p>
        </p:txBody>
      </p:sp>
      <p:sp>
        <p:nvSpPr>
          <p:cNvPr id="49179" name="Text Box 27"/>
          <p:cNvSpPr txBox="1">
            <a:spLocks noChangeArrowheads="1"/>
          </p:cNvSpPr>
          <p:nvPr/>
        </p:nvSpPr>
        <p:spPr bwMode="auto">
          <a:xfrm>
            <a:off x="1868796" y="4292601"/>
            <a:ext cx="1452770" cy="461665"/>
          </a:xfrm>
          <a:prstGeom prst="rect">
            <a:avLst/>
          </a:prstGeom>
          <a:noFill/>
          <a:ln w="9525">
            <a:noFill/>
            <a:miter lim="800000"/>
            <a:headEnd/>
            <a:tailEnd/>
          </a:ln>
        </p:spPr>
        <p:txBody>
          <a:bodyPr wrap="none">
            <a:spAutoFit/>
          </a:bodyPr>
          <a:lstStyle/>
          <a:p>
            <a:pPr algn="ctr"/>
            <a:r>
              <a:rPr lang="es-MX" sz="2400" dirty="0"/>
              <a:t>figurado 2</a:t>
            </a:r>
            <a:endParaRPr lang="es-ES" sz="2400" dirty="0"/>
          </a:p>
        </p:txBody>
      </p:sp>
      <p:sp>
        <p:nvSpPr>
          <p:cNvPr id="2" name="1 Marcador de pie de página"/>
          <p:cNvSpPr>
            <a:spLocks noGrp="1"/>
          </p:cNvSpPr>
          <p:nvPr>
            <p:ph type="ftr" sz="quarter" idx="11"/>
          </p:nvPr>
        </p:nvSpPr>
        <p:spPr>
          <a:xfrm>
            <a:off x="2582776" y="6356350"/>
            <a:ext cx="4114800" cy="365125"/>
          </a:xfrm>
        </p:spPr>
        <p:txBody>
          <a:bodyPr/>
          <a:lstStyle/>
          <a:p>
            <a:r>
              <a:rPr lang="en-US"/>
              <a:t>Anival Torre</a:t>
            </a:r>
            <a:endParaRPr lang="en-US" dirty="0"/>
          </a:p>
        </p:txBody>
      </p:sp>
      <p:sp>
        <p:nvSpPr>
          <p:cNvPr id="3" name="2 Marcador de número de diapositiva"/>
          <p:cNvSpPr>
            <a:spLocks noGrp="1"/>
          </p:cNvSpPr>
          <p:nvPr>
            <p:ph type="sldNum" sz="quarter" idx="12"/>
          </p:nvPr>
        </p:nvSpPr>
        <p:spPr/>
        <p:txBody>
          <a:bodyPr/>
          <a:lstStyle/>
          <a:p>
            <a:fld id="{55F7123F-EA94-4AF6-90FD-8402484B591B}" type="slidenum">
              <a:rPr lang="en-US" smtClean="0"/>
              <a:pPr/>
              <a:t>21</a:t>
            </a:fld>
            <a:endParaRPr lang="en-US" dirty="0"/>
          </a:p>
        </p:txBody>
      </p:sp>
      <p:graphicFrame>
        <p:nvGraphicFramePr>
          <p:cNvPr id="5" name="4 Tabla"/>
          <p:cNvGraphicFramePr>
            <a:graphicFrameLocks noGrp="1"/>
          </p:cNvGraphicFramePr>
          <p:nvPr>
            <p:extLst>
              <p:ext uri="{D42A27DB-BD31-4B8C-83A1-F6EECF244321}">
                <p14:modId xmlns:p14="http://schemas.microsoft.com/office/powerpoint/2010/main" val="990621488"/>
              </p:ext>
            </p:extLst>
          </p:nvPr>
        </p:nvGraphicFramePr>
        <p:xfrm>
          <a:off x="9426305" y="1306098"/>
          <a:ext cx="2663427" cy="2895600"/>
        </p:xfrm>
        <a:graphic>
          <a:graphicData uri="http://schemas.openxmlformats.org/drawingml/2006/table">
            <a:tbl>
              <a:tblPr firstRow="1" bandRow="1">
                <a:tableStyleId>{5C22544A-7EE6-4342-B048-85BDC9FD1C3A}</a:tableStyleId>
              </a:tblPr>
              <a:tblGrid>
                <a:gridCol w="638593">
                  <a:extLst>
                    <a:ext uri="{9D8B030D-6E8A-4147-A177-3AD203B41FA5}">
                      <a16:colId xmlns:a16="http://schemas.microsoft.com/office/drawing/2014/main" val="20000"/>
                    </a:ext>
                  </a:extLst>
                </a:gridCol>
                <a:gridCol w="1088730">
                  <a:extLst>
                    <a:ext uri="{9D8B030D-6E8A-4147-A177-3AD203B41FA5}">
                      <a16:colId xmlns:a16="http://schemas.microsoft.com/office/drawing/2014/main" val="20001"/>
                    </a:ext>
                  </a:extLst>
                </a:gridCol>
                <a:gridCol w="936104">
                  <a:extLst>
                    <a:ext uri="{9D8B030D-6E8A-4147-A177-3AD203B41FA5}">
                      <a16:colId xmlns:a16="http://schemas.microsoft.com/office/drawing/2014/main" val="20002"/>
                    </a:ext>
                  </a:extLst>
                </a:gridCol>
              </a:tblGrid>
              <a:tr h="316634">
                <a:tc>
                  <a:txBody>
                    <a:bodyPr/>
                    <a:lstStyle/>
                    <a:p>
                      <a:pPr algn="ctr"/>
                      <a:r>
                        <a:rPr lang="es-ES" sz="1600" dirty="0">
                          <a:latin typeface="Arial Narrow" pitchFamily="34" charset="0"/>
                        </a:rPr>
                        <a:t>Tarea</a:t>
                      </a:r>
                      <a:endParaRPr lang="es-PE" sz="1600" dirty="0">
                        <a:latin typeface="Arial Narrow" pitchFamily="34" charset="0"/>
                      </a:endParaRPr>
                    </a:p>
                  </a:txBody>
                  <a:tcPr/>
                </a:tc>
                <a:tc>
                  <a:txBody>
                    <a:bodyPr/>
                    <a:lstStyle/>
                    <a:p>
                      <a:pPr algn="ctr"/>
                      <a:r>
                        <a:rPr lang="es-ES" sz="1600" dirty="0">
                          <a:latin typeface="Arial Narrow" pitchFamily="34" charset="0"/>
                        </a:rPr>
                        <a:t>Predecesor</a:t>
                      </a:r>
                      <a:endParaRPr lang="es-PE" sz="1600" dirty="0">
                        <a:latin typeface="Arial Narrow" pitchFamily="34" charset="0"/>
                      </a:endParaRPr>
                    </a:p>
                  </a:txBody>
                  <a:tcPr/>
                </a:tc>
                <a:tc>
                  <a:txBody>
                    <a:bodyPr/>
                    <a:lstStyle/>
                    <a:p>
                      <a:pPr algn="ctr"/>
                      <a:r>
                        <a:rPr lang="es-ES" sz="1600" dirty="0">
                          <a:latin typeface="Arial Narrow" pitchFamily="34" charset="0"/>
                        </a:rPr>
                        <a:t>Duración</a:t>
                      </a:r>
                      <a:endParaRPr lang="es-PE" sz="1600" dirty="0">
                        <a:latin typeface="Arial Narrow" pitchFamily="34" charset="0"/>
                      </a:endParaRPr>
                    </a:p>
                  </a:txBody>
                  <a:tcPr/>
                </a:tc>
                <a:extLst>
                  <a:ext uri="{0D108BD9-81ED-4DB2-BD59-A6C34878D82A}">
                    <a16:rowId xmlns:a16="http://schemas.microsoft.com/office/drawing/2014/main" val="10000"/>
                  </a:ext>
                </a:extLst>
              </a:tr>
              <a:tr h="345419">
                <a:tc>
                  <a:txBody>
                    <a:bodyPr/>
                    <a:lstStyle/>
                    <a:p>
                      <a:pPr algn="ctr"/>
                      <a:r>
                        <a:rPr lang="es-ES" dirty="0"/>
                        <a:t>A</a:t>
                      </a:r>
                      <a:endParaRPr lang="es-PE" dirty="0"/>
                    </a:p>
                  </a:txBody>
                  <a:tcPr/>
                </a:tc>
                <a:tc>
                  <a:txBody>
                    <a:bodyPr/>
                    <a:lstStyle/>
                    <a:p>
                      <a:pPr algn="ctr"/>
                      <a:r>
                        <a:rPr lang="es-ES" dirty="0"/>
                        <a:t>-</a:t>
                      </a:r>
                      <a:endParaRPr lang="es-PE" dirty="0"/>
                    </a:p>
                  </a:txBody>
                  <a:tcPr/>
                </a:tc>
                <a:tc>
                  <a:txBody>
                    <a:bodyPr/>
                    <a:lstStyle/>
                    <a:p>
                      <a:pPr algn="ctr"/>
                      <a:r>
                        <a:rPr lang="es-ES" dirty="0"/>
                        <a:t>1</a:t>
                      </a:r>
                      <a:endParaRPr lang="es-PE" dirty="0"/>
                    </a:p>
                  </a:txBody>
                  <a:tcPr/>
                </a:tc>
                <a:extLst>
                  <a:ext uri="{0D108BD9-81ED-4DB2-BD59-A6C34878D82A}">
                    <a16:rowId xmlns:a16="http://schemas.microsoft.com/office/drawing/2014/main" val="10001"/>
                  </a:ext>
                </a:extLst>
              </a:tr>
              <a:tr h="345419">
                <a:tc>
                  <a:txBody>
                    <a:bodyPr/>
                    <a:lstStyle/>
                    <a:p>
                      <a:pPr algn="ctr"/>
                      <a:r>
                        <a:rPr lang="es-ES" dirty="0"/>
                        <a:t>B</a:t>
                      </a:r>
                      <a:endParaRPr lang="es-PE" dirty="0"/>
                    </a:p>
                  </a:txBody>
                  <a:tcPr/>
                </a:tc>
                <a:tc>
                  <a:txBody>
                    <a:bodyPr/>
                    <a:lstStyle/>
                    <a:p>
                      <a:pPr algn="ctr"/>
                      <a:r>
                        <a:rPr lang="es-ES" dirty="0"/>
                        <a:t>-</a:t>
                      </a:r>
                      <a:endParaRPr lang="es-PE" dirty="0"/>
                    </a:p>
                  </a:txBody>
                  <a:tcPr/>
                </a:tc>
                <a:tc>
                  <a:txBody>
                    <a:bodyPr/>
                    <a:lstStyle/>
                    <a:p>
                      <a:pPr algn="ctr"/>
                      <a:r>
                        <a:rPr lang="es-ES" dirty="0"/>
                        <a:t>3</a:t>
                      </a:r>
                      <a:endParaRPr lang="es-PE" dirty="0"/>
                    </a:p>
                  </a:txBody>
                  <a:tcPr/>
                </a:tc>
                <a:extLst>
                  <a:ext uri="{0D108BD9-81ED-4DB2-BD59-A6C34878D82A}">
                    <a16:rowId xmlns:a16="http://schemas.microsoft.com/office/drawing/2014/main" val="10002"/>
                  </a:ext>
                </a:extLst>
              </a:tr>
              <a:tr h="345419">
                <a:tc>
                  <a:txBody>
                    <a:bodyPr/>
                    <a:lstStyle/>
                    <a:p>
                      <a:pPr algn="ctr"/>
                      <a:r>
                        <a:rPr lang="es-ES" dirty="0"/>
                        <a:t>C</a:t>
                      </a:r>
                      <a:endParaRPr lang="es-PE" dirty="0"/>
                    </a:p>
                  </a:txBody>
                  <a:tcPr/>
                </a:tc>
                <a:tc>
                  <a:txBody>
                    <a:bodyPr/>
                    <a:lstStyle/>
                    <a:p>
                      <a:pPr algn="ctr"/>
                      <a:r>
                        <a:rPr lang="es-ES" dirty="0"/>
                        <a:t>A</a:t>
                      </a:r>
                      <a:endParaRPr lang="es-PE" dirty="0"/>
                    </a:p>
                  </a:txBody>
                  <a:tcPr/>
                </a:tc>
                <a:tc>
                  <a:txBody>
                    <a:bodyPr/>
                    <a:lstStyle/>
                    <a:p>
                      <a:pPr algn="ctr"/>
                      <a:r>
                        <a:rPr lang="es-ES" dirty="0"/>
                        <a:t>2</a:t>
                      </a:r>
                      <a:endParaRPr lang="es-PE" dirty="0"/>
                    </a:p>
                  </a:txBody>
                  <a:tcPr/>
                </a:tc>
                <a:extLst>
                  <a:ext uri="{0D108BD9-81ED-4DB2-BD59-A6C34878D82A}">
                    <a16:rowId xmlns:a16="http://schemas.microsoft.com/office/drawing/2014/main" val="10003"/>
                  </a:ext>
                </a:extLst>
              </a:tr>
              <a:tr h="345419">
                <a:tc>
                  <a:txBody>
                    <a:bodyPr/>
                    <a:lstStyle/>
                    <a:p>
                      <a:pPr algn="ctr"/>
                      <a:r>
                        <a:rPr lang="es-ES" dirty="0"/>
                        <a:t>D</a:t>
                      </a:r>
                      <a:endParaRPr lang="es-PE" dirty="0"/>
                    </a:p>
                  </a:txBody>
                  <a:tcPr/>
                </a:tc>
                <a:tc>
                  <a:txBody>
                    <a:bodyPr/>
                    <a:lstStyle/>
                    <a:p>
                      <a:pPr algn="ctr"/>
                      <a:r>
                        <a:rPr lang="es-ES" dirty="0"/>
                        <a:t>A, B</a:t>
                      </a:r>
                      <a:endParaRPr lang="es-PE" dirty="0"/>
                    </a:p>
                  </a:txBody>
                  <a:tcPr/>
                </a:tc>
                <a:tc>
                  <a:txBody>
                    <a:bodyPr/>
                    <a:lstStyle/>
                    <a:p>
                      <a:pPr algn="ctr"/>
                      <a:r>
                        <a:rPr lang="es-ES" dirty="0"/>
                        <a:t>3</a:t>
                      </a:r>
                      <a:endParaRPr lang="es-PE" dirty="0"/>
                    </a:p>
                  </a:txBody>
                  <a:tcPr/>
                </a:tc>
                <a:extLst>
                  <a:ext uri="{0D108BD9-81ED-4DB2-BD59-A6C34878D82A}">
                    <a16:rowId xmlns:a16="http://schemas.microsoft.com/office/drawing/2014/main" val="10004"/>
                  </a:ext>
                </a:extLst>
              </a:tr>
              <a:tr h="345419">
                <a:tc>
                  <a:txBody>
                    <a:bodyPr/>
                    <a:lstStyle/>
                    <a:p>
                      <a:pPr algn="ctr"/>
                      <a:r>
                        <a:rPr lang="es-ES" dirty="0"/>
                        <a:t>E</a:t>
                      </a:r>
                      <a:endParaRPr lang="es-PE" dirty="0"/>
                    </a:p>
                  </a:txBody>
                  <a:tcPr/>
                </a:tc>
                <a:tc>
                  <a:txBody>
                    <a:bodyPr/>
                    <a:lstStyle/>
                    <a:p>
                      <a:pPr algn="ctr"/>
                      <a:r>
                        <a:rPr lang="es-ES" dirty="0"/>
                        <a:t>B</a:t>
                      </a:r>
                      <a:endParaRPr lang="es-PE" dirty="0"/>
                    </a:p>
                  </a:txBody>
                  <a:tcPr/>
                </a:tc>
                <a:tc>
                  <a:txBody>
                    <a:bodyPr/>
                    <a:lstStyle/>
                    <a:p>
                      <a:pPr algn="ctr"/>
                      <a:r>
                        <a:rPr lang="es-ES" dirty="0"/>
                        <a:t>4</a:t>
                      </a:r>
                      <a:endParaRPr lang="es-PE" dirty="0"/>
                    </a:p>
                  </a:txBody>
                  <a:tcPr/>
                </a:tc>
                <a:extLst>
                  <a:ext uri="{0D108BD9-81ED-4DB2-BD59-A6C34878D82A}">
                    <a16:rowId xmlns:a16="http://schemas.microsoft.com/office/drawing/2014/main" val="10005"/>
                  </a:ext>
                </a:extLst>
              </a:tr>
              <a:tr h="345419">
                <a:tc>
                  <a:txBody>
                    <a:bodyPr/>
                    <a:lstStyle/>
                    <a:p>
                      <a:pPr algn="ctr"/>
                      <a:r>
                        <a:rPr lang="es-ES" dirty="0"/>
                        <a:t>F</a:t>
                      </a:r>
                      <a:endParaRPr lang="es-PE" dirty="0"/>
                    </a:p>
                  </a:txBody>
                  <a:tcPr/>
                </a:tc>
                <a:tc>
                  <a:txBody>
                    <a:bodyPr/>
                    <a:lstStyle/>
                    <a:p>
                      <a:pPr algn="ctr"/>
                      <a:r>
                        <a:rPr lang="es-ES" dirty="0"/>
                        <a:t>C</a:t>
                      </a:r>
                      <a:endParaRPr lang="es-PE" dirty="0"/>
                    </a:p>
                  </a:txBody>
                  <a:tcPr/>
                </a:tc>
                <a:tc>
                  <a:txBody>
                    <a:bodyPr/>
                    <a:lstStyle/>
                    <a:p>
                      <a:pPr algn="ctr"/>
                      <a:r>
                        <a:rPr lang="es-ES" dirty="0"/>
                        <a:t>3</a:t>
                      </a:r>
                      <a:endParaRPr lang="es-PE" dirty="0"/>
                    </a:p>
                  </a:txBody>
                  <a:tcPr/>
                </a:tc>
                <a:extLst>
                  <a:ext uri="{0D108BD9-81ED-4DB2-BD59-A6C34878D82A}">
                    <a16:rowId xmlns:a16="http://schemas.microsoft.com/office/drawing/2014/main" val="10006"/>
                  </a:ext>
                </a:extLst>
              </a:tr>
              <a:tr h="345419">
                <a:tc>
                  <a:txBody>
                    <a:bodyPr/>
                    <a:lstStyle/>
                    <a:p>
                      <a:pPr algn="ctr"/>
                      <a:r>
                        <a:rPr lang="es-ES" dirty="0"/>
                        <a:t>G</a:t>
                      </a:r>
                      <a:endParaRPr lang="es-PE" dirty="0"/>
                    </a:p>
                  </a:txBody>
                  <a:tcPr/>
                </a:tc>
                <a:tc>
                  <a:txBody>
                    <a:bodyPr/>
                    <a:lstStyle/>
                    <a:p>
                      <a:pPr algn="ctr"/>
                      <a:r>
                        <a:rPr lang="es-ES" dirty="0" err="1"/>
                        <a:t>D,E,F</a:t>
                      </a:r>
                      <a:endParaRPr lang="es-PE" dirty="0"/>
                    </a:p>
                  </a:txBody>
                  <a:tcPr/>
                </a:tc>
                <a:tc>
                  <a:txBody>
                    <a:bodyPr/>
                    <a:lstStyle/>
                    <a:p>
                      <a:pPr algn="ctr"/>
                      <a:r>
                        <a:rPr lang="es-ES" dirty="0"/>
                        <a:t>2</a:t>
                      </a:r>
                      <a:endParaRPr lang="es-PE" dirty="0"/>
                    </a:p>
                  </a:txBody>
                  <a:tcPr/>
                </a:tc>
                <a:extLst>
                  <a:ext uri="{0D108BD9-81ED-4DB2-BD59-A6C34878D82A}">
                    <a16:rowId xmlns:a16="http://schemas.microsoft.com/office/drawing/2014/main" val="10007"/>
                  </a:ext>
                </a:extLst>
              </a:tr>
            </a:tbl>
          </a:graphicData>
        </a:graphic>
      </p:graphicFrame>
      <p:sp>
        <p:nvSpPr>
          <p:cNvPr id="4" name="5 CuadroTexto">
            <a:extLst>
              <a:ext uri="{FF2B5EF4-FFF2-40B4-BE49-F238E27FC236}">
                <a16:creationId xmlns:a16="http://schemas.microsoft.com/office/drawing/2014/main" id="{5AA387ED-889B-B04F-CDDD-0AC5D36E6D68}"/>
              </a:ext>
            </a:extLst>
          </p:cNvPr>
          <p:cNvSpPr txBox="1"/>
          <p:nvPr/>
        </p:nvSpPr>
        <p:spPr>
          <a:xfrm>
            <a:off x="6872200" y="5300663"/>
            <a:ext cx="3020108" cy="954107"/>
          </a:xfrm>
          <a:prstGeom prst="rect">
            <a:avLst/>
          </a:prstGeom>
          <a:noFill/>
        </p:spPr>
        <p:txBody>
          <a:bodyPr wrap="square" rtlCol="0">
            <a:spAutoFit/>
          </a:bodyPr>
          <a:lstStyle/>
          <a:p>
            <a:r>
              <a:rPr lang="es-ES" sz="2800" b="1" dirty="0">
                <a:solidFill>
                  <a:srgbClr val="FF0000"/>
                </a:solidFill>
              </a:rPr>
              <a:t>Ruta crítica=</a:t>
            </a:r>
            <a:r>
              <a:rPr lang="es-ES" sz="2800" b="1" dirty="0" err="1">
                <a:solidFill>
                  <a:srgbClr val="FF0000"/>
                </a:solidFill>
              </a:rPr>
              <a:t>BEG</a:t>
            </a:r>
            <a:endParaRPr lang="es-ES" sz="2800" b="1" dirty="0">
              <a:solidFill>
                <a:srgbClr val="FF0000"/>
              </a:solidFill>
            </a:endParaRPr>
          </a:p>
          <a:p>
            <a:r>
              <a:rPr lang="es-ES" sz="2800" b="1" dirty="0">
                <a:solidFill>
                  <a:srgbClr val="FF0000"/>
                </a:solidFill>
              </a:rPr>
              <a:t>Duración= 9 días   </a:t>
            </a:r>
            <a:endParaRPr lang="es-PE" sz="2800" b="1" dirty="0">
              <a:solidFill>
                <a:srgbClr val="FF0000"/>
              </a:solidFill>
            </a:endParaRPr>
          </a:p>
        </p:txBody>
      </p:sp>
      <p:sp>
        <p:nvSpPr>
          <p:cNvPr id="8" name="6 CuadroTexto">
            <a:extLst>
              <a:ext uri="{FF2B5EF4-FFF2-40B4-BE49-F238E27FC236}">
                <a16:creationId xmlns:a16="http://schemas.microsoft.com/office/drawing/2014/main" id="{8BBA7770-AFF4-BE8D-DC5A-35E8847F1659}"/>
              </a:ext>
            </a:extLst>
          </p:cNvPr>
          <p:cNvSpPr txBox="1"/>
          <p:nvPr/>
        </p:nvSpPr>
        <p:spPr>
          <a:xfrm>
            <a:off x="4207274" y="5408879"/>
            <a:ext cx="1977628" cy="1323439"/>
          </a:xfrm>
          <a:prstGeom prst="rect">
            <a:avLst/>
          </a:prstGeom>
          <a:noFill/>
        </p:spPr>
        <p:txBody>
          <a:bodyPr wrap="square" rtlCol="0">
            <a:spAutoFit/>
          </a:bodyPr>
          <a:lstStyle/>
          <a:p>
            <a:r>
              <a:rPr lang="es-ES" sz="2000" b="1" dirty="0" err="1"/>
              <a:t>ACFG</a:t>
            </a:r>
            <a:r>
              <a:rPr lang="es-ES" sz="2000" b="1" dirty="0"/>
              <a:t>=8</a:t>
            </a:r>
          </a:p>
          <a:p>
            <a:r>
              <a:rPr lang="es-ES" sz="2000" b="1" dirty="0" err="1"/>
              <a:t>ADG</a:t>
            </a:r>
            <a:r>
              <a:rPr lang="es-ES" sz="2000" b="1" dirty="0"/>
              <a:t>=6</a:t>
            </a:r>
          </a:p>
          <a:p>
            <a:r>
              <a:rPr lang="es-ES" sz="2000" b="1" dirty="0" err="1"/>
              <a:t>BDG</a:t>
            </a:r>
            <a:r>
              <a:rPr lang="es-ES" sz="2000" b="1" dirty="0"/>
              <a:t>=8</a:t>
            </a:r>
          </a:p>
          <a:p>
            <a:r>
              <a:rPr lang="es-ES" sz="2000" b="1" dirty="0" err="1"/>
              <a:t>BEG</a:t>
            </a:r>
            <a:r>
              <a:rPr lang="es-ES" sz="2000" b="1" dirty="0"/>
              <a:t>=9</a:t>
            </a:r>
            <a:endParaRPr lang="es-PE" sz="2000" b="1" dirty="0"/>
          </a:p>
        </p:txBody>
      </p:sp>
      <p:sp>
        <p:nvSpPr>
          <p:cNvPr id="9" name="Rectangle 2">
            <a:extLst>
              <a:ext uri="{FF2B5EF4-FFF2-40B4-BE49-F238E27FC236}">
                <a16:creationId xmlns:a16="http://schemas.microsoft.com/office/drawing/2014/main" id="{C0BAF306-1B58-4D09-A988-D8AAE3B97389}"/>
              </a:ext>
            </a:extLst>
          </p:cNvPr>
          <p:cNvSpPr txBox="1">
            <a:spLocks noChangeArrowheads="1"/>
          </p:cNvSpPr>
          <p:nvPr/>
        </p:nvSpPr>
        <p:spPr bwMode="auto">
          <a:xfrm>
            <a:off x="6096000" y="205622"/>
            <a:ext cx="6027095" cy="42862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87313" indent="-87313" algn="ctr" fontAlgn="base">
              <a:spcBef>
                <a:spcPct val="0"/>
              </a:spcBef>
              <a:spcAft>
                <a:spcPct val="0"/>
              </a:spcAft>
              <a:defRPr/>
            </a:pPr>
            <a:r>
              <a:rPr lang="es-PE" sz="2800" i="1" kern="0" dirty="0">
                <a:solidFill>
                  <a:schemeClr val="bg1"/>
                </a:solidFill>
                <a:latin typeface="Arial Narrow" pitchFamily="34" charset="0"/>
                <a:ea typeface="+mj-ea"/>
                <a:cs typeface="+mj-cs"/>
              </a:rPr>
              <a:t>Hallar la Ruta crítica y duración del proyecto</a:t>
            </a:r>
          </a:p>
          <a:p>
            <a:pPr marL="87313" indent="-87313" algn="ctr" fontAlgn="base">
              <a:spcBef>
                <a:spcPct val="0"/>
              </a:spcBef>
              <a:spcAft>
                <a:spcPct val="0"/>
              </a:spcAft>
              <a:defRPr/>
            </a:pPr>
            <a:endParaRPr lang="es-PE" sz="2800" b="1" i="1" kern="0" dirty="0">
              <a:solidFill>
                <a:schemeClr val="bg1"/>
              </a:solidFill>
              <a:latin typeface="Arial Narrow" pitchFamily="34" charset="0"/>
              <a:ea typeface="+mj-ea"/>
              <a:cs typeface="+mj-cs"/>
            </a:endParaRPr>
          </a:p>
        </p:txBody>
      </p:sp>
    </p:spTree>
    <p:extLst>
      <p:ext uri="{BB962C8B-B14F-4D97-AF65-F5344CB8AC3E}">
        <p14:creationId xmlns:p14="http://schemas.microsoft.com/office/powerpoint/2010/main" val="131121143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15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15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915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915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915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916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916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916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916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916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916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916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916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916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916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917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917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917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917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917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917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917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917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917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917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8"/>
                                        </p:tgtEl>
                                        <p:attrNameLst>
                                          <p:attrName>style.visibility</p:attrName>
                                        </p:attrNameLst>
                                      </p:cBhvr>
                                      <p:to>
                                        <p:strVal val="visible"/>
                                      </p:to>
                                    </p:set>
                                  </p:childTnLst>
                                </p:cTn>
                              </p:par>
                              <p:par>
                                <p:cTn id="63" presetID="51" presetClass="entr" presetSubtype="0" fill="hold" grpId="0" nodeType="withEffect">
                                  <p:stCondLst>
                                    <p:cond delay="0"/>
                                  </p:stCondLst>
                                  <p:childTnLst>
                                    <p:set>
                                      <p:cBhvr>
                                        <p:cTn id="64" dur="1" fill="hold">
                                          <p:stCondLst>
                                            <p:cond delay="0"/>
                                          </p:stCondLst>
                                        </p:cTn>
                                        <p:tgtEl>
                                          <p:spTgt spid="9"/>
                                        </p:tgtEl>
                                        <p:attrNameLst>
                                          <p:attrName>style.visibility</p:attrName>
                                        </p:attrNameLst>
                                      </p:cBhvr>
                                      <p:to>
                                        <p:strVal val="visible"/>
                                      </p:to>
                                    </p:set>
                                    <p:animEffect transition="in" filter="fade">
                                      <p:cBhvr>
                                        <p:cTn id="65" dur="768" decel="100000"/>
                                        <p:tgtEl>
                                          <p:spTgt spid="9"/>
                                        </p:tgtEl>
                                      </p:cBhvr>
                                    </p:animEffect>
                                    <p:animScale>
                                      <p:cBhvr>
                                        <p:cTn id="66" dur="768" decel="100000"/>
                                        <p:tgtEl>
                                          <p:spTgt spid="9"/>
                                        </p:tgtEl>
                                      </p:cBhvr>
                                      <p:from x="10000" y="10000"/>
                                      <p:to x="200000" y="450000"/>
                                    </p:animScale>
                                    <p:animScale>
                                      <p:cBhvr>
                                        <p:cTn id="67" dur="1230" accel="100000" fill="hold">
                                          <p:stCondLst>
                                            <p:cond delay="768"/>
                                          </p:stCondLst>
                                        </p:cTn>
                                        <p:tgtEl>
                                          <p:spTgt spid="9"/>
                                        </p:tgtEl>
                                      </p:cBhvr>
                                      <p:from x="200000" y="450000"/>
                                      <p:to x="100000" y="100000"/>
                                    </p:animScale>
                                    <p:set>
                                      <p:cBhvr>
                                        <p:cTn id="68" dur="768" fill="hold"/>
                                        <p:tgtEl>
                                          <p:spTgt spid="9"/>
                                        </p:tgtEl>
                                        <p:attrNameLst>
                                          <p:attrName>ppt_x</p:attrName>
                                        </p:attrNameLst>
                                      </p:cBhvr>
                                      <p:to>
                                        <p:strVal val="(0.5)"/>
                                      </p:to>
                                    </p:set>
                                    <p:anim from="(0.5)" to="(#ppt_x)" calcmode="lin" valueType="num">
                                      <p:cBhvr>
                                        <p:cTn id="69" dur="1230" accel="100000" fill="hold">
                                          <p:stCondLst>
                                            <p:cond delay="768"/>
                                          </p:stCondLst>
                                        </p:cTn>
                                        <p:tgtEl>
                                          <p:spTgt spid="9"/>
                                        </p:tgtEl>
                                        <p:attrNameLst>
                                          <p:attrName>ppt_x</p:attrName>
                                        </p:attrNameLst>
                                      </p:cBhvr>
                                    </p:anim>
                                    <p:set>
                                      <p:cBhvr>
                                        <p:cTn id="70" dur="768" fill="hold"/>
                                        <p:tgtEl>
                                          <p:spTgt spid="9"/>
                                        </p:tgtEl>
                                        <p:attrNameLst>
                                          <p:attrName>ppt_y</p:attrName>
                                        </p:attrNameLst>
                                      </p:cBhvr>
                                      <p:to>
                                        <p:strVal val="(#ppt_y+0.4)"/>
                                      </p:to>
                                    </p:set>
                                    <p:anim from="(#ppt_y+0.4)" to="(#ppt_y)" calcmode="lin" valueType="num">
                                      <p:cBhvr>
                                        <p:cTn id="71" dur="1230" accel="100000" fill="hold">
                                          <p:stCondLst>
                                            <p:cond delay="768"/>
                                          </p:stCondLst>
                                        </p:cTn>
                                        <p:tgtEl>
                                          <p:spTgt spid="9"/>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animBg="1"/>
      <p:bldP spid="49156" grpId="0" animBg="1"/>
      <p:bldP spid="49157" grpId="0" animBg="1"/>
      <p:bldP spid="49158" grpId="0" animBg="1"/>
      <p:bldP spid="49159" grpId="0" animBg="1"/>
      <p:bldP spid="49160" grpId="0" animBg="1"/>
      <p:bldP spid="49161" grpId="0" animBg="1"/>
      <p:bldP spid="49162" grpId="0" animBg="1"/>
      <p:bldP spid="49163" grpId="0" animBg="1"/>
      <p:bldP spid="49164" grpId="0" animBg="1"/>
      <p:bldP spid="49165" grpId="0" animBg="1"/>
      <p:bldP spid="49166" grpId="0" animBg="1"/>
      <p:bldP spid="49167" grpId="0" animBg="1"/>
      <p:bldP spid="49168" grpId="0" animBg="1"/>
      <p:bldP spid="49169" grpId="0" animBg="1"/>
      <p:bldP spid="49170" grpId="0" animBg="1"/>
      <p:bldP spid="49171" grpId="0"/>
      <p:bldP spid="49172" grpId="0"/>
      <p:bldP spid="49173" grpId="0"/>
      <p:bldP spid="49174" grpId="0"/>
      <p:bldP spid="49175" grpId="0"/>
      <p:bldP spid="49176" grpId="0"/>
      <p:bldP spid="49177" grpId="0"/>
      <p:bldP spid="49178" grpId="0"/>
      <p:bldP spid="49179" grpId="0"/>
      <p:bldP spid="2" grpId="0"/>
      <p:bldP spid="4" grpId="0"/>
      <p:bldP spid="8" grpId="0"/>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Rot="1" noChangeArrowheads="1"/>
          </p:cNvSpPr>
          <p:nvPr>
            <p:ph type="title"/>
          </p:nvPr>
        </p:nvSpPr>
        <p:spPr>
          <a:xfrm>
            <a:off x="1524000" y="476672"/>
            <a:ext cx="6046788" cy="785794"/>
          </a:xfrm>
          <a:noFill/>
          <a:ln w="9525">
            <a:noFill/>
            <a:miter lim="800000"/>
            <a:headEnd/>
            <a:tailEnd/>
          </a:ln>
          <a:effectLst/>
        </p:spPr>
        <p:txBody>
          <a:bodyPr vert="horz" wrap="square" lIns="91440" tIns="45720" rIns="91440" bIns="45720" numCol="1" rtlCol="0" anchor="ctr" anchorCtr="0" compatLnSpc="1">
            <a:prstTxWarp prst="textNoShape">
              <a:avLst/>
            </a:prstTxWarp>
            <a:noAutofit/>
          </a:bodyPr>
          <a:lstStyle/>
          <a:p>
            <a:pPr>
              <a:buSzPts val="3600"/>
            </a:pPr>
            <a:r>
              <a:rPr lang="es-MX" sz="3200" dirty="0">
                <a:solidFill>
                  <a:schemeClr val="bg1"/>
                </a:solidFill>
                <a:latin typeface="Bauhaus 93" pitchFamily="82" charset="0"/>
              </a:rPr>
              <a:t>Red del ejercicio 10.9</a:t>
            </a:r>
            <a:endParaRPr lang="es-ES" sz="3200" dirty="0">
              <a:solidFill>
                <a:schemeClr val="bg1"/>
              </a:solidFill>
              <a:latin typeface="Bauhaus 93" pitchFamily="82" charset="0"/>
            </a:endParaRPr>
          </a:p>
        </p:txBody>
      </p:sp>
      <p:sp>
        <p:nvSpPr>
          <p:cNvPr id="50179" name="Oval 3"/>
          <p:cNvSpPr>
            <a:spLocks noChangeArrowheads="1"/>
          </p:cNvSpPr>
          <p:nvPr/>
        </p:nvSpPr>
        <p:spPr bwMode="auto">
          <a:xfrm>
            <a:off x="7755446" y="1557338"/>
            <a:ext cx="914400" cy="914400"/>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r>
              <a:rPr lang="es-MX" sz="2400" dirty="0"/>
              <a:t>1</a:t>
            </a:r>
            <a:endParaRPr lang="es-ES" sz="2400" dirty="0"/>
          </a:p>
        </p:txBody>
      </p:sp>
      <p:sp>
        <p:nvSpPr>
          <p:cNvPr id="50180" name="Oval 4"/>
          <p:cNvSpPr>
            <a:spLocks noChangeArrowheads="1"/>
          </p:cNvSpPr>
          <p:nvPr/>
        </p:nvSpPr>
        <p:spPr bwMode="auto">
          <a:xfrm>
            <a:off x="7828471" y="5300663"/>
            <a:ext cx="914400" cy="914400"/>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r>
              <a:rPr lang="es-MX" sz="2400" dirty="0"/>
              <a:t>3</a:t>
            </a:r>
            <a:endParaRPr lang="es-ES" sz="2400" dirty="0"/>
          </a:p>
        </p:txBody>
      </p:sp>
      <p:sp>
        <p:nvSpPr>
          <p:cNvPr id="50181" name="Oval 5"/>
          <p:cNvSpPr>
            <a:spLocks noChangeArrowheads="1"/>
          </p:cNvSpPr>
          <p:nvPr/>
        </p:nvSpPr>
        <p:spPr bwMode="auto">
          <a:xfrm>
            <a:off x="6106033" y="3505200"/>
            <a:ext cx="914400" cy="914400"/>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r>
              <a:rPr lang="es-MX" sz="2400" dirty="0"/>
              <a:t>0</a:t>
            </a:r>
            <a:endParaRPr lang="es-ES" sz="2400" dirty="0"/>
          </a:p>
        </p:txBody>
      </p:sp>
      <p:sp>
        <p:nvSpPr>
          <p:cNvPr id="50182" name="Oval 6"/>
          <p:cNvSpPr>
            <a:spLocks noChangeArrowheads="1"/>
          </p:cNvSpPr>
          <p:nvPr/>
        </p:nvSpPr>
        <p:spPr bwMode="auto">
          <a:xfrm>
            <a:off x="11295087" y="3517210"/>
            <a:ext cx="914400" cy="914400"/>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r>
              <a:rPr lang="es-MX" sz="2400" dirty="0"/>
              <a:t>5</a:t>
            </a:r>
            <a:endParaRPr lang="es-ES" sz="2400" dirty="0"/>
          </a:p>
        </p:txBody>
      </p:sp>
      <p:sp>
        <p:nvSpPr>
          <p:cNvPr id="50183" name="Oval 7"/>
          <p:cNvSpPr>
            <a:spLocks noChangeArrowheads="1"/>
          </p:cNvSpPr>
          <p:nvPr/>
        </p:nvSpPr>
        <p:spPr bwMode="auto">
          <a:xfrm>
            <a:off x="9844596" y="1700213"/>
            <a:ext cx="914400" cy="914400"/>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r>
              <a:rPr lang="es-MX" sz="2400" dirty="0"/>
              <a:t>2</a:t>
            </a:r>
            <a:endParaRPr lang="es-ES" sz="2400" dirty="0"/>
          </a:p>
        </p:txBody>
      </p:sp>
      <p:sp>
        <p:nvSpPr>
          <p:cNvPr id="50184" name="Oval 8"/>
          <p:cNvSpPr>
            <a:spLocks noChangeArrowheads="1"/>
          </p:cNvSpPr>
          <p:nvPr/>
        </p:nvSpPr>
        <p:spPr bwMode="auto">
          <a:xfrm>
            <a:off x="9839833" y="3505200"/>
            <a:ext cx="914400" cy="914400"/>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r>
              <a:rPr lang="es-MX" sz="2400" dirty="0"/>
              <a:t>4</a:t>
            </a:r>
            <a:endParaRPr lang="es-ES" sz="2400" dirty="0"/>
          </a:p>
        </p:txBody>
      </p:sp>
      <p:sp>
        <p:nvSpPr>
          <p:cNvPr id="50185" name="Line 9"/>
          <p:cNvSpPr>
            <a:spLocks noChangeShapeType="1"/>
          </p:cNvSpPr>
          <p:nvPr/>
        </p:nvSpPr>
        <p:spPr bwMode="auto">
          <a:xfrm flipV="1">
            <a:off x="6868034" y="2420938"/>
            <a:ext cx="1103313" cy="1160462"/>
          </a:xfrm>
          <a:prstGeom prst="line">
            <a:avLst/>
          </a:prstGeom>
          <a:noFill/>
          <a:ln w="38100">
            <a:solidFill>
              <a:srgbClr val="FF0000"/>
            </a:solidFill>
            <a:round/>
            <a:headEnd/>
            <a:tailEnd type="triangle" w="med" len="med"/>
          </a:ln>
        </p:spPr>
        <p:txBody>
          <a:bodyPr/>
          <a:lstStyle/>
          <a:p>
            <a:endParaRPr lang="es-ES" dirty="0"/>
          </a:p>
        </p:txBody>
      </p:sp>
      <p:sp>
        <p:nvSpPr>
          <p:cNvPr id="50186" name="Line 10"/>
          <p:cNvSpPr>
            <a:spLocks noChangeShapeType="1"/>
          </p:cNvSpPr>
          <p:nvPr/>
        </p:nvSpPr>
        <p:spPr bwMode="auto">
          <a:xfrm>
            <a:off x="6791834" y="4343401"/>
            <a:ext cx="1108075" cy="1173163"/>
          </a:xfrm>
          <a:prstGeom prst="line">
            <a:avLst/>
          </a:prstGeom>
          <a:noFill/>
          <a:ln w="38100">
            <a:solidFill>
              <a:schemeClr val="tx1"/>
            </a:solidFill>
            <a:round/>
            <a:headEnd/>
            <a:tailEnd type="triangle" w="med" len="med"/>
          </a:ln>
        </p:spPr>
        <p:txBody>
          <a:bodyPr/>
          <a:lstStyle/>
          <a:p>
            <a:endParaRPr lang="es-ES" dirty="0"/>
          </a:p>
        </p:txBody>
      </p:sp>
      <p:sp>
        <p:nvSpPr>
          <p:cNvPr id="50187" name="Line 11"/>
          <p:cNvSpPr>
            <a:spLocks noChangeShapeType="1"/>
          </p:cNvSpPr>
          <p:nvPr/>
        </p:nvSpPr>
        <p:spPr bwMode="auto">
          <a:xfrm flipV="1">
            <a:off x="8692071" y="4221163"/>
            <a:ext cx="1223962" cy="1295400"/>
          </a:xfrm>
          <a:prstGeom prst="line">
            <a:avLst/>
          </a:prstGeom>
          <a:noFill/>
          <a:ln w="38100">
            <a:solidFill>
              <a:schemeClr val="tx1"/>
            </a:solidFill>
            <a:round/>
            <a:headEnd/>
            <a:tailEnd type="triangle" w="med" len="med"/>
          </a:ln>
        </p:spPr>
        <p:txBody>
          <a:bodyPr/>
          <a:lstStyle/>
          <a:p>
            <a:endParaRPr lang="es-ES" dirty="0"/>
          </a:p>
        </p:txBody>
      </p:sp>
      <p:sp>
        <p:nvSpPr>
          <p:cNvPr id="50188" name="Line 12"/>
          <p:cNvSpPr>
            <a:spLocks noChangeShapeType="1"/>
          </p:cNvSpPr>
          <p:nvPr/>
        </p:nvSpPr>
        <p:spPr bwMode="auto">
          <a:xfrm>
            <a:off x="8476171" y="2364736"/>
            <a:ext cx="1439862" cy="1257939"/>
          </a:xfrm>
          <a:prstGeom prst="line">
            <a:avLst/>
          </a:prstGeom>
          <a:noFill/>
          <a:ln w="38100">
            <a:solidFill>
              <a:srgbClr val="FF0000"/>
            </a:solidFill>
            <a:round/>
            <a:headEnd/>
            <a:tailEnd type="triangle" w="med" len="med"/>
          </a:ln>
        </p:spPr>
        <p:txBody>
          <a:bodyPr/>
          <a:lstStyle/>
          <a:p>
            <a:endParaRPr lang="es-ES" dirty="0"/>
          </a:p>
        </p:txBody>
      </p:sp>
      <p:sp>
        <p:nvSpPr>
          <p:cNvPr id="50189" name="Line 13"/>
          <p:cNvSpPr>
            <a:spLocks noChangeShapeType="1"/>
          </p:cNvSpPr>
          <p:nvPr/>
        </p:nvSpPr>
        <p:spPr bwMode="auto">
          <a:xfrm>
            <a:off x="8692072" y="2060575"/>
            <a:ext cx="1152525" cy="0"/>
          </a:xfrm>
          <a:prstGeom prst="line">
            <a:avLst/>
          </a:prstGeom>
          <a:noFill/>
          <a:ln w="38100">
            <a:solidFill>
              <a:srgbClr val="FF0000"/>
            </a:solidFill>
            <a:round/>
            <a:headEnd/>
            <a:tailEnd type="triangle" w="med" len="med"/>
          </a:ln>
        </p:spPr>
        <p:txBody>
          <a:bodyPr/>
          <a:lstStyle/>
          <a:p>
            <a:endParaRPr lang="es-ES" dirty="0"/>
          </a:p>
        </p:txBody>
      </p:sp>
      <p:sp>
        <p:nvSpPr>
          <p:cNvPr id="50190" name="Line 14"/>
          <p:cNvSpPr>
            <a:spLocks noChangeShapeType="1"/>
          </p:cNvSpPr>
          <p:nvPr/>
        </p:nvSpPr>
        <p:spPr bwMode="auto">
          <a:xfrm flipH="1">
            <a:off x="10347833" y="2636838"/>
            <a:ext cx="0" cy="863600"/>
          </a:xfrm>
          <a:prstGeom prst="line">
            <a:avLst/>
          </a:prstGeom>
          <a:noFill/>
          <a:ln w="38100">
            <a:solidFill>
              <a:srgbClr val="FF0000"/>
            </a:solidFill>
            <a:round/>
            <a:headEnd/>
            <a:tailEnd type="triangle" w="med" len="med"/>
          </a:ln>
        </p:spPr>
        <p:txBody>
          <a:bodyPr/>
          <a:lstStyle/>
          <a:p>
            <a:endParaRPr lang="es-ES" dirty="0"/>
          </a:p>
        </p:txBody>
      </p:sp>
      <p:sp>
        <p:nvSpPr>
          <p:cNvPr id="50191" name="Line 15"/>
          <p:cNvSpPr>
            <a:spLocks noChangeShapeType="1"/>
          </p:cNvSpPr>
          <p:nvPr/>
        </p:nvSpPr>
        <p:spPr bwMode="auto">
          <a:xfrm flipV="1">
            <a:off x="10754233" y="4034682"/>
            <a:ext cx="562905" cy="3918"/>
          </a:xfrm>
          <a:prstGeom prst="line">
            <a:avLst/>
          </a:prstGeom>
          <a:noFill/>
          <a:ln w="38100">
            <a:solidFill>
              <a:srgbClr val="FF0000"/>
            </a:solidFill>
            <a:round/>
            <a:headEnd/>
            <a:tailEnd type="triangle" w="med" len="med"/>
          </a:ln>
        </p:spPr>
        <p:txBody>
          <a:bodyPr/>
          <a:lstStyle/>
          <a:p>
            <a:endParaRPr lang="es-ES" dirty="0"/>
          </a:p>
        </p:txBody>
      </p:sp>
      <p:sp>
        <p:nvSpPr>
          <p:cNvPr id="50192" name="Line 16"/>
          <p:cNvSpPr>
            <a:spLocks noChangeShapeType="1"/>
          </p:cNvSpPr>
          <p:nvPr/>
        </p:nvSpPr>
        <p:spPr bwMode="auto">
          <a:xfrm>
            <a:off x="7020433" y="3962400"/>
            <a:ext cx="2819400" cy="0"/>
          </a:xfrm>
          <a:prstGeom prst="line">
            <a:avLst/>
          </a:prstGeom>
          <a:noFill/>
          <a:ln w="38100">
            <a:solidFill>
              <a:schemeClr val="tx1"/>
            </a:solidFill>
            <a:round/>
            <a:headEnd/>
            <a:tailEnd type="triangle" w="med" len="med"/>
          </a:ln>
        </p:spPr>
        <p:txBody>
          <a:bodyPr/>
          <a:lstStyle/>
          <a:p>
            <a:endParaRPr lang="es-ES" dirty="0"/>
          </a:p>
        </p:txBody>
      </p:sp>
      <p:sp>
        <p:nvSpPr>
          <p:cNvPr id="50193" name="Text Box 17"/>
          <p:cNvSpPr txBox="1">
            <a:spLocks noChangeArrowheads="1"/>
          </p:cNvSpPr>
          <p:nvPr/>
        </p:nvSpPr>
        <p:spPr bwMode="auto">
          <a:xfrm>
            <a:off x="6806501" y="2543970"/>
            <a:ext cx="518091" cy="461665"/>
          </a:xfrm>
          <a:prstGeom prst="rect">
            <a:avLst/>
          </a:prstGeom>
          <a:noFill/>
          <a:ln w="9525">
            <a:noFill/>
            <a:miter lim="800000"/>
            <a:headEnd/>
            <a:tailEnd/>
          </a:ln>
        </p:spPr>
        <p:txBody>
          <a:bodyPr wrap="none">
            <a:spAutoFit/>
          </a:bodyPr>
          <a:lstStyle/>
          <a:p>
            <a:pPr algn="ctr"/>
            <a:r>
              <a:rPr lang="es-MX" sz="2400" dirty="0" err="1"/>
              <a:t>A5</a:t>
            </a:r>
            <a:endParaRPr lang="es-ES" sz="2400" dirty="0"/>
          </a:p>
        </p:txBody>
      </p:sp>
      <p:sp>
        <p:nvSpPr>
          <p:cNvPr id="50194" name="Text Box 18"/>
          <p:cNvSpPr txBox="1">
            <a:spLocks noChangeArrowheads="1"/>
          </p:cNvSpPr>
          <p:nvPr/>
        </p:nvSpPr>
        <p:spPr bwMode="auto">
          <a:xfrm>
            <a:off x="7301695" y="4551512"/>
            <a:ext cx="526106" cy="461665"/>
          </a:xfrm>
          <a:prstGeom prst="rect">
            <a:avLst/>
          </a:prstGeom>
          <a:noFill/>
          <a:ln w="9525">
            <a:noFill/>
            <a:miter lim="800000"/>
            <a:headEnd/>
            <a:tailEnd/>
          </a:ln>
        </p:spPr>
        <p:txBody>
          <a:bodyPr wrap="none">
            <a:spAutoFit/>
          </a:bodyPr>
          <a:lstStyle/>
          <a:p>
            <a:pPr algn="ctr"/>
            <a:r>
              <a:rPr lang="es-MX" sz="2400" dirty="0" err="1"/>
              <a:t>B4</a:t>
            </a:r>
            <a:endParaRPr lang="es-ES" sz="2400" dirty="0"/>
          </a:p>
        </p:txBody>
      </p:sp>
      <p:sp>
        <p:nvSpPr>
          <p:cNvPr id="50195" name="Text Box 19"/>
          <p:cNvSpPr txBox="1">
            <a:spLocks noChangeArrowheads="1"/>
          </p:cNvSpPr>
          <p:nvPr/>
        </p:nvSpPr>
        <p:spPr bwMode="auto">
          <a:xfrm>
            <a:off x="8070274" y="3573017"/>
            <a:ext cx="503664" cy="461665"/>
          </a:xfrm>
          <a:prstGeom prst="rect">
            <a:avLst/>
          </a:prstGeom>
          <a:noFill/>
          <a:ln w="9525">
            <a:noFill/>
            <a:miter lim="800000"/>
            <a:headEnd/>
            <a:tailEnd/>
          </a:ln>
        </p:spPr>
        <p:txBody>
          <a:bodyPr wrap="none">
            <a:spAutoFit/>
          </a:bodyPr>
          <a:lstStyle/>
          <a:p>
            <a:pPr algn="ctr"/>
            <a:r>
              <a:rPr lang="es-MX" sz="2400" dirty="0" err="1"/>
              <a:t>C6</a:t>
            </a:r>
            <a:endParaRPr lang="es-ES" sz="2400" dirty="0"/>
          </a:p>
        </p:txBody>
      </p:sp>
      <p:sp>
        <p:nvSpPr>
          <p:cNvPr id="50196" name="Text Box 20"/>
          <p:cNvSpPr txBox="1">
            <a:spLocks noChangeArrowheads="1"/>
          </p:cNvSpPr>
          <p:nvPr/>
        </p:nvSpPr>
        <p:spPr bwMode="auto">
          <a:xfrm>
            <a:off x="8963466" y="1628776"/>
            <a:ext cx="529312" cy="461665"/>
          </a:xfrm>
          <a:prstGeom prst="rect">
            <a:avLst/>
          </a:prstGeom>
          <a:noFill/>
          <a:ln w="9525">
            <a:noFill/>
            <a:miter lim="800000"/>
            <a:headEnd/>
            <a:tailEnd/>
          </a:ln>
        </p:spPr>
        <p:txBody>
          <a:bodyPr wrap="none">
            <a:spAutoFit/>
          </a:bodyPr>
          <a:lstStyle>
            <a:defPPr>
              <a:defRPr lang="en-US"/>
            </a:defPPr>
            <a:lvl1pPr algn="ctr">
              <a:defRPr sz="2400"/>
            </a:lvl1pPr>
          </a:lstStyle>
          <a:p>
            <a:r>
              <a:rPr lang="es-MX" dirty="0" err="1"/>
              <a:t>D3</a:t>
            </a:r>
            <a:endParaRPr lang="es-ES" dirty="0"/>
          </a:p>
        </p:txBody>
      </p:sp>
      <p:sp>
        <p:nvSpPr>
          <p:cNvPr id="50197" name="Text Box 21"/>
          <p:cNvSpPr txBox="1">
            <a:spLocks noChangeArrowheads="1"/>
          </p:cNvSpPr>
          <p:nvPr/>
        </p:nvSpPr>
        <p:spPr bwMode="auto">
          <a:xfrm>
            <a:off x="8757007" y="2860676"/>
            <a:ext cx="490840" cy="461665"/>
          </a:xfrm>
          <a:prstGeom prst="rect">
            <a:avLst/>
          </a:prstGeom>
          <a:noFill/>
          <a:ln w="9525">
            <a:noFill/>
            <a:miter lim="800000"/>
            <a:headEnd/>
            <a:tailEnd/>
          </a:ln>
        </p:spPr>
        <p:txBody>
          <a:bodyPr wrap="none">
            <a:spAutoFit/>
          </a:bodyPr>
          <a:lstStyle/>
          <a:p>
            <a:pPr algn="ctr"/>
            <a:r>
              <a:rPr lang="es-MX" sz="2400" dirty="0" err="1"/>
              <a:t>E8</a:t>
            </a:r>
            <a:endParaRPr lang="es-ES" sz="2400" dirty="0"/>
          </a:p>
        </p:txBody>
      </p:sp>
      <p:sp>
        <p:nvSpPr>
          <p:cNvPr id="50198" name="Text Box 22"/>
          <p:cNvSpPr txBox="1">
            <a:spLocks noChangeArrowheads="1"/>
          </p:cNvSpPr>
          <p:nvPr/>
        </p:nvSpPr>
        <p:spPr bwMode="auto">
          <a:xfrm>
            <a:off x="10427642" y="2708276"/>
            <a:ext cx="534121" cy="461665"/>
          </a:xfrm>
          <a:prstGeom prst="rect">
            <a:avLst/>
          </a:prstGeom>
          <a:noFill/>
          <a:ln w="9525">
            <a:noFill/>
            <a:miter lim="800000"/>
            <a:headEnd/>
            <a:tailEnd/>
          </a:ln>
        </p:spPr>
        <p:txBody>
          <a:bodyPr wrap="none">
            <a:spAutoFit/>
          </a:bodyPr>
          <a:lstStyle/>
          <a:p>
            <a:pPr algn="ctr"/>
            <a:r>
              <a:rPr lang="es-MX" sz="2400" dirty="0" err="1"/>
              <a:t>G5</a:t>
            </a:r>
            <a:endParaRPr lang="es-ES" sz="2400" dirty="0"/>
          </a:p>
        </p:txBody>
      </p:sp>
      <p:sp>
        <p:nvSpPr>
          <p:cNvPr id="50199" name="Text Box 23"/>
          <p:cNvSpPr txBox="1">
            <a:spLocks noChangeArrowheads="1"/>
          </p:cNvSpPr>
          <p:nvPr/>
        </p:nvSpPr>
        <p:spPr bwMode="auto">
          <a:xfrm>
            <a:off x="10721336" y="3573076"/>
            <a:ext cx="532517" cy="461665"/>
          </a:xfrm>
          <a:prstGeom prst="rect">
            <a:avLst/>
          </a:prstGeom>
          <a:noFill/>
          <a:ln w="9525">
            <a:noFill/>
            <a:miter lim="800000"/>
            <a:headEnd/>
            <a:tailEnd/>
          </a:ln>
        </p:spPr>
        <p:txBody>
          <a:bodyPr wrap="none">
            <a:spAutoFit/>
          </a:bodyPr>
          <a:lstStyle/>
          <a:p>
            <a:pPr algn="ctr"/>
            <a:r>
              <a:rPr lang="es-MX" sz="2400" dirty="0" err="1"/>
              <a:t>H4</a:t>
            </a:r>
            <a:endParaRPr lang="es-ES" sz="2400" dirty="0"/>
          </a:p>
        </p:txBody>
      </p:sp>
      <p:sp>
        <p:nvSpPr>
          <p:cNvPr id="50200" name="Text Box 24"/>
          <p:cNvSpPr txBox="1">
            <a:spLocks noChangeArrowheads="1"/>
          </p:cNvSpPr>
          <p:nvPr/>
        </p:nvSpPr>
        <p:spPr bwMode="auto">
          <a:xfrm>
            <a:off x="8844320" y="4509121"/>
            <a:ext cx="481222" cy="461665"/>
          </a:xfrm>
          <a:prstGeom prst="rect">
            <a:avLst/>
          </a:prstGeom>
          <a:noFill/>
          <a:ln w="9525">
            <a:noFill/>
            <a:miter lim="800000"/>
            <a:headEnd/>
            <a:tailEnd/>
          </a:ln>
        </p:spPr>
        <p:txBody>
          <a:bodyPr wrap="none">
            <a:spAutoFit/>
          </a:bodyPr>
          <a:lstStyle/>
          <a:p>
            <a:pPr algn="ctr"/>
            <a:r>
              <a:rPr lang="es-MX" sz="2400" dirty="0" err="1"/>
              <a:t>F2</a:t>
            </a:r>
            <a:endParaRPr lang="es-ES" sz="2400" dirty="0"/>
          </a:p>
        </p:txBody>
      </p:sp>
      <p:sp>
        <p:nvSpPr>
          <p:cNvPr id="2" name="1 Marcador de pie de página"/>
          <p:cNvSpPr>
            <a:spLocks noGrp="1"/>
          </p:cNvSpPr>
          <p:nvPr>
            <p:ph type="ftr" sz="quarter" idx="11"/>
          </p:nvPr>
        </p:nvSpPr>
        <p:spPr>
          <a:xfrm>
            <a:off x="4038603" y="6356350"/>
            <a:ext cx="4114800" cy="365125"/>
          </a:xfrm>
        </p:spPr>
        <p:txBody>
          <a:bodyPr/>
          <a:lstStyle/>
          <a:p>
            <a:r>
              <a:rPr lang="en-US" dirty="0"/>
              <a:t>Anival Torre</a:t>
            </a:r>
          </a:p>
        </p:txBody>
      </p:sp>
      <p:sp>
        <p:nvSpPr>
          <p:cNvPr id="3" name="2 Marcador de número de diapositiva"/>
          <p:cNvSpPr>
            <a:spLocks noGrp="1"/>
          </p:cNvSpPr>
          <p:nvPr>
            <p:ph type="sldNum" sz="quarter" idx="12"/>
          </p:nvPr>
        </p:nvSpPr>
        <p:spPr/>
        <p:txBody>
          <a:bodyPr/>
          <a:lstStyle/>
          <a:p>
            <a:fld id="{55F7123F-EA94-4AF6-90FD-8402484B591B}" type="slidenum">
              <a:rPr lang="en-US" smtClean="0"/>
              <a:pPr/>
              <a:t>22</a:t>
            </a:fld>
            <a:endParaRPr lang="en-US" dirty="0"/>
          </a:p>
        </p:txBody>
      </p:sp>
      <p:sp>
        <p:nvSpPr>
          <p:cNvPr id="4" name="3 CuadroTexto"/>
          <p:cNvSpPr txBox="1"/>
          <p:nvPr/>
        </p:nvSpPr>
        <p:spPr>
          <a:xfrm>
            <a:off x="10924628" y="1418749"/>
            <a:ext cx="1267372" cy="1477328"/>
          </a:xfrm>
          <a:prstGeom prst="rect">
            <a:avLst/>
          </a:prstGeom>
          <a:noFill/>
        </p:spPr>
        <p:txBody>
          <a:bodyPr wrap="square" rtlCol="0">
            <a:spAutoFit/>
          </a:bodyPr>
          <a:lstStyle/>
          <a:p>
            <a:r>
              <a:rPr lang="es-ES" u="sng" dirty="0">
                <a:solidFill>
                  <a:srgbClr val="FF0000"/>
                </a:solidFill>
              </a:rPr>
              <a:t>RUTAS:</a:t>
            </a:r>
          </a:p>
          <a:p>
            <a:r>
              <a:rPr lang="es-ES" dirty="0" err="1"/>
              <a:t>ADGH</a:t>
            </a:r>
            <a:r>
              <a:rPr lang="es-ES" dirty="0"/>
              <a:t>=17</a:t>
            </a:r>
          </a:p>
          <a:p>
            <a:r>
              <a:rPr lang="es-ES" dirty="0" err="1"/>
              <a:t>AEH</a:t>
            </a:r>
            <a:r>
              <a:rPr lang="es-ES" dirty="0"/>
              <a:t>=17</a:t>
            </a:r>
          </a:p>
          <a:p>
            <a:r>
              <a:rPr lang="es-ES" dirty="0"/>
              <a:t>CH=10</a:t>
            </a:r>
          </a:p>
          <a:p>
            <a:r>
              <a:rPr lang="es-ES" dirty="0" err="1"/>
              <a:t>BFH</a:t>
            </a:r>
            <a:r>
              <a:rPr lang="es-ES" dirty="0"/>
              <a:t>=10</a:t>
            </a:r>
            <a:endParaRPr lang="es-PE" dirty="0"/>
          </a:p>
        </p:txBody>
      </p:sp>
      <p:sp>
        <p:nvSpPr>
          <p:cNvPr id="5" name="4 CuadroTexto"/>
          <p:cNvSpPr txBox="1"/>
          <p:nvPr/>
        </p:nvSpPr>
        <p:spPr>
          <a:xfrm>
            <a:off x="10170894" y="5308703"/>
            <a:ext cx="2232248" cy="923330"/>
          </a:xfrm>
          <a:prstGeom prst="rect">
            <a:avLst/>
          </a:prstGeom>
          <a:noFill/>
        </p:spPr>
        <p:txBody>
          <a:bodyPr wrap="square" rtlCol="0">
            <a:spAutoFit/>
          </a:bodyPr>
          <a:lstStyle/>
          <a:p>
            <a:r>
              <a:rPr lang="es-ES" dirty="0"/>
              <a:t>Rutas críticas: </a:t>
            </a:r>
            <a:r>
              <a:rPr lang="es-ES" dirty="0" err="1"/>
              <a:t>ADGH</a:t>
            </a:r>
            <a:r>
              <a:rPr lang="es-ES" dirty="0"/>
              <a:t>/</a:t>
            </a:r>
            <a:r>
              <a:rPr lang="es-ES" dirty="0" err="1"/>
              <a:t>AEH</a:t>
            </a:r>
            <a:endParaRPr lang="es-ES" dirty="0"/>
          </a:p>
          <a:p>
            <a:r>
              <a:rPr lang="es-ES" dirty="0"/>
              <a:t>Duración: 17 días</a:t>
            </a:r>
            <a:endParaRPr lang="es-PE" dirty="0"/>
          </a:p>
        </p:txBody>
      </p:sp>
      <p:graphicFrame>
        <p:nvGraphicFramePr>
          <p:cNvPr id="6" name="3 Tabla">
            <a:extLst>
              <a:ext uri="{FF2B5EF4-FFF2-40B4-BE49-F238E27FC236}">
                <a16:creationId xmlns:a16="http://schemas.microsoft.com/office/drawing/2014/main" id="{60E69859-2C2B-1657-4945-7D55866B4296}"/>
              </a:ext>
            </a:extLst>
          </p:cNvPr>
          <p:cNvGraphicFramePr>
            <a:graphicFrameLocks noGrp="1"/>
          </p:cNvGraphicFramePr>
          <p:nvPr>
            <p:extLst>
              <p:ext uri="{D42A27DB-BD31-4B8C-83A1-F6EECF244321}">
                <p14:modId xmlns:p14="http://schemas.microsoft.com/office/powerpoint/2010/main" val="4151222991"/>
              </p:ext>
            </p:extLst>
          </p:nvPr>
        </p:nvGraphicFramePr>
        <p:xfrm>
          <a:off x="96253" y="1340769"/>
          <a:ext cx="5937584" cy="5093775"/>
        </p:xfrm>
        <a:graphic>
          <a:graphicData uri="http://schemas.openxmlformats.org/drawingml/2006/table">
            <a:tbl>
              <a:tblPr firstRow="1" bandRow="1">
                <a:tableStyleId>{5C22544A-7EE6-4342-B048-85BDC9FD1C3A}</a:tableStyleId>
              </a:tblPr>
              <a:tblGrid>
                <a:gridCol w="806115">
                  <a:extLst>
                    <a:ext uri="{9D8B030D-6E8A-4147-A177-3AD203B41FA5}">
                      <a16:colId xmlns:a16="http://schemas.microsoft.com/office/drawing/2014/main" val="20000"/>
                    </a:ext>
                  </a:extLst>
                </a:gridCol>
                <a:gridCol w="2689058">
                  <a:extLst>
                    <a:ext uri="{9D8B030D-6E8A-4147-A177-3AD203B41FA5}">
                      <a16:colId xmlns:a16="http://schemas.microsoft.com/office/drawing/2014/main" val="20001"/>
                    </a:ext>
                  </a:extLst>
                </a:gridCol>
                <a:gridCol w="1094874">
                  <a:extLst>
                    <a:ext uri="{9D8B030D-6E8A-4147-A177-3AD203B41FA5}">
                      <a16:colId xmlns:a16="http://schemas.microsoft.com/office/drawing/2014/main" val="20002"/>
                    </a:ext>
                  </a:extLst>
                </a:gridCol>
                <a:gridCol w="1347537">
                  <a:extLst>
                    <a:ext uri="{9D8B030D-6E8A-4147-A177-3AD203B41FA5}">
                      <a16:colId xmlns:a16="http://schemas.microsoft.com/office/drawing/2014/main" val="20003"/>
                    </a:ext>
                  </a:extLst>
                </a:gridCol>
              </a:tblGrid>
              <a:tr h="648990">
                <a:tc>
                  <a:txBody>
                    <a:bodyPr/>
                    <a:lstStyle/>
                    <a:p>
                      <a:r>
                        <a:rPr lang="es-ES" sz="2000" b="1" dirty="0"/>
                        <a:t>Tarea</a:t>
                      </a:r>
                      <a:endParaRPr lang="es-PE" sz="2000" b="1" dirty="0"/>
                    </a:p>
                  </a:txBody>
                  <a:tcPr/>
                </a:tc>
                <a:tc>
                  <a:txBody>
                    <a:bodyPr/>
                    <a:lstStyle/>
                    <a:p>
                      <a:r>
                        <a:rPr lang="es-ES" sz="2000" b="1" dirty="0"/>
                        <a:t>Descripción</a:t>
                      </a:r>
                      <a:endParaRPr lang="es-PE" sz="2000" b="1" dirty="0"/>
                    </a:p>
                  </a:txBody>
                  <a:tcPr/>
                </a:tc>
                <a:tc>
                  <a:txBody>
                    <a:bodyPr/>
                    <a:lstStyle/>
                    <a:p>
                      <a:pPr algn="ctr"/>
                      <a:r>
                        <a:rPr lang="es-ES" sz="2000" b="1" dirty="0"/>
                        <a:t>Predecesor</a:t>
                      </a:r>
                      <a:endParaRPr lang="es-PE" sz="2000" b="1" dirty="0"/>
                    </a:p>
                  </a:txBody>
                  <a:tcPr/>
                </a:tc>
                <a:tc>
                  <a:txBody>
                    <a:bodyPr/>
                    <a:lstStyle/>
                    <a:p>
                      <a:pPr algn="ctr"/>
                      <a:r>
                        <a:rPr lang="es-ES" sz="2000" b="1" dirty="0"/>
                        <a:t>DURACIÓN (días)</a:t>
                      </a:r>
                      <a:endParaRPr lang="es-PE" sz="2000" b="1" dirty="0"/>
                    </a:p>
                  </a:txBody>
                  <a:tcPr/>
                </a:tc>
                <a:extLst>
                  <a:ext uri="{0D108BD9-81ED-4DB2-BD59-A6C34878D82A}">
                    <a16:rowId xmlns:a16="http://schemas.microsoft.com/office/drawing/2014/main" val="10000"/>
                  </a:ext>
                </a:extLst>
              </a:tr>
              <a:tr h="457923">
                <a:tc>
                  <a:txBody>
                    <a:bodyPr/>
                    <a:lstStyle/>
                    <a:p>
                      <a:pPr algn="ctr"/>
                      <a:r>
                        <a:rPr lang="es-ES" sz="2000" b="1" dirty="0"/>
                        <a:t>A</a:t>
                      </a:r>
                      <a:endParaRPr lang="es-PE" sz="2000" b="1" dirty="0"/>
                    </a:p>
                  </a:txBody>
                  <a:tcPr/>
                </a:tc>
                <a:tc>
                  <a:txBody>
                    <a:bodyPr/>
                    <a:lstStyle/>
                    <a:p>
                      <a:r>
                        <a:rPr lang="es-ES" sz="2000" b="1" dirty="0"/>
                        <a:t>Desalojo de pasajeros</a:t>
                      </a:r>
                      <a:endParaRPr lang="es-PE" sz="2000" b="1" dirty="0"/>
                    </a:p>
                  </a:txBody>
                  <a:tcPr/>
                </a:tc>
                <a:tc>
                  <a:txBody>
                    <a:bodyPr/>
                    <a:lstStyle/>
                    <a:p>
                      <a:pPr algn="ctr"/>
                      <a:r>
                        <a:rPr lang="es-ES" sz="2000" b="1" dirty="0"/>
                        <a:t>Ninguno</a:t>
                      </a:r>
                      <a:endParaRPr lang="es-PE" sz="2000" b="1" dirty="0"/>
                    </a:p>
                  </a:txBody>
                  <a:tcPr/>
                </a:tc>
                <a:tc>
                  <a:txBody>
                    <a:bodyPr/>
                    <a:lstStyle/>
                    <a:p>
                      <a:pPr algn="ctr"/>
                      <a:r>
                        <a:rPr lang="es-ES" sz="2000" b="1" dirty="0"/>
                        <a:t>5</a:t>
                      </a:r>
                      <a:endParaRPr lang="es-PE" sz="2000" b="1" dirty="0"/>
                    </a:p>
                  </a:txBody>
                  <a:tcPr/>
                </a:tc>
                <a:extLst>
                  <a:ext uri="{0D108BD9-81ED-4DB2-BD59-A6C34878D82A}">
                    <a16:rowId xmlns:a16="http://schemas.microsoft.com/office/drawing/2014/main" val="10001"/>
                  </a:ext>
                </a:extLst>
              </a:tr>
              <a:tr h="457923">
                <a:tc>
                  <a:txBody>
                    <a:bodyPr/>
                    <a:lstStyle/>
                    <a:p>
                      <a:pPr algn="ctr"/>
                      <a:r>
                        <a:rPr lang="es-ES" sz="2000" b="1" dirty="0"/>
                        <a:t>B</a:t>
                      </a:r>
                      <a:endParaRPr lang="es-PE" sz="2000" b="1" dirty="0"/>
                    </a:p>
                  </a:txBody>
                  <a:tcPr/>
                </a:tc>
                <a:tc>
                  <a:txBody>
                    <a:bodyPr/>
                    <a:lstStyle/>
                    <a:p>
                      <a:r>
                        <a:rPr lang="es-ES" sz="2000" b="1" dirty="0"/>
                        <a:t>Descarga del equipo</a:t>
                      </a:r>
                      <a:endParaRPr lang="es-PE" sz="2000" b="1" dirty="0"/>
                    </a:p>
                  </a:txBody>
                  <a:tcPr/>
                </a:tc>
                <a:tc>
                  <a:txBody>
                    <a:bodyPr/>
                    <a:lstStyle/>
                    <a:p>
                      <a:pPr algn="ctr"/>
                      <a:r>
                        <a:rPr lang="es-ES" sz="2000" b="1" dirty="0"/>
                        <a:t>Ninguno</a:t>
                      </a:r>
                      <a:endParaRPr lang="es-PE" sz="2000" b="1" dirty="0"/>
                    </a:p>
                  </a:txBody>
                  <a:tcPr/>
                </a:tc>
                <a:tc>
                  <a:txBody>
                    <a:bodyPr/>
                    <a:lstStyle/>
                    <a:p>
                      <a:pPr algn="ctr"/>
                      <a:r>
                        <a:rPr lang="es-ES" sz="2000" b="1" dirty="0"/>
                        <a:t>4</a:t>
                      </a:r>
                      <a:endParaRPr lang="es-PE" sz="2000" b="1" dirty="0"/>
                    </a:p>
                  </a:txBody>
                  <a:tcPr/>
                </a:tc>
                <a:extLst>
                  <a:ext uri="{0D108BD9-81ED-4DB2-BD59-A6C34878D82A}">
                    <a16:rowId xmlns:a16="http://schemas.microsoft.com/office/drawing/2014/main" val="10002"/>
                  </a:ext>
                </a:extLst>
              </a:tr>
              <a:tr h="648990">
                <a:tc>
                  <a:txBody>
                    <a:bodyPr/>
                    <a:lstStyle/>
                    <a:p>
                      <a:pPr algn="ctr"/>
                      <a:r>
                        <a:rPr lang="es-ES" sz="2000" b="1" dirty="0"/>
                        <a:t>C</a:t>
                      </a:r>
                      <a:endParaRPr lang="es-PE" sz="2000" b="1" dirty="0"/>
                    </a:p>
                  </a:txBody>
                  <a:tcPr/>
                </a:tc>
                <a:tc>
                  <a:txBody>
                    <a:bodyPr/>
                    <a:lstStyle/>
                    <a:p>
                      <a:r>
                        <a:rPr lang="es-ES" sz="2000" b="1" dirty="0"/>
                        <a:t>Reabastecimiento de combustible</a:t>
                      </a:r>
                      <a:endParaRPr lang="es-PE" sz="2000" b="1" dirty="0"/>
                    </a:p>
                  </a:txBody>
                  <a:tcPr/>
                </a:tc>
                <a:tc>
                  <a:txBody>
                    <a:bodyPr/>
                    <a:lstStyle/>
                    <a:p>
                      <a:pPr algn="ctr"/>
                      <a:r>
                        <a:rPr lang="es-ES" sz="2000" b="1" dirty="0"/>
                        <a:t>Ninguno</a:t>
                      </a:r>
                      <a:endParaRPr lang="es-PE" sz="2000" b="1" dirty="0"/>
                    </a:p>
                  </a:txBody>
                  <a:tcPr/>
                </a:tc>
                <a:tc>
                  <a:txBody>
                    <a:bodyPr/>
                    <a:lstStyle/>
                    <a:p>
                      <a:pPr algn="ctr"/>
                      <a:r>
                        <a:rPr lang="es-ES" sz="2000" b="1" dirty="0"/>
                        <a:t>6</a:t>
                      </a:r>
                      <a:endParaRPr lang="es-PE" sz="2000" b="1" dirty="0"/>
                    </a:p>
                  </a:txBody>
                  <a:tcPr/>
                </a:tc>
                <a:extLst>
                  <a:ext uri="{0D108BD9-81ED-4DB2-BD59-A6C34878D82A}">
                    <a16:rowId xmlns:a16="http://schemas.microsoft.com/office/drawing/2014/main" val="10003"/>
                  </a:ext>
                </a:extLst>
              </a:tr>
              <a:tr h="457923">
                <a:tc>
                  <a:txBody>
                    <a:bodyPr/>
                    <a:lstStyle/>
                    <a:p>
                      <a:pPr algn="ctr"/>
                      <a:r>
                        <a:rPr lang="es-ES" sz="2000" b="1" dirty="0"/>
                        <a:t>D</a:t>
                      </a:r>
                      <a:endParaRPr lang="es-PE" sz="2000" b="1" dirty="0"/>
                    </a:p>
                  </a:txBody>
                  <a:tcPr/>
                </a:tc>
                <a:tc>
                  <a:txBody>
                    <a:bodyPr/>
                    <a:lstStyle/>
                    <a:p>
                      <a:r>
                        <a:rPr lang="es-ES" sz="2000" b="1" dirty="0"/>
                        <a:t>Limpieza del interior</a:t>
                      </a:r>
                      <a:endParaRPr lang="es-PE" sz="2000" b="1" dirty="0"/>
                    </a:p>
                  </a:txBody>
                  <a:tcPr/>
                </a:tc>
                <a:tc>
                  <a:txBody>
                    <a:bodyPr/>
                    <a:lstStyle/>
                    <a:p>
                      <a:pPr algn="ctr"/>
                      <a:r>
                        <a:rPr lang="es-ES" sz="2000" b="1" dirty="0"/>
                        <a:t>A</a:t>
                      </a:r>
                      <a:endParaRPr lang="es-PE" sz="2000" b="1" dirty="0"/>
                    </a:p>
                  </a:txBody>
                  <a:tcPr/>
                </a:tc>
                <a:tc>
                  <a:txBody>
                    <a:bodyPr/>
                    <a:lstStyle/>
                    <a:p>
                      <a:pPr algn="ctr"/>
                      <a:r>
                        <a:rPr lang="es-ES" sz="2000" b="1" dirty="0"/>
                        <a:t>3</a:t>
                      </a:r>
                      <a:endParaRPr lang="es-PE" sz="2000" b="1" dirty="0"/>
                    </a:p>
                  </a:txBody>
                  <a:tcPr/>
                </a:tc>
                <a:extLst>
                  <a:ext uri="{0D108BD9-81ED-4DB2-BD59-A6C34878D82A}">
                    <a16:rowId xmlns:a16="http://schemas.microsoft.com/office/drawing/2014/main" val="10004"/>
                  </a:ext>
                </a:extLst>
              </a:tr>
              <a:tr h="457923">
                <a:tc>
                  <a:txBody>
                    <a:bodyPr/>
                    <a:lstStyle/>
                    <a:p>
                      <a:pPr algn="ctr"/>
                      <a:r>
                        <a:rPr lang="es-ES" sz="2000" b="1" dirty="0"/>
                        <a:t>E</a:t>
                      </a:r>
                      <a:endParaRPr lang="es-PE" sz="2000" b="1" dirty="0"/>
                    </a:p>
                  </a:txBody>
                  <a:tcPr/>
                </a:tc>
                <a:tc>
                  <a:txBody>
                    <a:bodyPr/>
                    <a:lstStyle/>
                    <a:p>
                      <a:r>
                        <a:rPr lang="es-ES" sz="2000" b="1" dirty="0"/>
                        <a:t>Carga de la comida</a:t>
                      </a:r>
                      <a:endParaRPr lang="es-PE" sz="2000" b="1" dirty="0"/>
                    </a:p>
                  </a:txBody>
                  <a:tcPr/>
                </a:tc>
                <a:tc>
                  <a:txBody>
                    <a:bodyPr/>
                    <a:lstStyle/>
                    <a:p>
                      <a:pPr algn="ctr"/>
                      <a:r>
                        <a:rPr lang="es-ES" sz="2000" b="1" dirty="0"/>
                        <a:t>A</a:t>
                      </a:r>
                      <a:endParaRPr lang="es-PE" sz="2000" b="1" dirty="0"/>
                    </a:p>
                  </a:txBody>
                  <a:tcPr/>
                </a:tc>
                <a:tc>
                  <a:txBody>
                    <a:bodyPr/>
                    <a:lstStyle/>
                    <a:p>
                      <a:pPr algn="ctr"/>
                      <a:r>
                        <a:rPr lang="es-ES" sz="2000" b="1" dirty="0"/>
                        <a:t>8</a:t>
                      </a:r>
                      <a:endParaRPr lang="es-PE" sz="2000" b="1" dirty="0"/>
                    </a:p>
                  </a:txBody>
                  <a:tcPr/>
                </a:tc>
                <a:extLst>
                  <a:ext uri="{0D108BD9-81ED-4DB2-BD59-A6C34878D82A}">
                    <a16:rowId xmlns:a16="http://schemas.microsoft.com/office/drawing/2014/main" val="10005"/>
                  </a:ext>
                </a:extLst>
              </a:tr>
              <a:tr h="457923">
                <a:tc>
                  <a:txBody>
                    <a:bodyPr/>
                    <a:lstStyle/>
                    <a:p>
                      <a:pPr algn="ctr"/>
                      <a:r>
                        <a:rPr lang="es-ES" sz="2000" b="1" dirty="0"/>
                        <a:t>F</a:t>
                      </a:r>
                      <a:endParaRPr lang="es-PE" sz="2000" b="1" dirty="0"/>
                    </a:p>
                  </a:txBody>
                  <a:tcPr/>
                </a:tc>
                <a:tc>
                  <a:txBody>
                    <a:bodyPr/>
                    <a:lstStyle/>
                    <a:p>
                      <a:r>
                        <a:rPr lang="es-ES" sz="2000" b="1" dirty="0"/>
                        <a:t>Carga del equipaje</a:t>
                      </a:r>
                      <a:endParaRPr lang="es-PE" sz="2000" b="1" dirty="0"/>
                    </a:p>
                  </a:txBody>
                  <a:tcPr/>
                </a:tc>
                <a:tc>
                  <a:txBody>
                    <a:bodyPr/>
                    <a:lstStyle/>
                    <a:p>
                      <a:pPr algn="ctr"/>
                      <a:r>
                        <a:rPr lang="es-ES" sz="2000" b="1" dirty="0"/>
                        <a:t>B</a:t>
                      </a:r>
                      <a:endParaRPr lang="es-PE" sz="2000" b="1" dirty="0"/>
                    </a:p>
                  </a:txBody>
                  <a:tcPr/>
                </a:tc>
                <a:tc>
                  <a:txBody>
                    <a:bodyPr/>
                    <a:lstStyle/>
                    <a:p>
                      <a:pPr algn="ctr"/>
                      <a:r>
                        <a:rPr lang="es-ES" sz="2000" b="1" dirty="0"/>
                        <a:t>2</a:t>
                      </a:r>
                      <a:endParaRPr lang="es-PE" sz="2000" b="1" dirty="0"/>
                    </a:p>
                  </a:txBody>
                  <a:tcPr/>
                </a:tc>
                <a:extLst>
                  <a:ext uri="{0D108BD9-81ED-4DB2-BD59-A6C34878D82A}">
                    <a16:rowId xmlns:a16="http://schemas.microsoft.com/office/drawing/2014/main" val="10006"/>
                  </a:ext>
                </a:extLst>
              </a:tr>
              <a:tr h="648990">
                <a:tc>
                  <a:txBody>
                    <a:bodyPr/>
                    <a:lstStyle/>
                    <a:p>
                      <a:pPr algn="ctr"/>
                      <a:r>
                        <a:rPr lang="es-ES" sz="2000" b="1" dirty="0"/>
                        <a:t>G</a:t>
                      </a:r>
                      <a:endParaRPr lang="es-PE" sz="2000" b="1" dirty="0"/>
                    </a:p>
                  </a:txBody>
                  <a:tcPr/>
                </a:tc>
                <a:tc>
                  <a:txBody>
                    <a:bodyPr/>
                    <a:lstStyle/>
                    <a:p>
                      <a:r>
                        <a:rPr lang="es-ES" sz="2000" b="1" dirty="0"/>
                        <a:t>Abordaje de los pasajeros</a:t>
                      </a:r>
                      <a:endParaRPr lang="es-PE" sz="2000" b="1" dirty="0"/>
                    </a:p>
                  </a:txBody>
                  <a:tcPr/>
                </a:tc>
                <a:tc>
                  <a:txBody>
                    <a:bodyPr/>
                    <a:lstStyle/>
                    <a:p>
                      <a:pPr algn="ctr"/>
                      <a:r>
                        <a:rPr lang="es-ES" sz="2000" b="1" dirty="0"/>
                        <a:t>D</a:t>
                      </a:r>
                      <a:endParaRPr lang="es-PE" sz="2000" b="1" dirty="0"/>
                    </a:p>
                  </a:txBody>
                  <a:tcPr/>
                </a:tc>
                <a:tc>
                  <a:txBody>
                    <a:bodyPr/>
                    <a:lstStyle/>
                    <a:p>
                      <a:pPr algn="ctr"/>
                      <a:r>
                        <a:rPr lang="es-ES" sz="2000" b="1" dirty="0"/>
                        <a:t>5</a:t>
                      </a:r>
                      <a:endParaRPr lang="es-PE" sz="2000" b="1" dirty="0"/>
                    </a:p>
                  </a:txBody>
                  <a:tcPr/>
                </a:tc>
                <a:extLst>
                  <a:ext uri="{0D108BD9-81ED-4DB2-BD59-A6C34878D82A}">
                    <a16:rowId xmlns:a16="http://schemas.microsoft.com/office/drawing/2014/main" val="10007"/>
                  </a:ext>
                </a:extLst>
              </a:tr>
              <a:tr h="648990">
                <a:tc>
                  <a:txBody>
                    <a:bodyPr/>
                    <a:lstStyle/>
                    <a:p>
                      <a:pPr algn="ctr"/>
                      <a:r>
                        <a:rPr lang="es-ES" sz="2000" b="1" dirty="0"/>
                        <a:t>H</a:t>
                      </a:r>
                      <a:endParaRPr lang="es-PE" sz="2000" b="1" dirty="0"/>
                    </a:p>
                  </a:txBody>
                  <a:tcPr/>
                </a:tc>
                <a:tc>
                  <a:txBody>
                    <a:bodyPr/>
                    <a:lstStyle/>
                    <a:p>
                      <a:r>
                        <a:rPr lang="es-ES" sz="2000" b="1" dirty="0"/>
                        <a:t>Revisión de la seguridad</a:t>
                      </a:r>
                      <a:endParaRPr lang="es-PE" sz="2000" b="1" dirty="0"/>
                    </a:p>
                  </a:txBody>
                  <a:tcPr/>
                </a:tc>
                <a:tc>
                  <a:txBody>
                    <a:bodyPr/>
                    <a:lstStyle/>
                    <a:p>
                      <a:pPr algn="ctr"/>
                      <a:r>
                        <a:rPr lang="es-ES" sz="2000" b="1" dirty="0" err="1"/>
                        <a:t>C,E,F,G</a:t>
                      </a:r>
                      <a:endParaRPr lang="es-PE" sz="2000" b="1" dirty="0"/>
                    </a:p>
                  </a:txBody>
                  <a:tcPr/>
                </a:tc>
                <a:tc>
                  <a:txBody>
                    <a:bodyPr/>
                    <a:lstStyle/>
                    <a:p>
                      <a:pPr algn="ctr"/>
                      <a:r>
                        <a:rPr lang="es-ES" sz="2000" b="1" dirty="0"/>
                        <a:t>4</a:t>
                      </a:r>
                      <a:endParaRPr lang="es-PE" sz="2000" b="1" dirty="0"/>
                    </a:p>
                  </a:txBody>
                  <a:tcPr/>
                </a:tc>
                <a:extLst>
                  <a:ext uri="{0D108BD9-81ED-4DB2-BD59-A6C34878D82A}">
                    <a16:rowId xmlns:a16="http://schemas.microsoft.com/office/drawing/2014/main" val="10008"/>
                  </a:ext>
                </a:extLst>
              </a:tr>
            </a:tbl>
          </a:graphicData>
        </a:graphic>
      </p:graphicFrame>
      <p:sp>
        <p:nvSpPr>
          <p:cNvPr id="7" name="Rectangle 2">
            <a:extLst>
              <a:ext uri="{FF2B5EF4-FFF2-40B4-BE49-F238E27FC236}">
                <a16:creationId xmlns:a16="http://schemas.microsoft.com/office/drawing/2014/main" id="{5ACA3A11-9A89-022E-565F-A2EFD5554698}"/>
              </a:ext>
            </a:extLst>
          </p:cNvPr>
          <p:cNvSpPr txBox="1">
            <a:spLocks noChangeArrowheads="1"/>
          </p:cNvSpPr>
          <p:nvPr/>
        </p:nvSpPr>
        <p:spPr bwMode="auto">
          <a:xfrm>
            <a:off x="6096000" y="205622"/>
            <a:ext cx="6027095" cy="42862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87313" indent="-87313" algn="ctr" fontAlgn="base">
              <a:spcBef>
                <a:spcPct val="0"/>
              </a:spcBef>
              <a:spcAft>
                <a:spcPct val="0"/>
              </a:spcAft>
              <a:defRPr/>
            </a:pPr>
            <a:r>
              <a:rPr lang="es-PE" sz="2800" i="1" kern="0" dirty="0">
                <a:solidFill>
                  <a:schemeClr val="bg1"/>
                </a:solidFill>
                <a:latin typeface="Arial Narrow" pitchFamily="34" charset="0"/>
                <a:ea typeface="+mj-ea"/>
                <a:cs typeface="+mj-cs"/>
              </a:rPr>
              <a:t>Hallar la Ruta crítica y duración del proyecto</a:t>
            </a:r>
          </a:p>
          <a:p>
            <a:pPr marL="87313" indent="-87313" algn="ctr" fontAlgn="base">
              <a:spcBef>
                <a:spcPct val="0"/>
              </a:spcBef>
              <a:spcAft>
                <a:spcPct val="0"/>
              </a:spcAft>
              <a:defRPr/>
            </a:pPr>
            <a:endParaRPr lang="es-PE" sz="2800" b="1" i="1" kern="0" dirty="0">
              <a:solidFill>
                <a:schemeClr val="bg1"/>
              </a:solidFill>
              <a:latin typeface="Arial Narrow" pitchFamily="34" charset="0"/>
              <a:ea typeface="+mj-ea"/>
              <a:cs typeface="+mj-cs"/>
            </a:endParaRPr>
          </a:p>
        </p:txBody>
      </p:sp>
    </p:spTree>
    <p:extLst>
      <p:ext uri="{BB962C8B-B14F-4D97-AF65-F5344CB8AC3E}">
        <p14:creationId xmlns:p14="http://schemas.microsoft.com/office/powerpoint/2010/main" val="293812574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17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018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018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018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018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18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18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18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18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18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18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19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19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19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9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9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9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9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9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9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9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20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5"/>
                                        </p:tgtEl>
                                        <p:attrNameLst>
                                          <p:attrName>style.visibility</p:attrName>
                                        </p:attrNameLst>
                                      </p:cBhvr>
                                      <p:to>
                                        <p:strVal val="visible"/>
                                      </p:to>
                                    </p:set>
                                  </p:childTnLst>
                                </p:cTn>
                              </p:par>
                              <p:par>
                                <p:cTn id="57" presetID="51" presetClass="entr" presetSubtype="0" fill="hold" grpId="0" nodeType="withEffect">
                                  <p:stCondLst>
                                    <p:cond delay="0"/>
                                  </p:stCondLst>
                                  <p:childTnLst>
                                    <p:set>
                                      <p:cBhvr>
                                        <p:cTn id="58" dur="1" fill="hold">
                                          <p:stCondLst>
                                            <p:cond delay="0"/>
                                          </p:stCondLst>
                                        </p:cTn>
                                        <p:tgtEl>
                                          <p:spTgt spid="7"/>
                                        </p:tgtEl>
                                        <p:attrNameLst>
                                          <p:attrName>style.visibility</p:attrName>
                                        </p:attrNameLst>
                                      </p:cBhvr>
                                      <p:to>
                                        <p:strVal val="visible"/>
                                      </p:to>
                                    </p:set>
                                    <p:animEffect transition="in" filter="fade">
                                      <p:cBhvr>
                                        <p:cTn id="59" dur="768" decel="100000"/>
                                        <p:tgtEl>
                                          <p:spTgt spid="7"/>
                                        </p:tgtEl>
                                      </p:cBhvr>
                                    </p:animEffect>
                                    <p:animScale>
                                      <p:cBhvr>
                                        <p:cTn id="60" dur="768" decel="100000"/>
                                        <p:tgtEl>
                                          <p:spTgt spid="7"/>
                                        </p:tgtEl>
                                      </p:cBhvr>
                                      <p:from x="10000" y="10000"/>
                                      <p:to x="200000" y="450000"/>
                                    </p:animScale>
                                    <p:animScale>
                                      <p:cBhvr>
                                        <p:cTn id="61" dur="1230" accel="100000" fill="hold">
                                          <p:stCondLst>
                                            <p:cond delay="768"/>
                                          </p:stCondLst>
                                        </p:cTn>
                                        <p:tgtEl>
                                          <p:spTgt spid="7"/>
                                        </p:tgtEl>
                                      </p:cBhvr>
                                      <p:from x="200000" y="450000"/>
                                      <p:to x="100000" y="100000"/>
                                    </p:animScale>
                                    <p:set>
                                      <p:cBhvr>
                                        <p:cTn id="62" dur="768" fill="hold"/>
                                        <p:tgtEl>
                                          <p:spTgt spid="7"/>
                                        </p:tgtEl>
                                        <p:attrNameLst>
                                          <p:attrName>ppt_x</p:attrName>
                                        </p:attrNameLst>
                                      </p:cBhvr>
                                      <p:to>
                                        <p:strVal val="(0.5)"/>
                                      </p:to>
                                    </p:set>
                                    <p:anim from="(0.5)" to="(#ppt_x)" calcmode="lin" valueType="num">
                                      <p:cBhvr>
                                        <p:cTn id="63" dur="1230" accel="100000" fill="hold">
                                          <p:stCondLst>
                                            <p:cond delay="768"/>
                                          </p:stCondLst>
                                        </p:cTn>
                                        <p:tgtEl>
                                          <p:spTgt spid="7"/>
                                        </p:tgtEl>
                                        <p:attrNameLst>
                                          <p:attrName>ppt_x</p:attrName>
                                        </p:attrNameLst>
                                      </p:cBhvr>
                                    </p:anim>
                                    <p:set>
                                      <p:cBhvr>
                                        <p:cTn id="64" dur="768" fill="hold"/>
                                        <p:tgtEl>
                                          <p:spTgt spid="7"/>
                                        </p:tgtEl>
                                        <p:attrNameLst>
                                          <p:attrName>ppt_y</p:attrName>
                                        </p:attrNameLst>
                                      </p:cBhvr>
                                      <p:to>
                                        <p:strVal val="(#ppt_y+0.4)"/>
                                      </p:to>
                                    </p:set>
                                    <p:anim from="(#ppt_y+0.4)" to="(#ppt_y)" calcmode="lin" valueType="num">
                                      <p:cBhvr>
                                        <p:cTn id="65" dur="1230" accel="100000" fill="hold">
                                          <p:stCondLst>
                                            <p:cond delay="768"/>
                                          </p:stCondLst>
                                        </p:cTn>
                                        <p:tgtEl>
                                          <p:spTgt spid="7"/>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animBg="1"/>
      <p:bldP spid="50180" grpId="0" animBg="1"/>
      <p:bldP spid="50181" grpId="0" animBg="1"/>
      <p:bldP spid="50182" grpId="0" animBg="1"/>
      <p:bldP spid="50183" grpId="0" animBg="1"/>
      <p:bldP spid="50184" grpId="0" animBg="1"/>
      <p:bldP spid="50185" grpId="0" animBg="1"/>
      <p:bldP spid="50186" grpId="0" animBg="1"/>
      <p:bldP spid="50187" grpId="0" animBg="1"/>
      <p:bldP spid="50188" grpId="0" animBg="1"/>
      <p:bldP spid="50189" grpId="0" animBg="1"/>
      <p:bldP spid="50190" grpId="0" animBg="1"/>
      <p:bldP spid="50191" grpId="0" animBg="1"/>
      <p:bldP spid="50192" grpId="0" animBg="1"/>
      <p:bldP spid="50193" grpId="0"/>
      <p:bldP spid="50194" grpId="0"/>
      <p:bldP spid="50195" grpId="0"/>
      <p:bldP spid="50196" grpId="0"/>
      <p:bldP spid="50197" grpId="0"/>
      <p:bldP spid="50198" grpId="0"/>
      <p:bldP spid="50199" grpId="0"/>
      <p:bldP spid="50200" grpId="0"/>
      <p:bldP spid="4" grpId="0"/>
      <p:bldP spid="5" grpId="0"/>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Oval 3"/>
          <p:cNvSpPr>
            <a:spLocks noChangeArrowheads="1"/>
          </p:cNvSpPr>
          <p:nvPr/>
        </p:nvSpPr>
        <p:spPr bwMode="auto">
          <a:xfrm>
            <a:off x="3238456" y="4359924"/>
            <a:ext cx="652521" cy="762791"/>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r>
              <a:rPr lang="es-MX" sz="2400" dirty="0"/>
              <a:t>0</a:t>
            </a:r>
            <a:endParaRPr lang="es-ES" sz="2400" dirty="0"/>
          </a:p>
        </p:txBody>
      </p:sp>
      <p:sp>
        <p:nvSpPr>
          <p:cNvPr id="51203" name="Oval 4"/>
          <p:cNvSpPr>
            <a:spLocks noChangeArrowheads="1"/>
          </p:cNvSpPr>
          <p:nvPr/>
        </p:nvSpPr>
        <p:spPr bwMode="auto">
          <a:xfrm>
            <a:off x="8900770" y="4427940"/>
            <a:ext cx="723474" cy="706376"/>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r>
              <a:rPr lang="es-MX" sz="2400" dirty="0"/>
              <a:t>6</a:t>
            </a:r>
            <a:endParaRPr lang="es-ES" sz="2400" dirty="0"/>
          </a:p>
        </p:txBody>
      </p:sp>
      <p:sp>
        <p:nvSpPr>
          <p:cNvPr id="51204" name="Oval 5"/>
          <p:cNvSpPr>
            <a:spLocks noChangeArrowheads="1"/>
          </p:cNvSpPr>
          <p:nvPr/>
        </p:nvSpPr>
        <p:spPr bwMode="auto">
          <a:xfrm>
            <a:off x="5100768" y="4329864"/>
            <a:ext cx="673263" cy="748038"/>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r>
              <a:rPr lang="es-MX" sz="2400" dirty="0"/>
              <a:t>2</a:t>
            </a:r>
            <a:endParaRPr lang="es-ES" sz="2400" dirty="0"/>
          </a:p>
        </p:txBody>
      </p:sp>
      <p:sp>
        <p:nvSpPr>
          <p:cNvPr id="51205" name="Oval 6"/>
          <p:cNvSpPr>
            <a:spLocks noChangeArrowheads="1"/>
          </p:cNvSpPr>
          <p:nvPr/>
        </p:nvSpPr>
        <p:spPr bwMode="auto">
          <a:xfrm>
            <a:off x="4107000" y="5907953"/>
            <a:ext cx="674214" cy="723415"/>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r>
              <a:rPr lang="es-MX" sz="2400" dirty="0"/>
              <a:t>3</a:t>
            </a:r>
            <a:endParaRPr lang="es-ES" sz="2400" dirty="0"/>
          </a:p>
        </p:txBody>
      </p:sp>
      <p:sp>
        <p:nvSpPr>
          <p:cNvPr id="51206" name="Oval 7"/>
          <p:cNvSpPr>
            <a:spLocks noChangeArrowheads="1"/>
          </p:cNvSpPr>
          <p:nvPr/>
        </p:nvSpPr>
        <p:spPr bwMode="auto">
          <a:xfrm>
            <a:off x="4107001" y="2801585"/>
            <a:ext cx="674213" cy="682416"/>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r>
              <a:rPr lang="es-MX" sz="2400" dirty="0"/>
              <a:t>1</a:t>
            </a:r>
            <a:endParaRPr lang="es-ES" sz="2400" dirty="0"/>
          </a:p>
        </p:txBody>
      </p:sp>
      <p:sp>
        <p:nvSpPr>
          <p:cNvPr id="51208" name="Oval 9"/>
          <p:cNvSpPr>
            <a:spLocks noChangeArrowheads="1"/>
          </p:cNvSpPr>
          <p:nvPr/>
        </p:nvSpPr>
        <p:spPr bwMode="auto">
          <a:xfrm>
            <a:off x="7689210" y="4371526"/>
            <a:ext cx="678160" cy="706376"/>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r>
              <a:rPr lang="es-MX" sz="2400" dirty="0"/>
              <a:t>6</a:t>
            </a:r>
            <a:endParaRPr lang="es-ES" sz="2400" dirty="0"/>
          </a:p>
        </p:txBody>
      </p:sp>
      <p:sp>
        <p:nvSpPr>
          <p:cNvPr id="51209" name="Oval 10"/>
          <p:cNvSpPr>
            <a:spLocks noChangeArrowheads="1"/>
          </p:cNvSpPr>
          <p:nvPr/>
        </p:nvSpPr>
        <p:spPr bwMode="auto">
          <a:xfrm>
            <a:off x="6414375" y="4346013"/>
            <a:ext cx="685800" cy="716164"/>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r>
              <a:rPr lang="es-MX" sz="2400" dirty="0"/>
              <a:t>4</a:t>
            </a:r>
            <a:endParaRPr lang="es-ES" sz="2400" dirty="0"/>
          </a:p>
        </p:txBody>
      </p:sp>
      <p:sp>
        <p:nvSpPr>
          <p:cNvPr id="51210" name="Line 11"/>
          <p:cNvSpPr>
            <a:spLocks noChangeShapeType="1"/>
          </p:cNvSpPr>
          <p:nvPr/>
        </p:nvSpPr>
        <p:spPr bwMode="auto">
          <a:xfrm>
            <a:off x="3629569" y="5062177"/>
            <a:ext cx="503773" cy="916550"/>
          </a:xfrm>
          <a:prstGeom prst="line">
            <a:avLst/>
          </a:prstGeom>
          <a:noFill/>
          <a:ln w="38100">
            <a:solidFill>
              <a:schemeClr val="tx1"/>
            </a:solidFill>
            <a:round/>
            <a:headEnd/>
            <a:tailEnd type="triangle" w="med" len="med"/>
          </a:ln>
        </p:spPr>
        <p:txBody>
          <a:bodyPr/>
          <a:lstStyle/>
          <a:p>
            <a:endParaRPr lang="es-ES" dirty="0"/>
          </a:p>
        </p:txBody>
      </p:sp>
      <p:sp>
        <p:nvSpPr>
          <p:cNvPr id="51211" name="Line 12"/>
          <p:cNvSpPr>
            <a:spLocks noChangeShapeType="1"/>
          </p:cNvSpPr>
          <p:nvPr/>
        </p:nvSpPr>
        <p:spPr bwMode="auto">
          <a:xfrm flipV="1">
            <a:off x="3629569" y="3385097"/>
            <a:ext cx="621447" cy="1015858"/>
          </a:xfrm>
          <a:prstGeom prst="line">
            <a:avLst/>
          </a:prstGeom>
          <a:noFill/>
          <a:ln w="38100">
            <a:solidFill>
              <a:schemeClr val="tx1"/>
            </a:solidFill>
            <a:round/>
            <a:headEnd/>
            <a:tailEnd type="triangle" w="med" len="med"/>
          </a:ln>
        </p:spPr>
        <p:txBody>
          <a:bodyPr/>
          <a:lstStyle/>
          <a:p>
            <a:endParaRPr lang="es-ES" dirty="0"/>
          </a:p>
        </p:txBody>
      </p:sp>
      <p:sp>
        <p:nvSpPr>
          <p:cNvPr id="51212" name="Line 13"/>
          <p:cNvSpPr>
            <a:spLocks noChangeShapeType="1"/>
          </p:cNvSpPr>
          <p:nvPr/>
        </p:nvSpPr>
        <p:spPr bwMode="auto">
          <a:xfrm>
            <a:off x="4735550" y="3385097"/>
            <a:ext cx="523578" cy="1015858"/>
          </a:xfrm>
          <a:prstGeom prst="line">
            <a:avLst/>
          </a:prstGeom>
          <a:noFill/>
          <a:ln w="38100">
            <a:solidFill>
              <a:schemeClr val="tx1"/>
            </a:solidFill>
            <a:round/>
            <a:headEnd/>
            <a:tailEnd type="triangle" w="med" len="med"/>
          </a:ln>
        </p:spPr>
        <p:txBody>
          <a:bodyPr/>
          <a:lstStyle/>
          <a:p>
            <a:endParaRPr lang="es-ES" dirty="0"/>
          </a:p>
        </p:txBody>
      </p:sp>
      <p:sp>
        <p:nvSpPr>
          <p:cNvPr id="51213" name="Line 14"/>
          <p:cNvSpPr>
            <a:spLocks noChangeShapeType="1"/>
          </p:cNvSpPr>
          <p:nvPr/>
        </p:nvSpPr>
        <p:spPr bwMode="auto">
          <a:xfrm flipV="1">
            <a:off x="4735550" y="5023789"/>
            <a:ext cx="523578" cy="966620"/>
          </a:xfrm>
          <a:prstGeom prst="line">
            <a:avLst/>
          </a:prstGeom>
          <a:noFill/>
          <a:ln w="38100">
            <a:solidFill>
              <a:schemeClr val="tx1"/>
            </a:solidFill>
            <a:round/>
            <a:headEnd/>
            <a:tailEnd type="triangle" w="med" len="med"/>
          </a:ln>
        </p:spPr>
        <p:txBody>
          <a:bodyPr/>
          <a:lstStyle/>
          <a:p>
            <a:endParaRPr lang="es-ES" dirty="0"/>
          </a:p>
        </p:txBody>
      </p:sp>
      <p:sp>
        <p:nvSpPr>
          <p:cNvPr id="51219" name="Line 20"/>
          <p:cNvSpPr>
            <a:spLocks noChangeShapeType="1"/>
          </p:cNvSpPr>
          <p:nvPr/>
        </p:nvSpPr>
        <p:spPr bwMode="auto">
          <a:xfrm>
            <a:off x="8367370" y="4717600"/>
            <a:ext cx="533400" cy="0"/>
          </a:xfrm>
          <a:prstGeom prst="line">
            <a:avLst/>
          </a:prstGeom>
          <a:noFill/>
          <a:ln w="38100">
            <a:solidFill>
              <a:schemeClr val="tx1"/>
            </a:solidFill>
            <a:round/>
            <a:headEnd/>
            <a:tailEnd type="triangle" w="med" len="med"/>
          </a:ln>
        </p:spPr>
        <p:txBody>
          <a:bodyPr/>
          <a:lstStyle/>
          <a:p>
            <a:endParaRPr lang="es-ES" dirty="0"/>
          </a:p>
        </p:txBody>
      </p:sp>
      <p:sp>
        <p:nvSpPr>
          <p:cNvPr id="51220" name="Text Box 21"/>
          <p:cNvSpPr txBox="1">
            <a:spLocks noChangeArrowheads="1"/>
          </p:cNvSpPr>
          <p:nvPr/>
        </p:nvSpPr>
        <p:spPr bwMode="auto">
          <a:xfrm>
            <a:off x="3370524" y="3484002"/>
            <a:ext cx="518091" cy="461665"/>
          </a:xfrm>
          <a:prstGeom prst="rect">
            <a:avLst/>
          </a:prstGeom>
          <a:noFill/>
          <a:ln w="9525">
            <a:noFill/>
            <a:miter lim="800000"/>
            <a:headEnd/>
            <a:tailEnd/>
          </a:ln>
        </p:spPr>
        <p:txBody>
          <a:bodyPr wrap="none">
            <a:spAutoFit/>
          </a:bodyPr>
          <a:lstStyle/>
          <a:p>
            <a:pPr algn="ctr"/>
            <a:r>
              <a:rPr lang="es-MX" sz="2400" dirty="0" err="1"/>
              <a:t>A3</a:t>
            </a:r>
            <a:endParaRPr lang="es-ES" sz="2400" dirty="0"/>
          </a:p>
        </p:txBody>
      </p:sp>
      <p:sp>
        <p:nvSpPr>
          <p:cNvPr id="51221" name="Text Box 22"/>
          <p:cNvSpPr txBox="1">
            <a:spLocks noChangeArrowheads="1"/>
          </p:cNvSpPr>
          <p:nvPr/>
        </p:nvSpPr>
        <p:spPr bwMode="auto">
          <a:xfrm>
            <a:off x="5050009" y="3426964"/>
            <a:ext cx="506870" cy="461665"/>
          </a:xfrm>
          <a:prstGeom prst="rect">
            <a:avLst/>
          </a:prstGeom>
          <a:noFill/>
          <a:ln w="9525">
            <a:noFill/>
            <a:miter lim="800000"/>
            <a:headEnd/>
            <a:tailEnd/>
          </a:ln>
        </p:spPr>
        <p:txBody>
          <a:bodyPr wrap="none">
            <a:spAutoFit/>
          </a:bodyPr>
          <a:lstStyle/>
          <a:p>
            <a:pPr algn="ctr"/>
            <a:r>
              <a:rPr lang="es-MX" sz="2400" dirty="0" err="1"/>
              <a:t>B4</a:t>
            </a:r>
            <a:endParaRPr lang="es-ES" sz="2400" dirty="0"/>
          </a:p>
        </p:txBody>
      </p:sp>
      <p:sp>
        <p:nvSpPr>
          <p:cNvPr id="51223" name="Text Box 24"/>
          <p:cNvSpPr txBox="1">
            <a:spLocks noChangeArrowheads="1"/>
          </p:cNvSpPr>
          <p:nvPr/>
        </p:nvSpPr>
        <p:spPr bwMode="auto">
          <a:xfrm>
            <a:off x="3264771" y="5517063"/>
            <a:ext cx="503663" cy="461665"/>
          </a:xfrm>
          <a:prstGeom prst="rect">
            <a:avLst/>
          </a:prstGeom>
          <a:noFill/>
          <a:ln w="9525">
            <a:noFill/>
            <a:miter lim="800000"/>
            <a:headEnd/>
            <a:tailEnd/>
          </a:ln>
        </p:spPr>
        <p:txBody>
          <a:bodyPr wrap="none">
            <a:spAutoFit/>
          </a:bodyPr>
          <a:lstStyle/>
          <a:p>
            <a:pPr algn="ctr"/>
            <a:r>
              <a:rPr lang="es-MX" sz="2400" dirty="0" err="1"/>
              <a:t>C3</a:t>
            </a:r>
            <a:endParaRPr lang="es-ES" sz="2400" dirty="0"/>
          </a:p>
        </p:txBody>
      </p:sp>
      <p:sp>
        <p:nvSpPr>
          <p:cNvPr id="51224" name="Text Box 25"/>
          <p:cNvSpPr txBox="1">
            <a:spLocks noChangeArrowheads="1"/>
          </p:cNvSpPr>
          <p:nvPr/>
        </p:nvSpPr>
        <p:spPr bwMode="auto">
          <a:xfrm>
            <a:off x="5029450" y="5528745"/>
            <a:ext cx="529311" cy="461665"/>
          </a:xfrm>
          <a:prstGeom prst="rect">
            <a:avLst/>
          </a:prstGeom>
          <a:noFill/>
          <a:ln w="9525">
            <a:noFill/>
            <a:miter lim="800000"/>
            <a:headEnd/>
            <a:tailEnd/>
          </a:ln>
        </p:spPr>
        <p:txBody>
          <a:bodyPr wrap="none">
            <a:spAutoFit/>
          </a:bodyPr>
          <a:lstStyle/>
          <a:p>
            <a:pPr algn="ctr"/>
            <a:r>
              <a:rPr lang="es-MX" sz="2400" dirty="0" err="1"/>
              <a:t>D4</a:t>
            </a:r>
            <a:endParaRPr lang="es-ES" sz="2400" dirty="0"/>
          </a:p>
        </p:txBody>
      </p:sp>
      <p:sp>
        <p:nvSpPr>
          <p:cNvPr id="51225" name="Text Box 26"/>
          <p:cNvSpPr txBox="1">
            <a:spLocks noChangeArrowheads="1"/>
          </p:cNvSpPr>
          <p:nvPr/>
        </p:nvSpPr>
        <p:spPr bwMode="auto">
          <a:xfrm>
            <a:off x="5799809" y="4130906"/>
            <a:ext cx="490839" cy="461665"/>
          </a:xfrm>
          <a:prstGeom prst="rect">
            <a:avLst/>
          </a:prstGeom>
          <a:noFill/>
          <a:ln w="9525">
            <a:noFill/>
            <a:miter lim="800000"/>
            <a:headEnd/>
            <a:tailEnd/>
          </a:ln>
        </p:spPr>
        <p:txBody>
          <a:bodyPr wrap="none">
            <a:spAutoFit/>
          </a:bodyPr>
          <a:lstStyle/>
          <a:p>
            <a:pPr algn="ctr"/>
            <a:r>
              <a:rPr lang="es-MX" sz="2400" dirty="0" err="1"/>
              <a:t>E7</a:t>
            </a:r>
            <a:endParaRPr lang="es-ES" sz="2400" dirty="0"/>
          </a:p>
        </p:txBody>
      </p:sp>
      <p:sp>
        <p:nvSpPr>
          <p:cNvPr id="51228" name="Text Box 29"/>
          <p:cNvSpPr txBox="1">
            <a:spLocks noChangeArrowheads="1"/>
          </p:cNvSpPr>
          <p:nvPr/>
        </p:nvSpPr>
        <p:spPr bwMode="auto">
          <a:xfrm>
            <a:off x="7165358" y="4140693"/>
            <a:ext cx="481221" cy="461665"/>
          </a:xfrm>
          <a:prstGeom prst="rect">
            <a:avLst/>
          </a:prstGeom>
          <a:noFill/>
          <a:ln w="9525">
            <a:noFill/>
            <a:miter lim="800000"/>
            <a:headEnd/>
            <a:tailEnd/>
          </a:ln>
        </p:spPr>
        <p:txBody>
          <a:bodyPr wrap="none">
            <a:spAutoFit/>
          </a:bodyPr>
          <a:lstStyle/>
          <a:p>
            <a:pPr algn="ctr"/>
            <a:r>
              <a:rPr lang="es-MX" sz="2400" dirty="0" err="1"/>
              <a:t>F3</a:t>
            </a:r>
            <a:endParaRPr lang="es-ES" sz="2400" dirty="0"/>
          </a:p>
        </p:txBody>
      </p:sp>
      <p:sp>
        <p:nvSpPr>
          <p:cNvPr id="51229" name="Text Box 30"/>
          <p:cNvSpPr txBox="1">
            <a:spLocks noChangeArrowheads="1"/>
          </p:cNvSpPr>
          <p:nvPr/>
        </p:nvSpPr>
        <p:spPr bwMode="auto">
          <a:xfrm>
            <a:off x="8456400" y="4170123"/>
            <a:ext cx="534121" cy="461665"/>
          </a:xfrm>
          <a:prstGeom prst="rect">
            <a:avLst/>
          </a:prstGeom>
          <a:noFill/>
          <a:ln w="9525">
            <a:noFill/>
            <a:miter lim="800000"/>
            <a:headEnd/>
            <a:tailEnd/>
          </a:ln>
        </p:spPr>
        <p:txBody>
          <a:bodyPr wrap="none">
            <a:spAutoFit/>
          </a:bodyPr>
          <a:lstStyle/>
          <a:p>
            <a:pPr algn="ctr"/>
            <a:r>
              <a:rPr lang="es-MX" sz="2400" dirty="0" err="1"/>
              <a:t>G4</a:t>
            </a:r>
            <a:endParaRPr lang="es-ES" sz="2400" dirty="0"/>
          </a:p>
        </p:txBody>
      </p:sp>
      <p:sp>
        <p:nvSpPr>
          <p:cNvPr id="116767" name="Rectangle 31"/>
          <p:cNvSpPr>
            <a:spLocks noChangeArrowheads="1"/>
          </p:cNvSpPr>
          <p:nvPr/>
        </p:nvSpPr>
        <p:spPr bwMode="auto">
          <a:xfrm>
            <a:off x="5941328" y="1444865"/>
            <a:ext cx="6098385" cy="749436"/>
          </a:xfrm>
          <a:prstGeom prst="rect">
            <a:avLst/>
          </a:prstGeom>
          <a:noFill/>
          <a:ln w="9525">
            <a:noFill/>
            <a:miter lim="800000"/>
            <a:headEnd/>
            <a:tailEnd/>
          </a:ln>
          <a:effectLst/>
        </p:spPr>
        <p:txBody>
          <a:bodyPr vert="horz" wrap="square" lIns="91440" tIns="45720" rIns="91440" bIns="45720" numCol="1" rtlCol="0" anchor="ctr" anchorCtr="0" compatLnSpc="1">
            <a:prstTxWarp prst="textNoShape">
              <a:avLst/>
            </a:prstTxWarp>
            <a:noAutofit/>
          </a:bodyPr>
          <a:lstStyle/>
          <a:p>
            <a:pPr algn="ctr">
              <a:lnSpc>
                <a:spcPts val="5800"/>
              </a:lnSpc>
              <a:spcBef>
                <a:spcPct val="0"/>
              </a:spcBef>
              <a:buSzPts val="3600"/>
            </a:pPr>
            <a:r>
              <a:rPr lang="es-MX" sz="3200" dirty="0">
                <a:solidFill>
                  <a:srgbClr val="FF0000"/>
                </a:solidFill>
                <a:effectLst>
                  <a:outerShdw blurRad="63500" dist="38100" dir="5400000" algn="t" rotWithShape="0">
                    <a:prstClr val="black">
                      <a:alpha val="25000"/>
                    </a:prstClr>
                  </a:outerShdw>
                </a:effectLst>
                <a:latin typeface="Bauhaus 93" pitchFamily="82" charset="0"/>
                <a:ea typeface="+mj-ea"/>
                <a:cs typeface="+mj-cs"/>
              </a:rPr>
              <a:t>Red del ejercicio 10.10</a:t>
            </a:r>
            <a:endParaRPr lang="es-ES" sz="3200" dirty="0">
              <a:solidFill>
                <a:srgbClr val="FF0000"/>
              </a:solidFill>
              <a:effectLst>
                <a:outerShdw blurRad="63500" dist="38100" dir="5400000" algn="t" rotWithShape="0">
                  <a:prstClr val="black">
                    <a:alpha val="25000"/>
                  </a:prstClr>
                </a:outerShdw>
              </a:effectLst>
              <a:latin typeface="Bauhaus 93" pitchFamily="82" charset="0"/>
              <a:ea typeface="+mj-ea"/>
              <a:cs typeface="+mj-cs"/>
            </a:endParaRPr>
          </a:p>
        </p:txBody>
      </p:sp>
      <p:sp>
        <p:nvSpPr>
          <p:cNvPr id="2" name="1 Marcador de pie de página"/>
          <p:cNvSpPr>
            <a:spLocks noGrp="1"/>
          </p:cNvSpPr>
          <p:nvPr>
            <p:ph type="ftr" sz="quarter" idx="11"/>
          </p:nvPr>
        </p:nvSpPr>
        <p:spPr/>
        <p:txBody>
          <a:bodyPr/>
          <a:lstStyle/>
          <a:p>
            <a:r>
              <a:rPr lang="en-US"/>
              <a:t>Anival Torre</a:t>
            </a:r>
            <a:endParaRPr lang="en-US" dirty="0"/>
          </a:p>
        </p:txBody>
      </p:sp>
      <p:sp>
        <p:nvSpPr>
          <p:cNvPr id="3" name="2 Marcador de número de diapositiva"/>
          <p:cNvSpPr>
            <a:spLocks noGrp="1"/>
          </p:cNvSpPr>
          <p:nvPr>
            <p:ph type="sldNum" sz="quarter" idx="12"/>
          </p:nvPr>
        </p:nvSpPr>
        <p:spPr/>
        <p:txBody>
          <a:bodyPr/>
          <a:lstStyle/>
          <a:p>
            <a:fld id="{55F7123F-EA94-4AF6-90FD-8402484B591B}" type="slidenum">
              <a:rPr lang="en-US" smtClean="0"/>
              <a:pPr/>
              <a:t>23</a:t>
            </a:fld>
            <a:endParaRPr lang="en-US" dirty="0"/>
          </a:p>
        </p:txBody>
      </p:sp>
      <p:sp>
        <p:nvSpPr>
          <p:cNvPr id="33" name="Oval 4"/>
          <p:cNvSpPr>
            <a:spLocks noChangeArrowheads="1"/>
          </p:cNvSpPr>
          <p:nvPr/>
        </p:nvSpPr>
        <p:spPr bwMode="auto">
          <a:xfrm>
            <a:off x="10138691" y="4360629"/>
            <a:ext cx="699476" cy="762790"/>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r>
              <a:rPr lang="es-MX" sz="2400" dirty="0"/>
              <a:t>6</a:t>
            </a:r>
            <a:endParaRPr lang="es-ES" sz="2400" dirty="0"/>
          </a:p>
        </p:txBody>
      </p:sp>
      <p:sp>
        <p:nvSpPr>
          <p:cNvPr id="34" name="Oval 4"/>
          <p:cNvSpPr>
            <a:spLocks noChangeArrowheads="1"/>
          </p:cNvSpPr>
          <p:nvPr/>
        </p:nvSpPr>
        <p:spPr bwMode="auto">
          <a:xfrm>
            <a:off x="11508019" y="4303710"/>
            <a:ext cx="660264" cy="801765"/>
          </a:xfrm>
          <a:prstGeom prst="ellipse">
            <a:avLst/>
          </a:prstGeom>
          <a:solidFill>
            <a:schemeClr val="accent1">
              <a:lumMod val="40000"/>
              <a:lumOff val="60000"/>
            </a:schemeClr>
          </a:solidFill>
          <a:ln w="9525">
            <a:solidFill>
              <a:schemeClr val="tx1"/>
            </a:solidFill>
            <a:round/>
            <a:headEnd/>
            <a:tailEnd/>
          </a:ln>
        </p:spPr>
        <p:txBody>
          <a:bodyPr wrap="none" anchor="ctr"/>
          <a:lstStyle/>
          <a:p>
            <a:pPr algn="ctr"/>
            <a:r>
              <a:rPr lang="es-MX" sz="2400" dirty="0"/>
              <a:t>6</a:t>
            </a:r>
            <a:endParaRPr lang="es-ES" sz="2400" dirty="0"/>
          </a:p>
        </p:txBody>
      </p:sp>
      <p:sp>
        <p:nvSpPr>
          <p:cNvPr id="36" name="Line 20"/>
          <p:cNvSpPr>
            <a:spLocks noChangeShapeType="1"/>
          </p:cNvSpPr>
          <p:nvPr/>
        </p:nvSpPr>
        <p:spPr bwMode="auto">
          <a:xfrm flipV="1">
            <a:off x="10851061" y="4807061"/>
            <a:ext cx="656959" cy="705"/>
          </a:xfrm>
          <a:prstGeom prst="line">
            <a:avLst/>
          </a:prstGeom>
          <a:noFill/>
          <a:ln w="38100">
            <a:solidFill>
              <a:schemeClr val="tx1"/>
            </a:solidFill>
            <a:round/>
            <a:headEnd/>
            <a:tailEnd type="triangle" w="med" len="med"/>
          </a:ln>
        </p:spPr>
        <p:txBody>
          <a:bodyPr/>
          <a:lstStyle/>
          <a:p>
            <a:endParaRPr lang="es-ES" dirty="0"/>
          </a:p>
        </p:txBody>
      </p:sp>
      <p:sp>
        <p:nvSpPr>
          <p:cNvPr id="37" name="Text Box 30"/>
          <p:cNvSpPr txBox="1">
            <a:spLocks noChangeArrowheads="1"/>
          </p:cNvSpPr>
          <p:nvPr/>
        </p:nvSpPr>
        <p:spPr bwMode="auto">
          <a:xfrm>
            <a:off x="9582929" y="4170124"/>
            <a:ext cx="532518" cy="461665"/>
          </a:xfrm>
          <a:prstGeom prst="rect">
            <a:avLst/>
          </a:prstGeom>
          <a:noFill/>
          <a:ln w="9525">
            <a:noFill/>
            <a:miter lim="800000"/>
            <a:headEnd/>
            <a:tailEnd/>
          </a:ln>
        </p:spPr>
        <p:txBody>
          <a:bodyPr wrap="none">
            <a:spAutoFit/>
          </a:bodyPr>
          <a:lstStyle/>
          <a:p>
            <a:pPr algn="ctr"/>
            <a:r>
              <a:rPr lang="es-MX" sz="2400" dirty="0" err="1"/>
              <a:t>H5</a:t>
            </a:r>
            <a:endParaRPr lang="es-ES" sz="2400" dirty="0"/>
          </a:p>
        </p:txBody>
      </p:sp>
      <p:sp>
        <p:nvSpPr>
          <p:cNvPr id="38" name="Text Box 30"/>
          <p:cNvSpPr txBox="1">
            <a:spLocks noChangeArrowheads="1"/>
          </p:cNvSpPr>
          <p:nvPr/>
        </p:nvSpPr>
        <p:spPr bwMode="auto">
          <a:xfrm>
            <a:off x="11006886" y="4231702"/>
            <a:ext cx="417102" cy="461665"/>
          </a:xfrm>
          <a:prstGeom prst="rect">
            <a:avLst/>
          </a:prstGeom>
          <a:noFill/>
          <a:ln w="9525">
            <a:noFill/>
            <a:miter lim="800000"/>
            <a:headEnd/>
            <a:tailEnd/>
          </a:ln>
        </p:spPr>
        <p:txBody>
          <a:bodyPr wrap="none">
            <a:spAutoFit/>
          </a:bodyPr>
          <a:lstStyle/>
          <a:p>
            <a:pPr algn="ctr"/>
            <a:r>
              <a:rPr lang="es-MX" sz="2400" dirty="0" err="1"/>
              <a:t>I7</a:t>
            </a:r>
            <a:endParaRPr lang="es-ES" sz="2400" dirty="0"/>
          </a:p>
        </p:txBody>
      </p:sp>
      <p:sp>
        <p:nvSpPr>
          <p:cNvPr id="32" name="Line 20"/>
          <p:cNvSpPr>
            <a:spLocks noChangeShapeType="1"/>
          </p:cNvSpPr>
          <p:nvPr/>
        </p:nvSpPr>
        <p:spPr bwMode="auto">
          <a:xfrm>
            <a:off x="9624244" y="4781128"/>
            <a:ext cx="533400" cy="0"/>
          </a:xfrm>
          <a:prstGeom prst="line">
            <a:avLst/>
          </a:prstGeom>
          <a:noFill/>
          <a:ln w="38100">
            <a:solidFill>
              <a:schemeClr val="tx1"/>
            </a:solidFill>
            <a:round/>
            <a:headEnd/>
            <a:tailEnd type="triangle" w="med" len="med"/>
          </a:ln>
        </p:spPr>
        <p:txBody>
          <a:bodyPr/>
          <a:lstStyle/>
          <a:p>
            <a:endParaRPr lang="es-ES" dirty="0"/>
          </a:p>
        </p:txBody>
      </p:sp>
      <p:sp>
        <p:nvSpPr>
          <p:cNvPr id="39" name="Line 20"/>
          <p:cNvSpPr>
            <a:spLocks noChangeShapeType="1"/>
          </p:cNvSpPr>
          <p:nvPr/>
        </p:nvSpPr>
        <p:spPr bwMode="auto">
          <a:xfrm>
            <a:off x="7100175" y="4729764"/>
            <a:ext cx="533400" cy="0"/>
          </a:xfrm>
          <a:prstGeom prst="line">
            <a:avLst/>
          </a:prstGeom>
          <a:noFill/>
          <a:ln w="38100">
            <a:solidFill>
              <a:schemeClr val="tx1"/>
            </a:solidFill>
            <a:round/>
            <a:headEnd/>
            <a:tailEnd type="triangle" w="med" len="med"/>
          </a:ln>
        </p:spPr>
        <p:txBody>
          <a:bodyPr/>
          <a:lstStyle/>
          <a:p>
            <a:endParaRPr lang="es-ES" dirty="0"/>
          </a:p>
        </p:txBody>
      </p:sp>
      <p:sp>
        <p:nvSpPr>
          <p:cNvPr id="40" name="Line 20"/>
          <p:cNvSpPr>
            <a:spLocks noChangeShapeType="1"/>
          </p:cNvSpPr>
          <p:nvPr/>
        </p:nvSpPr>
        <p:spPr bwMode="auto">
          <a:xfrm>
            <a:off x="5852768" y="4717600"/>
            <a:ext cx="533400" cy="0"/>
          </a:xfrm>
          <a:prstGeom prst="line">
            <a:avLst/>
          </a:prstGeom>
          <a:noFill/>
          <a:ln w="38100">
            <a:solidFill>
              <a:schemeClr val="tx1"/>
            </a:solidFill>
            <a:round/>
            <a:headEnd/>
            <a:tailEnd type="triangle" w="med" len="med"/>
          </a:ln>
        </p:spPr>
        <p:txBody>
          <a:bodyPr/>
          <a:lstStyle/>
          <a:p>
            <a:endParaRPr lang="es-ES" dirty="0"/>
          </a:p>
        </p:txBody>
      </p:sp>
      <p:sp>
        <p:nvSpPr>
          <p:cNvPr id="35" name="2 Marcador de contenido"/>
          <p:cNvSpPr txBox="1">
            <a:spLocks/>
          </p:cNvSpPr>
          <p:nvPr/>
        </p:nvSpPr>
        <p:spPr>
          <a:xfrm>
            <a:off x="8193801" y="5208265"/>
            <a:ext cx="3787468" cy="1248881"/>
          </a:xfrm>
          <a:prstGeom prst="rect">
            <a:avLst/>
          </a:prstGeom>
          <a:solidFill>
            <a:srgbClr val="FFFF00"/>
          </a:solidFill>
        </p:spPr>
        <p:txBody>
          <a:bodyPr/>
          <a:lstStyle/>
          <a:p>
            <a:pPr marL="342900" indent="-342900" fontAlgn="base">
              <a:spcBef>
                <a:spcPct val="20000"/>
              </a:spcBef>
              <a:spcAft>
                <a:spcPct val="0"/>
              </a:spcAft>
              <a:buClr>
                <a:schemeClr val="hlink"/>
              </a:buClr>
              <a:defRPr/>
            </a:pPr>
            <a:r>
              <a:rPr lang="es-PE" sz="2000" kern="0" dirty="0">
                <a:latin typeface="Arial Narrow" pitchFamily="34" charset="0"/>
              </a:rPr>
              <a:t>RESPUESTA:</a:t>
            </a:r>
          </a:p>
          <a:p>
            <a:pPr marL="342900" indent="-342900" fontAlgn="base">
              <a:spcBef>
                <a:spcPct val="20000"/>
              </a:spcBef>
              <a:spcAft>
                <a:spcPct val="0"/>
              </a:spcAft>
              <a:buClr>
                <a:schemeClr val="hlink"/>
              </a:buClr>
              <a:defRPr/>
            </a:pPr>
            <a:r>
              <a:rPr lang="es-PE" sz="2000" kern="0" dirty="0">
                <a:latin typeface="Arial Narrow" pitchFamily="34" charset="0"/>
              </a:rPr>
              <a:t>Duración del proyecto:  33</a:t>
            </a:r>
          </a:p>
          <a:p>
            <a:pPr marL="342900" indent="-342900" fontAlgn="base">
              <a:spcBef>
                <a:spcPct val="20000"/>
              </a:spcBef>
              <a:spcAft>
                <a:spcPct val="0"/>
              </a:spcAft>
              <a:buClr>
                <a:schemeClr val="hlink"/>
              </a:buClr>
              <a:defRPr/>
            </a:pPr>
            <a:r>
              <a:rPr lang="es-PE" sz="2000" kern="0" dirty="0">
                <a:latin typeface="Arial Narrow" pitchFamily="34" charset="0"/>
              </a:rPr>
              <a:t>Rutas críticas: </a:t>
            </a:r>
            <a:r>
              <a:rPr lang="es-PE" sz="2000" kern="0" dirty="0" err="1">
                <a:latin typeface="Arial Narrow" pitchFamily="34" charset="0"/>
              </a:rPr>
              <a:t>ABEFGHI</a:t>
            </a:r>
            <a:r>
              <a:rPr lang="es-PE" sz="2000" kern="0" dirty="0">
                <a:latin typeface="Arial Narrow" pitchFamily="34" charset="0"/>
              </a:rPr>
              <a:t>  / </a:t>
            </a:r>
            <a:r>
              <a:rPr lang="es-PE" sz="2000" kern="0" dirty="0" err="1">
                <a:latin typeface="Arial Narrow" pitchFamily="34" charset="0"/>
              </a:rPr>
              <a:t>CDEFGHI</a:t>
            </a:r>
            <a:r>
              <a:rPr lang="es-PE" sz="2000" kern="0" dirty="0">
                <a:latin typeface="Arial Narrow" pitchFamily="34" charset="0"/>
              </a:rPr>
              <a:t> </a:t>
            </a:r>
          </a:p>
        </p:txBody>
      </p:sp>
      <p:graphicFrame>
        <p:nvGraphicFramePr>
          <p:cNvPr id="4" name="Object 3">
            <a:extLst>
              <a:ext uri="{FF2B5EF4-FFF2-40B4-BE49-F238E27FC236}">
                <a16:creationId xmlns:a16="http://schemas.microsoft.com/office/drawing/2014/main" id="{6DD3F675-0721-70ED-A21C-8C34AD566CF1}"/>
              </a:ext>
            </a:extLst>
          </p:cNvPr>
          <p:cNvGraphicFramePr>
            <a:graphicFrameLocks noChangeAspect="1"/>
          </p:cNvGraphicFramePr>
          <p:nvPr>
            <p:extLst>
              <p:ext uri="{D42A27DB-BD31-4B8C-83A1-F6EECF244321}">
                <p14:modId xmlns:p14="http://schemas.microsoft.com/office/powerpoint/2010/main" val="3731909201"/>
              </p:ext>
            </p:extLst>
          </p:nvPr>
        </p:nvGraphicFramePr>
        <p:xfrm>
          <a:off x="1832" y="0"/>
          <a:ext cx="6094168" cy="2723875"/>
        </p:xfrm>
        <a:graphic>
          <a:graphicData uri="http://schemas.openxmlformats.org/presentationml/2006/ole">
            <mc:AlternateContent xmlns:mc="http://schemas.openxmlformats.org/markup-compatibility/2006">
              <mc:Choice xmlns:v="urn:schemas-microsoft-com:vml" Requires="v">
                <p:oleObj name="Worksheet" r:id="rId3" imgW="5114857" imgH="1628775" progId="Excel.Sheet.8">
                  <p:embed/>
                </p:oleObj>
              </mc:Choice>
              <mc:Fallback>
                <p:oleObj name="Worksheet" r:id="rId3" imgW="5114857" imgH="1628775" progId="Excel.Sheet.8">
                  <p:embed/>
                  <p:pic>
                    <p:nvPicPr>
                      <p:cNvPr id="12290" name="Object 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2" y="0"/>
                        <a:ext cx="6094168" cy="2723875"/>
                      </a:xfrm>
                      <a:prstGeom prst="rect">
                        <a:avLst/>
                      </a:prstGeom>
                      <a:solidFill>
                        <a:schemeClr val="bg2">
                          <a:lumMod val="75000"/>
                        </a:schemeClr>
                      </a:solidFill>
                    </p:spPr>
                  </p:pic>
                </p:oleObj>
              </mc:Fallback>
            </mc:AlternateContent>
          </a:graphicData>
        </a:graphic>
      </p:graphicFrame>
      <p:sp>
        <p:nvSpPr>
          <p:cNvPr id="6" name="Rectangle 2">
            <a:extLst>
              <a:ext uri="{FF2B5EF4-FFF2-40B4-BE49-F238E27FC236}">
                <a16:creationId xmlns:a16="http://schemas.microsoft.com/office/drawing/2014/main" id="{5678E88F-4634-B87B-D60B-847CC57D7D78}"/>
              </a:ext>
            </a:extLst>
          </p:cNvPr>
          <p:cNvSpPr txBox="1">
            <a:spLocks noChangeArrowheads="1"/>
          </p:cNvSpPr>
          <p:nvPr/>
        </p:nvSpPr>
        <p:spPr bwMode="auto">
          <a:xfrm>
            <a:off x="6096000" y="205622"/>
            <a:ext cx="6027095" cy="42862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87313" indent="-87313" algn="ctr" fontAlgn="base">
              <a:spcBef>
                <a:spcPct val="0"/>
              </a:spcBef>
              <a:spcAft>
                <a:spcPct val="0"/>
              </a:spcAft>
              <a:defRPr/>
            </a:pPr>
            <a:r>
              <a:rPr lang="es-PE" sz="2800" i="1" kern="0" dirty="0">
                <a:solidFill>
                  <a:schemeClr val="bg1"/>
                </a:solidFill>
                <a:latin typeface="Arial Narrow" pitchFamily="34" charset="0"/>
                <a:ea typeface="+mj-ea"/>
                <a:cs typeface="+mj-cs"/>
              </a:rPr>
              <a:t>Hallar la Ruta crítica y duración del proyecto</a:t>
            </a:r>
          </a:p>
          <a:p>
            <a:pPr marL="87313" indent="-87313" algn="ctr" fontAlgn="base">
              <a:spcBef>
                <a:spcPct val="0"/>
              </a:spcBef>
              <a:spcAft>
                <a:spcPct val="0"/>
              </a:spcAft>
              <a:defRPr/>
            </a:pPr>
            <a:endParaRPr lang="es-PE" sz="2800" b="1" i="1" kern="0" dirty="0">
              <a:solidFill>
                <a:schemeClr val="bg1"/>
              </a:solidFill>
              <a:latin typeface="Arial Narrow" pitchFamily="34" charset="0"/>
              <a:ea typeface="+mj-ea"/>
              <a:cs typeface="+mj-cs"/>
            </a:endParaRPr>
          </a:p>
        </p:txBody>
      </p:sp>
    </p:spTree>
    <p:extLst>
      <p:ext uri="{BB962C8B-B14F-4D97-AF65-F5344CB8AC3E}">
        <p14:creationId xmlns:p14="http://schemas.microsoft.com/office/powerpoint/2010/main" val="324040847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0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20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12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2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120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120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120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12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12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12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12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12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12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12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122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122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122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122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122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5"/>
                                        </p:tgtEl>
                                        <p:attrNameLst>
                                          <p:attrName>style.visibility</p:attrName>
                                        </p:attrNameLst>
                                      </p:cBhvr>
                                      <p:to>
                                        <p:strVal val="visible"/>
                                      </p:to>
                                    </p:set>
                                  </p:childTnLst>
                                </p:cTn>
                              </p:par>
                              <p:par>
                                <p:cTn id="63" presetID="51" presetClass="entr" presetSubtype="0" fill="hold" grpId="0" nodeType="withEffect">
                                  <p:stCondLst>
                                    <p:cond delay="0"/>
                                  </p:stCondLst>
                                  <p:childTnLst>
                                    <p:set>
                                      <p:cBhvr>
                                        <p:cTn id="64" dur="1" fill="hold">
                                          <p:stCondLst>
                                            <p:cond delay="0"/>
                                          </p:stCondLst>
                                        </p:cTn>
                                        <p:tgtEl>
                                          <p:spTgt spid="6"/>
                                        </p:tgtEl>
                                        <p:attrNameLst>
                                          <p:attrName>style.visibility</p:attrName>
                                        </p:attrNameLst>
                                      </p:cBhvr>
                                      <p:to>
                                        <p:strVal val="visible"/>
                                      </p:to>
                                    </p:set>
                                    <p:animEffect transition="in" filter="fade">
                                      <p:cBhvr>
                                        <p:cTn id="65" dur="768" decel="100000"/>
                                        <p:tgtEl>
                                          <p:spTgt spid="6"/>
                                        </p:tgtEl>
                                      </p:cBhvr>
                                    </p:animEffect>
                                    <p:animScale>
                                      <p:cBhvr>
                                        <p:cTn id="66" dur="768" decel="100000"/>
                                        <p:tgtEl>
                                          <p:spTgt spid="6"/>
                                        </p:tgtEl>
                                      </p:cBhvr>
                                      <p:from x="10000" y="10000"/>
                                      <p:to x="200000" y="450000"/>
                                    </p:animScale>
                                    <p:animScale>
                                      <p:cBhvr>
                                        <p:cTn id="67" dur="1230" accel="100000" fill="hold">
                                          <p:stCondLst>
                                            <p:cond delay="768"/>
                                          </p:stCondLst>
                                        </p:cTn>
                                        <p:tgtEl>
                                          <p:spTgt spid="6"/>
                                        </p:tgtEl>
                                      </p:cBhvr>
                                      <p:from x="200000" y="450000"/>
                                      <p:to x="100000" y="100000"/>
                                    </p:animScale>
                                    <p:set>
                                      <p:cBhvr>
                                        <p:cTn id="68" dur="768" fill="hold"/>
                                        <p:tgtEl>
                                          <p:spTgt spid="6"/>
                                        </p:tgtEl>
                                        <p:attrNameLst>
                                          <p:attrName>ppt_x</p:attrName>
                                        </p:attrNameLst>
                                      </p:cBhvr>
                                      <p:to>
                                        <p:strVal val="(0.5)"/>
                                      </p:to>
                                    </p:set>
                                    <p:anim from="(0.5)" to="(#ppt_x)" calcmode="lin" valueType="num">
                                      <p:cBhvr>
                                        <p:cTn id="69" dur="1230" accel="100000" fill="hold">
                                          <p:stCondLst>
                                            <p:cond delay="768"/>
                                          </p:stCondLst>
                                        </p:cTn>
                                        <p:tgtEl>
                                          <p:spTgt spid="6"/>
                                        </p:tgtEl>
                                        <p:attrNameLst>
                                          <p:attrName>ppt_x</p:attrName>
                                        </p:attrNameLst>
                                      </p:cBhvr>
                                    </p:anim>
                                    <p:set>
                                      <p:cBhvr>
                                        <p:cTn id="70" dur="768" fill="hold"/>
                                        <p:tgtEl>
                                          <p:spTgt spid="6"/>
                                        </p:tgtEl>
                                        <p:attrNameLst>
                                          <p:attrName>ppt_y</p:attrName>
                                        </p:attrNameLst>
                                      </p:cBhvr>
                                      <p:to>
                                        <p:strVal val="(#ppt_y+0.4)"/>
                                      </p:to>
                                    </p:set>
                                    <p:anim from="(#ppt_y+0.4)" to="(#ppt_y)" calcmode="lin" valueType="num">
                                      <p:cBhvr>
                                        <p:cTn id="71" dur="1230" accel="100000" fill="hold">
                                          <p:stCondLst>
                                            <p:cond delay="768"/>
                                          </p:stCondLst>
                                        </p:cTn>
                                        <p:tgtEl>
                                          <p:spTgt spid="6"/>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animBg="1"/>
      <p:bldP spid="51203" grpId="0" animBg="1"/>
      <p:bldP spid="51204" grpId="0" animBg="1"/>
      <p:bldP spid="51205" grpId="0" animBg="1"/>
      <p:bldP spid="51206" grpId="0" animBg="1"/>
      <p:bldP spid="51208" grpId="0" animBg="1"/>
      <p:bldP spid="51209" grpId="0" animBg="1"/>
      <p:bldP spid="51210" grpId="0" animBg="1"/>
      <p:bldP spid="51211" grpId="0" animBg="1"/>
      <p:bldP spid="51212" grpId="0" animBg="1"/>
      <p:bldP spid="51213" grpId="0" animBg="1"/>
      <p:bldP spid="51219" grpId="0" animBg="1"/>
      <p:bldP spid="51220" grpId="0"/>
      <p:bldP spid="51221" grpId="0"/>
      <p:bldP spid="51223" grpId="0"/>
      <p:bldP spid="51224" grpId="0"/>
      <p:bldP spid="51225" grpId="0"/>
      <p:bldP spid="51228" grpId="0"/>
      <p:bldP spid="51229" grpId="0"/>
      <p:bldP spid="33" grpId="0" animBg="1"/>
      <p:bldP spid="34" grpId="0" animBg="1"/>
      <p:bldP spid="36" grpId="0" animBg="1"/>
      <p:bldP spid="37" grpId="0"/>
      <p:bldP spid="38" grpId="0"/>
      <p:bldP spid="32" grpId="0" animBg="1"/>
      <p:bldP spid="39" grpId="0" animBg="1"/>
      <p:bldP spid="40" grpId="0" animBg="1"/>
      <p:bldP spid="35" grpId="0" animBg="1"/>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Oval 3">
            <a:hlinkHover r:id="" action="ppaction://noaction">
              <a:snd r:embed="rId3" name="gunshot.wav"/>
            </a:hlinkHover>
          </p:cNvPr>
          <p:cNvSpPr>
            <a:spLocks noChangeArrowheads="1"/>
          </p:cNvSpPr>
          <p:nvPr/>
        </p:nvSpPr>
        <p:spPr bwMode="auto">
          <a:xfrm>
            <a:off x="3482817" y="3934669"/>
            <a:ext cx="735744" cy="728150"/>
          </a:xfrm>
          <a:prstGeom prst="ellipse">
            <a:avLst/>
          </a:prstGeom>
          <a:solidFill>
            <a:schemeClr val="accent1"/>
          </a:solidFill>
          <a:ln w="9525">
            <a:solidFill>
              <a:schemeClr val="tx1"/>
            </a:solidFill>
            <a:round/>
            <a:headEnd/>
            <a:tailEnd/>
          </a:ln>
        </p:spPr>
        <p:txBody>
          <a:bodyPr wrap="none" anchor="ctr"/>
          <a:lstStyle/>
          <a:p>
            <a:pPr algn="ctr"/>
            <a:r>
              <a:rPr lang="es-MX" dirty="0"/>
              <a:t>0</a:t>
            </a:r>
            <a:endParaRPr lang="es-ES" dirty="0"/>
          </a:p>
        </p:txBody>
      </p:sp>
      <p:sp>
        <p:nvSpPr>
          <p:cNvPr id="52228" name="Oval 4"/>
          <p:cNvSpPr>
            <a:spLocks noChangeArrowheads="1"/>
          </p:cNvSpPr>
          <p:nvPr/>
        </p:nvSpPr>
        <p:spPr bwMode="auto">
          <a:xfrm>
            <a:off x="8357134" y="5695987"/>
            <a:ext cx="782398" cy="754052"/>
          </a:xfrm>
          <a:prstGeom prst="ellipse">
            <a:avLst/>
          </a:prstGeom>
          <a:solidFill>
            <a:schemeClr val="accent1"/>
          </a:solidFill>
          <a:ln w="9525">
            <a:solidFill>
              <a:schemeClr val="tx1"/>
            </a:solidFill>
            <a:round/>
            <a:headEnd/>
            <a:tailEnd/>
          </a:ln>
        </p:spPr>
        <p:txBody>
          <a:bodyPr wrap="none" anchor="ctr"/>
          <a:lstStyle/>
          <a:p>
            <a:pPr algn="ctr"/>
            <a:r>
              <a:rPr lang="es-MX" dirty="0"/>
              <a:t>4</a:t>
            </a:r>
            <a:endParaRPr lang="es-ES" dirty="0"/>
          </a:p>
        </p:txBody>
      </p:sp>
      <p:sp>
        <p:nvSpPr>
          <p:cNvPr id="52229" name="Oval 5"/>
          <p:cNvSpPr>
            <a:spLocks noChangeArrowheads="1"/>
          </p:cNvSpPr>
          <p:nvPr/>
        </p:nvSpPr>
        <p:spPr bwMode="auto">
          <a:xfrm>
            <a:off x="5688282" y="3959551"/>
            <a:ext cx="742748" cy="731840"/>
          </a:xfrm>
          <a:prstGeom prst="ellipse">
            <a:avLst/>
          </a:prstGeom>
          <a:solidFill>
            <a:schemeClr val="accent1"/>
          </a:solidFill>
          <a:ln w="9525">
            <a:solidFill>
              <a:schemeClr val="tx1"/>
            </a:solidFill>
            <a:round/>
            <a:headEnd/>
            <a:tailEnd/>
          </a:ln>
        </p:spPr>
        <p:txBody>
          <a:bodyPr wrap="none" anchor="ctr"/>
          <a:lstStyle/>
          <a:p>
            <a:pPr algn="ctr"/>
            <a:r>
              <a:rPr lang="es-MX" dirty="0"/>
              <a:t>3</a:t>
            </a:r>
            <a:endParaRPr lang="es-ES" dirty="0"/>
          </a:p>
        </p:txBody>
      </p:sp>
      <p:sp>
        <p:nvSpPr>
          <p:cNvPr id="52230" name="Oval 6"/>
          <p:cNvSpPr>
            <a:spLocks noChangeArrowheads="1"/>
          </p:cNvSpPr>
          <p:nvPr/>
        </p:nvSpPr>
        <p:spPr bwMode="auto">
          <a:xfrm>
            <a:off x="10118128" y="3956365"/>
            <a:ext cx="725211" cy="692161"/>
          </a:xfrm>
          <a:prstGeom prst="ellipse">
            <a:avLst/>
          </a:prstGeom>
          <a:solidFill>
            <a:schemeClr val="accent1"/>
          </a:solidFill>
          <a:ln w="9525">
            <a:solidFill>
              <a:schemeClr val="tx1"/>
            </a:solidFill>
            <a:round/>
            <a:headEnd/>
            <a:tailEnd/>
          </a:ln>
        </p:spPr>
        <p:txBody>
          <a:bodyPr wrap="none" anchor="ctr"/>
          <a:lstStyle/>
          <a:p>
            <a:pPr algn="ctr"/>
            <a:r>
              <a:rPr lang="es-MX" dirty="0"/>
              <a:t>7</a:t>
            </a:r>
            <a:endParaRPr lang="es-ES" dirty="0"/>
          </a:p>
        </p:txBody>
      </p:sp>
      <p:sp>
        <p:nvSpPr>
          <p:cNvPr id="52231" name="Oval 7"/>
          <p:cNvSpPr>
            <a:spLocks noChangeArrowheads="1"/>
          </p:cNvSpPr>
          <p:nvPr/>
        </p:nvSpPr>
        <p:spPr bwMode="auto">
          <a:xfrm>
            <a:off x="4645783" y="5695987"/>
            <a:ext cx="768042" cy="754052"/>
          </a:xfrm>
          <a:prstGeom prst="ellipse">
            <a:avLst/>
          </a:prstGeom>
          <a:solidFill>
            <a:schemeClr val="accent1"/>
          </a:solidFill>
          <a:ln w="9525">
            <a:solidFill>
              <a:schemeClr val="tx1"/>
            </a:solidFill>
            <a:round/>
            <a:headEnd/>
            <a:tailEnd/>
          </a:ln>
        </p:spPr>
        <p:txBody>
          <a:bodyPr wrap="none" anchor="ctr"/>
          <a:lstStyle/>
          <a:p>
            <a:pPr algn="ctr"/>
            <a:r>
              <a:rPr lang="es-MX" dirty="0"/>
              <a:t>2</a:t>
            </a:r>
            <a:endParaRPr lang="es-ES" dirty="0"/>
          </a:p>
        </p:txBody>
      </p:sp>
      <p:sp>
        <p:nvSpPr>
          <p:cNvPr id="52232" name="Oval 8"/>
          <p:cNvSpPr>
            <a:spLocks noChangeArrowheads="1"/>
          </p:cNvSpPr>
          <p:nvPr/>
        </p:nvSpPr>
        <p:spPr bwMode="auto">
          <a:xfrm>
            <a:off x="4613606" y="2912582"/>
            <a:ext cx="751822" cy="730337"/>
          </a:xfrm>
          <a:prstGeom prst="ellipse">
            <a:avLst/>
          </a:prstGeom>
          <a:solidFill>
            <a:schemeClr val="accent1"/>
          </a:solidFill>
          <a:ln w="9525">
            <a:solidFill>
              <a:schemeClr val="tx1"/>
            </a:solidFill>
            <a:round/>
            <a:headEnd/>
            <a:tailEnd/>
          </a:ln>
        </p:spPr>
        <p:txBody>
          <a:bodyPr wrap="none" anchor="ctr"/>
          <a:lstStyle/>
          <a:p>
            <a:pPr algn="ctr"/>
            <a:r>
              <a:rPr lang="es-MX" dirty="0"/>
              <a:t>1</a:t>
            </a:r>
            <a:endParaRPr lang="es-ES" dirty="0"/>
          </a:p>
        </p:txBody>
      </p:sp>
      <p:sp>
        <p:nvSpPr>
          <p:cNvPr id="52233" name="Oval 9"/>
          <p:cNvSpPr>
            <a:spLocks noChangeArrowheads="1"/>
          </p:cNvSpPr>
          <p:nvPr/>
        </p:nvSpPr>
        <p:spPr bwMode="auto">
          <a:xfrm>
            <a:off x="8407629" y="3961669"/>
            <a:ext cx="735541" cy="686857"/>
          </a:xfrm>
          <a:prstGeom prst="ellipse">
            <a:avLst/>
          </a:prstGeom>
          <a:solidFill>
            <a:schemeClr val="accent1"/>
          </a:solidFill>
          <a:ln w="9525">
            <a:solidFill>
              <a:schemeClr val="tx1"/>
            </a:solidFill>
            <a:round/>
            <a:headEnd/>
            <a:tailEnd/>
          </a:ln>
        </p:spPr>
        <p:txBody>
          <a:bodyPr wrap="none" anchor="ctr"/>
          <a:lstStyle/>
          <a:p>
            <a:pPr algn="ctr"/>
            <a:r>
              <a:rPr lang="es-MX" dirty="0"/>
              <a:t>5</a:t>
            </a:r>
            <a:endParaRPr lang="es-ES" dirty="0"/>
          </a:p>
        </p:txBody>
      </p:sp>
      <p:sp>
        <p:nvSpPr>
          <p:cNvPr id="52234" name="Oval 10"/>
          <p:cNvSpPr>
            <a:spLocks noChangeArrowheads="1"/>
          </p:cNvSpPr>
          <p:nvPr/>
        </p:nvSpPr>
        <p:spPr bwMode="auto">
          <a:xfrm>
            <a:off x="10072685" y="5695987"/>
            <a:ext cx="753796" cy="754052"/>
          </a:xfrm>
          <a:prstGeom prst="ellipse">
            <a:avLst/>
          </a:prstGeom>
          <a:solidFill>
            <a:schemeClr val="accent1"/>
          </a:solidFill>
          <a:ln w="9525">
            <a:solidFill>
              <a:schemeClr val="tx1"/>
            </a:solidFill>
            <a:round/>
            <a:headEnd/>
            <a:tailEnd/>
          </a:ln>
        </p:spPr>
        <p:txBody>
          <a:bodyPr wrap="none" anchor="ctr"/>
          <a:lstStyle/>
          <a:p>
            <a:pPr algn="ctr"/>
            <a:r>
              <a:rPr lang="es-MX" dirty="0"/>
              <a:t>6</a:t>
            </a:r>
            <a:endParaRPr lang="es-ES" dirty="0"/>
          </a:p>
        </p:txBody>
      </p:sp>
      <p:sp>
        <p:nvSpPr>
          <p:cNvPr id="52235" name="Oval 11"/>
          <p:cNvSpPr>
            <a:spLocks noChangeArrowheads="1"/>
          </p:cNvSpPr>
          <p:nvPr/>
        </p:nvSpPr>
        <p:spPr bwMode="auto">
          <a:xfrm>
            <a:off x="11514896" y="3956364"/>
            <a:ext cx="662880" cy="692162"/>
          </a:xfrm>
          <a:prstGeom prst="ellipse">
            <a:avLst/>
          </a:prstGeom>
          <a:solidFill>
            <a:schemeClr val="accent1"/>
          </a:solidFill>
          <a:ln w="9525">
            <a:solidFill>
              <a:schemeClr val="tx1"/>
            </a:solidFill>
            <a:round/>
            <a:headEnd/>
            <a:tailEnd/>
          </a:ln>
        </p:spPr>
        <p:txBody>
          <a:bodyPr wrap="none" anchor="ctr"/>
          <a:lstStyle/>
          <a:p>
            <a:pPr algn="ctr"/>
            <a:r>
              <a:rPr lang="es-MX" dirty="0"/>
              <a:t>8</a:t>
            </a:r>
            <a:endParaRPr lang="es-ES" dirty="0"/>
          </a:p>
        </p:txBody>
      </p:sp>
      <p:sp>
        <p:nvSpPr>
          <p:cNvPr id="52236" name="Line 12"/>
          <p:cNvSpPr>
            <a:spLocks noChangeShapeType="1"/>
          </p:cNvSpPr>
          <p:nvPr/>
        </p:nvSpPr>
        <p:spPr bwMode="auto">
          <a:xfrm flipV="1">
            <a:off x="4092305" y="3476849"/>
            <a:ext cx="554596" cy="564662"/>
          </a:xfrm>
          <a:prstGeom prst="line">
            <a:avLst/>
          </a:prstGeom>
          <a:noFill/>
          <a:ln w="38100">
            <a:solidFill>
              <a:schemeClr val="tx1"/>
            </a:solidFill>
            <a:round/>
            <a:headEnd/>
            <a:tailEnd type="triangle" w="med" len="med"/>
          </a:ln>
        </p:spPr>
        <p:txBody>
          <a:bodyPr/>
          <a:lstStyle/>
          <a:p>
            <a:endParaRPr lang="es-ES" dirty="0"/>
          </a:p>
        </p:txBody>
      </p:sp>
      <p:sp>
        <p:nvSpPr>
          <p:cNvPr id="52237" name="Line 13"/>
          <p:cNvSpPr>
            <a:spLocks noChangeShapeType="1"/>
          </p:cNvSpPr>
          <p:nvPr/>
        </p:nvSpPr>
        <p:spPr bwMode="auto">
          <a:xfrm>
            <a:off x="4085590" y="4582728"/>
            <a:ext cx="654613" cy="1175873"/>
          </a:xfrm>
          <a:prstGeom prst="line">
            <a:avLst/>
          </a:prstGeom>
          <a:noFill/>
          <a:ln w="38100">
            <a:solidFill>
              <a:srgbClr val="FF0000"/>
            </a:solidFill>
            <a:round/>
            <a:headEnd/>
            <a:tailEnd type="triangle" w="med" len="med"/>
          </a:ln>
        </p:spPr>
        <p:txBody>
          <a:bodyPr/>
          <a:lstStyle/>
          <a:p>
            <a:endParaRPr lang="es-ES" dirty="0"/>
          </a:p>
        </p:txBody>
      </p:sp>
      <p:sp>
        <p:nvSpPr>
          <p:cNvPr id="52238" name="Line 14"/>
          <p:cNvSpPr>
            <a:spLocks noChangeShapeType="1"/>
          </p:cNvSpPr>
          <p:nvPr/>
        </p:nvSpPr>
        <p:spPr bwMode="auto">
          <a:xfrm>
            <a:off x="5428420" y="6083040"/>
            <a:ext cx="2928714" cy="0"/>
          </a:xfrm>
          <a:prstGeom prst="line">
            <a:avLst/>
          </a:prstGeom>
          <a:noFill/>
          <a:ln w="38100">
            <a:solidFill>
              <a:schemeClr val="tx1"/>
            </a:solidFill>
            <a:round/>
            <a:headEnd/>
            <a:tailEnd type="triangle" w="med" len="med"/>
          </a:ln>
        </p:spPr>
        <p:txBody>
          <a:bodyPr/>
          <a:lstStyle/>
          <a:p>
            <a:endParaRPr lang="es-ES" dirty="0"/>
          </a:p>
        </p:txBody>
      </p:sp>
      <p:sp>
        <p:nvSpPr>
          <p:cNvPr id="52239" name="Line 15"/>
          <p:cNvSpPr>
            <a:spLocks noChangeShapeType="1"/>
          </p:cNvSpPr>
          <p:nvPr/>
        </p:nvSpPr>
        <p:spPr bwMode="auto">
          <a:xfrm flipV="1">
            <a:off x="8781888" y="4645344"/>
            <a:ext cx="0" cy="1050643"/>
          </a:xfrm>
          <a:prstGeom prst="line">
            <a:avLst/>
          </a:prstGeom>
          <a:noFill/>
          <a:ln w="38100">
            <a:solidFill>
              <a:schemeClr val="tx1"/>
            </a:solidFill>
            <a:round/>
            <a:headEnd/>
            <a:tailEnd type="triangle" w="med" len="med"/>
          </a:ln>
        </p:spPr>
        <p:txBody>
          <a:bodyPr/>
          <a:lstStyle/>
          <a:p>
            <a:endParaRPr lang="es-ES" dirty="0"/>
          </a:p>
        </p:txBody>
      </p:sp>
      <p:sp>
        <p:nvSpPr>
          <p:cNvPr id="52242" name="Line 18"/>
          <p:cNvSpPr>
            <a:spLocks noChangeShapeType="1"/>
          </p:cNvSpPr>
          <p:nvPr/>
        </p:nvSpPr>
        <p:spPr bwMode="auto">
          <a:xfrm>
            <a:off x="8928865" y="4591381"/>
            <a:ext cx="1189263" cy="1229837"/>
          </a:xfrm>
          <a:prstGeom prst="line">
            <a:avLst/>
          </a:prstGeom>
          <a:noFill/>
          <a:ln w="38100">
            <a:solidFill>
              <a:srgbClr val="FF0000"/>
            </a:solidFill>
            <a:round/>
            <a:headEnd/>
            <a:tailEnd type="triangle" w="med" len="med"/>
          </a:ln>
        </p:spPr>
        <p:txBody>
          <a:bodyPr/>
          <a:lstStyle/>
          <a:p>
            <a:endParaRPr lang="es-ES" dirty="0"/>
          </a:p>
        </p:txBody>
      </p:sp>
      <p:sp>
        <p:nvSpPr>
          <p:cNvPr id="52243" name="Line 19"/>
          <p:cNvSpPr>
            <a:spLocks noChangeShapeType="1"/>
          </p:cNvSpPr>
          <p:nvPr/>
        </p:nvSpPr>
        <p:spPr bwMode="auto">
          <a:xfrm>
            <a:off x="5261668" y="3554738"/>
            <a:ext cx="554595" cy="469616"/>
          </a:xfrm>
          <a:prstGeom prst="line">
            <a:avLst/>
          </a:prstGeom>
          <a:noFill/>
          <a:ln w="38100">
            <a:solidFill>
              <a:schemeClr val="tx1"/>
            </a:solidFill>
            <a:round/>
            <a:headEnd/>
            <a:tailEnd type="triangle" w="med" len="med"/>
          </a:ln>
        </p:spPr>
        <p:txBody>
          <a:bodyPr/>
          <a:lstStyle/>
          <a:p>
            <a:endParaRPr lang="es-ES" dirty="0"/>
          </a:p>
        </p:txBody>
      </p:sp>
      <p:sp>
        <p:nvSpPr>
          <p:cNvPr id="52244" name="Line 20"/>
          <p:cNvSpPr>
            <a:spLocks noChangeShapeType="1"/>
          </p:cNvSpPr>
          <p:nvPr/>
        </p:nvSpPr>
        <p:spPr bwMode="auto">
          <a:xfrm>
            <a:off x="6431030" y="4242921"/>
            <a:ext cx="1965176" cy="0"/>
          </a:xfrm>
          <a:prstGeom prst="line">
            <a:avLst/>
          </a:prstGeom>
          <a:noFill/>
          <a:ln w="38100">
            <a:solidFill>
              <a:schemeClr val="tx1"/>
            </a:solidFill>
            <a:round/>
            <a:headEnd/>
            <a:tailEnd type="triangle" w="med" len="med"/>
          </a:ln>
        </p:spPr>
        <p:txBody>
          <a:bodyPr/>
          <a:lstStyle/>
          <a:p>
            <a:endParaRPr lang="es-ES" dirty="0"/>
          </a:p>
        </p:txBody>
      </p:sp>
      <p:sp>
        <p:nvSpPr>
          <p:cNvPr id="52245" name="Line 21"/>
          <p:cNvSpPr>
            <a:spLocks noChangeShapeType="1"/>
          </p:cNvSpPr>
          <p:nvPr/>
        </p:nvSpPr>
        <p:spPr bwMode="auto">
          <a:xfrm flipV="1">
            <a:off x="5238830" y="4662819"/>
            <a:ext cx="659587" cy="1033169"/>
          </a:xfrm>
          <a:prstGeom prst="line">
            <a:avLst/>
          </a:prstGeom>
          <a:noFill/>
          <a:ln w="38100">
            <a:solidFill>
              <a:schemeClr val="tx1"/>
            </a:solidFill>
            <a:prstDash val="dash"/>
            <a:round/>
            <a:headEnd/>
            <a:tailEnd type="triangle" w="med" len="med"/>
          </a:ln>
        </p:spPr>
        <p:txBody>
          <a:bodyPr/>
          <a:lstStyle/>
          <a:p>
            <a:endParaRPr lang="es-ES" dirty="0"/>
          </a:p>
        </p:txBody>
      </p:sp>
      <p:sp>
        <p:nvSpPr>
          <p:cNvPr id="52246" name="Line 22"/>
          <p:cNvSpPr>
            <a:spLocks noChangeShapeType="1"/>
          </p:cNvSpPr>
          <p:nvPr/>
        </p:nvSpPr>
        <p:spPr bwMode="auto">
          <a:xfrm flipV="1">
            <a:off x="5397606" y="4391352"/>
            <a:ext cx="2998646" cy="1450828"/>
          </a:xfrm>
          <a:prstGeom prst="line">
            <a:avLst/>
          </a:prstGeom>
          <a:noFill/>
          <a:ln w="38100">
            <a:solidFill>
              <a:srgbClr val="FF0000"/>
            </a:solidFill>
            <a:round/>
            <a:headEnd/>
            <a:tailEnd type="triangle" w="med" len="med"/>
          </a:ln>
        </p:spPr>
        <p:txBody>
          <a:bodyPr/>
          <a:lstStyle/>
          <a:p>
            <a:endParaRPr lang="es-ES" dirty="0"/>
          </a:p>
        </p:txBody>
      </p:sp>
      <p:sp>
        <p:nvSpPr>
          <p:cNvPr id="52247" name="Text Box 23"/>
          <p:cNvSpPr txBox="1">
            <a:spLocks noChangeArrowheads="1"/>
          </p:cNvSpPr>
          <p:nvPr/>
        </p:nvSpPr>
        <p:spPr bwMode="auto">
          <a:xfrm>
            <a:off x="3681625" y="3484778"/>
            <a:ext cx="866529" cy="369332"/>
          </a:xfrm>
          <a:prstGeom prst="rect">
            <a:avLst/>
          </a:prstGeom>
          <a:noFill/>
          <a:ln w="9525">
            <a:noFill/>
            <a:miter lim="800000"/>
            <a:headEnd/>
            <a:tailEnd/>
          </a:ln>
        </p:spPr>
        <p:txBody>
          <a:bodyPr wrap="square">
            <a:spAutoFit/>
          </a:bodyPr>
          <a:lstStyle/>
          <a:p>
            <a:pPr algn="ctr"/>
            <a:r>
              <a:rPr lang="es-MX" dirty="0" err="1"/>
              <a:t>A10</a:t>
            </a:r>
            <a:endParaRPr lang="es-ES" dirty="0"/>
          </a:p>
        </p:txBody>
      </p:sp>
      <p:sp>
        <p:nvSpPr>
          <p:cNvPr id="52248" name="Text Box 24"/>
          <p:cNvSpPr txBox="1">
            <a:spLocks noChangeArrowheads="1"/>
          </p:cNvSpPr>
          <p:nvPr/>
        </p:nvSpPr>
        <p:spPr bwMode="auto">
          <a:xfrm>
            <a:off x="3890553" y="5234322"/>
            <a:ext cx="542135" cy="369332"/>
          </a:xfrm>
          <a:prstGeom prst="rect">
            <a:avLst/>
          </a:prstGeom>
          <a:noFill/>
          <a:ln w="9525">
            <a:noFill/>
            <a:miter lim="800000"/>
            <a:headEnd/>
            <a:tailEnd/>
          </a:ln>
        </p:spPr>
        <p:txBody>
          <a:bodyPr wrap="none">
            <a:spAutoFit/>
          </a:bodyPr>
          <a:lstStyle/>
          <a:p>
            <a:pPr algn="ctr"/>
            <a:r>
              <a:rPr lang="es-MX" dirty="0" err="1"/>
              <a:t>C15</a:t>
            </a:r>
            <a:endParaRPr lang="es-ES" dirty="0"/>
          </a:p>
        </p:txBody>
      </p:sp>
      <p:sp>
        <p:nvSpPr>
          <p:cNvPr id="52249" name="Text Box 25"/>
          <p:cNvSpPr txBox="1">
            <a:spLocks noChangeArrowheads="1"/>
          </p:cNvSpPr>
          <p:nvPr/>
        </p:nvSpPr>
        <p:spPr bwMode="auto">
          <a:xfrm>
            <a:off x="5450978" y="3451719"/>
            <a:ext cx="441146" cy="369332"/>
          </a:xfrm>
          <a:prstGeom prst="rect">
            <a:avLst/>
          </a:prstGeom>
          <a:noFill/>
          <a:ln w="9525">
            <a:noFill/>
            <a:miter lim="800000"/>
            <a:headEnd/>
            <a:tailEnd/>
          </a:ln>
        </p:spPr>
        <p:txBody>
          <a:bodyPr wrap="none">
            <a:spAutoFit/>
          </a:bodyPr>
          <a:lstStyle/>
          <a:p>
            <a:pPr algn="ctr"/>
            <a:r>
              <a:rPr lang="es-MX" dirty="0" err="1"/>
              <a:t>B5</a:t>
            </a:r>
            <a:endParaRPr lang="es-ES" dirty="0"/>
          </a:p>
        </p:txBody>
      </p:sp>
      <p:sp>
        <p:nvSpPr>
          <p:cNvPr id="52250" name="Text Box 26"/>
          <p:cNvSpPr txBox="1">
            <a:spLocks noChangeArrowheads="1"/>
          </p:cNvSpPr>
          <p:nvPr/>
        </p:nvSpPr>
        <p:spPr bwMode="auto">
          <a:xfrm>
            <a:off x="7020339" y="3761776"/>
            <a:ext cx="530915" cy="369332"/>
          </a:xfrm>
          <a:prstGeom prst="rect">
            <a:avLst/>
          </a:prstGeom>
          <a:noFill/>
          <a:ln w="9525">
            <a:noFill/>
            <a:miter lim="800000"/>
            <a:headEnd/>
            <a:tailEnd/>
          </a:ln>
        </p:spPr>
        <p:txBody>
          <a:bodyPr wrap="none">
            <a:spAutoFit/>
          </a:bodyPr>
          <a:lstStyle/>
          <a:p>
            <a:pPr algn="ctr"/>
            <a:r>
              <a:rPr lang="es-MX" dirty="0" err="1"/>
              <a:t>E10</a:t>
            </a:r>
            <a:endParaRPr lang="es-ES" dirty="0"/>
          </a:p>
        </p:txBody>
      </p:sp>
      <p:sp>
        <p:nvSpPr>
          <p:cNvPr id="52251" name="Text Box 27"/>
          <p:cNvSpPr txBox="1">
            <a:spLocks noChangeArrowheads="1"/>
          </p:cNvSpPr>
          <p:nvPr/>
        </p:nvSpPr>
        <p:spPr bwMode="auto">
          <a:xfrm>
            <a:off x="9463411" y="4781220"/>
            <a:ext cx="494046" cy="369332"/>
          </a:xfrm>
          <a:prstGeom prst="rect">
            <a:avLst/>
          </a:prstGeom>
          <a:noFill/>
          <a:ln w="9525">
            <a:noFill/>
            <a:miter lim="800000"/>
            <a:headEnd/>
            <a:tailEnd/>
          </a:ln>
        </p:spPr>
        <p:txBody>
          <a:bodyPr wrap="none">
            <a:spAutoFit/>
          </a:bodyPr>
          <a:lstStyle/>
          <a:p>
            <a:pPr algn="ctr"/>
            <a:r>
              <a:rPr lang="es-MX" dirty="0" err="1"/>
              <a:t>I10</a:t>
            </a:r>
            <a:endParaRPr lang="es-ES" dirty="0"/>
          </a:p>
        </p:txBody>
      </p:sp>
      <p:sp>
        <p:nvSpPr>
          <p:cNvPr id="52252" name="Text Box 28"/>
          <p:cNvSpPr txBox="1">
            <a:spLocks noChangeArrowheads="1"/>
          </p:cNvSpPr>
          <p:nvPr/>
        </p:nvSpPr>
        <p:spPr bwMode="auto">
          <a:xfrm>
            <a:off x="9267128" y="3726108"/>
            <a:ext cx="562975" cy="369332"/>
          </a:xfrm>
          <a:prstGeom prst="rect">
            <a:avLst/>
          </a:prstGeom>
          <a:noFill/>
          <a:ln w="9525">
            <a:noFill/>
            <a:miter lim="800000"/>
            <a:headEnd/>
            <a:tailEnd/>
          </a:ln>
        </p:spPr>
        <p:txBody>
          <a:bodyPr wrap="none">
            <a:spAutoFit/>
          </a:bodyPr>
          <a:lstStyle/>
          <a:p>
            <a:pPr algn="ctr"/>
            <a:r>
              <a:rPr lang="es-MX" dirty="0" err="1"/>
              <a:t>H10</a:t>
            </a:r>
            <a:endParaRPr lang="es-ES" dirty="0"/>
          </a:p>
        </p:txBody>
      </p:sp>
      <p:sp>
        <p:nvSpPr>
          <p:cNvPr id="52253" name="Text Box 29"/>
          <p:cNvSpPr txBox="1">
            <a:spLocks noChangeArrowheads="1"/>
          </p:cNvSpPr>
          <p:nvPr/>
        </p:nvSpPr>
        <p:spPr bwMode="auto">
          <a:xfrm>
            <a:off x="10748092" y="3685214"/>
            <a:ext cx="791669" cy="369332"/>
          </a:xfrm>
          <a:prstGeom prst="rect">
            <a:avLst/>
          </a:prstGeom>
          <a:noFill/>
          <a:ln w="9525">
            <a:noFill/>
            <a:miter lim="800000"/>
            <a:headEnd/>
            <a:tailEnd/>
          </a:ln>
        </p:spPr>
        <p:txBody>
          <a:bodyPr wrap="square">
            <a:spAutoFit/>
          </a:bodyPr>
          <a:lstStyle/>
          <a:p>
            <a:pPr algn="ctr"/>
            <a:r>
              <a:rPr lang="es-MX" dirty="0" err="1"/>
              <a:t>J15</a:t>
            </a:r>
            <a:endParaRPr lang="es-ES" dirty="0"/>
          </a:p>
        </p:txBody>
      </p:sp>
      <p:sp>
        <p:nvSpPr>
          <p:cNvPr id="52254" name="Text Box 30"/>
          <p:cNvSpPr txBox="1">
            <a:spLocks noChangeArrowheads="1"/>
          </p:cNvSpPr>
          <p:nvPr/>
        </p:nvSpPr>
        <p:spPr bwMode="auto">
          <a:xfrm>
            <a:off x="8189276" y="5200340"/>
            <a:ext cx="447558" cy="369332"/>
          </a:xfrm>
          <a:prstGeom prst="rect">
            <a:avLst/>
          </a:prstGeom>
          <a:noFill/>
          <a:ln w="9525">
            <a:noFill/>
            <a:miter lim="800000"/>
            <a:headEnd/>
            <a:tailEnd/>
          </a:ln>
        </p:spPr>
        <p:txBody>
          <a:bodyPr wrap="none">
            <a:spAutoFit/>
          </a:bodyPr>
          <a:lstStyle/>
          <a:p>
            <a:pPr algn="ctr"/>
            <a:r>
              <a:rPr lang="es-MX" dirty="0" err="1"/>
              <a:t>G5</a:t>
            </a:r>
            <a:endParaRPr lang="es-ES" dirty="0"/>
          </a:p>
        </p:txBody>
      </p:sp>
      <p:sp>
        <p:nvSpPr>
          <p:cNvPr id="52255" name="Text Box 31"/>
          <p:cNvSpPr txBox="1">
            <a:spLocks noChangeArrowheads="1"/>
          </p:cNvSpPr>
          <p:nvPr/>
        </p:nvSpPr>
        <p:spPr bwMode="auto">
          <a:xfrm>
            <a:off x="6907597" y="5611348"/>
            <a:ext cx="407483" cy="369332"/>
          </a:xfrm>
          <a:prstGeom prst="rect">
            <a:avLst/>
          </a:prstGeom>
          <a:noFill/>
          <a:ln w="9525">
            <a:noFill/>
            <a:miter lim="800000"/>
            <a:headEnd/>
            <a:tailEnd/>
          </a:ln>
        </p:spPr>
        <p:txBody>
          <a:bodyPr wrap="none">
            <a:spAutoFit/>
          </a:bodyPr>
          <a:lstStyle/>
          <a:p>
            <a:pPr algn="ctr"/>
            <a:r>
              <a:rPr lang="es-MX" dirty="0" err="1"/>
              <a:t>F5</a:t>
            </a:r>
            <a:endParaRPr lang="es-ES" dirty="0"/>
          </a:p>
        </p:txBody>
      </p:sp>
      <p:sp>
        <p:nvSpPr>
          <p:cNvPr id="52256" name="Text Box 32"/>
          <p:cNvSpPr txBox="1">
            <a:spLocks noChangeArrowheads="1"/>
          </p:cNvSpPr>
          <p:nvPr/>
        </p:nvSpPr>
        <p:spPr bwMode="auto">
          <a:xfrm>
            <a:off x="6454588" y="4655101"/>
            <a:ext cx="561371" cy="369332"/>
          </a:xfrm>
          <a:prstGeom prst="rect">
            <a:avLst/>
          </a:prstGeom>
          <a:noFill/>
          <a:ln w="9525">
            <a:noFill/>
            <a:miter lim="800000"/>
            <a:headEnd/>
            <a:tailEnd/>
          </a:ln>
        </p:spPr>
        <p:txBody>
          <a:bodyPr wrap="none">
            <a:spAutoFit/>
          </a:bodyPr>
          <a:lstStyle/>
          <a:p>
            <a:pPr algn="ctr"/>
            <a:r>
              <a:rPr lang="es-MX" dirty="0" err="1"/>
              <a:t>D11</a:t>
            </a:r>
            <a:endParaRPr lang="es-ES" dirty="0"/>
          </a:p>
        </p:txBody>
      </p:sp>
      <p:sp>
        <p:nvSpPr>
          <p:cNvPr id="52267" name="Line 43"/>
          <p:cNvSpPr>
            <a:spLocks noChangeShapeType="1"/>
          </p:cNvSpPr>
          <p:nvPr/>
        </p:nvSpPr>
        <p:spPr bwMode="auto">
          <a:xfrm flipH="1" flipV="1">
            <a:off x="10438621" y="4662819"/>
            <a:ext cx="0" cy="1033168"/>
          </a:xfrm>
          <a:prstGeom prst="line">
            <a:avLst/>
          </a:prstGeom>
          <a:noFill/>
          <a:ln w="38100">
            <a:solidFill>
              <a:srgbClr val="FF0000"/>
            </a:solidFill>
            <a:prstDash val="dash"/>
            <a:round/>
            <a:headEnd/>
            <a:tailEnd type="triangle" w="med" len="med"/>
          </a:ln>
        </p:spPr>
        <p:txBody>
          <a:bodyPr/>
          <a:lstStyle/>
          <a:p>
            <a:endParaRPr lang="es-ES" dirty="0"/>
          </a:p>
        </p:txBody>
      </p:sp>
      <p:sp>
        <p:nvSpPr>
          <p:cNvPr id="52268" name="Text Box 44"/>
          <p:cNvSpPr txBox="1">
            <a:spLocks noChangeArrowheads="1"/>
          </p:cNvSpPr>
          <p:nvPr/>
        </p:nvSpPr>
        <p:spPr bwMode="auto">
          <a:xfrm>
            <a:off x="4604206" y="4875821"/>
            <a:ext cx="1003865" cy="369332"/>
          </a:xfrm>
          <a:prstGeom prst="rect">
            <a:avLst/>
          </a:prstGeom>
          <a:noFill/>
          <a:ln w="9525">
            <a:noFill/>
            <a:miter lim="800000"/>
            <a:headEnd/>
            <a:tailEnd/>
          </a:ln>
        </p:spPr>
        <p:txBody>
          <a:bodyPr wrap="none">
            <a:spAutoFit/>
          </a:bodyPr>
          <a:lstStyle/>
          <a:p>
            <a:pPr algn="ctr"/>
            <a:r>
              <a:rPr lang="es-MX" dirty="0"/>
              <a:t>Figurado</a:t>
            </a:r>
            <a:endParaRPr lang="es-ES" dirty="0"/>
          </a:p>
        </p:txBody>
      </p:sp>
      <p:sp>
        <p:nvSpPr>
          <p:cNvPr id="2" name="1 Marcador de pie de página"/>
          <p:cNvSpPr>
            <a:spLocks noGrp="1"/>
          </p:cNvSpPr>
          <p:nvPr>
            <p:ph type="ftr" sz="quarter" idx="11"/>
          </p:nvPr>
        </p:nvSpPr>
        <p:spPr/>
        <p:txBody>
          <a:bodyPr/>
          <a:lstStyle/>
          <a:p>
            <a:r>
              <a:rPr lang="en-US" sz="1800"/>
              <a:t>Anival Torre</a:t>
            </a:r>
            <a:endParaRPr lang="en-US" sz="1800" dirty="0"/>
          </a:p>
        </p:txBody>
      </p:sp>
      <p:sp>
        <p:nvSpPr>
          <p:cNvPr id="3" name="2 Marcador de número de diapositiva"/>
          <p:cNvSpPr>
            <a:spLocks noGrp="1"/>
          </p:cNvSpPr>
          <p:nvPr>
            <p:ph type="sldNum" sz="quarter" idx="12"/>
          </p:nvPr>
        </p:nvSpPr>
        <p:spPr/>
        <p:txBody>
          <a:bodyPr/>
          <a:lstStyle/>
          <a:p>
            <a:fld id="{55F7123F-EA94-4AF6-90FD-8402484B591B}" type="slidenum">
              <a:rPr lang="en-US" sz="1800"/>
              <a:pPr/>
              <a:t>24</a:t>
            </a:fld>
            <a:endParaRPr lang="en-US" sz="1800" dirty="0"/>
          </a:p>
        </p:txBody>
      </p:sp>
      <p:sp>
        <p:nvSpPr>
          <p:cNvPr id="47" name="2 Marcador de contenido"/>
          <p:cNvSpPr txBox="1">
            <a:spLocks/>
          </p:cNvSpPr>
          <p:nvPr/>
        </p:nvSpPr>
        <p:spPr>
          <a:xfrm>
            <a:off x="8413056" y="1876738"/>
            <a:ext cx="3730520" cy="1213304"/>
          </a:xfrm>
          <a:prstGeom prst="rect">
            <a:avLst/>
          </a:prstGeom>
          <a:solidFill>
            <a:srgbClr val="FFFF00"/>
          </a:solidFill>
        </p:spPr>
        <p:txBody>
          <a:bodyPr/>
          <a:lstStyle/>
          <a:p>
            <a:pPr marL="342900" indent="-342900" fontAlgn="base">
              <a:spcAft>
                <a:spcPct val="0"/>
              </a:spcAft>
              <a:buClr>
                <a:schemeClr val="hlink"/>
              </a:buClr>
              <a:defRPr/>
            </a:pPr>
            <a:r>
              <a:rPr lang="es-PE" sz="2400" kern="0" dirty="0">
                <a:latin typeface="Arial Narrow" pitchFamily="34" charset="0"/>
              </a:rPr>
              <a:t>RESPUESTA:</a:t>
            </a:r>
          </a:p>
          <a:p>
            <a:pPr marL="342900" indent="-342900" fontAlgn="base">
              <a:spcAft>
                <a:spcPct val="0"/>
              </a:spcAft>
              <a:buClr>
                <a:schemeClr val="hlink"/>
              </a:buClr>
              <a:defRPr/>
            </a:pPr>
            <a:r>
              <a:rPr lang="es-PE" sz="2400" kern="0" dirty="0">
                <a:latin typeface="Arial Narrow" pitchFamily="34" charset="0"/>
              </a:rPr>
              <a:t>Duración del proyecto:  51</a:t>
            </a:r>
          </a:p>
          <a:p>
            <a:pPr marL="342900" indent="-342900" fontAlgn="base">
              <a:spcAft>
                <a:spcPct val="0"/>
              </a:spcAft>
              <a:buClr>
                <a:schemeClr val="hlink"/>
              </a:buClr>
              <a:defRPr/>
            </a:pPr>
            <a:r>
              <a:rPr lang="es-PE" sz="2400" kern="0" dirty="0">
                <a:latin typeface="Arial Narrow" pitchFamily="34" charset="0"/>
              </a:rPr>
              <a:t>Rutas críticas: </a:t>
            </a:r>
            <a:r>
              <a:rPr lang="es-PE" sz="2400" kern="0" dirty="0" err="1">
                <a:latin typeface="Arial Narrow" pitchFamily="34" charset="0"/>
              </a:rPr>
              <a:t>CDHJ</a:t>
            </a:r>
            <a:r>
              <a:rPr lang="es-PE" sz="2400" kern="0" dirty="0">
                <a:latin typeface="Arial Narrow" pitchFamily="34" charset="0"/>
              </a:rPr>
              <a:t> / </a:t>
            </a:r>
            <a:r>
              <a:rPr lang="es-PE" sz="2400" kern="0" dirty="0" err="1">
                <a:latin typeface="Arial Narrow" pitchFamily="34" charset="0"/>
              </a:rPr>
              <a:t>CDIJ</a:t>
            </a:r>
            <a:endParaRPr lang="es-PE" sz="2400" kern="0" dirty="0">
              <a:latin typeface="Arial Narrow" pitchFamily="34" charset="0"/>
            </a:endParaRPr>
          </a:p>
        </p:txBody>
      </p:sp>
      <p:sp>
        <p:nvSpPr>
          <p:cNvPr id="48" name="Line 19"/>
          <p:cNvSpPr>
            <a:spLocks noChangeShapeType="1"/>
          </p:cNvSpPr>
          <p:nvPr/>
        </p:nvSpPr>
        <p:spPr bwMode="auto">
          <a:xfrm>
            <a:off x="9165375" y="4234191"/>
            <a:ext cx="924168" cy="0"/>
          </a:xfrm>
          <a:prstGeom prst="line">
            <a:avLst/>
          </a:prstGeom>
          <a:noFill/>
          <a:ln w="38100">
            <a:solidFill>
              <a:srgbClr val="FF0000"/>
            </a:solidFill>
            <a:round/>
            <a:headEnd/>
            <a:tailEnd type="triangle" w="med" len="med"/>
          </a:ln>
        </p:spPr>
        <p:txBody>
          <a:bodyPr/>
          <a:lstStyle/>
          <a:p>
            <a:endParaRPr lang="es-ES" dirty="0"/>
          </a:p>
        </p:txBody>
      </p:sp>
      <p:sp>
        <p:nvSpPr>
          <p:cNvPr id="49" name="Line 19"/>
          <p:cNvSpPr>
            <a:spLocks noChangeShapeType="1"/>
          </p:cNvSpPr>
          <p:nvPr/>
        </p:nvSpPr>
        <p:spPr bwMode="auto">
          <a:xfrm>
            <a:off x="10843384" y="4234191"/>
            <a:ext cx="649307" cy="0"/>
          </a:xfrm>
          <a:prstGeom prst="line">
            <a:avLst/>
          </a:prstGeom>
          <a:noFill/>
          <a:ln w="38100">
            <a:solidFill>
              <a:srgbClr val="FF0000"/>
            </a:solidFill>
            <a:round/>
            <a:headEnd/>
            <a:tailEnd type="triangle" w="med" len="med"/>
          </a:ln>
        </p:spPr>
        <p:txBody>
          <a:bodyPr/>
          <a:lstStyle/>
          <a:p>
            <a:endParaRPr lang="es-ES" dirty="0"/>
          </a:p>
        </p:txBody>
      </p:sp>
      <p:sp>
        <p:nvSpPr>
          <p:cNvPr id="4" name="3 CuadroTexto"/>
          <p:cNvSpPr txBox="1"/>
          <p:nvPr/>
        </p:nvSpPr>
        <p:spPr>
          <a:xfrm>
            <a:off x="6540954" y="1672125"/>
            <a:ext cx="1172326" cy="2062103"/>
          </a:xfrm>
          <a:prstGeom prst="rect">
            <a:avLst/>
          </a:prstGeom>
          <a:noFill/>
        </p:spPr>
        <p:txBody>
          <a:bodyPr wrap="square" rtlCol="0">
            <a:spAutoFit/>
          </a:bodyPr>
          <a:lstStyle/>
          <a:p>
            <a:r>
              <a:rPr lang="es-ES" sz="1600" dirty="0" err="1">
                <a:latin typeface="Arial Narrow" pitchFamily="34" charset="0"/>
              </a:rPr>
              <a:t>ABEHJ</a:t>
            </a:r>
            <a:r>
              <a:rPr lang="es-ES" sz="1600" dirty="0">
                <a:latin typeface="Arial Narrow" pitchFamily="34" charset="0"/>
              </a:rPr>
              <a:t>=50</a:t>
            </a:r>
          </a:p>
          <a:p>
            <a:r>
              <a:rPr lang="es-ES" sz="1600" dirty="0" err="1">
                <a:latin typeface="Arial Narrow" pitchFamily="34" charset="0"/>
              </a:rPr>
              <a:t>ABEIJ</a:t>
            </a:r>
            <a:r>
              <a:rPr lang="es-ES" sz="1600" dirty="0">
                <a:latin typeface="Arial Narrow" pitchFamily="34" charset="0"/>
              </a:rPr>
              <a:t>=50</a:t>
            </a:r>
          </a:p>
          <a:p>
            <a:r>
              <a:rPr lang="es-ES" sz="1600" dirty="0" err="1">
                <a:latin typeface="Arial Narrow" pitchFamily="34" charset="0"/>
              </a:rPr>
              <a:t>CEHJ</a:t>
            </a:r>
            <a:r>
              <a:rPr lang="es-ES" sz="1600" dirty="0">
                <a:latin typeface="Arial Narrow" pitchFamily="34" charset="0"/>
              </a:rPr>
              <a:t>=50</a:t>
            </a:r>
          </a:p>
          <a:p>
            <a:r>
              <a:rPr lang="es-ES" sz="1600" dirty="0" err="1">
                <a:latin typeface="Arial Narrow" pitchFamily="34" charset="0"/>
              </a:rPr>
              <a:t>CEIJ0</a:t>
            </a:r>
            <a:r>
              <a:rPr lang="es-ES" sz="1600" dirty="0">
                <a:latin typeface="Arial Narrow" pitchFamily="34" charset="0"/>
              </a:rPr>
              <a:t>=50</a:t>
            </a:r>
          </a:p>
          <a:p>
            <a:r>
              <a:rPr lang="es-ES" sz="1600" dirty="0" err="1">
                <a:latin typeface="Arial Narrow" pitchFamily="34" charset="0"/>
              </a:rPr>
              <a:t>CDHJ</a:t>
            </a:r>
            <a:r>
              <a:rPr lang="es-ES" sz="1600" dirty="0">
                <a:latin typeface="Arial Narrow" pitchFamily="34" charset="0"/>
              </a:rPr>
              <a:t>=51</a:t>
            </a:r>
          </a:p>
          <a:p>
            <a:r>
              <a:rPr lang="es-ES" sz="1600" dirty="0" err="1">
                <a:latin typeface="Arial Narrow" pitchFamily="34" charset="0"/>
              </a:rPr>
              <a:t>CDIJ</a:t>
            </a:r>
            <a:r>
              <a:rPr lang="es-ES" sz="1600" dirty="0">
                <a:latin typeface="Arial Narrow" pitchFamily="34" charset="0"/>
              </a:rPr>
              <a:t>=51</a:t>
            </a:r>
          </a:p>
          <a:p>
            <a:r>
              <a:rPr lang="es-ES" sz="1600" dirty="0" err="1">
                <a:latin typeface="Arial Narrow" pitchFamily="34" charset="0"/>
              </a:rPr>
              <a:t>CFGHJ</a:t>
            </a:r>
            <a:r>
              <a:rPr lang="es-ES" sz="1600" dirty="0">
                <a:latin typeface="Arial Narrow" pitchFamily="34" charset="0"/>
              </a:rPr>
              <a:t>=50</a:t>
            </a:r>
          </a:p>
          <a:p>
            <a:r>
              <a:rPr lang="es-ES" sz="1600" dirty="0" err="1">
                <a:latin typeface="Arial Narrow" pitchFamily="34" charset="0"/>
              </a:rPr>
              <a:t>CFGIJ</a:t>
            </a:r>
            <a:r>
              <a:rPr lang="es-ES" sz="1600" dirty="0">
                <a:latin typeface="Arial Narrow" pitchFamily="34" charset="0"/>
              </a:rPr>
              <a:t>=50</a:t>
            </a:r>
            <a:endParaRPr lang="es-PE" sz="1600" dirty="0">
              <a:latin typeface="Arial Narrow" pitchFamily="34" charset="0"/>
            </a:endParaRPr>
          </a:p>
        </p:txBody>
      </p:sp>
      <p:graphicFrame>
        <p:nvGraphicFramePr>
          <p:cNvPr id="5" name="Object 3">
            <a:extLst>
              <a:ext uri="{FF2B5EF4-FFF2-40B4-BE49-F238E27FC236}">
                <a16:creationId xmlns:a16="http://schemas.microsoft.com/office/drawing/2014/main" id="{AB0E2101-8118-4A37-E472-C949EAA5BE13}"/>
              </a:ext>
            </a:extLst>
          </p:cNvPr>
          <p:cNvGraphicFramePr>
            <a:graphicFrameLocks noChangeAspect="1"/>
          </p:cNvGraphicFramePr>
          <p:nvPr>
            <p:extLst>
              <p:ext uri="{D42A27DB-BD31-4B8C-83A1-F6EECF244321}">
                <p14:modId xmlns:p14="http://schemas.microsoft.com/office/powerpoint/2010/main" val="4279824606"/>
              </p:ext>
            </p:extLst>
          </p:nvPr>
        </p:nvGraphicFramePr>
        <p:xfrm>
          <a:off x="0" y="-27093"/>
          <a:ext cx="6096000" cy="2874850"/>
        </p:xfrm>
        <a:graphic>
          <a:graphicData uri="http://schemas.openxmlformats.org/presentationml/2006/ole">
            <mc:AlternateContent xmlns:mc="http://schemas.openxmlformats.org/markup-compatibility/2006">
              <mc:Choice xmlns:v="urn:schemas-microsoft-com:vml" Requires="v">
                <p:oleObj name="Worksheet" r:id="rId4" imgW="6019755" imgH="1790684" progId="Excel.Sheet.8">
                  <p:embed/>
                </p:oleObj>
              </mc:Choice>
              <mc:Fallback>
                <p:oleObj name="Worksheet" r:id="rId4" imgW="6019755" imgH="1790684" progId="Excel.Sheet.8">
                  <p:embed/>
                  <p:pic>
                    <p:nvPicPr>
                      <p:cNvPr id="13314" name="Object 3"/>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27093"/>
                        <a:ext cx="6096000" cy="2874850"/>
                      </a:xfrm>
                      <a:prstGeom prst="rect">
                        <a:avLst/>
                      </a:prstGeom>
                      <a:solidFill>
                        <a:schemeClr val="bg2">
                          <a:lumMod val="75000"/>
                        </a:schemeClr>
                      </a:solidFill>
                    </p:spPr>
                  </p:pic>
                </p:oleObj>
              </mc:Fallback>
            </mc:AlternateContent>
          </a:graphicData>
        </a:graphic>
      </p:graphicFrame>
    </p:spTree>
    <p:extLst>
      <p:ext uri="{BB962C8B-B14F-4D97-AF65-F5344CB8AC3E}">
        <p14:creationId xmlns:p14="http://schemas.microsoft.com/office/powerpoint/2010/main" val="6748592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2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22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222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223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22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223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223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223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223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223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223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223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223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224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224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224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224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224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224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224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224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225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225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225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225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225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225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225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226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226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7"/>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8"/>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9"/>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animBg="1"/>
      <p:bldP spid="52228" grpId="0" animBg="1"/>
      <p:bldP spid="52229" grpId="0" animBg="1"/>
      <p:bldP spid="52230" grpId="0" animBg="1"/>
      <p:bldP spid="52231" grpId="0" animBg="1"/>
      <p:bldP spid="52232" grpId="0" animBg="1"/>
      <p:bldP spid="52233" grpId="0" animBg="1"/>
      <p:bldP spid="52234" grpId="0" animBg="1"/>
      <p:bldP spid="52235" grpId="0" animBg="1"/>
      <p:bldP spid="52236" grpId="0" animBg="1"/>
      <p:bldP spid="52237" grpId="0" animBg="1"/>
      <p:bldP spid="52238" grpId="0" animBg="1"/>
      <p:bldP spid="52239" grpId="0" animBg="1"/>
      <p:bldP spid="52242" grpId="0" animBg="1"/>
      <p:bldP spid="52243" grpId="0" animBg="1"/>
      <p:bldP spid="52244" grpId="0" animBg="1"/>
      <p:bldP spid="52245" grpId="0" animBg="1"/>
      <p:bldP spid="52246" grpId="0" animBg="1"/>
      <p:bldP spid="52247" grpId="0"/>
      <p:bldP spid="52248" grpId="0"/>
      <p:bldP spid="52249" grpId="0"/>
      <p:bldP spid="52250" grpId="0"/>
      <p:bldP spid="52251" grpId="0"/>
      <p:bldP spid="52252" grpId="0"/>
      <p:bldP spid="52253" grpId="0"/>
      <p:bldP spid="52254" grpId="0"/>
      <p:bldP spid="52255" grpId="0"/>
      <p:bldP spid="52256" grpId="0"/>
      <p:bldP spid="52267" grpId="0" animBg="1"/>
      <p:bldP spid="52268" grpId="0"/>
      <p:bldP spid="2" grpId="0"/>
      <p:bldP spid="3" grpId="0"/>
      <p:bldP spid="47" grpId="0" animBg="1"/>
      <p:bldP spid="48" grpId="0" animBg="1"/>
      <p:bldP spid="49" grpId="0" animBg="1"/>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1" name="Group 15"/>
          <p:cNvGrpSpPr>
            <a:grpSpLocks/>
          </p:cNvGrpSpPr>
          <p:nvPr/>
        </p:nvGrpSpPr>
        <p:grpSpPr bwMode="auto">
          <a:xfrm>
            <a:off x="5275049" y="4759226"/>
            <a:ext cx="508000" cy="571500"/>
            <a:chOff x="6980" y="6660"/>
            <a:chExt cx="800" cy="900"/>
          </a:xfrm>
        </p:grpSpPr>
        <p:sp>
          <p:nvSpPr>
            <p:cNvPr id="202" name="Oval 19"/>
            <p:cNvSpPr>
              <a:spLocks noChangeArrowheads="1"/>
            </p:cNvSpPr>
            <p:nvPr/>
          </p:nvSpPr>
          <p:spPr bwMode="auto">
            <a:xfrm>
              <a:off x="6980" y="6660"/>
              <a:ext cx="800" cy="78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s-PE"/>
            </a:p>
          </p:txBody>
        </p:sp>
        <p:sp>
          <p:nvSpPr>
            <p:cNvPr id="203" name="Rectangle 18"/>
            <p:cNvSpPr>
              <a:spLocks noChangeArrowheads="1"/>
            </p:cNvSpPr>
            <p:nvPr/>
          </p:nvSpPr>
          <p:spPr bwMode="auto">
            <a:xfrm>
              <a:off x="6980" y="7020"/>
              <a:ext cx="800"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s-PE"/>
            </a:p>
          </p:txBody>
        </p:sp>
        <p:sp>
          <p:nvSpPr>
            <p:cNvPr id="204" name="Line 17"/>
            <p:cNvSpPr>
              <a:spLocks noChangeShapeType="1"/>
            </p:cNvSpPr>
            <p:nvPr/>
          </p:nvSpPr>
          <p:spPr bwMode="auto">
            <a:xfrm>
              <a:off x="6980" y="7300"/>
              <a:ext cx="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sp>
          <p:nvSpPr>
            <p:cNvPr id="205" name="Line 16"/>
            <p:cNvSpPr>
              <a:spLocks noChangeShapeType="1"/>
            </p:cNvSpPr>
            <p:nvPr/>
          </p:nvSpPr>
          <p:spPr bwMode="auto">
            <a:xfrm>
              <a:off x="7380" y="7020"/>
              <a:ext cx="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grpSp>
      <p:grpSp>
        <p:nvGrpSpPr>
          <p:cNvPr id="194" name="Group 69"/>
          <p:cNvGrpSpPr>
            <a:grpSpLocks/>
          </p:cNvGrpSpPr>
          <p:nvPr/>
        </p:nvGrpSpPr>
        <p:grpSpPr bwMode="auto">
          <a:xfrm>
            <a:off x="6719777" y="2352198"/>
            <a:ext cx="508000" cy="571500"/>
            <a:chOff x="6980" y="6660"/>
            <a:chExt cx="800" cy="900"/>
          </a:xfrm>
        </p:grpSpPr>
        <p:sp>
          <p:nvSpPr>
            <p:cNvPr id="195" name="Oval 73"/>
            <p:cNvSpPr>
              <a:spLocks noChangeArrowheads="1"/>
            </p:cNvSpPr>
            <p:nvPr/>
          </p:nvSpPr>
          <p:spPr bwMode="auto">
            <a:xfrm>
              <a:off x="6980" y="6660"/>
              <a:ext cx="800" cy="78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s-PE"/>
            </a:p>
          </p:txBody>
        </p:sp>
        <p:sp>
          <p:nvSpPr>
            <p:cNvPr id="196" name="Rectangle 72"/>
            <p:cNvSpPr>
              <a:spLocks noChangeArrowheads="1"/>
            </p:cNvSpPr>
            <p:nvPr/>
          </p:nvSpPr>
          <p:spPr bwMode="auto">
            <a:xfrm>
              <a:off x="6980" y="7020"/>
              <a:ext cx="800"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s-PE"/>
            </a:p>
          </p:txBody>
        </p:sp>
        <p:sp>
          <p:nvSpPr>
            <p:cNvPr id="197" name="Line 71"/>
            <p:cNvSpPr>
              <a:spLocks noChangeShapeType="1"/>
            </p:cNvSpPr>
            <p:nvPr/>
          </p:nvSpPr>
          <p:spPr bwMode="auto">
            <a:xfrm>
              <a:off x="6980" y="7300"/>
              <a:ext cx="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sp>
          <p:nvSpPr>
            <p:cNvPr id="198" name="Line 70"/>
            <p:cNvSpPr>
              <a:spLocks noChangeShapeType="1"/>
            </p:cNvSpPr>
            <p:nvPr/>
          </p:nvSpPr>
          <p:spPr bwMode="auto">
            <a:xfrm>
              <a:off x="7380" y="7020"/>
              <a:ext cx="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grpSp>
      <p:graphicFrame>
        <p:nvGraphicFramePr>
          <p:cNvPr id="4" name="3 Tabla"/>
          <p:cNvGraphicFramePr>
            <a:graphicFrameLocks noGrp="1"/>
          </p:cNvGraphicFramePr>
          <p:nvPr/>
        </p:nvGraphicFramePr>
        <p:xfrm>
          <a:off x="1524000" y="1278307"/>
          <a:ext cx="2030056" cy="3900211"/>
        </p:xfrm>
        <a:graphic>
          <a:graphicData uri="http://schemas.openxmlformats.org/drawingml/2006/table">
            <a:tbl>
              <a:tblPr>
                <a:tableStyleId>{5C22544A-7EE6-4342-B048-85BDC9FD1C3A}</a:tableStyleId>
              </a:tblPr>
              <a:tblGrid>
                <a:gridCol w="755576">
                  <a:extLst>
                    <a:ext uri="{9D8B030D-6E8A-4147-A177-3AD203B41FA5}">
                      <a16:colId xmlns:a16="http://schemas.microsoft.com/office/drawing/2014/main" val="20000"/>
                    </a:ext>
                  </a:extLst>
                </a:gridCol>
                <a:gridCol w="405014">
                  <a:extLst>
                    <a:ext uri="{9D8B030D-6E8A-4147-A177-3AD203B41FA5}">
                      <a16:colId xmlns:a16="http://schemas.microsoft.com/office/drawing/2014/main" val="20001"/>
                    </a:ext>
                  </a:extLst>
                </a:gridCol>
                <a:gridCol w="869466">
                  <a:extLst>
                    <a:ext uri="{9D8B030D-6E8A-4147-A177-3AD203B41FA5}">
                      <a16:colId xmlns:a16="http://schemas.microsoft.com/office/drawing/2014/main" val="20002"/>
                    </a:ext>
                  </a:extLst>
                </a:gridCol>
              </a:tblGrid>
              <a:tr h="547411">
                <a:tc>
                  <a:txBody>
                    <a:bodyPr/>
                    <a:lstStyle/>
                    <a:p>
                      <a:pPr algn="ctr">
                        <a:spcAft>
                          <a:spcPts val="0"/>
                        </a:spcAft>
                      </a:pPr>
                      <a:r>
                        <a:rPr lang="en-US" sz="2000" b="1" dirty="0" err="1">
                          <a:effectLst/>
                        </a:rPr>
                        <a:t>Tarea</a:t>
                      </a:r>
                      <a:endParaRPr lang="es-PE" sz="2000" b="1" dirty="0">
                        <a:effectLst/>
                        <a:latin typeface="Times New Roman"/>
                        <a:ea typeface="Times New Roman"/>
                      </a:endParaRPr>
                    </a:p>
                  </a:txBody>
                  <a:tcPr marL="44450" marR="44450" marT="0" marB="0">
                    <a:solidFill>
                      <a:srgbClr val="FFFF00"/>
                    </a:solidFill>
                  </a:tcPr>
                </a:tc>
                <a:tc>
                  <a:txBody>
                    <a:bodyPr/>
                    <a:lstStyle/>
                    <a:p>
                      <a:pPr algn="ctr">
                        <a:spcAft>
                          <a:spcPts val="0"/>
                        </a:spcAft>
                      </a:pPr>
                      <a:r>
                        <a:rPr lang="en-US" sz="2000" b="1" dirty="0">
                          <a:effectLst/>
                        </a:rPr>
                        <a:t>D.</a:t>
                      </a:r>
                      <a:endParaRPr lang="es-PE" sz="2000" b="1" dirty="0">
                        <a:effectLst/>
                        <a:latin typeface="Times New Roman"/>
                        <a:ea typeface="Times New Roman"/>
                      </a:endParaRPr>
                    </a:p>
                  </a:txBody>
                  <a:tcPr marL="44450" marR="44450" marT="0" marB="0">
                    <a:solidFill>
                      <a:srgbClr val="FFFF00"/>
                    </a:solidFill>
                  </a:tcPr>
                </a:tc>
                <a:tc>
                  <a:txBody>
                    <a:bodyPr/>
                    <a:lstStyle/>
                    <a:p>
                      <a:pPr algn="ctr">
                        <a:spcAft>
                          <a:spcPts val="0"/>
                        </a:spcAft>
                      </a:pPr>
                      <a:r>
                        <a:rPr lang="en-US" sz="2000" b="1" dirty="0" err="1">
                          <a:effectLst/>
                        </a:rPr>
                        <a:t>Prece</a:t>
                      </a:r>
                      <a:r>
                        <a:rPr lang="en-US" sz="2000" b="1" dirty="0">
                          <a:effectLst/>
                        </a:rPr>
                        <a:t>.</a:t>
                      </a:r>
                      <a:endParaRPr lang="es-PE" sz="2000" b="1" dirty="0">
                        <a:effectLst/>
                        <a:latin typeface="Times New Roman"/>
                        <a:ea typeface="Times New Roman"/>
                      </a:endParaRPr>
                    </a:p>
                  </a:txBody>
                  <a:tcPr marL="44450" marR="44450" marT="0" marB="0">
                    <a:solidFill>
                      <a:srgbClr val="FFFF00"/>
                    </a:solidFill>
                  </a:tcPr>
                </a:tc>
                <a:extLst>
                  <a:ext uri="{0D108BD9-81ED-4DB2-BD59-A6C34878D82A}">
                    <a16:rowId xmlns:a16="http://schemas.microsoft.com/office/drawing/2014/main" val="10000"/>
                  </a:ext>
                </a:extLst>
              </a:tr>
              <a:tr h="273705">
                <a:tc>
                  <a:txBody>
                    <a:bodyPr/>
                    <a:lstStyle/>
                    <a:p>
                      <a:pPr algn="ctr">
                        <a:spcAft>
                          <a:spcPts val="0"/>
                        </a:spcAft>
                      </a:pPr>
                      <a:r>
                        <a:rPr lang="en-US" sz="2000" b="1">
                          <a:effectLst/>
                        </a:rPr>
                        <a:t>A</a:t>
                      </a:r>
                      <a:endParaRPr lang="es-PE" sz="2000" b="1">
                        <a:effectLst/>
                        <a:latin typeface="Times New Roman"/>
                        <a:ea typeface="Times New Roman"/>
                      </a:endParaRPr>
                    </a:p>
                  </a:txBody>
                  <a:tcPr marL="44450" marR="44450" marT="0" marB="0">
                    <a:solidFill>
                      <a:srgbClr val="FFFF00"/>
                    </a:solidFill>
                  </a:tcPr>
                </a:tc>
                <a:tc>
                  <a:txBody>
                    <a:bodyPr/>
                    <a:lstStyle/>
                    <a:p>
                      <a:pPr algn="ctr">
                        <a:spcAft>
                          <a:spcPts val="0"/>
                        </a:spcAft>
                      </a:pPr>
                      <a:r>
                        <a:rPr lang="en-US" sz="2000" b="1">
                          <a:effectLst/>
                        </a:rPr>
                        <a:t>2</a:t>
                      </a:r>
                      <a:endParaRPr lang="es-PE" sz="2000" b="1">
                        <a:effectLst/>
                        <a:latin typeface="Times New Roman"/>
                        <a:ea typeface="Times New Roman"/>
                      </a:endParaRPr>
                    </a:p>
                  </a:txBody>
                  <a:tcPr marL="44450" marR="44450" marT="0" marB="0">
                    <a:solidFill>
                      <a:srgbClr val="FFFF00"/>
                    </a:solidFill>
                  </a:tcPr>
                </a:tc>
                <a:tc>
                  <a:txBody>
                    <a:bodyPr/>
                    <a:lstStyle/>
                    <a:p>
                      <a:pPr algn="ctr">
                        <a:spcAft>
                          <a:spcPts val="0"/>
                        </a:spcAft>
                      </a:pPr>
                      <a:r>
                        <a:rPr lang="en-US" sz="2000" b="1" dirty="0">
                          <a:effectLst/>
                        </a:rPr>
                        <a:t>-</a:t>
                      </a:r>
                      <a:endParaRPr lang="es-PE" sz="2000" b="1" dirty="0">
                        <a:effectLst/>
                        <a:latin typeface="Times New Roman"/>
                        <a:ea typeface="Times New Roman"/>
                      </a:endParaRPr>
                    </a:p>
                  </a:txBody>
                  <a:tcPr marL="44450" marR="44450" marT="0" marB="0">
                    <a:solidFill>
                      <a:srgbClr val="FFFF00"/>
                    </a:solidFill>
                  </a:tcPr>
                </a:tc>
                <a:extLst>
                  <a:ext uri="{0D108BD9-81ED-4DB2-BD59-A6C34878D82A}">
                    <a16:rowId xmlns:a16="http://schemas.microsoft.com/office/drawing/2014/main" val="10001"/>
                  </a:ext>
                </a:extLst>
              </a:tr>
              <a:tr h="273705">
                <a:tc>
                  <a:txBody>
                    <a:bodyPr/>
                    <a:lstStyle/>
                    <a:p>
                      <a:pPr algn="ctr">
                        <a:spcAft>
                          <a:spcPts val="0"/>
                        </a:spcAft>
                      </a:pPr>
                      <a:r>
                        <a:rPr lang="en-US" sz="2000" b="1">
                          <a:effectLst/>
                        </a:rPr>
                        <a:t>B</a:t>
                      </a:r>
                      <a:endParaRPr lang="es-PE" sz="2000" b="1">
                        <a:effectLst/>
                        <a:latin typeface="Times New Roman"/>
                        <a:ea typeface="Times New Roman"/>
                      </a:endParaRPr>
                    </a:p>
                  </a:txBody>
                  <a:tcPr marL="44450" marR="44450" marT="0" marB="0">
                    <a:solidFill>
                      <a:srgbClr val="FFFF00"/>
                    </a:solidFill>
                  </a:tcPr>
                </a:tc>
                <a:tc>
                  <a:txBody>
                    <a:bodyPr/>
                    <a:lstStyle/>
                    <a:p>
                      <a:pPr algn="ctr">
                        <a:spcAft>
                          <a:spcPts val="0"/>
                        </a:spcAft>
                      </a:pPr>
                      <a:r>
                        <a:rPr lang="en-US" sz="2000" b="1">
                          <a:effectLst/>
                        </a:rPr>
                        <a:t>3</a:t>
                      </a:r>
                      <a:endParaRPr lang="es-PE" sz="2000" b="1">
                        <a:effectLst/>
                        <a:latin typeface="Times New Roman"/>
                        <a:ea typeface="Times New Roman"/>
                      </a:endParaRPr>
                    </a:p>
                  </a:txBody>
                  <a:tcPr marL="44450" marR="44450" marT="0" marB="0">
                    <a:solidFill>
                      <a:srgbClr val="FFFF00"/>
                    </a:solidFill>
                  </a:tcPr>
                </a:tc>
                <a:tc>
                  <a:txBody>
                    <a:bodyPr/>
                    <a:lstStyle/>
                    <a:p>
                      <a:pPr algn="ctr">
                        <a:spcAft>
                          <a:spcPts val="0"/>
                        </a:spcAft>
                      </a:pPr>
                      <a:r>
                        <a:rPr lang="en-US" sz="2000" b="1" dirty="0">
                          <a:effectLst/>
                        </a:rPr>
                        <a:t>-</a:t>
                      </a:r>
                      <a:endParaRPr lang="es-PE" sz="2000" b="1" dirty="0">
                        <a:effectLst/>
                        <a:latin typeface="Times New Roman"/>
                        <a:ea typeface="Times New Roman"/>
                      </a:endParaRPr>
                    </a:p>
                  </a:txBody>
                  <a:tcPr marL="44450" marR="44450" marT="0" marB="0">
                    <a:solidFill>
                      <a:srgbClr val="FFFF00"/>
                    </a:solidFill>
                  </a:tcPr>
                </a:tc>
                <a:extLst>
                  <a:ext uri="{0D108BD9-81ED-4DB2-BD59-A6C34878D82A}">
                    <a16:rowId xmlns:a16="http://schemas.microsoft.com/office/drawing/2014/main" val="10002"/>
                  </a:ext>
                </a:extLst>
              </a:tr>
              <a:tr h="273705">
                <a:tc>
                  <a:txBody>
                    <a:bodyPr/>
                    <a:lstStyle/>
                    <a:p>
                      <a:pPr algn="ctr">
                        <a:spcAft>
                          <a:spcPts val="0"/>
                        </a:spcAft>
                      </a:pPr>
                      <a:r>
                        <a:rPr lang="en-US" sz="2000" b="1">
                          <a:effectLst/>
                        </a:rPr>
                        <a:t>C</a:t>
                      </a:r>
                      <a:endParaRPr lang="es-PE" sz="2000" b="1">
                        <a:effectLst/>
                        <a:latin typeface="Times New Roman"/>
                        <a:ea typeface="Times New Roman"/>
                      </a:endParaRPr>
                    </a:p>
                  </a:txBody>
                  <a:tcPr marL="44450" marR="44450" marT="0" marB="0">
                    <a:solidFill>
                      <a:srgbClr val="FFFF00"/>
                    </a:solidFill>
                  </a:tcPr>
                </a:tc>
                <a:tc>
                  <a:txBody>
                    <a:bodyPr/>
                    <a:lstStyle/>
                    <a:p>
                      <a:pPr algn="ctr">
                        <a:spcAft>
                          <a:spcPts val="0"/>
                        </a:spcAft>
                      </a:pPr>
                      <a:r>
                        <a:rPr lang="es-ES_tradnl" sz="2000" b="1">
                          <a:effectLst/>
                        </a:rPr>
                        <a:t>4</a:t>
                      </a:r>
                      <a:endParaRPr lang="es-PE" sz="2000" b="1">
                        <a:effectLst/>
                        <a:latin typeface="Times New Roman"/>
                        <a:ea typeface="Times New Roman"/>
                      </a:endParaRPr>
                    </a:p>
                  </a:txBody>
                  <a:tcPr marL="44450" marR="44450" marT="0" marB="0">
                    <a:solidFill>
                      <a:srgbClr val="FFFF00"/>
                    </a:solidFill>
                  </a:tcPr>
                </a:tc>
                <a:tc>
                  <a:txBody>
                    <a:bodyPr/>
                    <a:lstStyle/>
                    <a:p>
                      <a:pPr algn="ctr">
                        <a:spcAft>
                          <a:spcPts val="0"/>
                        </a:spcAft>
                      </a:pPr>
                      <a:r>
                        <a:rPr lang="es-ES_tradnl" sz="2000" b="1">
                          <a:effectLst/>
                        </a:rPr>
                        <a:t>A</a:t>
                      </a:r>
                      <a:endParaRPr lang="es-PE" sz="2000" b="1">
                        <a:effectLst/>
                        <a:latin typeface="Times New Roman"/>
                        <a:ea typeface="Times New Roman"/>
                      </a:endParaRPr>
                    </a:p>
                  </a:txBody>
                  <a:tcPr marL="44450" marR="44450" marT="0" marB="0">
                    <a:solidFill>
                      <a:srgbClr val="FFFF00"/>
                    </a:solidFill>
                  </a:tcPr>
                </a:tc>
                <a:extLst>
                  <a:ext uri="{0D108BD9-81ED-4DB2-BD59-A6C34878D82A}">
                    <a16:rowId xmlns:a16="http://schemas.microsoft.com/office/drawing/2014/main" val="10003"/>
                  </a:ext>
                </a:extLst>
              </a:tr>
              <a:tr h="273705">
                <a:tc>
                  <a:txBody>
                    <a:bodyPr/>
                    <a:lstStyle/>
                    <a:p>
                      <a:pPr algn="ctr">
                        <a:spcAft>
                          <a:spcPts val="0"/>
                        </a:spcAft>
                      </a:pPr>
                      <a:r>
                        <a:rPr lang="es-ES_tradnl" sz="2000" b="1">
                          <a:effectLst/>
                        </a:rPr>
                        <a:t>D</a:t>
                      </a:r>
                      <a:endParaRPr lang="es-PE" sz="2000" b="1">
                        <a:effectLst/>
                        <a:latin typeface="Times New Roman"/>
                        <a:ea typeface="Times New Roman"/>
                      </a:endParaRPr>
                    </a:p>
                  </a:txBody>
                  <a:tcPr marL="44450" marR="44450" marT="0" marB="0">
                    <a:solidFill>
                      <a:srgbClr val="FFFF00"/>
                    </a:solidFill>
                  </a:tcPr>
                </a:tc>
                <a:tc>
                  <a:txBody>
                    <a:bodyPr/>
                    <a:lstStyle/>
                    <a:p>
                      <a:pPr algn="ctr">
                        <a:spcAft>
                          <a:spcPts val="0"/>
                        </a:spcAft>
                      </a:pPr>
                      <a:r>
                        <a:rPr lang="es-ES_tradnl" sz="2000" b="1">
                          <a:effectLst/>
                        </a:rPr>
                        <a:t>3</a:t>
                      </a:r>
                      <a:endParaRPr lang="es-PE" sz="2000" b="1">
                        <a:effectLst/>
                        <a:latin typeface="Times New Roman"/>
                        <a:ea typeface="Times New Roman"/>
                      </a:endParaRPr>
                    </a:p>
                  </a:txBody>
                  <a:tcPr marL="44450" marR="44450" marT="0" marB="0">
                    <a:solidFill>
                      <a:srgbClr val="FFFF00"/>
                    </a:solidFill>
                  </a:tcPr>
                </a:tc>
                <a:tc>
                  <a:txBody>
                    <a:bodyPr/>
                    <a:lstStyle/>
                    <a:p>
                      <a:pPr algn="ctr">
                        <a:spcAft>
                          <a:spcPts val="0"/>
                        </a:spcAft>
                      </a:pPr>
                      <a:r>
                        <a:rPr lang="es-ES_tradnl" sz="2000" b="1" dirty="0">
                          <a:effectLst/>
                        </a:rPr>
                        <a:t>B</a:t>
                      </a:r>
                      <a:endParaRPr lang="es-PE" sz="2000" b="1" dirty="0">
                        <a:effectLst/>
                        <a:latin typeface="Times New Roman"/>
                        <a:ea typeface="Times New Roman"/>
                      </a:endParaRPr>
                    </a:p>
                  </a:txBody>
                  <a:tcPr marL="44450" marR="44450" marT="0" marB="0">
                    <a:solidFill>
                      <a:srgbClr val="FFFF00"/>
                    </a:solidFill>
                  </a:tcPr>
                </a:tc>
                <a:extLst>
                  <a:ext uri="{0D108BD9-81ED-4DB2-BD59-A6C34878D82A}">
                    <a16:rowId xmlns:a16="http://schemas.microsoft.com/office/drawing/2014/main" val="10004"/>
                  </a:ext>
                </a:extLst>
              </a:tr>
              <a:tr h="273705">
                <a:tc>
                  <a:txBody>
                    <a:bodyPr/>
                    <a:lstStyle/>
                    <a:p>
                      <a:pPr algn="ctr">
                        <a:spcAft>
                          <a:spcPts val="0"/>
                        </a:spcAft>
                      </a:pPr>
                      <a:r>
                        <a:rPr lang="es-ES_tradnl" sz="2000" b="1">
                          <a:effectLst/>
                        </a:rPr>
                        <a:t>E</a:t>
                      </a:r>
                      <a:endParaRPr lang="es-PE" sz="2000" b="1">
                        <a:effectLst/>
                        <a:latin typeface="Times New Roman"/>
                        <a:ea typeface="Times New Roman"/>
                      </a:endParaRPr>
                    </a:p>
                  </a:txBody>
                  <a:tcPr marL="44450" marR="44450" marT="0" marB="0">
                    <a:solidFill>
                      <a:srgbClr val="FFFF00"/>
                    </a:solidFill>
                  </a:tcPr>
                </a:tc>
                <a:tc>
                  <a:txBody>
                    <a:bodyPr/>
                    <a:lstStyle/>
                    <a:p>
                      <a:pPr algn="ctr">
                        <a:spcAft>
                          <a:spcPts val="0"/>
                        </a:spcAft>
                      </a:pPr>
                      <a:r>
                        <a:rPr lang="es-ES_tradnl" sz="2000" b="1">
                          <a:effectLst/>
                        </a:rPr>
                        <a:t>2</a:t>
                      </a:r>
                      <a:endParaRPr lang="es-PE" sz="2000" b="1">
                        <a:effectLst/>
                        <a:latin typeface="Times New Roman"/>
                        <a:ea typeface="Times New Roman"/>
                      </a:endParaRPr>
                    </a:p>
                  </a:txBody>
                  <a:tcPr marL="44450" marR="44450" marT="0" marB="0">
                    <a:solidFill>
                      <a:srgbClr val="FFFF00"/>
                    </a:solidFill>
                  </a:tcPr>
                </a:tc>
                <a:tc>
                  <a:txBody>
                    <a:bodyPr/>
                    <a:lstStyle/>
                    <a:p>
                      <a:pPr algn="ctr">
                        <a:spcAft>
                          <a:spcPts val="0"/>
                        </a:spcAft>
                      </a:pPr>
                      <a:r>
                        <a:rPr lang="es-ES_tradnl" sz="2000" b="1" dirty="0">
                          <a:effectLst/>
                        </a:rPr>
                        <a:t>B</a:t>
                      </a:r>
                      <a:endParaRPr lang="es-PE" sz="2000" b="1" dirty="0">
                        <a:effectLst/>
                        <a:latin typeface="Times New Roman"/>
                        <a:ea typeface="Times New Roman"/>
                      </a:endParaRPr>
                    </a:p>
                  </a:txBody>
                  <a:tcPr marL="44450" marR="44450" marT="0" marB="0">
                    <a:solidFill>
                      <a:srgbClr val="FFFF00"/>
                    </a:solidFill>
                  </a:tcPr>
                </a:tc>
                <a:extLst>
                  <a:ext uri="{0D108BD9-81ED-4DB2-BD59-A6C34878D82A}">
                    <a16:rowId xmlns:a16="http://schemas.microsoft.com/office/drawing/2014/main" val="10005"/>
                  </a:ext>
                </a:extLst>
              </a:tr>
              <a:tr h="273705">
                <a:tc>
                  <a:txBody>
                    <a:bodyPr/>
                    <a:lstStyle/>
                    <a:p>
                      <a:pPr algn="ctr">
                        <a:spcAft>
                          <a:spcPts val="0"/>
                        </a:spcAft>
                      </a:pPr>
                      <a:r>
                        <a:rPr lang="es-ES_tradnl" sz="2000" b="1">
                          <a:effectLst/>
                        </a:rPr>
                        <a:t>F</a:t>
                      </a:r>
                      <a:endParaRPr lang="es-PE" sz="2000" b="1">
                        <a:effectLst/>
                        <a:latin typeface="Times New Roman"/>
                        <a:ea typeface="Times New Roman"/>
                      </a:endParaRPr>
                    </a:p>
                  </a:txBody>
                  <a:tcPr marL="44450" marR="44450" marT="0" marB="0">
                    <a:solidFill>
                      <a:srgbClr val="FFFF00"/>
                    </a:solidFill>
                  </a:tcPr>
                </a:tc>
                <a:tc>
                  <a:txBody>
                    <a:bodyPr/>
                    <a:lstStyle/>
                    <a:p>
                      <a:pPr algn="ctr">
                        <a:spcAft>
                          <a:spcPts val="0"/>
                        </a:spcAft>
                      </a:pPr>
                      <a:r>
                        <a:rPr lang="es-ES_tradnl" sz="2000" b="1">
                          <a:effectLst/>
                        </a:rPr>
                        <a:t>3</a:t>
                      </a:r>
                      <a:endParaRPr lang="es-PE" sz="2000" b="1">
                        <a:effectLst/>
                        <a:latin typeface="Times New Roman"/>
                        <a:ea typeface="Times New Roman"/>
                      </a:endParaRPr>
                    </a:p>
                  </a:txBody>
                  <a:tcPr marL="44450" marR="44450" marT="0" marB="0">
                    <a:solidFill>
                      <a:srgbClr val="FFFF00"/>
                    </a:solidFill>
                  </a:tcPr>
                </a:tc>
                <a:tc>
                  <a:txBody>
                    <a:bodyPr/>
                    <a:lstStyle/>
                    <a:p>
                      <a:pPr algn="ctr">
                        <a:spcAft>
                          <a:spcPts val="0"/>
                        </a:spcAft>
                      </a:pPr>
                      <a:r>
                        <a:rPr lang="es-ES" sz="2000" b="1" dirty="0">
                          <a:effectLst/>
                          <a:latin typeface="Times New Roman"/>
                          <a:ea typeface="Times New Roman"/>
                        </a:rPr>
                        <a:t>A</a:t>
                      </a:r>
                      <a:endParaRPr lang="es-PE" sz="2000" b="1" dirty="0">
                        <a:effectLst/>
                        <a:latin typeface="Times New Roman"/>
                        <a:ea typeface="Times New Roman"/>
                      </a:endParaRPr>
                    </a:p>
                  </a:txBody>
                  <a:tcPr marL="44450" marR="44450" marT="0" marB="0">
                    <a:solidFill>
                      <a:srgbClr val="FFFF00"/>
                    </a:solidFill>
                  </a:tcPr>
                </a:tc>
                <a:extLst>
                  <a:ext uri="{0D108BD9-81ED-4DB2-BD59-A6C34878D82A}">
                    <a16:rowId xmlns:a16="http://schemas.microsoft.com/office/drawing/2014/main" val="10006"/>
                  </a:ext>
                </a:extLst>
              </a:tr>
              <a:tr h="273705">
                <a:tc>
                  <a:txBody>
                    <a:bodyPr/>
                    <a:lstStyle/>
                    <a:p>
                      <a:pPr algn="ctr">
                        <a:spcAft>
                          <a:spcPts val="0"/>
                        </a:spcAft>
                      </a:pPr>
                      <a:r>
                        <a:rPr lang="en-US" sz="2000" b="1" dirty="0">
                          <a:effectLst/>
                        </a:rPr>
                        <a:t>G</a:t>
                      </a:r>
                      <a:endParaRPr lang="es-PE" sz="2000" b="1" dirty="0">
                        <a:effectLst/>
                        <a:latin typeface="Times New Roman"/>
                        <a:ea typeface="Times New Roman"/>
                      </a:endParaRPr>
                    </a:p>
                  </a:txBody>
                  <a:tcPr marL="44450" marR="44450" marT="0" marB="0">
                    <a:solidFill>
                      <a:srgbClr val="FFFF00"/>
                    </a:solidFill>
                  </a:tcPr>
                </a:tc>
                <a:tc>
                  <a:txBody>
                    <a:bodyPr/>
                    <a:lstStyle/>
                    <a:p>
                      <a:pPr algn="ctr">
                        <a:spcAft>
                          <a:spcPts val="0"/>
                        </a:spcAft>
                      </a:pPr>
                      <a:r>
                        <a:rPr lang="en-US" sz="2000" b="1">
                          <a:effectLst/>
                        </a:rPr>
                        <a:t>1</a:t>
                      </a:r>
                      <a:endParaRPr lang="es-PE" sz="2000" b="1">
                        <a:effectLst/>
                        <a:latin typeface="Times New Roman"/>
                        <a:ea typeface="Times New Roman"/>
                      </a:endParaRPr>
                    </a:p>
                  </a:txBody>
                  <a:tcPr marL="44450" marR="44450" marT="0" marB="0">
                    <a:solidFill>
                      <a:srgbClr val="FFFF00"/>
                    </a:solidFill>
                  </a:tcPr>
                </a:tc>
                <a:tc>
                  <a:txBody>
                    <a:bodyPr/>
                    <a:lstStyle/>
                    <a:p>
                      <a:pPr algn="ctr">
                        <a:spcAft>
                          <a:spcPts val="0"/>
                        </a:spcAft>
                      </a:pPr>
                      <a:r>
                        <a:rPr lang="en-US" sz="2000" b="1" dirty="0">
                          <a:effectLst/>
                        </a:rPr>
                        <a:t>C</a:t>
                      </a:r>
                      <a:endParaRPr lang="es-PE" sz="2000" b="1" dirty="0">
                        <a:effectLst/>
                        <a:latin typeface="Times New Roman"/>
                        <a:ea typeface="Times New Roman"/>
                      </a:endParaRPr>
                    </a:p>
                  </a:txBody>
                  <a:tcPr marL="44450" marR="44450" marT="0" marB="0">
                    <a:solidFill>
                      <a:srgbClr val="FFFF00"/>
                    </a:solidFill>
                  </a:tcPr>
                </a:tc>
                <a:extLst>
                  <a:ext uri="{0D108BD9-81ED-4DB2-BD59-A6C34878D82A}">
                    <a16:rowId xmlns:a16="http://schemas.microsoft.com/office/drawing/2014/main" val="10007"/>
                  </a:ext>
                </a:extLst>
              </a:tr>
              <a:tr h="273705">
                <a:tc>
                  <a:txBody>
                    <a:bodyPr/>
                    <a:lstStyle/>
                    <a:p>
                      <a:pPr algn="ctr">
                        <a:spcAft>
                          <a:spcPts val="0"/>
                        </a:spcAft>
                      </a:pPr>
                      <a:r>
                        <a:rPr lang="en-US" sz="2000" b="1">
                          <a:effectLst/>
                        </a:rPr>
                        <a:t>H</a:t>
                      </a:r>
                      <a:endParaRPr lang="es-PE" sz="2000" b="1">
                        <a:effectLst/>
                        <a:latin typeface="Times New Roman"/>
                        <a:ea typeface="Times New Roman"/>
                      </a:endParaRPr>
                    </a:p>
                  </a:txBody>
                  <a:tcPr marL="44450" marR="44450" marT="0" marB="0">
                    <a:solidFill>
                      <a:srgbClr val="FFFF00"/>
                    </a:solidFill>
                  </a:tcPr>
                </a:tc>
                <a:tc>
                  <a:txBody>
                    <a:bodyPr/>
                    <a:lstStyle/>
                    <a:p>
                      <a:pPr algn="ctr">
                        <a:spcAft>
                          <a:spcPts val="0"/>
                        </a:spcAft>
                      </a:pPr>
                      <a:r>
                        <a:rPr lang="en-US" sz="2000" b="1">
                          <a:effectLst/>
                        </a:rPr>
                        <a:t>4</a:t>
                      </a:r>
                      <a:endParaRPr lang="es-PE" sz="2000" b="1">
                        <a:effectLst/>
                        <a:latin typeface="Times New Roman"/>
                        <a:ea typeface="Times New Roman"/>
                      </a:endParaRPr>
                    </a:p>
                  </a:txBody>
                  <a:tcPr marL="44450" marR="44450" marT="0" marB="0">
                    <a:solidFill>
                      <a:srgbClr val="FFFF00"/>
                    </a:solidFill>
                  </a:tcPr>
                </a:tc>
                <a:tc>
                  <a:txBody>
                    <a:bodyPr/>
                    <a:lstStyle/>
                    <a:p>
                      <a:pPr algn="ctr">
                        <a:spcAft>
                          <a:spcPts val="0"/>
                        </a:spcAft>
                      </a:pPr>
                      <a:r>
                        <a:rPr lang="en-US" sz="2000" b="1" dirty="0">
                          <a:effectLst/>
                        </a:rPr>
                        <a:t>D</a:t>
                      </a:r>
                      <a:endParaRPr lang="es-PE" sz="2000" b="1" dirty="0">
                        <a:effectLst/>
                        <a:latin typeface="Times New Roman"/>
                        <a:ea typeface="Times New Roman"/>
                      </a:endParaRPr>
                    </a:p>
                  </a:txBody>
                  <a:tcPr marL="44450" marR="44450" marT="0" marB="0">
                    <a:solidFill>
                      <a:srgbClr val="FFFF00"/>
                    </a:solidFill>
                  </a:tcPr>
                </a:tc>
                <a:extLst>
                  <a:ext uri="{0D108BD9-81ED-4DB2-BD59-A6C34878D82A}">
                    <a16:rowId xmlns:a16="http://schemas.microsoft.com/office/drawing/2014/main" val="10008"/>
                  </a:ext>
                </a:extLst>
              </a:tr>
              <a:tr h="273705">
                <a:tc>
                  <a:txBody>
                    <a:bodyPr/>
                    <a:lstStyle/>
                    <a:p>
                      <a:pPr algn="ctr">
                        <a:spcAft>
                          <a:spcPts val="0"/>
                        </a:spcAft>
                      </a:pPr>
                      <a:r>
                        <a:rPr lang="en-US" sz="2000" b="1">
                          <a:effectLst/>
                        </a:rPr>
                        <a:t>I</a:t>
                      </a:r>
                      <a:endParaRPr lang="es-PE" sz="2000" b="1">
                        <a:effectLst/>
                        <a:latin typeface="Times New Roman"/>
                        <a:ea typeface="Times New Roman"/>
                      </a:endParaRPr>
                    </a:p>
                  </a:txBody>
                  <a:tcPr marL="44450" marR="44450" marT="0" marB="0">
                    <a:solidFill>
                      <a:srgbClr val="FFFF00"/>
                    </a:solidFill>
                  </a:tcPr>
                </a:tc>
                <a:tc>
                  <a:txBody>
                    <a:bodyPr/>
                    <a:lstStyle/>
                    <a:p>
                      <a:pPr algn="ctr">
                        <a:spcAft>
                          <a:spcPts val="0"/>
                        </a:spcAft>
                      </a:pPr>
                      <a:r>
                        <a:rPr lang="en-US" sz="2000" b="1">
                          <a:effectLst/>
                        </a:rPr>
                        <a:t>3</a:t>
                      </a:r>
                      <a:endParaRPr lang="es-PE" sz="2000" b="1">
                        <a:effectLst/>
                        <a:latin typeface="Times New Roman"/>
                        <a:ea typeface="Times New Roman"/>
                      </a:endParaRPr>
                    </a:p>
                  </a:txBody>
                  <a:tcPr marL="44450" marR="44450" marT="0" marB="0">
                    <a:solidFill>
                      <a:srgbClr val="FFFF00"/>
                    </a:solidFill>
                  </a:tcPr>
                </a:tc>
                <a:tc>
                  <a:txBody>
                    <a:bodyPr/>
                    <a:lstStyle/>
                    <a:p>
                      <a:pPr algn="ctr">
                        <a:spcAft>
                          <a:spcPts val="0"/>
                        </a:spcAft>
                      </a:pPr>
                      <a:r>
                        <a:rPr lang="en-US" sz="2000" b="1" dirty="0">
                          <a:effectLst/>
                        </a:rPr>
                        <a:t>A</a:t>
                      </a:r>
                      <a:endParaRPr lang="es-PE" sz="2000" b="1" dirty="0">
                        <a:effectLst/>
                        <a:latin typeface="Times New Roman"/>
                        <a:ea typeface="Times New Roman"/>
                      </a:endParaRPr>
                    </a:p>
                  </a:txBody>
                  <a:tcPr marL="44450" marR="44450" marT="0" marB="0">
                    <a:solidFill>
                      <a:srgbClr val="FFFF00"/>
                    </a:solidFill>
                  </a:tcPr>
                </a:tc>
                <a:extLst>
                  <a:ext uri="{0D108BD9-81ED-4DB2-BD59-A6C34878D82A}">
                    <a16:rowId xmlns:a16="http://schemas.microsoft.com/office/drawing/2014/main" val="10009"/>
                  </a:ext>
                </a:extLst>
              </a:tr>
              <a:tr h="273705">
                <a:tc>
                  <a:txBody>
                    <a:bodyPr/>
                    <a:lstStyle/>
                    <a:p>
                      <a:pPr algn="ctr">
                        <a:spcAft>
                          <a:spcPts val="0"/>
                        </a:spcAft>
                      </a:pPr>
                      <a:r>
                        <a:rPr lang="en-US" sz="2000" b="1">
                          <a:effectLst/>
                        </a:rPr>
                        <a:t>J</a:t>
                      </a:r>
                      <a:endParaRPr lang="es-PE" sz="2000" b="1">
                        <a:effectLst/>
                        <a:latin typeface="Times New Roman"/>
                        <a:ea typeface="Times New Roman"/>
                      </a:endParaRPr>
                    </a:p>
                  </a:txBody>
                  <a:tcPr marL="44450" marR="44450" marT="0" marB="0">
                    <a:solidFill>
                      <a:srgbClr val="FFFF00"/>
                    </a:solidFill>
                  </a:tcPr>
                </a:tc>
                <a:tc>
                  <a:txBody>
                    <a:bodyPr/>
                    <a:lstStyle/>
                    <a:p>
                      <a:pPr algn="ctr">
                        <a:spcAft>
                          <a:spcPts val="0"/>
                        </a:spcAft>
                      </a:pPr>
                      <a:r>
                        <a:rPr lang="en-US" sz="2000" b="1">
                          <a:effectLst/>
                        </a:rPr>
                        <a:t>2</a:t>
                      </a:r>
                      <a:endParaRPr lang="es-PE" sz="2000" b="1">
                        <a:effectLst/>
                        <a:latin typeface="Times New Roman"/>
                        <a:ea typeface="Times New Roman"/>
                      </a:endParaRPr>
                    </a:p>
                  </a:txBody>
                  <a:tcPr marL="44450" marR="44450" marT="0" marB="0">
                    <a:solidFill>
                      <a:srgbClr val="FFFF00"/>
                    </a:solidFill>
                  </a:tcPr>
                </a:tc>
                <a:tc>
                  <a:txBody>
                    <a:bodyPr/>
                    <a:lstStyle/>
                    <a:p>
                      <a:pPr algn="ctr">
                        <a:spcAft>
                          <a:spcPts val="0"/>
                        </a:spcAft>
                      </a:pPr>
                      <a:r>
                        <a:rPr lang="en-US" sz="2000" b="1" dirty="0" err="1">
                          <a:effectLst/>
                        </a:rPr>
                        <a:t>EGH</a:t>
                      </a:r>
                      <a:endParaRPr lang="es-PE" sz="2000" b="1" dirty="0">
                        <a:effectLst/>
                        <a:latin typeface="Times New Roman"/>
                        <a:ea typeface="Times New Roman"/>
                      </a:endParaRPr>
                    </a:p>
                  </a:txBody>
                  <a:tcPr marL="44450" marR="44450" marT="0" marB="0">
                    <a:solidFill>
                      <a:srgbClr val="FFFF00"/>
                    </a:solidFill>
                  </a:tcPr>
                </a:tc>
                <a:extLst>
                  <a:ext uri="{0D108BD9-81ED-4DB2-BD59-A6C34878D82A}">
                    <a16:rowId xmlns:a16="http://schemas.microsoft.com/office/drawing/2014/main" val="10010"/>
                  </a:ext>
                </a:extLst>
              </a:tr>
              <a:tr h="273705">
                <a:tc>
                  <a:txBody>
                    <a:bodyPr/>
                    <a:lstStyle/>
                    <a:p>
                      <a:pPr algn="ctr">
                        <a:spcAft>
                          <a:spcPts val="0"/>
                        </a:spcAft>
                      </a:pPr>
                      <a:r>
                        <a:rPr lang="en-US" sz="2000" b="1">
                          <a:effectLst/>
                        </a:rPr>
                        <a:t>K</a:t>
                      </a:r>
                      <a:endParaRPr lang="es-PE" sz="2000" b="1">
                        <a:effectLst/>
                        <a:latin typeface="Times New Roman"/>
                        <a:ea typeface="Times New Roman"/>
                      </a:endParaRPr>
                    </a:p>
                  </a:txBody>
                  <a:tcPr marL="44450" marR="44450" marT="0" marB="0">
                    <a:solidFill>
                      <a:srgbClr val="FFFF00"/>
                    </a:solidFill>
                  </a:tcPr>
                </a:tc>
                <a:tc>
                  <a:txBody>
                    <a:bodyPr/>
                    <a:lstStyle/>
                    <a:p>
                      <a:pPr algn="ctr">
                        <a:spcAft>
                          <a:spcPts val="0"/>
                        </a:spcAft>
                      </a:pPr>
                      <a:r>
                        <a:rPr lang="en-US" sz="2000" b="1">
                          <a:effectLst/>
                        </a:rPr>
                        <a:t>3</a:t>
                      </a:r>
                      <a:endParaRPr lang="es-PE" sz="2000" b="1">
                        <a:effectLst/>
                        <a:latin typeface="Times New Roman"/>
                        <a:ea typeface="Times New Roman"/>
                      </a:endParaRPr>
                    </a:p>
                  </a:txBody>
                  <a:tcPr marL="44450" marR="44450" marT="0" marB="0">
                    <a:solidFill>
                      <a:srgbClr val="FFFF00"/>
                    </a:solidFill>
                  </a:tcPr>
                </a:tc>
                <a:tc>
                  <a:txBody>
                    <a:bodyPr/>
                    <a:lstStyle/>
                    <a:p>
                      <a:pPr algn="ctr">
                        <a:spcAft>
                          <a:spcPts val="0"/>
                        </a:spcAft>
                      </a:pPr>
                      <a:r>
                        <a:rPr lang="en-US" sz="2000" b="1" dirty="0" err="1">
                          <a:effectLst/>
                        </a:rPr>
                        <a:t>FI,J</a:t>
                      </a:r>
                      <a:endParaRPr lang="es-PE" sz="2000" b="1" dirty="0">
                        <a:effectLst/>
                        <a:latin typeface="Times New Roman"/>
                        <a:ea typeface="Times New Roman"/>
                      </a:endParaRPr>
                    </a:p>
                  </a:txBody>
                  <a:tcPr marL="44450" marR="44450" marT="0" marB="0">
                    <a:solidFill>
                      <a:srgbClr val="FFFF00"/>
                    </a:solidFill>
                  </a:tcPr>
                </a:tc>
                <a:extLst>
                  <a:ext uri="{0D108BD9-81ED-4DB2-BD59-A6C34878D82A}">
                    <a16:rowId xmlns:a16="http://schemas.microsoft.com/office/drawing/2014/main" val="10011"/>
                  </a:ext>
                </a:extLst>
              </a:tr>
            </a:tbl>
          </a:graphicData>
        </a:graphic>
      </p:graphicFrame>
      <p:graphicFrame>
        <p:nvGraphicFramePr>
          <p:cNvPr id="5" name="4 Tabla"/>
          <p:cNvGraphicFramePr>
            <a:graphicFrameLocks noGrp="1"/>
          </p:cNvGraphicFramePr>
          <p:nvPr/>
        </p:nvGraphicFramePr>
        <p:xfrm>
          <a:off x="1631505" y="5469571"/>
          <a:ext cx="2592363" cy="731520"/>
        </p:xfrm>
        <a:graphic>
          <a:graphicData uri="http://schemas.openxmlformats.org/drawingml/2006/table">
            <a:tbl>
              <a:tblPr>
                <a:tableStyleId>{5C22544A-7EE6-4342-B048-85BDC9FD1C3A}</a:tableStyleId>
              </a:tblPr>
              <a:tblGrid>
                <a:gridCol w="2592363">
                  <a:extLst>
                    <a:ext uri="{9D8B030D-6E8A-4147-A177-3AD203B41FA5}">
                      <a16:colId xmlns:a16="http://schemas.microsoft.com/office/drawing/2014/main" val="20000"/>
                    </a:ext>
                  </a:extLst>
                </a:gridCol>
              </a:tblGrid>
              <a:tr h="487646">
                <a:tc>
                  <a:txBody>
                    <a:bodyPr/>
                    <a:lstStyle/>
                    <a:p>
                      <a:pPr algn="l">
                        <a:spcAft>
                          <a:spcPts val="0"/>
                        </a:spcAft>
                      </a:pPr>
                      <a:r>
                        <a:rPr lang="es-ES_tradnl" sz="1600" dirty="0">
                          <a:effectLst/>
                        </a:rPr>
                        <a:t>RUTA CRÍTICA: </a:t>
                      </a:r>
                      <a:r>
                        <a:rPr lang="es-ES_tradnl" sz="1600" dirty="0" err="1">
                          <a:effectLst/>
                        </a:rPr>
                        <a:t>BDHJK</a:t>
                      </a:r>
                      <a:endParaRPr lang="es-ES_tradnl" sz="1600" dirty="0">
                        <a:effectLst/>
                      </a:endParaRPr>
                    </a:p>
                    <a:p>
                      <a:pPr algn="l">
                        <a:spcAft>
                          <a:spcPts val="0"/>
                        </a:spcAft>
                      </a:pPr>
                      <a:endParaRPr lang="es-ES_tradnl" sz="1600" dirty="0">
                        <a:effectLst/>
                      </a:endParaRPr>
                    </a:p>
                    <a:p>
                      <a:pPr algn="l">
                        <a:spcAft>
                          <a:spcPts val="0"/>
                        </a:spcAft>
                      </a:pPr>
                      <a:r>
                        <a:rPr lang="es-ES_tradnl" sz="1600" dirty="0">
                          <a:effectLst/>
                        </a:rPr>
                        <a:t>DURACIÓN:  15 días</a:t>
                      </a:r>
                      <a:endParaRPr lang="es-PE" sz="1600" dirty="0">
                        <a:effectLst/>
                        <a:latin typeface="Times New Roman"/>
                        <a:ea typeface="Times New Roman"/>
                      </a:endParaRPr>
                    </a:p>
                  </a:txBody>
                  <a:tcPr marL="44450" marR="44450" marT="0" marB="0"/>
                </a:tc>
                <a:extLst>
                  <a:ext uri="{0D108BD9-81ED-4DB2-BD59-A6C34878D82A}">
                    <a16:rowId xmlns:a16="http://schemas.microsoft.com/office/drawing/2014/main" val="10000"/>
                  </a:ext>
                </a:extLst>
              </a:tr>
            </a:tbl>
          </a:graphicData>
        </a:graphic>
      </p:graphicFrame>
      <p:grpSp>
        <p:nvGrpSpPr>
          <p:cNvPr id="6" name="Group 175"/>
          <p:cNvGrpSpPr>
            <a:grpSpLocks/>
          </p:cNvGrpSpPr>
          <p:nvPr/>
        </p:nvGrpSpPr>
        <p:grpSpPr bwMode="auto">
          <a:xfrm>
            <a:off x="3538068" y="3634706"/>
            <a:ext cx="447675" cy="468313"/>
            <a:chOff x="1695" y="6990"/>
            <a:chExt cx="420" cy="420"/>
          </a:xfrm>
        </p:grpSpPr>
        <p:sp>
          <p:nvSpPr>
            <p:cNvPr id="7" name="Oval 178"/>
            <p:cNvSpPr>
              <a:spLocks noChangeArrowheads="1"/>
            </p:cNvSpPr>
            <p:nvPr/>
          </p:nvSpPr>
          <p:spPr bwMode="auto">
            <a:xfrm>
              <a:off x="1695" y="6990"/>
              <a:ext cx="420" cy="42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s-PE"/>
            </a:p>
          </p:txBody>
        </p:sp>
        <p:sp>
          <p:nvSpPr>
            <p:cNvPr id="8" name="Line 177"/>
            <p:cNvSpPr>
              <a:spLocks noChangeShapeType="1"/>
            </p:cNvSpPr>
            <p:nvPr/>
          </p:nvSpPr>
          <p:spPr bwMode="auto">
            <a:xfrm>
              <a:off x="1710" y="7125"/>
              <a:ext cx="39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sp>
          <p:nvSpPr>
            <p:cNvPr id="9" name="Line 176"/>
            <p:cNvSpPr>
              <a:spLocks noChangeShapeType="1"/>
            </p:cNvSpPr>
            <p:nvPr/>
          </p:nvSpPr>
          <p:spPr bwMode="auto">
            <a:xfrm>
              <a:off x="1905" y="7125"/>
              <a:ext cx="0" cy="28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grpSp>
      <p:grpSp>
        <p:nvGrpSpPr>
          <p:cNvPr id="10" name="Group 171"/>
          <p:cNvGrpSpPr>
            <a:grpSpLocks/>
          </p:cNvGrpSpPr>
          <p:nvPr/>
        </p:nvGrpSpPr>
        <p:grpSpPr bwMode="auto">
          <a:xfrm>
            <a:off x="4696943" y="1853324"/>
            <a:ext cx="447675" cy="468313"/>
            <a:chOff x="1695" y="6990"/>
            <a:chExt cx="420" cy="420"/>
          </a:xfrm>
        </p:grpSpPr>
        <p:sp>
          <p:nvSpPr>
            <p:cNvPr id="11" name="Oval 174"/>
            <p:cNvSpPr>
              <a:spLocks noChangeArrowheads="1"/>
            </p:cNvSpPr>
            <p:nvPr/>
          </p:nvSpPr>
          <p:spPr bwMode="auto">
            <a:xfrm>
              <a:off x="1695" y="6990"/>
              <a:ext cx="420" cy="42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s-PE"/>
            </a:p>
          </p:txBody>
        </p:sp>
        <p:sp>
          <p:nvSpPr>
            <p:cNvPr id="12" name="Line 173"/>
            <p:cNvSpPr>
              <a:spLocks noChangeShapeType="1"/>
            </p:cNvSpPr>
            <p:nvPr/>
          </p:nvSpPr>
          <p:spPr bwMode="auto">
            <a:xfrm>
              <a:off x="1710" y="7125"/>
              <a:ext cx="39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sp>
          <p:nvSpPr>
            <p:cNvPr id="13" name="Line 172"/>
            <p:cNvSpPr>
              <a:spLocks noChangeShapeType="1"/>
            </p:cNvSpPr>
            <p:nvPr/>
          </p:nvSpPr>
          <p:spPr bwMode="auto">
            <a:xfrm>
              <a:off x="1905" y="7125"/>
              <a:ext cx="0" cy="28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grpSp>
      <p:sp>
        <p:nvSpPr>
          <p:cNvPr id="14" name="Text Box 170"/>
          <p:cNvSpPr txBox="1">
            <a:spLocks noChangeArrowheads="1"/>
          </p:cNvSpPr>
          <p:nvPr/>
        </p:nvSpPr>
        <p:spPr bwMode="auto">
          <a:xfrm>
            <a:off x="4698529" y="1994928"/>
            <a:ext cx="687388"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r>
              <a:rPr lang="es-ES_tradnl" sz="1000" dirty="0">
                <a:solidFill>
                  <a:schemeClr val="bg2">
                    <a:lumMod val="50000"/>
                  </a:schemeClr>
                </a:solidFill>
                <a:latin typeface="Arial" pitchFamily="34" charset="0"/>
                <a:ea typeface="Times New Roman" pitchFamily="18" charset="0"/>
                <a:cs typeface="Arial" pitchFamily="34" charset="0"/>
              </a:rPr>
              <a:t>2</a:t>
            </a:r>
            <a:r>
              <a:rPr lang="es-ES_tradnl" sz="1000" dirty="0">
                <a:latin typeface="Arial" pitchFamily="34" charset="0"/>
                <a:ea typeface="Times New Roman" pitchFamily="18" charset="0"/>
                <a:cs typeface="Arial" pitchFamily="34" charset="0"/>
              </a:rPr>
              <a:t>    5</a:t>
            </a:r>
            <a:endParaRPr lang="es-ES_tradnl" dirty="0">
              <a:latin typeface="Arial" pitchFamily="34" charset="0"/>
              <a:cs typeface="Arial" pitchFamily="34" charset="0"/>
            </a:endParaRPr>
          </a:p>
        </p:txBody>
      </p:sp>
      <p:grpSp>
        <p:nvGrpSpPr>
          <p:cNvPr id="20" name="Group 161"/>
          <p:cNvGrpSpPr>
            <a:grpSpLocks/>
          </p:cNvGrpSpPr>
          <p:nvPr/>
        </p:nvGrpSpPr>
        <p:grpSpPr bwMode="auto">
          <a:xfrm>
            <a:off x="4808068" y="5700043"/>
            <a:ext cx="447675" cy="468312"/>
            <a:chOff x="1695" y="6990"/>
            <a:chExt cx="420" cy="420"/>
          </a:xfrm>
        </p:grpSpPr>
        <p:sp>
          <p:nvSpPr>
            <p:cNvPr id="21" name="Oval 164"/>
            <p:cNvSpPr>
              <a:spLocks noChangeArrowheads="1"/>
            </p:cNvSpPr>
            <p:nvPr/>
          </p:nvSpPr>
          <p:spPr bwMode="auto">
            <a:xfrm>
              <a:off x="1695" y="6990"/>
              <a:ext cx="420" cy="42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s-PE"/>
            </a:p>
          </p:txBody>
        </p:sp>
        <p:sp>
          <p:nvSpPr>
            <p:cNvPr id="22" name="Line 163"/>
            <p:cNvSpPr>
              <a:spLocks noChangeShapeType="1"/>
            </p:cNvSpPr>
            <p:nvPr/>
          </p:nvSpPr>
          <p:spPr bwMode="auto">
            <a:xfrm>
              <a:off x="1710" y="7125"/>
              <a:ext cx="39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sp>
          <p:nvSpPr>
            <p:cNvPr id="23" name="Line 162"/>
            <p:cNvSpPr>
              <a:spLocks noChangeShapeType="1"/>
            </p:cNvSpPr>
            <p:nvPr/>
          </p:nvSpPr>
          <p:spPr bwMode="auto">
            <a:xfrm>
              <a:off x="1905" y="7125"/>
              <a:ext cx="0" cy="28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grpSp>
      <p:sp>
        <p:nvSpPr>
          <p:cNvPr id="24" name="Text Box 160"/>
          <p:cNvSpPr txBox="1">
            <a:spLocks noChangeArrowheads="1"/>
          </p:cNvSpPr>
          <p:nvPr/>
        </p:nvSpPr>
        <p:spPr bwMode="auto">
          <a:xfrm>
            <a:off x="4782667" y="5881019"/>
            <a:ext cx="519112" cy="33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r>
              <a:rPr lang="es-ES_tradnl" sz="1000" dirty="0">
                <a:solidFill>
                  <a:schemeClr val="bg2">
                    <a:lumMod val="50000"/>
                  </a:schemeClr>
                </a:solidFill>
                <a:latin typeface="Arial" pitchFamily="34" charset="0"/>
                <a:ea typeface="Times New Roman" pitchFamily="18" charset="0"/>
                <a:cs typeface="Arial" pitchFamily="34" charset="0"/>
              </a:rPr>
              <a:t>3</a:t>
            </a:r>
            <a:r>
              <a:rPr lang="es-ES_tradnl" sz="1000" dirty="0">
                <a:latin typeface="Arial" pitchFamily="34" charset="0"/>
                <a:ea typeface="Times New Roman" pitchFamily="18" charset="0"/>
                <a:cs typeface="Arial" pitchFamily="34" charset="0"/>
              </a:rPr>
              <a:t>    3</a:t>
            </a:r>
            <a:endParaRPr lang="es-ES_tradnl" dirty="0">
              <a:latin typeface="Arial" pitchFamily="34" charset="0"/>
              <a:cs typeface="Arial" pitchFamily="34" charset="0"/>
            </a:endParaRPr>
          </a:p>
        </p:txBody>
      </p:sp>
      <p:grpSp>
        <p:nvGrpSpPr>
          <p:cNvPr id="30" name="Group 151"/>
          <p:cNvGrpSpPr>
            <a:grpSpLocks/>
          </p:cNvGrpSpPr>
          <p:nvPr/>
        </p:nvGrpSpPr>
        <p:grpSpPr bwMode="auto">
          <a:xfrm>
            <a:off x="5556322" y="3647406"/>
            <a:ext cx="447675" cy="468312"/>
            <a:chOff x="1695" y="6990"/>
            <a:chExt cx="420" cy="420"/>
          </a:xfrm>
        </p:grpSpPr>
        <p:sp>
          <p:nvSpPr>
            <p:cNvPr id="31" name="Oval 154"/>
            <p:cNvSpPr>
              <a:spLocks noChangeArrowheads="1"/>
            </p:cNvSpPr>
            <p:nvPr/>
          </p:nvSpPr>
          <p:spPr bwMode="auto">
            <a:xfrm>
              <a:off x="1695" y="6990"/>
              <a:ext cx="420" cy="42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s-PE"/>
            </a:p>
          </p:txBody>
        </p:sp>
        <p:sp>
          <p:nvSpPr>
            <p:cNvPr id="32" name="Line 153"/>
            <p:cNvSpPr>
              <a:spLocks noChangeShapeType="1"/>
            </p:cNvSpPr>
            <p:nvPr/>
          </p:nvSpPr>
          <p:spPr bwMode="auto">
            <a:xfrm>
              <a:off x="1710" y="7125"/>
              <a:ext cx="39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sp>
          <p:nvSpPr>
            <p:cNvPr id="33" name="Line 152"/>
            <p:cNvSpPr>
              <a:spLocks noChangeShapeType="1"/>
            </p:cNvSpPr>
            <p:nvPr/>
          </p:nvSpPr>
          <p:spPr bwMode="auto">
            <a:xfrm>
              <a:off x="1905" y="7125"/>
              <a:ext cx="0" cy="28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grpSp>
      <p:sp>
        <p:nvSpPr>
          <p:cNvPr id="34" name="Text Box 150"/>
          <p:cNvSpPr txBox="1">
            <a:spLocks noChangeArrowheads="1"/>
          </p:cNvSpPr>
          <p:nvPr/>
        </p:nvSpPr>
        <p:spPr bwMode="auto">
          <a:xfrm>
            <a:off x="5507015" y="3816579"/>
            <a:ext cx="571759" cy="237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r>
              <a:rPr lang="es-ES_tradnl" sz="1000" dirty="0">
                <a:latin typeface="Arial" pitchFamily="34" charset="0"/>
                <a:ea typeface="Times New Roman" pitchFamily="18" charset="0"/>
                <a:cs typeface="Arial" pitchFamily="34" charset="0"/>
              </a:rPr>
              <a:t>  </a:t>
            </a:r>
            <a:r>
              <a:rPr lang="es-ES_tradnl" sz="1000" dirty="0">
                <a:solidFill>
                  <a:schemeClr val="bg2">
                    <a:lumMod val="50000"/>
                  </a:schemeClr>
                </a:solidFill>
                <a:latin typeface="Arial" pitchFamily="34" charset="0"/>
                <a:ea typeface="Times New Roman" pitchFamily="18" charset="0"/>
                <a:cs typeface="Arial" pitchFamily="34" charset="0"/>
              </a:rPr>
              <a:t>6 </a:t>
            </a:r>
            <a:r>
              <a:rPr lang="es-ES_tradnl" sz="1000" dirty="0">
                <a:latin typeface="Arial" pitchFamily="34" charset="0"/>
                <a:ea typeface="Times New Roman" pitchFamily="18" charset="0"/>
                <a:cs typeface="Arial" pitchFamily="34" charset="0"/>
              </a:rPr>
              <a:t>   9</a:t>
            </a:r>
            <a:endParaRPr lang="es-ES_tradnl" dirty="0">
              <a:latin typeface="Arial" pitchFamily="34" charset="0"/>
              <a:cs typeface="Arial" pitchFamily="34" charset="0"/>
            </a:endParaRPr>
          </a:p>
        </p:txBody>
      </p:sp>
      <p:grpSp>
        <p:nvGrpSpPr>
          <p:cNvPr id="35" name="Group 146"/>
          <p:cNvGrpSpPr>
            <a:grpSpLocks/>
          </p:cNvGrpSpPr>
          <p:nvPr/>
        </p:nvGrpSpPr>
        <p:grpSpPr bwMode="auto">
          <a:xfrm>
            <a:off x="7163615" y="1819228"/>
            <a:ext cx="446087" cy="468313"/>
            <a:chOff x="1695" y="6990"/>
            <a:chExt cx="420" cy="420"/>
          </a:xfrm>
        </p:grpSpPr>
        <p:sp>
          <p:nvSpPr>
            <p:cNvPr id="36" name="Oval 149"/>
            <p:cNvSpPr>
              <a:spLocks noChangeArrowheads="1"/>
            </p:cNvSpPr>
            <p:nvPr/>
          </p:nvSpPr>
          <p:spPr bwMode="auto">
            <a:xfrm>
              <a:off x="1695" y="6990"/>
              <a:ext cx="420" cy="42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s-PE"/>
            </a:p>
          </p:txBody>
        </p:sp>
        <p:sp>
          <p:nvSpPr>
            <p:cNvPr id="37" name="Line 148"/>
            <p:cNvSpPr>
              <a:spLocks noChangeShapeType="1"/>
            </p:cNvSpPr>
            <p:nvPr/>
          </p:nvSpPr>
          <p:spPr bwMode="auto">
            <a:xfrm>
              <a:off x="1710" y="7125"/>
              <a:ext cx="39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sp>
          <p:nvSpPr>
            <p:cNvPr id="38" name="Line 147"/>
            <p:cNvSpPr>
              <a:spLocks noChangeShapeType="1"/>
            </p:cNvSpPr>
            <p:nvPr/>
          </p:nvSpPr>
          <p:spPr bwMode="auto">
            <a:xfrm>
              <a:off x="1905" y="7125"/>
              <a:ext cx="0" cy="28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grpSp>
      <p:sp>
        <p:nvSpPr>
          <p:cNvPr id="39" name="Text Box 145"/>
          <p:cNvSpPr txBox="1">
            <a:spLocks noChangeArrowheads="1"/>
          </p:cNvSpPr>
          <p:nvPr/>
        </p:nvSpPr>
        <p:spPr bwMode="auto">
          <a:xfrm>
            <a:off x="7112432" y="1938178"/>
            <a:ext cx="688975"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r>
              <a:rPr lang="es-ES_tradnl" sz="1000" dirty="0">
                <a:solidFill>
                  <a:schemeClr val="bg2">
                    <a:lumMod val="50000"/>
                  </a:schemeClr>
                </a:solidFill>
                <a:latin typeface="Arial" pitchFamily="34" charset="0"/>
                <a:ea typeface="Times New Roman" pitchFamily="18" charset="0"/>
                <a:cs typeface="Arial" pitchFamily="34" charset="0"/>
              </a:rPr>
              <a:t> 5   </a:t>
            </a:r>
            <a:r>
              <a:rPr lang="es-ES_tradnl" sz="1000" dirty="0">
                <a:latin typeface="Arial" pitchFamily="34" charset="0"/>
                <a:ea typeface="Times New Roman" pitchFamily="18" charset="0"/>
                <a:cs typeface="Arial" pitchFamily="34" charset="0"/>
              </a:rPr>
              <a:t>12</a:t>
            </a:r>
            <a:endParaRPr lang="es-ES_tradnl" dirty="0">
              <a:latin typeface="Arial" pitchFamily="34" charset="0"/>
              <a:cs typeface="Arial" pitchFamily="34" charset="0"/>
            </a:endParaRPr>
          </a:p>
        </p:txBody>
      </p:sp>
      <p:grpSp>
        <p:nvGrpSpPr>
          <p:cNvPr id="40" name="Group 141"/>
          <p:cNvGrpSpPr>
            <a:grpSpLocks/>
          </p:cNvGrpSpPr>
          <p:nvPr/>
        </p:nvGrpSpPr>
        <p:grpSpPr bwMode="auto">
          <a:xfrm>
            <a:off x="10034338" y="3701882"/>
            <a:ext cx="447675" cy="468312"/>
            <a:chOff x="1695" y="6990"/>
            <a:chExt cx="420" cy="420"/>
          </a:xfrm>
        </p:grpSpPr>
        <p:sp>
          <p:nvSpPr>
            <p:cNvPr id="41" name="Oval 144"/>
            <p:cNvSpPr>
              <a:spLocks noChangeArrowheads="1"/>
            </p:cNvSpPr>
            <p:nvPr/>
          </p:nvSpPr>
          <p:spPr bwMode="auto">
            <a:xfrm>
              <a:off x="1695" y="6990"/>
              <a:ext cx="420" cy="42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s-PE"/>
            </a:p>
          </p:txBody>
        </p:sp>
        <p:sp>
          <p:nvSpPr>
            <p:cNvPr id="42" name="Line 143"/>
            <p:cNvSpPr>
              <a:spLocks noChangeShapeType="1"/>
            </p:cNvSpPr>
            <p:nvPr/>
          </p:nvSpPr>
          <p:spPr bwMode="auto">
            <a:xfrm>
              <a:off x="1710" y="7125"/>
              <a:ext cx="39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sp>
          <p:nvSpPr>
            <p:cNvPr id="43" name="Line 142"/>
            <p:cNvSpPr>
              <a:spLocks noChangeShapeType="1"/>
            </p:cNvSpPr>
            <p:nvPr/>
          </p:nvSpPr>
          <p:spPr bwMode="auto">
            <a:xfrm>
              <a:off x="1905" y="7125"/>
              <a:ext cx="0" cy="28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grpSp>
      <p:sp>
        <p:nvSpPr>
          <p:cNvPr id="44" name="Text Box 140"/>
          <p:cNvSpPr txBox="1">
            <a:spLocks noChangeArrowheads="1"/>
          </p:cNvSpPr>
          <p:nvPr/>
        </p:nvSpPr>
        <p:spPr bwMode="auto">
          <a:xfrm>
            <a:off x="9945031" y="3832726"/>
            <a:ext cx="658264" cy="29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r>
              <a:rPr lang="es-ES_tradnl" sz="1100" dirty="0">
                <a:solidFill>
                  <a:schemeClr val="bg2">
                    <a:lumMod val="50000"/>
                  </a:schemeClr>
                </a:solidFill>
                <a:latin typeface="Arial" pitchFamily="34" charset="0"/>
                <a:ea typeface="Times New Roman" pitchFamily="18" charset="0"/>
                <a:cs typeface="Arial" pitchFamily="34" charset="0"/>
              </a:rPr>
              <a:t> 15  </a:t>
            </a:r>
            <a:r>
              <a:rPr lang="es-ES_tradnl" sz="1100" dirty="0">
                <a:latin typeface="Arial" pitchFamily="34" charset="0"/>
                <a:ea typeface="Times New Roman" pitchFamily="18" charset="0"/>
                <a:cs typeface="Arial" pitchFamily="34" charset="0"/>
              </a:rPr>
              <a:t>15</a:t>
            </a:r>
            <a:endParaRPr lang="es-ES_tradnl" dirty="0">
              <a:latin typeface="Arial" pitchFamily="34" charset="0"/>
              <a:cs typeface="Arial" pitchFamily="34" charset="0"/>
            </a:endParaRPr>
          </a:p>
        </p:txBody>
      </p:sp>
      <p:sp>
        <p:nvSpPr>
          <p:cNvPr id="45" name="Line 139"/>
          <p:cNvSpPr>
            <a:spLocks noChangeShapeType="1"/>
          </p:cNvSpPr>
          <p:nvPr/>
        </p:nvSpPr>
        <p:spPr bwMode="auto">
          <a:xfrm flipV="1">
            <a:off x="3819054" y="2232259"/>
            <a:ext cx="941062" cy="144848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sp>
        <p:nvSpPr>
          <p:cNvPr id="46" name="Line 138"/>
          <p:cNvSpPr>
            <a:spLocks noChangeShapeType="1"/>
          </p:cNvSpPr>
          <p:nvPr/>
        </p:nvSpPr>
        <p:spPr bwMode="auto">
          <a:xfrm flipV="1">
            <a:off x="5239753" y="4103428"/>
            <a:ext cx="1988024" cy="177759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sp>
        <p:nvSpPr>
          <p:cNvPr id="47" name="Line 137"/>
          <p:cNvSpPr>
            <a:spLocks noChangeShapeType="1"/>
          </p:cNvSpPr>
          <p:nvPr/>
        </p:nvSpPr>
        <p:spPr bwMode="auto">
          <a:xfrm>
            <a:off x="3841279" y="4115718"/>
            <a:ext cx="990600" cy="17018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sp>
        <p:nvSpPr>
          <p:cNvPr id="53" name="Text Box 131"/>
          <p:cNvSpPr txBox="1">
            <a:spLocks noChangeArrowheads="1"/>
          </p:cNvSpPr>
          <p:nvPr/>
        </p:nvSpPr>
        <p:spPr bwMode="auto">
          <a:xfrm>
            <a:off x="3884142" y="2740943"/>
            <a:ext cx="862012"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r>
              <a:rPr lang="es-ES_tradnl" sz="1000">
                <a:solidFill>
                  <a:srgbClr val="0000FF"/>
                </a:solidFill>
                <a:latin typeface="Arial" pitchFamily="34" charset="0"/>
                <a:ea typeface="Times New Roman" pitchFamily="18" charset="0"/>
                <a:cs typeface="Arial" pitchFamily="34" charset="0"/>
              </a:rPr>
              <a:t>A-2</a:t>
            </a:r>
            <a:endParaRPr lang="es-ES_tradnl">
              <a:latin typeface="Arial" pitchFamily="34" charset="0"/>
              <a:cs typeface="Arial" pitchFamily="34" charset="0"/>
            </a:endParaRPr>
          </a:p>
        </p:txBody>
      </p:sp>
      <p:sp>
        <p:nvSpPr>
          <p:cNvPr id="54" name="Text Box 130"/>
          <p:cNvSpPr txBox="1">
            <a:spLocks noChangeArrowheads="1"/>
          </p:cNvSpPr>
          <p:nvPr/>
        </p:nvSpPr>
        <p:spPr bwMode="auto">
          <a:xfrm>
            <a:off x="4746154" y="2840356"/>
            <a:ext cx="668338"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r>
              <a:rPr lang="es-ES_tradnl" sz="1000" dirty="0">
                <a:solidFill>
                  <a:srgbClr val="0000FF"/>
                </a:solidFill>
                <a:latin typeface="Arial" pitchFamily="34" charset="0"/>
                <a:ea typeface="Times New Roman" pitchFamily="18" charset="0"/>
                <a:cs typeface="Arial" pitchFamily="34" charset="0"/>
              </a:rPr>
              <a:t>C-4</a:t>
            </a:r>
            <a:endParaRPr lang="es-ES_tradnl" dirty="0">
              <a:latin typeface="Arial" pitchFamily="34" charset="0"/>
              <a:cs typeface="Arial" pitchFamily="34" charset="0"/>
            </a:endParaRPr>
          </a:p>
        </p:txBody>
      </p:sp>
      <p:sp>
        <p:nvSpPr>
          <p:cNvPr id="55" name="Text Box 129"/>
          <p:cNvSpPr txBox="1">
            <a:spLocks noChangeArrowheads="1"/>
          </p:cNvSpPr>
          <p:nvPr/>
        </p:nvSpPr>
        <p:spPr bwMode="auto">
          <a:xfrm>
            <a:off x="5380273" y="1819513"/>
            <a:ext cx="698500" cy="237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r>
              <a:rPr lang="es-ES_tradnl" sz="1000" dirty="0">
                <a:solidFill>
                  <a:srgbClr val="0000FF"/>
                </a:solidFill>
                <a:latin typeface="Arial" pitchFamily="34" charset="0"/>
                <a:ea typeface="Times New Roman" pitchFamily="18" charset="0"/>
                <a:cs typeface="Arial" pitchFamily="34" charset="0"/>
              </a:rPr>
              <a:t>F-3</a:t>
            </a:r>
            <a:endParaRPr lang="es-ES_tradnl" dirty="0">
              <a:latin typeface="Arial" pitchFamily="34" charset="0"/>
              <a:cs typeface="Arial" pitchFamily="34" charset="0"/>
            </a:endParaRPr>
          </a:p>
        </p:txBody>
      </p:sp>
      <p:sp>
        <p:nvSpPr>
          <p:cNvPr id="56" name="Text Box 128"/>
          <p:cNvSpPr txBox="1">
            <a:spLocks noChangeArrowheads="1"/>
          </p:cNvSpPr>
          <p:nvPr/>
        </p:nvSpPr>
        <p:spPr bwMode="auto">
          <a:xfrm>
            <a:off x="7441894" y="5280369"/>
            <a:ext cx="5349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r>
              <a:rPr lang="es-ES_tradnl" sz="1000" dirty="0">
                <a:solidFill>
                  <a:srgbClr val="0000FF"/>
                </a:solidFill>
                <a:latin typeface="Arial" pitchFamily="34" charset="0"/>
                <a:ea typeface="Times New Roman" pitchFamily="18" charset="0"/>
                <a:cs typeface="Arial" pitchFamily="34" charset="0"/>
              </a:rPr>
              <a:t>H-4</a:t>
            </a:r>
            <a:endParaRPr lang="es-ES_tradnl" dirty="0">
              <a:latin typeface="Arial" pitchFamily="34" charset="0"/>
              <a:cs typeface="Arial" pitchFamily="34" charset="0"/>
            </a:endParaRPr>
          </a:p>
        </p:txBody>
      </p:sp>
      <p:sp>
        <p:nvSpPr>
          <p:cNvPr id="57" name="Text Box 127"/>
          <p:cNvSpPr txBox="1">
            <a:spLocks noChangeArrowheads="1"/>
          </p:cNvSpPr>
          <p:nvPr/>
        </p:nvSpPr>
        <p:spPr bwMode="auto">
          <a:xfrm>
            <a:off x="6434577" y="3667760"/>
            <a:ext cx="40005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r>
              <a:rPr lang="es-ES_tradnl" sz="1000" dirty="0">
                <a:solidFill>
                  <a:srgbClr val="0000FF"/>
                </a:solidFill>
                <a:latin typeface="Arial" pitchFamily="34" charset="0"/>
                <a:ea typeface="Times New Roman" pitchFamily="18" charset="0"/>
                <a:cs typeface="Arial" pitchFamily="34" charset="0"/>
              </a:rPr>
              <a:t>G-1</a:t>
            </a:r>
            <a:endParaRPr lang="es-ES_tradnl" dirty="0">
              <a:latin typeface="Arial" pitchFamily="34" charset="0"/>
              <a:cs typeface="Arial" pitchFamily="34" charset="0"/>
            </a:endParaRPr>
          </a:p>
        </p:txBody>
      </p:sp>
      <p:sp>
        <p:nvSpPr>
          <p:cNvPr id="59" name="Text Box 126"/>
          <p:cNvSpPr txBox="1">
            <a:spLocks noChangeArrowheads="1"/>
          </p:cNvSpPr>
          <p:nvPr/>
        </p:nvSpPr>
        <p:spPr bwMode="auto">
          <a:xfrm>
            <a:off x="3826993" y="4823743"/>
            <a:ext cx="935037"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r>
              <a:rPr lang="es-ES_tradnl" sz="1000" dirty="0">
                <a:solidFill>
                  <a:srgbClr val="0000FF"/>
                </a:solidFill>
                <a:latin typeface="Arial" pitchFamily="34" charset="0"/>
                <a:ea typeface="Times New Roman" pitchFamily="18" charset="0"/>
                <a:cs typeface="Arial" pitchFamily="34" charset="0"/>
              </a:rPr>
              <a:t>B-3</a:t>
            </a:r>
            <a:endParaRPr lang="es-ES_tradnl" dirty="0">
              <a:latin typeface="Arial" pitchFamily="34" charset="0"/>
              <a:cs typeface="Arial" pitchFamily="34" charset="0"/>
            </a:endParaRPr>
          </a:p>
        </p:txBody>
      </p:sp>
      <p:sp>
        <p:nvSpPr>
          <p:cNvPr id="60" name="Text Box 125"/>
          <p:cNvSpPr txBox="1">
            <a:spLocks noChangeArrowheads="1"/>
          </p:cNvSpPr>
          <p:nvPr/>
        </p:nvSpPr>
        <p:spPr bwMode="auto">
          <a:xfrm>
            <a:off x="5973440" y="4725144"/>
            <a:ext cx="482600"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r>
              <a:rPr lang="es-ES_tradnl" sz="1000" dirty="0">
                <a:solidFill>
                  <a:srgbClr val="0000FF"/>
                </a:solidFill>
                <a:latin typeface="Arial" pitchFamily="34" charset="0"/>
                <a:ea typeface="Times New Roman" pitchFamily="18" charset="0"/>
                <a:cs typeface="Arial" pitchFamily="34" charset="0"/>
              </a:rPr>
              <a:t>E-2</a:t>
            </a:r>
            <a:endParaRPr lang="es-ES_tradnl" dirty="0">
              <a:latin typeface="Arial" pitchFamily="34" charset="0"/>
              <a:cs typeface="Arial" pitchFamily="34" charset="0"/>
            </a:endParaRPr>
          </a:p>
        </p:txBody>
      </p:sp>
      <p:sp>
        <p:nvSpPr>
          <p:cNvPr id="62" name="Text Box 123"/>
          <p:cNvSpPr txBox="1">
            <a:spLocks noChangeArrowheads="1"/>
          </p:cNvSpPr>
          <p:nvPr/>
        </p:nvSpPr>
        <p:spPr bwMode="auto">
          <a:xfrm>
            <a:off x="8060913" y="3669000"/>
            <a:ext cx="417513"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r>
              <a:rPr lang="es-ES_tradnl" sz="1000" dirty="0">
                <a:solidFill>
                  <a:srgbClr val="0000FF"/>
                </a:solidFill>
                <a:latin typeface="Arial" pitchFamily="34" charset="0"/>
                <a:ea typeface="Times New Roman" pitchFamily="18" charset="0"/>
                <a:cs typeface="Arial" pitchFamily="34" charset="0"/>
              </a:rPr>
              <a:t>J-2</a:t>
            </a:r>
            <a:endParaRPr lang="es-ES_tradnl" dirty="0">
              <a:latin typeface="Arial" pitchFamily="34" charset="0"/>
              <a:cs typeface="Arial" pitchFamily="34" charset="0"/>
            </a:endParaRPr>
          </a:p>
        </p:txBody>
      </p:sp>
      <p:sp>
        <p:nvSpPr>
          <p:cNvPr id="63" name="Text Box 122"/>
          <p:cNvSpPr txBox="1">
            <a:spLocks noChangeArrowheads="1"/>
          </p:cNvSpPr>
          <p:nvPr/>
        </p:nvSpPr>
        <p:spPr bwMode="auto">
          <a:xfrm>
            <a:off x="9502162" y="3592637"/>
            <a:ext cx="4810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r>
              <a:rPr lang="es-ES_tradnl" sz="1000" dirty="0">
                <a:solidFill>
                  <a:srgbClr val="0000FF"/>
                </a:solidFill>
                <a:latin typeface="Arial" pitchFamily="34" charset="0"/>
                <a:ea typeface="Times New Roman" pitchFamily="18" charset="0"/>
                <a:cs typeface="Arial" pitchFamily="34" charset="0"/>
              </a:rPr>
              <a:t>K-3</a:t>
            </a:r>
            <a:endParaRPr lang="es-ES_tradnl" dirty="0">
              <a:latin typeface="Arial" pitchFamily="34" charset="0"/>
              <a:cs typeface="Arial" pitchFamily="34" charset="0"/>
            </a:endParaRPr>
          </a:p>
        </p:txBody>
      </p:sp>
      <p:grpSp>
        <p:nvGrpSpPr>
          <p:cNvPr id="65" name="Group 117"/>
          <p:cNvGrpSpPr>
            <a:grpSpLocks/>
          </p:cNvGrpSpPr>
          <p:nvPr/>
        </p:nvGrpSpPr>
        <p:grpSpPr bwMode="auto">
          <a:xfrm>
            <a:off x="7211789" y="3689474"/>
            <a:ext cx="447675" cy="468313"/>
            <a:chOff x="1695" y="6990"/>
            <a:chExt cx="420" cy="420"/>
          </a:xfrm>
        </p:grpSpPr>
        <p:sp>
          <p:nvSpPr>
            <p:cNvPr id="66" name="Oval 120"/>
            <p:cNvSpPr>
              <a:spLocks noChangeArrowheads="1"/>
            </p:cNvSpPr>
            <p:nvPr/>
          </p:nvSpPr>
          <p:spPr bwMode="auto">
            <a:xfrm>
              <a:off x="1695" y="6990"/>
              <a:ext cx="420" cy="42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s-PE"/>
            </a:p>
          </p:txBody>
        </p:sp>
        <p:sp>
          <p:nvSpPr>
            <p:cNvPr id="67" name="Line 119"/>
            <p:cNvSpPr>
              <a:spLocks noChangeShapeType="1"/>
            </p:cNvSpPr>
            <p:nvPr/>
          </p:nvSpPr>
          <p:spPr bwMode="auto">
            <a:xfrm>
              <a:off x="1710" y="7125"/>
              <a:ext cx="39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sp>
          <p:nvSpPr>
            <p:cNvPr id="68" name="Line 118"/>
            <p:cNvSpPr>
              <a:spLocks noChangeShapeType="1"/>
            </p:cNvSpPr>
            <p:nvPr/>
          </p:nvSpPr>
          <p:spPr bwMode="auto">
            <a:xfrm>
              <a:off x="1905" y="7125"/>
              <a:ext cx="0" cy="28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grpSp>
      <p:sp>
        <p:nvSpPr>
          <p:cNvPr id="69" name="Text Box 116"/>
          <p:cNvSpPr txBox="1">
            <a:spLocks noChangeArrowheads="1"/>
          </p:cNvSpPr>
          <p:nvPr/>
        </p:nvSpPr>
        <p:spPr bwMode="auto">
          <a:xfrm>
            <a:off x="7177252" y="3853878"/>
            <a:ext cx="587375"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r>
              <a:rPr lang="es-ES_tradnl" sz="1000" dirty="0">
                <a:solidFill>
                  <a:schemeClr val="bg2">
                    <a:lumMod val="50000"/>
                  </a:schemeClr>
                </a:solidFill>
                <a:latin typeface="Arial" pitchFamily="34" charset="0"/>
                <a:ea typeface="Times New Roman" pitchFamily="18" charset="0"/>
                <a:cs typeface="Arial" pitchFamily="34" charset="0"/>
              </a:rPr>
              <a:t>10</a:t>
            </a:r>
            <a:r>
              <a:rPr lang="es-ES_tradnl" sz="1000" dirty="0">
                <a:latin typeface="Arial" pitchFamily="34" charset="0"/>
                <a:ea typeface="Times New Roman" pitchFamily="18" charset="0"/>
                <a:cs typeface="Arial" pitchFamily="34" charset="0"/>
              </a:rPr>
              <a:t>  10</a:t>
            </a:r>
            <a:endParaRPr lang="es-ES_tradnl" dirty="0">
              <a:latin typeface="Arial" pitchFamily="34" charset="0"/>
              <a:cs typeface="Arial" pitchFamily="34" charset="0"/>
            </a:endParaRPr>
          </a:p>
        </p:txBody>
      </p:sp>
      <p:grpSp>
        <p:nvGrpSpPr>
          <p:cNvPr id="71" name="Group 111"/>
          <p:cNvGrpSpPr>
            <a:grpSpLocks/>
          </p:cNvGrpSpPr>
          <p:nvPr/>
        </p:nvGrpSpPr>
        <p:grpSpPr bwMode="auto">
          <a:xfrm>
            <a:off x="7278218" y="5616416"/>
            <a:ext cx="447675" cy="468313"/>
            <a:chOff x="1695" y="6990"/>
            <a:chExt cx="420" cy="420"/>
          </a:xfrm>
        </p:grpSpPr>
        <p:sp>
          <p:nvSpPr>
            <p:cNvPr id="72" name="Oval 114"/>
            <p:cNvSpPr>
              <a:spLocks noChangeArrowheads="1"/>
            </p:cNvSpPr>
            <p:nvPr/>
          </p:nvSpPr>
          <p:spPr bwMode="auto">
            <a:xfrm>
              <a:off x="1695" y="6990"/>
              <a:ext cx="420" cy="42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s-PE"/>
            </a:p>
          </p:txBody>
        </p:sp>
        <p:sp>
          <p:nvSpPr>
            <p:cNvPr id="73" name="Line 113"/>
            <p:cNvSpPr>
              <a:spLocks noChangeShapeType="1"/>
            </p:cNvSpPr>
            <p:nvPr/>
          </p:nvSpPr>
          <p:spPr bwMode="auto">
            <a:xfrm>
              <a:off x="1710" y="7125"/>
              <a:ext cx="39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sp>
          <p:nvSpPr>
            <p:cNvPr id="74" name="Line 112"/>
            <p:cNvSpPr>
              <a:spLocks noChangeShapeType="1"/>
            </p:cNvSpPr>
            <p:nvPr/>
          </p:nvSpPr>
          <p:spPr bwMode="auto">
            <a:xfrm>
              <a:off x="1905" y="7125"/>
              <a:ext cx="0" cy="28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grpSp>
      <p:sp>
        <p:nvSpPr>
          <p:cNvPr id="75" name="Text Box 110"/>
          <p:cNvSpPr txBox="1">
            <a:spLocks noChangeArrowheads="1"/>
          </p:cNvSpPr>
          <p:nvPr/>
        </p:nvSpPr>
        <p:spPr bwMode="auto">
          <a:xfrm>
            <a:off x="7177251" y="5753983"/>
            <a:ext cx="687388" cy="283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r>
              <a:rPr lang="es-ES_tradnl" sz="1100" dirty="0">
                <a:latin typeface="Arial" pitchFamily="34" charset="0"/>
                <a:ea typeface="Times New Roman" pitchFamily="18" charset="0"/>
                <a:cs typeface="Arial" pitchFamily="34" charset="0"/>
              </a:rPr>
              <a:t>  6   6</a:t>
            </a:r>
            <a:endParaRPr lang="es-ES_tradnl" dirty="0">
              <a:latin typeface="Arial" pitchFamily="34" charset="0"/>
              <a:cs typeface="Arial" pitchFamily="34" charset="0"/>
            </a:endParaRPr>
          </a:p>
        </p:txBody>
      </p:sp>
      <p:sp>
        <p:nvSpPr>
          <p:cNvPr id="76" name="Line 109"/>
          <p:cNvSpPr>
            <a:spLocks noChangeShapeType="1"/>
          </p:cNvSpPr>
          <p:nvPr/>
        </p:nvSpPr>
        <p:spPr bwMode="auto">
          <a:xfrm flipH="1" flipV="1">
            <a:off x="7435625" y="4138731"/>
            <a:ext cx="21294" cy="142868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sp>
        <p:nvSpPr>
          <p:cNvPr id="77" name="Line 108"/>
          <p:cNvSpPr>
            <a:spLocks noChangeShapeType="1"/>
          </p:cNvSpPr>
          <p:nvPr/>
        </p:nvSpPr>
        <p:spPr bwMode="auto">
          <a:xfrm flipV="1">
            <a:off x="5128628" y="2112693"/>
            <a:ext cx="2134671"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sp>
        <p:nvSpPr>
          <p:cNvPr id="78" name="Line 107"/>
          <p:cNvSpPr>
            <a:spLocks noChangeShapeType="1"/>
          </p:cNvSpPr>
          <p:nvPr/>
        </p:nvSpPr>
        <p:spPr bwMode="auto">
          <a:xfrm>
            <a:off x="5990755" y="3928110"/>
            <a:ext cx="123360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sp>
        <p:nvSpPr>
          <p:cNvPr id="85" name="Line 100"/>
          <p:cNvSpPr>
            <a:spLocks noChangeShapeType="1"/>
          </p:cNvSpPr>
          <p:nvPr/>
        </p:nvSpPr>
        <p:spPr bwMode="auto">
          <a:xfrm>
            <a:off x="5097225" y="2287540"/>
            <a:ext cx="3780656" cy="147913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sp>
        <p:nvSpPr>
          <p:cNvPr id="90" name="Line 95"/>
          <p:cNvSpPr>
            <a:spLocks noChangeShapeType="1"/>
          </p:cNvSpPr>
          <p:nvPr/>
        </p:nvSpPr>
        <p:spPr bwMode="auto">
          <a:xfrm>
            <a:off x="9297737" y="3935243"/>
            <a:ext cx="736600"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grpSp>
        <p:nvGrpSpPr>
          <p:cNvPr id="91" name="Group 91"/>
          <p:cNvGrpSpPr>
            <a:grpSpLocks/>
          </p:cNvGrpSpPr>
          <p:nvPr/>
        </p:nvGrpSpPr>
        <p:grpSpPr bwMode="auto">
          <a:xfrm>
            <a:off x="8861895" y="3701883"/>
            <a:ext cx="447675" cy="466725"/>
            <a:chOff x="1695" y="6990"/>
            <a:chExt cx="420" cy="420"/>
          </a:xfrm>
        </p:grpSpPr>
        <p:sp>
          <p:nvSpPr>
            <p:cNvPr id="92" name="Oval 94"/>
            <p:cNvSpPr>
              <a:spLocks noChangeArrowheads="1"/>
            </p:cNvSpPr>
            <p:nvPr/>
          </p:nvSpPr>
          <p:spPr bwMode="auto">
            <a:xfrm>
              <a:off x="1695" y="6990"/>
              <a:ext cx="420" cy="42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s-PE"/>
            </a:p>
          </p:txBody>
        </p:sp>
        <p:sp>
          <p:nvSpPr>
            <p:cNvPr id="93" name="Line 93"/>
            <p:cNvSpPr>
              <a:spLocks noChangeShapeType="1"/>
            </p:cNvSpPr>
            <p:nvPr/>
          </p:nvSpPr>
          <p:spPr bwMode="auto">
            <a:xfrm>
              <a:off x="1710" y="7125"/>
              <a:ext cx="39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sp>
          <p:nvSpPr>
            <p:cNvPr id="94" name="Line 92"/>
            <p:cNvSpPr>
              <a:spLocks noChangeShapeType="1"/>
            </p:cNvSpPr>
            <p:nvPr/>
          </p:nvSpPr>
          <p:spPr bwMode="auto">
            <a:xfrm>
              <a:off x="1905" y="7125"/>
              <a:ext cx="0" cy="28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grpSp>
      <p:sp>
        <p:nvSpPr>
          <p:cNvPr id="97" name="Line 88"/>
          <p:cNvSpPr>
            <a:spLocks noChangeShapeType="1"/>
          </p:cNvSpPr>
          <p:nvPr/>
        </p:nvSpPr>
        <p:spPr bwMode="auto">
          <a:xfrm>
            <a:off x="7666995" y="3923629"/>
            <a:ext cx="1218420"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grpSp>
        <p:nvGrpSpPr>
          <p:cNvPr id="100" name="Group 81"/>
          <p:cNvGrpSpPr>
            <a:grpSpLocks/>
          </p:cNvGrpSpPr>
          <p:nvPr/>
        </p:nvGrpSpPr>
        <p:grpSpPr bwMode="auto">
          <a:xfrm>
            <a:off x="6246027" y="1340768"/>
            <a:ext cx="508000" cy="571500"/>
            <a:chOff x="6980" y="6660"/>
            <a:chExt cx="800" cy="900"/>
          </a:xfrm>
        </p:grpSpPr>
        <p:sp>
          <p:nvSpPr>
            <p:cNvPr id="101" name="Oval 85"/>
            <p:cNvSpPr>
              <a:spLocks noChangeArrowheads="1"/>
            </p:cNvSpPr>
            <p:nvPr/>
          </p:nvSpPr>
          <p:spPr bwMode="auto">
            <a:xfrm>
              <a:off x="6980" y="6660"/>
              <a:ext cx="800" cy="78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s-PE"/>
            </a:p>
          </p:txBody>
        </p:sp>
        <p:sp>
          <p:nvSpPr>
            <p:cNvPr id="102" name="Rectangle 84"/>
            <p:cNvSpPr>
              <a:spLocks noChangeArrowheads="1"/>
            </p:cNvSpPr>
            <p:nvPr/>
          </p:nvSpPr>
          <p:spPr bwMode="auto">
            <a:xfrm>
              <a:off x="6980" y="7020"/>
              <a:ext cx="800"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s-PE"/>
            </a:p>
          </p:txBody>
        </p:sp>
        <p:sp>
          <p:nvSpPr>
            <p:cNvPr id="103" name="Line 83"/>
            <p:cNvSpPr>
              <a:spLocks noChangeShapeType="1"/>
            </p:cNvSpPr>
            <p:nvPr/>
          </p:nvSpPr>
          <p:spPr bwMode="auto">
            <a:xfrm>
              <a:off x="6980" y="7300"/>
              <a:ext cx="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sp>
          <p:nvSpPr>
            <p:cNvPr id="104" name="Line 82"/>
            <p:cNvSpPr>
              <a:spLocks noChangeShapeType="1"/>
            </p:cNvSpPr>
            <p:nvPr/>
          </p:nvSpPr>
          <p:spPr bwMode="auto">
            <a:xfrm>
              <a:off x="7380" y="7020"/>
              <a:ext cx="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grpSp>
      <p:sp>
        <p:nvSpPr>
          <p:cNvPr id="105" name="Text Box 80"/>
          <p:cNvSpPr txBox="1">
            <a:spLocks noChangeArrowheads="1"/>
          </p:cNvSpPr>
          <p:nvPr/>
        </p:nvSpPr>
        <p:spPr bwMode="auto">
          <a:xfrm>
            <a:off x="6207653" y="1355032"/>
            <a:ext cx="64583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r>
              <a:rPr lang="es-ES_tradnl" sz="1000" dirty="0">
                <a:latin typeface="Arial" pitchFamily="34" charset="0"/>
                <a:ea typeface="Times New Roman" pitchFamily="18" charset="0"/>
                <a:cs typeface="Arial" pitchFamily="34" charset="0"/>
              </a:rPr>
              <a:t>   </a:t>
            </a:r>
            <a:r>
              <a:rPr lang="es-ES_tradnl" sz="1100" dirty="0">
                <a:latin typeface="Arial" pitchFamily="34" charset="0"/>
                <a:ea typeface="Times New Roman" pitchFamily="18" charset="0"/>
                <a:cs typeface="Arial" pitchFamily="34" charset="0"/>
              </a:rPr>
              <a:t>7</a:t>
            </a:r>
            <a:endParaRPr lang="es-ES_tradnl" sz="800" dirty="0">
              <a:latin typeface="Arial" pitchFamily="34" charset="0"/>
              <a:cs typeface="Arial" pitchFamily="34" charset="0"/>
            </a:endParaRPr>
          </a:p>
          <a:p>
            <a:pPr eaLnBrk="0" fontAlgn="base" hangingPunct="0">
              <a:spcBef>
                <a:spcPct val="0"/>
              </a:spcBef>
              <a:spcAft>
                <a:spcPct val="0"/>
              </a:spcAft>
            </a:pPr>
            <a:r>
              <a:rPr lang="es-ES_tradnl" sz="1100" b="1" dirty="0">
                <a:solidFill>
                  <a:srgbClr val="FF0000"/>
                </a:solidFill>
                <a:latin typeface="Arial" pitchFamily="34" charset="0"/>
                <a:ea typeface="Times New Roman" pitchFamily="18" charset="0"/>
                <a:cs typeface="Arial" pitchFamily="34" charset="0"/>
              </a:rPr>
              <a:t>2 </a:t>
            </a:r>
            <a:r>
              <a:rPr lang="es-ES_tradnl" sz="1100" dirty="0">
                <a:latin typeface="Arial" pitchFamily="34" charset="0"/>
                <a:ea typeface="Times New Roman" pitchFamily="18" charset="0"/>
                <a:cs typeface="Arial" pitchFamily="34" charset="0"/>
              </a:rPr>
              <a:t>   9</a:t>
            </a:r>
            <a:endParaRPr lang="es-ES_tradnl" sz="800" dirty="0">
              <a:latin typeface="Arial" pitchFamily="34" charset="0"/>
              <a:cs typeface="Arial" pitchFamily="34" charset="0"/>
            </a:endParaRPr>
          </a:p>
          <a:p>
            <a:pPr eaLnBrk="0" fontAlgn="base" hangingPunct="0">
              <a:spcBef>
                <a:spcPct val="0"/>
              </a:spcBef>
              <a:spcAft>
                <a:spcPct val="0"/>
              </a:spcAft>
            </a:pPr>
            <a:r>
              <a:rPr lang="es-ES_tradnl" sz="1100" dirty="0">
                <a:latin typeface="Arial" pitchFamily="34" charset="0"/>
                <a:ea typeface="Times New Roman" pitchFamily="18" charset="0"/>
                <a:cs typeface="Arial" pitchFamily="34" charset="0"/>
              </a:rPr>
              <a:t>5    </a:t>
            </a:r>
            <a:r>
              <a:rPr lang="es-ES_tradnl" sz="1100" b="1" dirty="0">
                <a:solidFill>
                  <a:srgbClr val="FF0000"/>
                </a:solidFill>
                <a:latin typeface="Arial" pitchFamily="34" charset="0"/>
                <a:ea typeface="Times New Roman" pitchFamily="18" charset="0"/>
                <a:cs typeface="Arial" pitchFamily="34" charset="0"/>
              </a:rPr>
              <a:t>12</a:t>
            </a:r>
          </a:p>
        </p:txBody>
      </p:sp>
      <p:grpSp>
        <p:nvGrpSpPr>
          <p:cNvPr id="106" name="Group 75"/>
          <p:cNvGrpSpPr>
            <a:grpSpLocks/>
          </p:cNvGrpSpPr>
          <p:nvPr/>
        </p:nvGrpSpPr>
        <p:grpSpPr bwMode="auto">
          <a:xfrm>
            <a:off x="4223867" y="3021136"/>
            <a:ext cx="508000" cy="571500"/>
            <a:chOff x="6980" y="6660"/>
            <a:chExt cx="800" cy="900"/>
          </a:xfrm>
        </p:grpSpPr>
        <p:sp>
          <p:nvSpPr>
            <p:cNvPr id="107" name="Oval 79"/>
            <p:cNvSpPr>
              <a:spLocks noChangeArrowheads="1"/>
            </p:cNvSpPr>
            <p:nvPr/>
          </p:nvSpPr>
          <p:spPr bwMode="auto">
            <a:xfrm>
              <a:off x="6980" y="6660"/>
              <a:ext cx="800" cy="78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s-PE"/>
            </a:p>
          </p:txBody>
        </p:sp>
        <p:sp>
          <p:nvSpPr>
            <p:cNvPr id="108" name="Rectangle 78"/>
            <p:cNvSpPr>
              <a:spLocks noChangeArrowheads="1"/>
            </p:cNvSpPr>
            <p:nvPr/>
          </p:nvSpPr>
          <p:spPr bwMode="auto">
            <a:xfrm>
              <a:off x="6980" y="7020"/>
              <a:ext cx="800"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s-PE"/>
            </a:p>
          </p:txBody>
        </p:sp>
        <p:sp>
          <p:nvSpPr>
            <p:cNvPr id="109" name="Line 77"/>
            <p:cNvSpPr>
              <a:spLocks noChangeShapeType="1"/>
            </p:cNvSpPr>
            <p:nvPr/>
          </p:nvSpPr>
          <p:spPr bwMode="auto">
            <a:xfrm>
              <a:off x="6980" y="7300"/>
              <a:ext cx="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sp>
          <p:nvSpPr>
            <p:cNvPr id="110" name="Line 76"/>
            <p:cNvSpPr>
              <a:spLocks noChangeShapeType="1"/>
            </p:cNvSpPr>
            <p:nvPr/>
          </p:nvSpPr>
          <p:spPr bwMode="auto">
            <a:xfrm>
              <a:off x="7380" y="7020"/>
              <a:ext cx="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grpSp>
      <p:sp>
        <p:nvSpPr>
          <p:cNvPr id="111" name="Text Box 74"/>
          <p:cNvSpPr txBox="1">
            <a:spLocks noChangeArrowheads="1"/>
          </p:cNvSpPr>
          <p:nvPr/>
        </p:nvSpPr>
        <p:spPr bwMode="auto">
          <a:xfrm>
            <a:off x="4223867" y="3026693"/>
            <a:ext cx="9271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r>
              <a:rPr lang="es-ES_tradnl" sz="1000" dirty="0">
                <a:latin typeface="Arial" pitchFamily="34" charset="0"/>
                <a:ea typeface="Times New Roman" pitchFamily="18" charset="0"/>
                <a:cs typeface="Arial" pitchFamily="34" charset="0"/>
              </a:rPr>
              <a:t>   </a:t>
            </a:r>
            <a:r>
              <a:rPr lang="es-ES_tradnl" sz="1100" dirty="0">
                <a:latin typeface="Arial" pitchFamily="34" charset="0"/>
                <a:ea typeface="Times New Roman" pitchFamily="18" charset="0"/>
                <a:cs typeface="Arial" pitchFamily="34" charset="0"/>
              </a:rPr>
              <a:t>3</a:t>
            </a:r>
            <a:endParaRPr lang="es-ES_tradnl" sz="800" dirty="0">
              <a:latin typeface="Arial" pitchFamily="34" charset="0"/>
              <a:cs typeface="Arial" pitchFamily="34" charset="0"/>
            </a:endParaRPr>
          </a:p>
          <a:p>
            <a:pPr eaLnBrk="0" fontAlgn="base" hangingPunct="0">
              <a:spcBef>
                <a:spcPct val="0"/>
              </a:spcBef>
              <a:spcAft>
                <a:spcPct val="0"/>
              </a:spcAft>
            </a:pPr>
            <a:r>
              <a:rPr lang="es-ES_tradnl" sz="1100" b="1" dirty="0">
                <a:solidFill>
                  <a:srgbClr val="FF0000"/>
                </a:solidFill>
                <a:latin typeface="Arial" pitchFamily="34" charset="0"/>
                <a:ea typeface="Times New Roman" pitchFamily="18" charset="0"/>
                <a:cs typeface="Arial" pitchFamily="34" charset="0"/>
              </a:rPr>
              <a:t>0 </a:t>
            </a:r>
            <a:r>
              <a:rPr lang="es-ES_tradnl" sz="1100" dirty="0">
                <a:latin typeface="Arial" pitchFamily="34" charset="0"/>
                <a:ea typeface="Times New Roman" pitchFamily="18" charset="0"/>
                <a:cs typeface="Arial" pitchFamily="34" charset="0"/>
              </a:rPr>
              <a:t>   3</a:t>
            </a:r>
            <a:endParaRPr lang="es-ES_tradnl" sz="800" dirty="0">
              <a:latin typeface="Arial" pitchFamily="34" charset="0"/>
              <a:cs typeface="Arial" pitchFamily="34" charset="0"/>
            </a:endParaRPr>
          </a:p>
          <a:p>
            <a:pPr eaLnBrk="0" fontAlgn="base" hangingPunct="0">
              <a:spcBef>
                <a:spcPct val="0"/>
              </a:spcBef>
              <a:spcAft>
                <a:spcPct val="0"/>
              </a:spcAft>
            </a:pPr>
            <a:r>
              <a:rPr lang="es-ES_tradnl" sz="1100" dirty="0">
                <a:latin typeface="Arial" pitchFamily="34" charset="0"/>
                <a:ea typeface="Times New Roman" pitchFamily="18" charset="0"/>
                <a:cs typeface="Arial" pitchFamily="34" charset="0"/>
              </a:rPr>
              <a:t>2    </a:t>
            </a:r>
            <a:r>
              <a:rPr lang="es-ES_tradnl" sz="1100" b="1" dirty="0">
                <a:solidFill>
                  <a:srgbClr val="FF0000"/>
                </a:solidFill>
                <a:latin typeface="Arial" pitchFamily="34" charset="0"/>
                <a:ea typeface="Times New Roman" pitchFamily="18" charset="0"/>
                <a:cs typeface="Arial" pitchFamily="34" charset="0"/>
              </a:rPr>
              <a:t>5</a:t>
            </a:r>
          </a:p>
        </p:txBody>
      </p:sp>
      <p:grpSp>
        <p:nvGrpSpPr>
          <p:cNvPr id="112" name="Group 69"/>
          <p:cNvGrpSpPr>
            <a:grpSpLocks/>
          </p:cNvGrpSpPr>
          <p:nvPr/>
        </p:nvGrpSpPr>
        <p:grpSpPr bwMode="auto">
          <a:xfrm>
            <a:off x="5571727" y="2983036"/>
            <a:ext cx="508000" cy="571500"/>
            <a:chOff x="6980" y="6660"/>
            <a:chExt cx="800" cy="900"/>
          </a:xfrm>
        </p:grpSpPr>
        <p:sp>
          <p:nvSpPr>
            <p:cNvPr id="113" name="Oval 73"/>
            <p:cNvSpPr>
              <a:spLocks noChangeArrowheads="1"/>
            </p:cNvSpPr>
            <p:nvPr/>
          </p:nvSpPr>
          <p:spPr bwMode="auto">
            <a:xfrm>
              <a:off x="6980" y="6660"/>
              <a:ext cx="800" cy="78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s-PE"/>
            </a:p>
          </p:txBody>
        </p:sp>
        <p:sp>
          <p:nvSpPr>
            <p:cNvPr id="114" name="Rectangle 72"/>
            <p:cNvSpPr>
              <a:spLocks noChangeArrowheads="1"/>
            </p:cNvSpPr>
            <p:nvPr/>
          </p:nvSpPr>
          <p:spPr bwMode="auto">
            <a:xfrm>
              <a:off x="6980" y="7020"/>
              <a:ext cx="800"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s-PE"/>
            </a:p>
          </p:txBody>
        </p:sp>
        <p:sp>
          <p:nvSpPr>
            <p:cNvPr id="115" name="Line 71"/>
            <p:cNvSpPr>
              <a:spLocks noChangeShapeType="1"/>
            </p:cNvSpPr>
            <p:nvPr/>
          </p:nvSpPr>
          <p:spPr bwMode="auto">
            <a:xfrm>
              <a:off x="6980" y="7300"/>
              <a:ext cx="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sp>
          <p:nvSpPr>
            <p:cNvPr id="116" name="Line 70"/>
            <p:cNvSpPr>
              <a:spLocks noChangeShapeType="1"/>
            </p:cNvSpPr>
            <p:nvPr/>
          </p:nvSpPr>
          <p:spPr bwMode="auto">
            <a:xfrm>
              <a:off x="7380" y="7020"/>
              <a:ext cx="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grpSp>
      <p:sp>
        <p:nvSpPr>
          <p:cNvPr id="117" name="Text Box 68"/>
          <p:cNvSpPr txBox="1">
            <a:spLocks noChangeArrowheads="1"/>
          </p:cNvSpPr>
          <p:nvPr/>
        </p:nvSpPr>
        <p:spPr bwMode="auto">
          <a:xfrm>
            <a:off x="5572309" y="3002985"/>
            <a:ext cx="56381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r>
              <a:rPr lang="es-ES_tradnl" sz="1000" dirty="0">
                <a:latin typeface="Arial" pitchFamily="34" charset="0"/>
                <a:ea typeface="Times New Roman" pitchFamily="18" charset="0"/>
                <a:cs typeface="Arial" pitchFamily="34" charset="0"/>
              </a:rPr>
              <a:t>   </a:t>
            </a:r>
            <a:r>
              <a:rPr lang="es-ES_tradnl" sz="1100" dirty="0">
                <a:latin typeface="Arial" pitchFamily="34" charset="0"/>
                <a:ea typeface="Times New Roman" pitchFamily="18" charset="0"/>
                <a:cs typeface="Arial" pitchFamily="34" charset="0"/>
              </a:rPr>
              <a:t>3</a:t>
            </a:r>
            <a:endParaRPr lang="es-ES_tradnl" sz="800" dirty="0">
              <a:latin typeface="Arial" pitchFamily="34" charset="0"/>
              <a:cs typeface="Arial" pitchFamily="34" charset="0"/>
            </a:endParaRPr>
          </a:p>
          <a:p>
            <a:pPr eaLnBrk="0" fontAlgn="base" hangingPunct="0">
              <a:spcBef>
                <a:spcPct val="0"/>
              </a:spcBef>
              <a:spcAft>
                <a:spcPct val="0"/>
              </a:spcAft>
            </a:pPr>
            <a:r>
              <a:rPr lang="es-ES_tradnl" sz="1100" b="1" dirty="0">
                <a:solidFill>
                  <a:srgbClr val="FF0000"/>
                </a:solidFill>
                <a:latin typeface="Arial" pitchFamily="34" charset="0"/>
                <a:ea typeface="Times New Roman" pitchFamily="18" charset="0"/>
                <a:cs typeface="Arial" pitchFamily="34" charset="0"/>
              </a:rPr>
              <a:t>2 </a:t>
            </a:r>
            <a:r>
              <a:rPr lang="es-ES_tradnl" sz="1100" dirty="0">
                <a:latin typeface="Arial" pitchFamily="34" charset="0"/>
                <a:ea typeface="Times New Roman" pitchFamily="18" charset="0"/>
                <a:cs typeface="Arial" pitchFamily="34" charset="0"/>
              </a:rPr>
              <a:t>   5</a:t>
            </a:r>
            <a:endParaRPr lang="es-ES_tradnl" sz="800" dirty="0">
              <a:latin typeface="Arial" pitchFamily="34" charset="0"/>
              <a:cs typeface="Arial" pitchFamily="34" charset="0"/>
            </a:endParaRPr>
          </a:p>
          <a:p>
            <a:pPr eaLnBrk="0" fontAlgn="base" hangingPunct="0">
              <a:spcBef>
                <a:spcPct val="0"/>
              </a:spcBef>
              <a:spcAft>
                <a:spcPct val="0"/>
              </a:spcAft>
            </a:pPr>
            <a:r>
              <a:rPr lang="es-ES_tradnl" sz="1100" dirty="0">
                <a:latin typeface="Arial" pitchFamily="34" charset="0"/>
                <a:ea typeface="Times New Roman" pitchFamily="18" charset="0"/>
                <a:cs typeface="Arial" pitchFamily="34" charset="0"/>
              </a:rPr>
              <a:t>6    </a:t>
            </a:r>
            <a:r>
              <a:rPr lang="es-ES_tradnl" sz="1100" b="1" dirty="0">
                <a:solidFill>
                  <a:srgbClr val="FF0000"/>
                </a:solidFill>
                <a:latin typeface="Arial" pitchFamily="34" charset="0"/>
                <a:ea typeface="Times New Roman" pitchFamily="18" charset="0"/>
                <a:cs typeface="Arial" pitchFamily="34" charset="0"/>
              </a:rPr>
              <a:t>9 </a:t>
            </a:r>
          </a:p>
        </p:txBody>
      </p:sp>
      <p:grpSp>
        <p:nvGrpSpPr>
          <p:cNvPr id="118" name="Group 63"/>
          <p:cNvGrpSpPr>
            <a:grpSpLocks/>
          </p:cNvGrpSpPr>
          <p:nvPr/>
        </p:nvGrpSpPr>
        <p:grpSpPr bwMode="auto">
          <a:xfrm>
            <a:off x="6007948" y="4000228"/>
            <a:ext cx="508000" cy="571500"/>
            <a:chOff x="6980" y="6660"/>
            <a:chExt cx="800" cy="900"/>
          </a:xfrm>
        </p:grpSpPr>
        <p:sp>
          <p:nvSpPr>
            <p:cNvPr id="119" name="Oval 67"/>
            <p:cNvSpPr>
              <a:spLocks noChangeArrowheads="1"/>
            </p:cNvSpPr>
            <p:nvPr/>
          </p:nvSpPr>
          <p:spPr bwMode="auto">
            <a:xfrm>
              <a:off x="6980" y="6660"/>
              <a:ext cx="800" cy="78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s-PE"/>
            </a:p>
          </p:txBody>
        </p:sp>
        <p:sp>
          <p:nvSpPr>
            <p:cNvPr id="120" name="Rectangle 66"/>
            <p:cNvSpPr>
              <a:spLocks noChangeArrowheads="1"/>
            </p:cNvSpPr>
            <p:nvPr/>
          </p:nvSpPr>
          <p:spPr bwMode="auto">
            <a:xfrm>
              <a:off x="6980" y="7020"/>
              <a:ext cx="800"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s-PE"/>
            </a:p>
          </p:txBody>
        </p:sp>
        <p:sp>
          <p:nvSpPr>
            <p:cNvPr id="121" name="Line 65"/>
            <p:cNvSpPr>
              <a:spLocks noChangeShapeType="1"/>
            </p:cNvSpPr>
            <p:nvPr/>
          </p:nvSpPr>
          <p:spPr bwMode="auto">
            <a:xfrm>
              <a:off x="6980" y="7300"/>
              <a:ext cx="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sp>
          <p:nvSpPr>
            <p:cNvPr id="122" name="Line 64"/>
            <p:cNvSpPr>
              <a:spLocks noChangeShapeType="1"/>
            </p:cNvSpPr>
            <p:nvPr/>
          </p:nvSpPr>
          <p:spPr bwMode="auto">
            <a:xfrm>
              <a:off x="7380" y="7020"/>
              <a:ext cx="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grpSp>
      <p:sp>
        <p:nvSpPr>
          <p:cNvPr id="123" name="Text Box 62"/>
          <p:cNvSpPr txBox="1">
            <a:spLocks noChangeArrowheads="1"/>
          </p:cNvSpPr>
          <p:nvPr/>
        </p:nvSpPr>
        <p:spPr bwMode="auto">
          <a:xfrm>
            <a:off x="6040833" y="4014802"/>
            <a:ext cx="927100" cy="484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r>
              <a:rPr lang="es-ES_tradnl" sz="1000" dirty="0">
                <a:latin typeface="Arial" pitchFamily="34" charset="0"/>
                <a:ea typeface="Times New Roman" pitchFamily="18" charset="0"/>
                <a:cs typeface="Arial" pitchFamily="34" charset="0"/>
              </a:rPr>
              <a:t>  3</a:t>
            </a:r>
            <a:endParaRPr lang="es-ES_tradnl" sz="800" dirty="0">
              <a:latin typeface="Arial" pitchFamily="34" charset="0"/>
              <a:cs typeface="Arial" pitchFamily="34" charset="0"/>
            </a:endParaRPr>
          </a:p>
          <a:p>
            <a:pPr eaLnBrk="0" fontAlgn="base" hangingPunct="0">
              <a:spcBef>
                <a:spcPct val="0"/>
              </a:spcBef>
              <a:spcAft>
                <a:spcPct val="0"/>
              </a:spcAft>
            </a:pPr>
            <a:r>
              <a:rPr lang="es-ES_tradnl" sz="1100" b="1" dirty="0">
                <a:solidFill>
                  <a:srgbClr val="FF0000"/>
                </a:solidFill>
                <a:latin typeface="Arial" pitchFamily="34" charset="0"/>
                <a:ea typeface="Times New Roman" pitchFamily="18" charset="0"/>
                <a:cs typeface="Arial" pitchFamily="34" charset="0"/>
              </a:rPr>
              <a:t>6</a:t>
            </a:r>
            <a:r>
              <a:rPr lang="es-ES_tradnl" sz="1100" dirty="0">
                <a:latin typeface="Arial" pitchFamily="34" charset="0"/>
                <a:ea typeface="Times New Roman" pitchFamily="18" charset="0"/>
                <a:cs typeface="Arial" pitchFamily="34" charset="0"/>
              </a:rPr>
              <a:t>   9</a:t>
            </a:r>
            <a:endParaRPr lang="es-ES_tradnl" sz="800" dirty="0">
              <a:latin typeface="Arial" pitchFamily="34" charset="0"/>
              <a:cs typeface="Arial" pitchFamily="34" charset="0"/>
            </a:endParaRPr>
          </a:p>
          <a:p>
            <a:pPr eaLnBrk="0" fontAlgn="base" hangingPunct="0">
              <a:spcBef>
                <a:spcPct val="0"/>
              </a:spcBef>
              <a:spcAft>
                <a:spcPct val="0"/>
              </a:spcAft>
            </a:pPr>
            <a:r>
              <a:rPr lang="es-ES_tradnl" sz="1100" dirty="0">
                <a:latin typeface="Arial" pitchFamily="34" charset="0"/>
                <a:ea typeface="Times New Roman" pitchFamily="18" charset="0"/>
                <a:cs typeface="Arial" pitchFamily="34" charset="0"/>
              </a:rPr>
              <a:t>7   </a:t>
            </a:r>
            <a:r>
              <a:rPr lang="es-ES_tradnl" sz="1100" b="1" dirty="0">
                <a:solidFill>
                  <a:srgbClr val="FF0000"/>
                </a:solidFill>
                <a:latin typeface="Arial" pitchFamily="34" charset="0"/>
                <a:ea typeface="Times New Roman" pitchFamily="18" charset="0"/>
                <a:cs typeface="Arial" pitchFamily="34" charset="0"/>
              </a:rPr>
              <a:t>10</a:t>
            </a:r>
            <a:endParaRPr lang="es-ES_tradnl" b="1" dirty="0">
              <a:solidFill>
                <a:srgbClr val="FF0000"/>
              </a:solidFill>
              <a:latin typeface="Arial" pitchFamily="34" charset="0"/>
              <a:cs typeface="Arial" pitchFamily="34" charset="0"/>
            </a:endParaRPr>
          </a:p>
        </p:txBody>
      </p:sp>
      <p:grpSp>
        <p:nvGrpSpPr>
          <p:cNvPr id="142" name="Group 39"/>
          <p:cNvGrpSpPr>
            <a:grpSpLocks/>
          </p:cNvGrpSpPr>
          <p:nvPr/>
        </p:nvGrpSpPr>
        <p:grpSpPr bwMode="auto">
          <a:xfrm>
            <a:off x="8208614" y="4004360"/>
            <a:ext cx="508000" cy="571500"/>
            <a:chOff x="6980" y="6660"/>
            <a:chExt cx="800" cy="900"/>
          </a:xfrm>
        </p:grpSpPr>
        <p:sp>
          <p:nvSpPr>
            <p:cNvPr id="143" name="Oval 43"/>
            <p:cNvSpPr>
              <a:spLocks noChangeArrowheads="1"/>
            </p:cNvSpPr>
            <p:nvPr/>
          </p:nvSpPr>
          <p:spPr bwMode="auto">
            <a:xfrm>
              <a:off x="6980" y="6660"/>
              <a:ext cx="800" cy="78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s-PE"/>
            </a:p>
          </p:txBody>
        </p:sp>
        <p:sp>
          <p:nvSpPr>
            <p:cNvPr id="144" name="Rectangle 42"/>
            <p:cNvSpPr>
              <a:spLocks noChangeArrowheads="1"/>
            </p:cNvSpPr>
            <p:nvPr/>
          </p:nvSpPr>
          <p:spPr bwMode="auto">
            <a:xfrm>
              <a:off x="6980" y="7020"/>
              <a:ext cx="800"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s-PE"/>
            </a:p>
          </p:txBody>
        </p:sp>
        <p:sp>
          <p:nvSpPr>
            <p:cNvPr id="145" name="Line 41"/>
            <p:cNvSpPr>
              <a:spLocks noChangeShapeType="1"/>
            </p:cNvSpPr>
            <p:nvPr/>
          </p:nvSpPr>
          <p:spPr bwMode="auto">
            <a:xfrm>
              <a:off x="6980" y="7300"/>
              <a:ext cx="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sp>
          <p:nvSpPr>
            <p:cNvPr id="146" name="Line 40"/>
            <p:cNvSpPr>
              <a:spLocks noChangeShapeType="1"/>
            </p:cNvSpPr>
            <p:nvPr/>
          </p:nvSpPr>
          <p:spPr bwMode="auto">
            <a:xfrm>
              <a:off x="7380" y="7020"/>
              <a:ext cx="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grpSp>
      <p:sp>
        <p:nvSpPr>
          <p:cNvPr id="147" name="Text Box 38"/>
          <p:cNvSpPr txBox="1">
            <a:spLocks noChangeArrowheads="1"/>
          </p:cNvSpPr>
          <p:nvPr/>
        </p:nvSpPr>
        <p:spPr bwMode="auto">
          <a:xfrm>
            <a:off x="8014875" y="3984852"/>
            <a:ext cx="9271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r>
              <a:rPr lang="es-ES_tradnl" sz="1000" dirty="0">
                <a:latin typeface="Arial" pitchFamily="34" charset="0"/>
                <a:ea typeface="Times New Roman" pitchFamily="18" charset="0"/>
                <a:cs typeface="Arial" pitchFamily="34" charset="0"/>
              </a:rPr>
              <a:t>         </a:t>
            </a:r>
            <a:r>
              <a:rPr lang="es-ES_tradnl" sz="1100" dirty="0">
                <a:latin typeface="Arial" pitchFamily="34" charset="0"/>
                <a:ea typeface="Times New Roman" pitchFamily="18" charset="0"/>
                <a:cs typeface="Arial" pitchFamily="34" charset="0"/>
              </a:rPr>
              <a:t>0</a:t>
            </a:r>
            <a:endParaRPr lang="es-ES_tradnl" sz="800" dirty="0">
              <a:latin typeface="Arial" pitchFamily="34" charset="0"/>
              <a:cs typeface="Arial" pitchFamily="34" charset="0"/>
            </a:endParaRPr>
          </a:p>
          <a:p>
            <a:pPr eaLnBrk="0" fontAlgn="base" hangingPunct="0">
              <a:spcBef>
                <a:spcPct val="0"/>
              </a:spcBef>
              <a:spcAft>
                <a:spcPct val="0"/>
              </a:spcAft>
            </a:pPr>
            <a:r>
              <a:rPr lang="es-ES_tradnl" sz="1100" dirty="0">
                <a:latin typeface="Arial" pitchFamily="34" charset="0"/>
                <a:ea typeface="Times New Roman" pitchFamily="18" charset="0"/>
                <a:cs typeface="Arial" pitchFamily="34" charset="0"/>
              </a:rPr>
              <a:t>    </a:t>
            </a:r>
            <a:r>
              <a:rPr lang="es-ES_tradnl" sz="1100" b="1" dirty="0">
                <a:solidFill>
                  <a:srgbClr val="FF0000"/>
                </a:solidFill>
                <a:latin typeface="Arial" pitchFamily="34" charset="0"/>
                <a:ea typeface="Times New Roman" pitchFamily="18" charset="0"/>
                <a:cs typeface="Arial" pitchFamily="34" charset="0"/>
              </a:rPr>
              <a:t>10</a:t>
            </a:r>
            <a:r>
              <a:rPr lang="es-ES_tradnl" sz="1100" dirty="0">
                <a:latin typeface="Arial" pitchFamily="34" charset="0"/>
                <a:ea typeface="Times New Roman" pitchFamily="18" charset="0"/>
                <a:cs typeface="Arial" pitchFamily="34" charset="0"/>
              </a:rPr>
              <a:t>   10</a:t>
            </a:r>
            <a:endParaRPr lang="es-ES_tradnl" sz="800" dirty="0">
              <a:latin typeface="Arial" pitchFamily="34" charset="0"/>
              <a:cs typeface="Arial" pitchFamily="34" charset="0"/>
            </a:endParaRPr>
          </a:p>
          <a:p>
            <a:pPr eaLnBrk="0" fontAlgn="base" hangingPunct="0">
              <a:spcBef>
                <a:spcPct val="0"/>
              </a:spcBef>
              <a:spcAft>
                <a:spcPct val="0"/>
              </a:spcAft>
            </a:pPr>
            <a:r>
              <a:rPr lang="es-ES_tradnl" sz="1100" dirty="0">
                <a:latin typeface="Arial" pitchFamily="34" charset="0"/>
                <a:ea typeface="Times New Roman" pitchFamily="18" charset="0"/>
                <a:cs typeface="Arial" pitchFamily="34" charset="0"/>
              </a:rPr>
              <a:t>    12   </a:t>
            </a:r>
            <a:r>
              <a:rPr lang="es-ES_tradnl" sz="1100" b="1" dirty="0">
                <a:solidFill>
                  <a:srgbClr val="FF0000"/>
                </a:solidFill>
                <a:latin typeface="Arial" pitchFamily="34" charset="0"/>
                <a:ea typeface="Times New Roman" pitchFamily="18" charset="0"/>
                <a:cs typeface="Arial" pitchFamily="34" charset="0"/>
              </a:rPr>
              <a:t>12</a:t>
            </a:r>
            <a:endParaRPr lang="es-ES_tradnl" b="1" dirty="0">
              <a:solidFill>
                <a:srgbClr val="FF0000"/>
              </a:solidFill>
              <a:latin typeface="Arial" pitchFamily="34" charset="0"/>
              <a:cs typeface="Arial" pitchFamily="34" charset="0"/>
            </a:endParaRPr>
          </a:p>
        </p:txBody>
      </p:sp>
      <p:grpSp>
        <p:nvGrpSpPr>
          <p:cNvPr id="148" name="Group 33"/>
          <p:cNvGrpSpPr>
            <a:grpSpLocks/>
          </p:cNvGrpSpPr>
          <p:nvPr/>
        </p:nvGrpSpPr>
        <p:grpSpPr bwMode="auto">
          <a:xfrm>
            <a:off x="7539942" y="4522118"/>
            <a:ext cx="508000" cy="571500"/>
            <a:chOff x="6980" y="6660"/>
            <a:chExt cx="800" cy="900"/>
          </a:xfrm>
        </p:grpSpPr>
        <p:sp>
          <p:nvSpPr>
            <p:cNvPr id="149" name="Oval 37"/>
            <p:cNvSpPr>
              <a:spLocks noChangeArrowheads="1"/>
            </p:cNvSpPr>
            <p:nvPr/>
          </p:nvSpPr>
          <p:spPr bwMode="auto">
            <a:xfrm>
              <a:off x="6980" y="6660"/>
              <a:ext cx="800" cy="78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s-PE"/>
            </a:p>
          </p:txBody>
        </p:sp>
        <p:sp>
          <p:nvSpPr>
            <p:cNvPr id="150" name="Rectangle 36"/>
            <p:cNvSpPr>
              <a:spLocks noChangeArrowheads="1"/>
            </p:cNvSpPr>
            <p:nvPr/>
          </p:nvSpPr>
          <p:spPr bwMode="auto">
            <a:xfrm>
              <a:off x="6980" y="7020"/>
              <a:ext cx="800"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s-PE"/>
            </a:p>
          </p:txBody>
        </p:sp>
        <p:sp>
          <p:nvSpPr>
            <p:cNvPr id="151" name="Line 35"/>
            <p:cNvSpPr>
              <a:spLocks noChangeShapeType="1"/>
            </p:cNvSpPr>
            <p:nvPr/>
          </p:nvSpPr>
          <p:spPr bwMode="auto">
            <a:xfrm>
              <a:off x="6980" y="7300"/>
              <a:ext cx="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sp>
          <p:nvSpPr>
            <p:cNvPr id="152" name="Line 34"/>
            <p:cNvSpPr>
              <a:spLocks noChangeShapeType="1"/>
            </p:cNvSpPr>
            <p:nvPr/>
          </p:nvSpPr>
          <p:spPr bwMode="auto">
            <a:xfrm>
              <a:off x="7380" y="7020"/>
              <a:ext cx="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grpSp>
      <p:sp>
        <p:nvSpPr>
          <p:cNvPr id="153" name="Text Box 32"/>
          <p:cNvSpPr txBox="1">
            <a:spLocks noChangeArrowheads="1"/>
          </p:cNvSpPr>
          <p:nvPr/>
        </p:nvSpPr>
        <p:spPr bwMode="auto">
          <a:xfrm>
            <a:off x="7521675" y="4516301"/>
            <a:ext cx="9271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r>
              <a:rPr lang="es-ES_tradnl" sz="1000" dirty="0">
                <a:latin typeface="Arial" pitchFamily="34" charset="0"/>
                <a:ea typeface="Times New Roman" pitchFamily="18" charset="0"/>
                <a:cs typeface="Arial" pitchFamily="34" charset="0"/>
              </a:rPr>
              <a:t>   </a:t>
            </a:r>
            <a:r>
              <a:rPr lang="es-ES_tradnl" sz="1100" dirty="0">
                <a:latin typeface="Arial" pitchFamily="34" charset="0"/>
                <a:ea typeface="Times New Roman" pitchFamily="18" charset="0"/>
                <a:cs typeface="Arial" pitchFamily="34" charset="0"/>
              </a:rPr>
              <a:t>0</a:t>
            </a:r>
            <a:endParaRPr lang="es-ES_tradnl" sz="800" dirty="0">
              <a:latin typeface="Arial" pitchFamily="34" charset="0"/>
              <a:cs typeface="Arial" pitchFamily="34" charset="0"/>
            </a:endParaRPr>
          </a:p>
          <a:p>
            <a:pPr eaLnBrk="0" fontAlgn="base" hangingPunct="0">
              <a:spcBef>
                <a:spcPct val="0"/>
              </a:spcBef>
              <a:spcAft>
                <a:spcPct val="0"/>
              </a:spcAft>
            </a:pPr>
            <a:r>
              <a:rPr lang="es-ES_tradnl" sz="1100" dirty="0">
                <a:latin typeface="Arial" pitchFamily="34" charset="0"/>
                <a:ea typeface="Times New Roman" pitchFamily="18" charset="0"/>
                <a:cs typeface="Arial" pitchFamily="34" charset="0"/>
              </a:rPr>
              <a:t> </a:t>
            </a:r>
            <a:r>
              <a:rPr lang="es-ES_tradnl" sz="1100" b="1" dirty="0">
                <a:solidFill>
                  <a:srgbClr val="FF0000"/>
                </a:solidFill>
                <a:latin typeface="Arial" pitchFamily="34" charset="0"/>
                <a:ea typeface="Times New Roman" pitchFamily="18" charset="0"/>
                <a:cs typeface="Arial" pitchFamily="34" charset="0"/>
              </a:rPr>
              <a:t>6</a:t>
            </a:r>
            <a:r>
              <a:rPr lang="es-ES_tradnl" sz="1100" dirty="0">
                <a:latin typeface="Arial" pitchFamily="34" charset="0"/>
                <a:ea typeface="Times New Roman" pitchFamily="18" charset="0"/>
                <a:cs typeface="Arial" pitchFamily="34" charset="0"/>
              </a:rPr>
              <a:t>     6</a:t>
            </a:r>
            <a:endParaRPr lang="es-ES_tradnl" sz="800" dirty="0">
              <a:latin typeface="Arial" pitchFamily="34" charset="0"/>
              <a:cs typeface="Arial" pitchFamily="34" charset="0"/>
            </a:endParaRPr>
          </a:p>
          <a:p>
            <a:pPr eaLnBrk="0" fontAlgn="base" hangingPunct="0">
              <a:spcBef>
                <a:spcPct val="0"/>
              </a:spcBef>
              <a:spcAft>
                <a:spcPct val="0"/>
              </a:spcAft>
            </a:pPr>
            <a:r>
              <a:rPr lang="es-ES_tradnl" sz="1100" dirty="0">
                <a:latin typeface="Arial" pitchFamily="34" charset="0"/>
                <a:ea typeface="Times New Roman" pitchFamily="18" charset="0"/>
                <a:cs typeface="Arial" pitchFamily="34" charset="0"/>
              </a:rPr>
              <a:t>10   </a:t>
            </a:r>
            <a:r>
              <a:rPr lang="es-ES_tradnl" sz="1100" b="1" dirty="0">
                <a:solidFill>
                  <a:srgbClr val="FF0000"/>
                </a:solidFill>
                <a:latin typeface="Arial" pitchFamily="34" charset="0"/>
                <a:ea typeface="Times New Roman" pitchFamily="18" charset="0"/>
                <a:cs typeface="Arial" pitchFamily="34" charset="0"/>
              </a:rPr>
              <a:t>10</a:t>
            </a:r>
            <a:endParaRPr lang="es-ES_tradnl" b="1" dirty="0">
              <a:solidFill>
                <a:srgbClr val="FF0000"/>
              </a:solidFill>
              <a:latin typeface="Arial" pitchFamily="34" charset="0"/>
              <a:cs typeface="Arial" pitchFamily="34" charset="0"/>
            </a:endParaRPr>
          </a:p>
        </p:txBody>
      </p:sp>
      <p:grpSp>
        <p:nvGrpSpPr>
          <p:cNvPr id="166" name="Group 15"/>
          <p:cNvGrpSpPr>
            <a:grpSpLocks/>
          </p:cNvGrpSpPr>
          <p:nvPr/>
        </p:nvGrpSpPr>
        <p:grpSpPr bwMode="auto">
          <a:xfrm>
            <a:off x="6553081" y="5279071"/>
            <a:ext cx="508000" cy="571500"/>
            <a:chOff x="6980" y="6660"/>
            <a:chExt cx="800" cy="900"/>
          </a:xfrm>
        </p:grpSpPr>
        <p:sp>
          <p:nvSpPr>
            <p:cNvPr id="167" name="Oval 19"/>
            <p:cNvSpPr>
              <a:spLocks noChangeArrowheads="1"/>
            </p:cNvSpPr>
            <p:nvPr/>
          </p:nvSpPr>
          <p:spPr bwMode="auto">
            <a:xfrm>
              <a:off x="6980" y="6660"/>
              <a:ext cx="800" cy="78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s-PE"/>
            </a:p>
          </p:txBody>
        </p:sp>
        <p:sp>
          <p:nvSpPr>
            <p:cNvPr id="168" name="Rectangle 18"/>
            <p:cNvSpPr>
              <a:spLocks noChangeArrowheads="1"/>
            </p:cNvSpPr>
            <p:nvPr/>
          </p:nvSpPr>
          <p:spPr bwMode="auto">
            <a:xfrm>
              <a:off x="6980" y="7020"/>
              <a:ext cx="800"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s-PE"/>
            </a:p>
          </p:txBody>
        </p:sp>
        <p:sp>
          <p:nvSpPr>
            <p:cNvPr id="169" name="Line 17"/>
            <p:cNvSpPr>
              <a:spLocks noChangeShapeType="1"/>
            </p:cNvSpPr>
            <p:nvPr/>
          </p:nvSpPr>
          <p:spPr bwMode="auto">
            <a:xfrm>
              <a:off x="6980" y="7300"/>
              <a:ext cx="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sp>
          <p:nvSpPr>
            <p:cNvPr id="170" name="Line 16"/>
            <p:cNvSpPr>
              <a:spLocks noChangeShapeType="1"/>
            </p:cNvSpPr>
            <p:nvPr/>
          </p:nvSpPr>
          <p:spPr bwMode="auto">
            <a:xfrm>
              <a:off x="7380" y="7020"/>
              <a:ext cx="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grpSp>
      <p:sp>
        <p:nvSpPr>
          <p:cNvPr id="171" name="Text Box 14"/>
          <p:cNvSpPr txBox="1">
            <a:spLocks noChangeArrowheads="1"/>
          </p:cNvSpPr>
          <p:nvPr/>
        </p:nvSpPr>
        <p:spPr bwMode="auto">
          <a:xfrm>
            <a:off x="6529543" y="5309517"/>
            <a:ext cx="574644"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r>
              <a:rPr lang="es-ES_tradnl" sz="1000" dirty="0">
                <a:latin typeface="Arial" pitchFamily="34" charset="0"/>
                <a:ea typeface="Times New Roman" pitchFamily="18" charset="0"/>
                <a:cs typeface="Arial" pitchFamily="34" charset="0"/>
              </a:rPr>
              <a:t>   </a:t>
            </a:r>
            <a:r>
              <a:rPr lang="es-ES_tradnl" sz="1100" dirty="0">
                <a:latin typeface="Arial" pitchFamily="34" charset="0"/>
                <a:ea typeface="Times New Roman" pitchFamily="18" charset="0"/>
                <a:cs typeface="Arial" pitchFamily="34" charset="0"/>
              </a:rPr>
              <a:t>0</a:t>
            </a:r>
            <a:endParaRPr lang="es-ES_tradnl" sz="800" dirty="0">
              <a:latin typeface="Arial" pitchFamily="34" charset="0"/>
              <a:cs typeface="Arial" pitchFamily="34" charset="0"/>
            </a:endParaRPr>
          </a:p>
          <a:p>
            <a:pPr eaLnBrk="0" fontAlgn="base" hangingPunct="0">
              <a:spcBef>
                <a:spcPct val="0"/>
              </a:spcBef>
              <a:spcAft>
                <a:spcPct val="0"/>
              </a:spcAft>
            </a:pPr>
            <a:r>
              <a:rPr lang="es-ES_tradnl" sz="1100" b="1" dirty="0">
                <a:solidFill>
                  <a:srgbClr val="FF0000"/>
                </a:solidFill>
                <a:latin typeface="Arial" pitchFamily="34" charset="0"/>
                <a:ea typeface="Times New Roman" pitchFamily="18" charset="0"/>
                <a:cs typeface="Arial" pitchFamily="34" charset="0"/>
              </a:rPr>
              <a:t>3</a:t>
            </a:r>
            <a:r>
              <a:rPr lang="es-ES_tradnl" sz="1100" dirty="0">
                <a:latin typeface="Arial" pitchFamily="34" charset="0"/>
                <a:ea typeface="Times New Roman" pitchFamily="18" charset="0"/>
                <a:cs typeface="Arial" pitchFamily="34" charset="0"/>
              </a:rPr>
              <a:t>    3</a:t>
            </a:r>
            <a:endParaRPr lang="es-ES_tradnl" sz="800" dirty="0">
              <a:latin typeface="Arial" pitchFamily="34" charset="0"/>
              <a:cs typeface="Arial" pitchFamily="34" charset="0"/>
            </a:endParaRPr>
          </a:p>
          <a:p>
            <a:pPr eaLnBrk="0" fontAlgn="base" hangingPunct="0">
              <a:spcBef>
                <a:spcPct val="0"/>
              </a:spcBef>
              <a:spcAft>
                <a:spcPct val="0"/>
              </a:spcAft>
            </a:pPr>
            <a:r>
              <a:rPr lang="es-ES_tradnl" sz="1100" dirty="0">
                <a:latin typeface="Arial" pitchFamily="34" charset="0"/>
                <a:ea typeface="Times New Roman" pitchFamily="18" charset="0"/>
                <a:cs typeface="Arial" pitchFamily="34" charset="0"/>
              </a:rPr>
              <a:t>6    </a:t>
            </a:r>
            <a:r>
              <a:rPr lang="es-ES_tradnl" sz="1100" dirty="0">
                <a:solidFill>
                  <a:srgbClr val="FF0000"/>
                </a:solidFill>
                <a:latin typeface="Arial" pitchFamily="34" charset="0"/>
                <a:ea typeface="Times New Roman" pitchFamily="18" charset="0"/>
                <a:cs typeface="Arial" pitchFamily="34" charset="0"/>
              </a:rPr>
              <a:t>6</a:t>
            </a:r>
            <a:endParaRPr lang="es-ES_tradnl" dirty="0">
              <a:solidFill>
                <a:srgbClr val="FF0000"/>
              </a:solidFill>
              <a:latin typeface="Arial" pitchFamily="34" charset="0"/>
              <a:cs typeface="Arial" pitchFamily="34" charset="0"/>
            </a:endParaRPr>
          </a:p>
        </p:txBody>
      </p:sp>
      <p:grpSp>
        <p:nvGrpSpPr>
          <p:cNvPr id="172" name="Group 9"/>
          <p:cNvGrpSpPr>
            <a:grpSpLocks/>
          </p:cNvGrpSpPr>
          <p:nvPr/>
        </p:nvGrpSpPr>
        <p:grpSpPr bwMode="auto">
          <a:xfrm>
            <a:off x="4252116" y="4187726"/>
            <a:ext cx="508000" cy="571500"/>
            <a:chOff x="6980" y="6660"/>
            <a:chExt cx="800" cy="900"/>
          </a:xfrm>
        </p:grpSpPr>
        <p:sp>
          <p:nvSpPr>
            <p:cNvPr id="173" name="Oval 13"/>
            <p:cNvSpPr>
              <a:spLocks noChangeArrowheads="1"/>
            </p:cNvSpPr>
            <p:nvPr/>
          </p:nvSpPr>
          <p:spPr bwMode="auto">
            <a:xfrm>
              <a:off x="6980" y="6660"/>
              <a:ext cx="800" cy="78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s-PE"/>
            </a:p>
          </p:txBody>
        </p:sp>
        <p:sp>
          <p:nvSpPr>
            <p:cNvPr id="174" name="Rectangle 12"/>
            <p:cNvSpPr>
              <a:spLocks noChangeArrowheads="1"/>
            </p:cNvSpPr>
            <p:nvPr/>
          </p:nvSpPr>
          <p:spPr bwMode="auto">
            <a:xfrm>
              <a:off x="6980" y="7020"/>
              <a:ext cx="800"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s-PE"/>
            </a:p>
          </p:txBody>
        </p:sp>
        <p:sp>
          <p:nvSpPr>
            <p:cNvPr id="175" name="Line 11"/>
            <p:cNvSpPr>
              <a:spLocks noChangeShapeType="1"/>
            </p:cNvSpPr>
            <p:nvPr/>
          </p:nvSpPr>
          <p:spPr bwMode="auto">
            <a:xfrm>
              <a:off x="6980" y="7300"/>
              <a:ext cx="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sp>
          <p:nvSpPr>
            <p:cNvPr id="176" name="Line 10"/>
            <p:cNvSpPr>
              <a:spLocks noChangeShapeType="1"/>
            </p:cNvSpPr>
            <p:nvPr/>
          </p:nvSpPr>
          <p:spPr bwMode="auto">
            <a:xfrm>
              <a:off x="7380" y="7020"/>
              <a:ext cx="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grpSp>
      <p:sp>
        <p:nvSpPr>
          <p:cNvPr id="177" name="Text Box 8"/>
          <p:cNvSpPr txBox="1">
            <a:spLocks noChangeArrowheads="1"/>
          </p:cNvSpPr>
          <p:nvPr/>
        </p:nvSpPr>
        <p:spPr bwMode="auto">
          <a:xfrm>
            <a:off x="4252552" y="4176312"/>
            <a:ext cx="9271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r>
              <a:rPr lang="es-ES_tradnl" sz="1000" dirty="0">
                <a:latin typeface="Arial" pitchFamily="34" charset="0"/>
                <a:ea typeface="Times New Roman" pitchFamily="18" charset="0"/>
                <a:cs typeface="Arial" pitchFamily="34" charset="0"/>
              </a:rPr>
              <a:t>   </a:t>
            </a:r>
            <a:r>
              <a:rPr lang="es-ES_tradnl" sz="1100" dirty="0">
                <a:latin typeface="Arial" pitchFamily="34" charset="0"/>
                <a:ea typeface="Times New Roman" pitchFamily="18" charset="0"/>
                <a:cs typeface="Arial" pitchFamily="34" charset="0"/>
              </a:rPr>
              <a:t>0</a:t>
            </a:r>
            <a:endParaRPr lang="es-ES_tradnl" sz="800" dirty="0">
              <a:latin typeface="Arial" pitchFamily="34" charset="0"/>
              <a:cs typeface="Arial" pitchFamily="34" charset="0"/>
            </a:endParaRPr>
          </a:p>
          <a:p>
            <a:pPr eaLnBrk="0" fontAlgn="base" hangingPunct="0">
              <a:spcBef>
                <a:spcPct val="0"/>
              </a:spcBef>
              <a:spcAft>
                <a:spcPct val="0"/>
              </a:spcAft>
            </a:pPr>
            <a:r>
              <a:rPr lang="es-ES_tradnl" sz="1100" b="1" dirty="0">
                <a:solidFill>
                  <a:srgbClr val="FF0000"/>
                </a:solidFill>
                <a:latin typeface="Arial" pitchFamily="34" charset="0"/>
                <a:ea typeface="Times New Roman" pitchFamily="18" charset="0"/>
                <a:cs typeface="Arial" pitchFamily="34" charset="0"/>
              </a:rPr>
              <a:t>0 </a:t>
            </a:r>
            <a:r>
              <a:rPr lang="es-ES_tradnl" sz="1100" dirty="0">
                <a:latin typeface="Arial" pitchFamily="34" charset="0"/>
                <a:ea typeface="Times New Roman" pitchFamily="18" charset="0"/>
                <a:cs typeface="Arial" pitchFamily="34" charset="0"/>
              </a:rPr>
              <a:t>   0</a:t>
            </a:r>
            <a:endParaRPr lang="es-ES_tradnl" sz="800" dirty="0">
              <a:latin typeface="Arial" pitchFamily="34" charset="0"/>
              <a:cs typeface="Arial" pitchFamily="34" charset="0"/>
            </a:endParaRPr>
          </a:p>
          <a:p>
            <a:pPr eaLnBrk="0" fontAlgn="base" hangingPunct="0">
              <a:spcBef>
                <a:spcPct val="0"/>
              </a:spcBef>
              <a:spcAft>
                <a:spcPct val="0"/>
              </a:spcAft>
            </a:pPr>
            <a:r>
              <a:rPr lang="es-ES_tradnl" sz="1100" dirty="0">
                <a:latin typeface="Arial" pitchFamily="34" charset="0"/>
                <a:ea typeface="Times New Roman" pitchFamily="18" charset="0"/>
                <a:cs typeface="Arial" pitchFamily="34" charset="0"/>
              </a:rPr>
              <a:t>3    </a:t>
            </a:r>
            <a:r>
              <a:rPr lang="es-ES_tradnl" sz="1100" b="1" dirty="0">
                <a:solidFill>
                  <a:srgbClr val="FF0000"/>
                </a:solidFill>
                <a:latin typeface="Arial" pitchFamily="34" charset="0"/>
                <a:ea typeface="Times New Roman" pitchFamily="18" charset="0"/>
                <a:cs typeface="Arial" pitchFamily="34" charset="0"/>
              </a:rPr>
              <a:t>3</a:t>
            </a:r>
          </a:p>
        </p:txBody>
      </p:sp>
      <p:grpSp>
        <p:nvGrpSpPr>
          <p:cNvPr id="178" name="Group 3"/>
          <p:cNvGrpSpPr>
            <a:grpSpLocks/>
          </p:cNvGrpSpPr>
          <p:nvPr/>
        </p:nvGrpSpPr>
        <p:grpSpPr bwMode="auto">
          <a:xfrm>
            <a:off x="9402347" y="4020668"/>
            <a:ext cx="508000" cy="571500"/>
            <a:chOff x="6980" y="6660"/>
            <a:chExt cx="800" cy="900"/>
          </a:xfrm>
        </p:grpSpPr>
        <p:sp>
          <p:nvSpPr>
            <p:cNvPr id="179" name="Oval 7"/>
            <p:cNvSpPr>
              <a:spLocks noChangeArrowheads="1"/>
            </p:cNvSpPr>
            <p:nvPr/>
          </p:nvSpPr>
          <p:spPr bwMode="auto">
            <a:xfrm>
              <a:off x="6980" y="6660"/>
              <a:ext cx="800" cy="78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s-PE"/>
            </a:p>
          </p:txBody>
        </p:sp>
        <p:sp>
          <p:nvSpPr>
            <p:cNvPr id="180" name="Rectangle 6"/>
            <p:cNvSpPr>
              <a:spLocks noChangeArrowheads="1"/>
            </p:cNvSpPr>
            <p:nvPr/>
          </p:nvSpPr>
          <p:spPr bwMode="auto">
            <a:xfrm>
              <a:off x="6980" y="7020"/>
              <a:ext cx="800"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s-PE"/>
            </a:p>
          </p:txBody>
        </p:sp>
        <p:sp>
          <p:nvSpPr>
            <p:cNvPr id="181" name="Line 5"/>
            <p:cNvSpPr>
              <a:spLocks noChangeShapeType="1"/>
            </p:cNvSpPr>
            <p:nvPr/>
          </p:nvSpPr>
          <p:spPr bwMode="auto">
            <a:xfrm>
              <a:off x="6980" y="7300"/>
              <a:ext cx="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sp>
          <p:nvSpPr>
            <p:cNvPr id="182" name="Line 4"/>
            <p:cNvSpPr>
              <a:spLocks noChangeShapeType="1"/>
            </p:cNvSpPr>
            <p:nvPr/>
          </p:nvSpPr>
          <p:spPr bwMode="auto">
            <a:xfrm>
              <a:off x="7380" y="7020"/>
              <a:ext cx="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grpSp>
      <p:sp>
        <p:nvSpPr>
          <p:cNvPr id="183" name="Text Box 2"/>
          <p:cNvSpPr txBox="1">
            <a:spLocks noChangeArrowheads="1"/>
          </p:cNvSpPr>
          <p:nvPr/>
        </p:nvSpPr>
        <p:spPr bwMode="auto">
          <a:xfrm>
            <a:off x="9202487" y="4052861"/>
            <a:ext cx="9271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r>
              <a:rPr lang="es-ES_tradnl" sz="1000" dirty="0">
                <a:latin typeface="Arial" pitchFamily="34" charset="0"/>
                <a:ea typeface="Times New Roman" pitchFamily="18" charset="0"/>
                <a:cs typeface="Arial" pitchFamily="34" charset="0"/>
              </a:rPr>
              <a:t>         </a:t>
            </a:r>
            <a:r>
              <a:rPr lang="es-ES_tradnl" sz="1100" dirty="0">
                <a:latin typeface="Arial" pitchFamily="34" charset="0"/>
                <a:ea typeface="Times New Roman" pitchFamily="18" charset="0"/>
                <a:cs typeface="Arial" pitchFamily="34" charset="0"/>
              </a:rPr>
              <a:t>0</a:t>
            </a:r>
            <a:endParaRPr lang="es-ES_tradnl" sz="800" dirty="0">
              <a:latin typeface="Arial" pitchFamily="34" charset="0"/>
              <a:cs typeface="Arial" pitchFamily="34" charset="0"/>
            </a:endParaRPr>
          </a:p>
          <a:p>
            <a:pPr eaLnBrk="0" fontAlgn="base" hangingPunct="0">
              <a:spcBef>
                <a:spcPct val="0"/>
              </a:spcBef>
              <a:spcAft>
                <a:spcPct val="0"/>
              </a:spcAft>
            </a:pPr>
            <a:r>
              <a:rPr lang="es-ES_tradnl" sz="1100" dirty="0">
                <a:latin typeface="Arial" pitchFamily="34" charset="0"/>
                <a:ea typeface="Times New Roman" pitchFamily="18" charset="0"/>
                <a:cs typeface="Arial" pitchFamily="34" charset="0"/>
              </a:rPr>
              <a:t>     </a:t>
            </a:r>
            <a:r>
              <a:rPr lang="es-ES_tradnl" sz="1100" dirty="0">
                <a:solidFill>
                  <a:srgbClr val="FF0000"/>
                </a:solidFill>
                <a:latin typeface="Arial" pitchFamily="34" charset="0"/>
                <a:ea typeface="Times New Roman" pitchFamily="18" charset="0"/>
                <a:cs typeface="Arial" pitchFamily="34" charset="0"/>
              </a:rPr>
              <a:t>12</a:t>
            </a:r>
            <a:r>
              <a:rPr lang="es-ES_tradnl" sz="1100" dirty="0">
                <a:latin typeface="Arial" pitchFamily="34" charset="0"/>
                <a:ea typeface="Times New Roman" pitchFamily="18" charset="0"/>
                <a:cs typeface="Arial" pitchFamily="34" charset="0"/>
              </a:rPr>
              <a:t>  12</a:t>
            </a:r>
            <a:endParaRPr lang="es-ES_tradnl" sz="800" dirty="0">
              <a:latin typeface="Arial" pitchFamily="34" charset="0"/>
              <a:cs typeface="Arial" pitchFamily="34" charset="0"/>
            </a:endParaRPr>
          </a:p>
          <a:p>
            <a:pPr eaLnBrk="0" fontAlgn="base" hangingPunct="0">
              <a:spcBef>
                <a:spcPct val="0"/>
              </a:spcBef>
              <a:spcAft>
                <a:spcPct val="0"/>
              </a:spcAft>
            </a:pPr>
            <a:r>
              <a:rPr lang="es-ES_tradnl" sz="1100" dirty="0">
                <a:latin typeface="Arial" pitchFamily="34" charset="0"/>
                <a:ea typeface="Times New Roman" pitchFamily="18" charset="0"/>
                <a:cs typeface="Arial" pitchFamily="34" charset="0"/>
              </a:rPr>
              <a:t>     15  </a:t>
            </a:r>
            <a:r>
              <a:rPr lang="es-ES_tradnl" sz="1100" dirty="0">
                <a:solidFill>
                  <a:srgbClr val="FF0000"/>
                </a:solidFill>
                <a:latin typeface="Arial" pitchFamily="34" charset="0"/>
                <a:ea typeface="Times New Roman" pitchFamily="18" charset="0"/>
                <a:cs typeface="Arial" pitchFamily="34" charset="0"/>
              </a:rPr>
              <a:t>15</a:t>
            </a:r>
            <a:endParaRPr lang="es-ES_tradnl" dirty="0">
              <a:solidFill>
                <a:srgbClr val="FF0000"/>
              </a:solidFill>
              <a:latin typeface="Arial" pitchFamily="34" charset="0"/>
              <a:cs typeface="Arial" pitchFamily="34" charset="0"/>
            </a:endParaRPr>
          </a:p>
        </p:txBody>
      </p:sp>
      <p:sp>
        <p:nvSpPr>
          <p:cNvPr id="184" name="Text Box 1"/>
          <p:cNvSpPr txBox="1">
            <a:spLocks noChangeArrowheads="1"/>
          </p:cNvSpPr>
          <p:nvPr/>
        </p:nvSpPr>
        <p:spPr bwMode="auto">
          <a:xfrm>
            <a:off x="3448187" y="3803709"/>
            <a:ext cx="687388"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r>
              <a:rPr lang="es-ES_tradnl" sz="1000" dirty="0">
                <a:solidFill>
                  <a:schemeClr val="bg2">
                    <a:lumMod val="50000"/>
                  </a:schemeClr>
                </a:solidFill>
                <a:latin typeface="Arial" pitchFamily="34" charset="0"/>
                <a:ea typeface="Times New Roman" pitchFamily="18" charset="0"/>
                <a:cs typeface="Arial" pitchFamily="34" charset="0"/>
              </a:rPr>
              <a:t>   0</a:t>
            </a:r>
            <a:r>
              <a:rPr lang="es-ES_tradnl" sz="1000" dirty="0">
                <a:latin typeface="Arial" pitchFamily="34" charset="0"/>
                <a:ea typeface="Times New Roman" pitchFamily="18" charset="0"/>
                <a:cs typeface="Arial" pitchFamily="34" charset="0"/>
              </a:rPr>
              <a:t>    0</a:t>
            </a:r>
            <a:endParaRPr lang="es-ES_tradnl" dirty="0">
              <a:latin typeface="Arial" pitchFamily="34" charset="0"/>
              <a:cs typeface="Arial" pitchFamily="34" charset="0"/>
            </a:endParaRPr>
          </a:p>
        </p:txBody>
      </p:sp>
      <p:sp>
        <p:nvSpPr>
          <p:cNvPr id="185" name="Rectangle 180"/>
          <p:cNvSpPr>
            <a:spLocks noChangeArrowheads="1"/>
          </p:cNvSpPr>
          <p:nvPr/>
        </p:nvSpPr>
        <p:spPr bwMode="auto">
          <a:xfrm>
            <a:off x="2335214" y="1605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endParaRPr lang="es-PE">
              <a:latin typeface="Arial" pitchFamily="34" charset="0"/>
              <a:cs typeface="Arial" pitchFamily="34" charset="0"/>
            </a:endParaRPr>
          </a:p>
        </p:txBody>
      </p:sp>
      <p:sp>
        <p:nvSpPr>
          <p:cNvPr id="186" name="Rectangle 220"/>
          <p:cNvSpPr>
            <a:spLocks noChangeArrowheads="1"/>
          </p:cNvSpPr>
          <p:nvPr/>
        </p:nvSpPr>
        <p:spPr bwMode="auto">
          <a:xfrm>
            <a:off x="3413126" y="39825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endParaRPr lang="es-PE">
              <a:latin typeface="Arial" pitchFamily="34" charset="0"/>
              <a:cs typeface="Arial" pitchFamily="34" charset="0"/>
            </a:endParaRPr>
          </a:p>
        </p:txBody>
      </p:sp>
      <p:sp>
        <p:nvSpPr>
          <p:cNvPr id="188" name="Line 108"/>
          <p:cNvSpPr>
            <a:spLocks noChangeShapeType="1"/>
          </p:cNvSpPr>
          <p:nvPr/>
        </p:nvSpPr>
        <p:spPr bwMode="auto">
          <a:xfrm>
            <a:off x="5031904" y="2321636"/>
            <a:ext cx="586512" cy="138024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sp>
        <p:nvSpPr>
          <p:cNvPr id="189" name="Text Box 129"/>
          <p:cNvSpPr txBox="1">
            <a:spLocks noChangeArrowheads="1"/>
          </p:cNvSpPr>
          <p:nvPr/>
        </p:nvSpPr>
        <p:spPr bwMode="auto">
          <a:xfrm>
            <a:off x="6136127" y="2372026"/>
            <a:ext cx="6985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r>
              <a:rPr lang="es-ES_tradnl" sz="1000" dirty="0">
                <a:solidFill>
                  <a:srgbClr val="0000FF"/>
                </a:solidFill>
                <a:latin typeface="Arial" pitchFamily="34" charset="0"/>
                <a:ea typeface="Times New Roman" pitchFamily="18" charset="0"/>
                <a:cs typeface="Arial" pitchFamily="34" charset="0"/>
              </a:rPr>
              <a:t>I-3</a:t>
            </a:r>
            <a:endParaRPr lang="es-ES_tradnl" dirty="0">
              <a:latin typeface="Arial" pitchFamily="34" charset="0"/>
              <a:cs typeface="Arial" pitchFamily="34" charset="0"/>
            </a:endParaRPr>
          </a:p>
        </p:txBody>
      </p:sp>
      <p:sp>
        <p:nvSpPr>
          <p:cNvPr id="190" name="Line 109"/>
          <p:cNvSpPr>
            <a:spLocks noChangeShapeType="1"/>
          </p:cNvSpPr>
          <p:nvPr/>
        </p:nvSpPr>
        <p:spPr bwMode="auto">
          <a:xfrm flipV="1">
            <a:off x="5196295" y="5972582"/>
            <a:ext cx="2097911" cy="15367"/>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PE"/>
          </a:p>
        </p:txBody>
      </p:sp>
      <p:sp>
        <p:nvSpPr>
          <p:cNvPr id="192" name="Text Box 125"/>
          <p:cNvSpPr txBox="1">
            <a:spLocks noChangeArrowheads="1"/>
          </p:cNvSpPr>
          <p:nvPr/>
        </p:nvSpPr>
        <p:spPr bwMode="auto">
          <a:xfrm>
            <a:off x="5733801" y="5718650"/>
            <a:ext cx="482600"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r>
              <a:rPr lang="es-ES_tradnl" sz="1000" dirty="0">
                <a:solidFill>
                  <a:srgbClr val="0000FF"/>
                </a:solidFill>
                <a:latin typeface="Arial" pitchFamily="34" charset="0"/>
                <a:ea typeface="Times New Roman" pitchFamily="18" charset="0"/>
                <a:cs typeface="Arial" pitchFamily="34" charset="0"/>
              </a:rPr>
              <a:t>D-3</a:t>
            </a:r>
            <a:endParaRPr lang="es-ES_tradnl" dirty="0">
              <a:latin typeface="Arial" pitchFamily="34" charset="0"/>
              <a:cs typeface="Arial" pitchFamily="34" charset="0"/>
            </a:endParaRPr>
          </a:p>
        </p:txBody>
      </p:sp>
      <p:cxnSp>
        <p:nvCxnSpPr>
          <p:cNvPr id="3" name="2 Conector recto de flecha"/>
          <p:cNvCxnSpPr/>
          <p:nvPr/>
        </p:nvCxnSpPr>
        <p:spPr>
          <a:xfrm>
            <a:off x="7593771" y="2162744"/>
            <a:ext cx="1348205" cy="1484662"/>
          </a:xfrm>
          <a:prstGeom prst="straightConnector1">
            <a:avLst/>
          </a:prstGeom>
          <a:noFill/>
          <a:ln w="9525">
            <a:solidFill>
              <a:srgbClr val="000000"/>
            </a:solidFill>
            <a:prstDash val="dash"/>
            <a:round/>
            <a:headEnd/>
            <a:tailEnd type="triangle" w="med" len="med"/>
          </a:ln>
        </p:spPr>
      </p:cxnSp>
      <p:sp>
        <p:nvSpPr>
          <p:cNvPr id="193" name="Text Box 68"/>
          <p:cNvSpPr txBox="1">
            <a:spLocks noChangeArrowheads="1"/>
          </p:cNvSpPr>
          <p:nvPr/>
        </p:nvSpPr>
        <p:spPr bwMode="auto">
          <a:xfrm>
            <a:off x="6748238" y="2375024"/>
            <a:ext cx="9271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r>
              <a:rPr lang="es-ES_tradnl" sz="1000" dirty="0">
                <a:latin typeface="Arial" pitchFamily="34" charset="0"/>
                <a:ea typeface="Times New Roman" pitchFamily="18" charset="0"/>
                <a:cs typeface="Arial" pitchFamily="34" charset="0"/>
              </a:rPr>
              <a:t>   </a:t>
            </a:r>
            <a:r>
              <a:rPr lang="es-ES_tradnl" sz="1100" dirty="0">
                <a:latin typeface="Arial" pitchFamily="34" charset="0"/>
                <a:ea typeface="Times New Roman" pitchFamily="18" charset="0"/>
                <a:cs typeface="Arial" pitchFamily="34" charset="0"/>
              </a:rPr>
              <a:t>7</a:t>
            </a:r>
            <a:endParaRPr lang="es-ES_tradnl" sz="800" dirty="0">
              <a:latin typeface="Arial" pitchFamily="34" charset="0"/>
              <a:cs typeface="Arial" pitchFamily="34" charset="0"/>
            </a:endParaRPr>
          </a:p>
          <a:p>
            <a:pPr eaLnBrk="0" fontAlgn="base" hangingPunct="0">
              <a:spcBef>
                <a:spcPct val="0"/>
              </a:spcBef>
              <a:spcAft>
                <a:spcPct val="0"/>
              </a:spcAft>
            </a:pPr>
            <a:r>
              <a:rPr lang="es-ES_tradnl" sz="1100" b="1" dirty="0">
                <a:solidFill>
                  <a:srgbClr val="FF0000"/>
                </a:solidFill>
                <a:latin typeface="Arial" pitchFamily="34" charset="0"/>
                <a:ea typeface="Times New Roman" pitchFamily="18" charset="0"/>
                <a:cs typeface="Arial" pitchFamily="34" charset="0"/>
              </a:rPr>
              <a:t>2</a:t>
            </a:r>
            <a:r>
              <a:rPr lang="es-ES_tradnl" sz="1100" dirty="0">
                <a:latin typeface="Arial" pitchFamily="34" charset="0"/>
                <a:ea typeface="Times New Roman" pitchFamily="18" charset="0"/>
                <a:cs typeface="Arial" pitchFamily="34" charset="0"/>
              </a:rPr>
              <a:t>    9</a:t>
            </a:r>
            <a:endParaRPr lang="es-ES_tradnl" sz="800" dirty="0">
              <a:latin typeface="Arial" pitchFamily="34" charset="0"/>
              <a:cs typeface="Arial" pitchFamily="34" charset="0"/>
            </a:endParaRPr>
          </a:p>
          <a:p>
            <a:pPr eaLnBrk="0" fontAlgn="base" hangingPunct="0">
              <a:spcBef>
                <a:spcPct val="0"/>
              </a:spcBef>
              <a:spcAft>
                <a:spcPct val="0"/>
              </a:spcAft>
            </a:pPr>
            <a:r>
              <a:rPr lang="es-ES_tradnl" sz="1100" dirty="0">
                <a:latin typeface="Arial" pitchFamily="34" charset="0"/>
                <a:ea typeface="Times New Roman" pitchFamily="18" charset="0"/>
                <a:cs typeface="Arial" pitchFamily="34" charset="0"/>
              </a:rPr>
              <a:t>5   </a:t>
            </a:r>
            <a:r>
              <a:rPr lang="es-ES_tradnl" sz="1100" b="1" dirty="0">
                <a:solidFill>
                  <a:srgbClr val="FF0000"/>
                </a:solidFill>
                <a:latin typeface="Arial" pitchFamily="34" charset="0"/>
                <a:ea typeface="Times New Roman" pitchFamily="18" charset="0"/>
                <a:cs typeface="Arial" pitchFamily="34" charset="0"/>
              </a:rPr>
              <a:t>12</a:t>
            </a:r>
            <a:r>
              <a:rPr lang="es-ES_tradnl" sz="1100" dirty="0">
                <a:latin typeface="Arial" pitchFamily="34" charset="0"/>
                <a:ea typeface="Times New Roman" pitchFamily="18" charset="0"/>
                <a:cs typeface="Arial" pitchFamily="34" charset="0"/>
              </a:rPr>
              <a:t> </a:t>
            </a:r>
            <a:endParaRPr lang="es-ES_tradnl" dirty="0">
              <a:latin typeface="Arial" pitchFamily="34" charset="0"/>
              <a:cs typeface="Arial" pitchFamily="34" charset="0"/>
            </a:endParaRPr>
          </a:p>
        </p:txBody>
      </p:sp>
      <p:sp>
        <p:nvSpPr>
          <p:cNvPr id="199" name="Text Box 110"/>
          <p:cNvSpPr txBox="1">
            <a:spLocks noChangeArrowheads="1"/>
          </p:cNvSpPr>
          <p:nvPr/>
        </p:nvSpPr>
        <p:spPr bwMode="auto">
          <a:xfrm>
            <a:off x="8743482" y="3839881"/>
            <a:ext cx="687388" cy="283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r>
              <a:rPr lang="es-ES_tradnl" sz="1100" dirty="0">
                <a:latin typeface="Arial" pitchFamily="34" charset="0"/>
                <a:ea typeface="Times New Roman" pitchFamily="18" charset="0"/>
                <a:cs typeface="Arial" pitchFamily="34" charset="0"/>
              </a:rPr>
              <a:t>  </a:t>
            </a:r>
            <a:r>
              <a:rPr lang="es-ES_tradnl" sz="1100" dirty="0">
                <a:solidFill>
                  <a:schemeClr val="bg2">
                    <a:lumMod val="50000"/>
                  </a:schemeClr>
                </a:solidFill>
                <a:latin typeface="Arial" pitchFamily="34" charset="0"/>
                <a:ea typeface="Times New Roman" pitchFamily="18" charset="0"/>
                <a:cs typeface="Arial" pitchFamily="34" charset="0"/>
              </a:rPr>
              <a:t>12</a:t>
            </a:r>
            <a:r>
              <a:rPr lang="es-ES_tradnl" sz="1100" dirty="0">
                <a:latin typeface="Arial" pitchFamily="34" charset="0"/>
                <a:ea typeface="Times New Roman" pitchFamily="18" charset="0"/>
                <a:cs typeface="Arial" pitchFamily="34" charset="0"/>
              </a:rPr>
              <a:t>  12</a:t>
            </a:r>
            <a:endParaRPr lang="es-ES_tradnl" dirty="0">
              <a:latin typeface="Arial" pitchFamily="34" charset="0"/>
              <a:cs typeface="Arial" pitchFamily="34" charset="0"/>
            </a:endParaRPr>
          </a:p>
        </p:txBody>
      </p:sp>
      <p:sp>
        <p:nvSpPr>
          <p:cNvPr id="200" name="Text Box 14"/>
          <p:cNvSpPr txBox="1">
            <a:spLocks noChangeArrowheads="1"/>
          </p:cNvSpPr>
          <p:nvPr/>
        </p:nvSpPr>
        <p:spPr bwMode="auto">
          <a:xfrm>
            <a:off x="5231904" y="4797524"/>
            <a:ext cx="9271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r>
              <a:rPr lang="es-ES_tradnl" sz="1000" dirty="0">
                <a:latin typeface="Arial" pitchFamily="34" charset="0"/>
                <a:ea typeface="Times New Roman" pitchFamily="18" charset="0"/>
                <a:cs typeface="Arial" pitchFamily="34" charset="0"/>
              </a:rPr>
              <a:t>   </a:t>
            </a:r>
            <a:r>
              <a:rPr lang="es-ES_tradnl" sz="1100" dirty="0">
                <a:latin typeface="Arial" pitchFamily="34" charset="0"/>
                <a:ea typeface="Times New Roman" pitchFamily="18" charset="0"/>
                <a:cs typeface="Arial" pitchFamily="34" charset="0"/>
              </a:rPr>
              <a:t>5</a:t>
            </a:r>
            <a:endParaRPr lang="es-ES_tradnl" sz="800" dirty="0">
              <a:latin typeface="Arial" pitchFamily="34" charset="0"/>
              <a:cs typeface="Arial" pitchFamily="34" charset="0"/>
            </a:endParaRPr>
          </a:p>
          <a:p>
            <a:pPr eaLnBrk="0" fontAlgn="base" hangingPunct="0">
              <a:spcBef>
                <a:spcPct val="0"/>
              </a:spcBef>
              <a:spcAft>
                <a:spcPct val="0"/>
              </a:spcAft>
            </a:pPr>
            <a:r>
              <a:rPr lang="es-ES_tradnl" sz="1100" b="1" dirty="0">
                <a:solidFill>
                  <a:srgbClr val="FF0000"/>
                </a:solidFill>
                <a:latin typeface="Arial" pitchFamily="34" charset="0"/>
                <a:ea typeface="Times New Roman" pitchFamily="18" charset="0"/>
                <a:cs typeface="Arial" pitchFamily="34" charset="0"/>
              </a:rPr>
              <a:t>3 </a:t>
            </a:r>
            <a:r>
              <a:rPr lang="es-ES_tradnl" sz="1100" dirty="0">
                <a:latin typeface="Arial" pitchFamily="34" charset="0"/>
                <a:ea typeface="Times New Roman" pitchFamily="18" charset="0"/>
                <a:cs typeface="Arial" pitchFamily="34" charset="0"/>
              </a:rPr>
              <a:t>   8</a:t>
            </a:r>
            <a:endParaRPr lang="es-ES_tradnl" sz="800" dirty="0">
              <a:latin typeface="Arial" pitchFamily="34" charset="0"/>
              <a:cs typeface="Arial" pitchFamily="34" charset="0"/>
            </a:endParaRPr>
          </a:p>
          <a:p>
            <a:pPr eaLnBrk="0" fontAlgn="base" hangingPunct="0">
              <a:spcBef>
                <a:spcPct val="0"/>
              </a:spcBef>
              <a:spcAft>
                <a:spcPct val="0"/>
              </a:spcAft>
            </a:pPr>
            <a:r>
              <a:rPr lang="es-ES_tradnl" sz="1100" dirty="0">
                <a:latin typeface="Arial" pitchFamily="34" charset="0"/>
                <a:ea typeface="Times New Roman" pitchFamily="18" charset="0"/>
                <a:cs typeface="Arial" pitchFamily="34" charset="0"/>
              </a:rPr>
              <a:t>5    </a:t>
            </a:r>
            <a:r>
              <a:rPr lang="es-ES_tradnl" sz="1100" b="1" dirty="0">
                <a:solidFill>
                  <a:srgbClr val="FF0000"/>
                </a:solidFill>
                <a:latin typeface="Arial" pitchFamily="34" charset="0"/>
                <a:ea typeface="Times New Roman" pitchFamily="18" charset="0"/>
                <a:cs typeface="Arial" pitchFamily="34" charset="0"/>
              </a:rPr>
              <a:t>10</a:t>
            </a:r>
            <a:endParaRPr lang="es-ES_tradnl" b="1" dirty="0">
              <a:solidFill>
                <a:srgbClr val="FF0000"/>
              </a:solidFill>
              <a:latin typeface="Arial" pitchFamily="34" charset="0"/>
              <a:cs typeface="Arial" pitchFamily="34" charset="0"/>
            </a:endParaRPr>
          </a:p>
        </p:txBody>
      </p:sp>
      <p:cxnSp>
        <p:nvCxnSpPr>
          <p:cNvPr id="16" name="15 Conector recto de flecha"/>
          <p:cNvCxnSpPr/>
          <p:nvPr/>
        </p:nvCxnSpPr>
        <p:spPr>
          <a:xfrm>
            <a:off x="8440431" y="1678882"/>
            <a:ext cx="1183243"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17 Conector recto de flecha"/>
          <p:cNvCxnSpPr/>
          <p:nvPr/>
        </p:nvCxnSpPr>
        <p:spPr>
          <a:xfrm flipH="1">
            <a:off x="8462615" y="2321636"/>
            <a:ext cx="1203423"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9" name="18 CuadroTexto"/>
          <p:cNvSpPr txBox="1"/>
          <p:nvPr/>
        </p:nvSpPr>
        <p:spPr>
          <a:xfrm>
            <a:off x="8491701" y="1355032"/>
            <a:ext cx="1145248" cy="369332"/>
          </a:xfrm>
          <a:prstGeom prst="rect">
            <a:avLst/>
          </a:prstGeom>
          <a:noFill/>
        </p:spPr>
        <p:txBody>
          <a:bodyPr wrap="square" rtlCol="0">
            <a:spAutoFit/>
          </a:bodyPr>
          <a:lstStyle/>
          <a:p>
            <a:r>
              <a:rPr lang="es-ES" dirty="0"/>
              <a:t>MAYOR</a:t>
            </a:r>
            <a:endParaRPr lang="es-PE" dirty="0"/>
          </a:p>
        </p:txBody>
      </p:sp>
      <p:sp>
        <p:nvSpPr>
          <p:cNvPr id="154" name="153 CuadroTexto"/>
          <p:cNvSpPr txBox="1"/>
          <p:nvPr/>
        </p:nvSpPr>
        <p:spPr>
          <a:xfrm>
            <a:off x="8559261" y="1902813"/>
            <a:ext cx="1145248" cy="369332"/>
          </a:xfrm>
          <a:prstGeom prst="rect">
            <a:avLst/>
          </a:prstGeom>
          <a:noFill/>
        </p:spPr>
        <p:txBody>
          <a:bodyPr wrap="square" rtlCol="0">
            <a:spAutoFit/>
          </a:bodyPr>
          <a:lstStyle/>
          <a:p>
            <a:r>
              <a:rPr lang="es-ES" dirty="0"/>
              <a:t>MENOR</a:t>
            </a:r>
            <a:endParaRPr lang="es-PE" dirty="0"/>
          </a:p>
        </p:txBody>
      </p:sp>
      <p:sp>
        <p:nvSpPr>
          <p:cNvPr id="2" name="Marcador de pie de página 1">
            <a:extLst>
              <a:ext uri="{FF2B5EF4-FFF2-40B4-BE49-F238E27FC236}">
                <a16:creationId xmlns:a16="http://schemas.microsoft.com/office/drawing/2014/main" id="{6FD12CB9-8E41-2D10-DCD0-5F36365C1C3F}"/>
              </a:ext>
            </a:extLst>
          </p:cNvPr>
          <p:cNvSpPr>
            <a:spLocks noGrp="1"/>
          </p:cNvSpPr>
          <p:nvPr>
            <p:ph type="ftr" sz="quarter" idx="11"/>
          </p:nvPr>
        </p:nvSpPr>
        <p:spPr/>
        <p:txBody>
          <a:bodyPr/>
          <a:lstStyle/>
          <a:p>
            <a:r>
              <a:rPr lang="es-PE"/>
              <a:t>Anival Torre</a:t>
            </a:r>
          </a:p>
        </p:txBody>
      </p:sp>
      <p:sp>
        <p:nvSpPr>
          <p:cNvPr id="15" name="Marcador de número de diapositiva 14">
            <a:extLst>
              <a:ext uri="{FF2B5EF4-FFF2-40B4-BE49-F238E27FC236}">
                <a16:creationId xmlns:a16="http://schemas.microsoft.com/office/drawing/2014/main" id="{8619FCEA-E19F-FD59-BEF1-3EB8E47BA079}"/>
              </a:ext>
            </a:extLst>
          </p:cNvPr>
          <p:cNvSpPr>
            <a:spLocks noGrp="1"/>
          </p:cNvSpPr>
          <p:nvPr>
            <p:ph type="sldNum" sz="quarter" idx="12"/>
          </p:nvPr>
        </p:nvSpPr>
        <p:spPr/>
        <p:txBody>
          <a:bodyPr/>
          <a:lstStyle/>
          <a:p>
            <a:fld id="{AA7BA379-2009-4338-BF9E-30C0A8FACAF6}" type="slidenum">
              <a:rPr lang="es-PE" smtClean="0"/>
              <a:t>25</a:t>
            </a:fld>
            <a:endParaRPr lang="es-PE"/>
          </a:p>
        </p:txBody>
      </p:sp>
      <p:cxnSp>
        <p:nvCxnSpPr>
          <p:cNvPr id="17" name="7 Conector recto">
            <a:extLst>
              <a:ext uri="{FF2B5EF4-FFF2-40B4-BE49-F238E27FC236}">
                <a16:creationId xmlns:a16="http://schemas.microsoft.com/office/drawing/2014/main" id="{14179736-E558-6363-F172-2D3611F817EF}"/>
              </a:ext>
            </a:extLst>
          </p:cNvPr>
          <p:cNvCxnSpPr>
            <a:cxnSpLocks/>
          </p:cNvCxnSpPr>
          <p:nvPr/>
        </p:nvCxnSpPr>
        <p:spPr>
          <a:xfrm>
            <a:off x="8511281" y="5507940"/>
            <a:ext cx="356630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9 Conector recto">
            <a:extLst>
              <a:ext uri="{FF2B5EF4-FFF2-40B4-BE49-F238E27FC236}">
                <a16:creationId xmlns:a16="http://schemas.microsoft.com/office/drawing/2014/main" id="{DA213548-28A6-C60A-877F-C62C6EFF2107}"/>
              </a:ext>
            </a:extLst>
          </p:cNvPr>
          <p:cNvCxnSpPr>
            <a:cxnSpLocks/>
          </p:cNvCxnSpPr>
          <p:nvPr/>
        </p:nvCxnSpPr>
        <p:spPr>
          <a:xfrm flipV="1">
            <a:off x="9807425" y="5279071"/>
            <a:ext cx="2270158" cy="1284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11 Conector recto">
            <a:extLst>
              <a:ext uri="{FF2B5EF4-FFF2-40B4-BE49-F238E27FC236}">
                <a16:creationId xmlns:a16="http://schemas.microsoft.com/office/drawing/2014/main" id="{770348A6-FBCB-F3AB-4A69-DCB11A7CEDB6}"/>
              </a:ext>
            </a:extLst>
          </p:cNvPr>
          <p:cNvCxnSpPr>
            <a:cxnSpLocks/>
          </p:cNvCxnSpPr>
          <p:nvPr/>
        </p:nvCxnSpPr>
        <p:spPr>
          <a:xfrm>
            <a:off x="8511281" y="5723964"/>
            <a:ext cx="2791019"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13 Conector recto">
            <a:extLst>
              <a:ext uri="{FF2B5EF4-FFF2-40B4-BE49-F238E27FC236}">
                <a16:creationId xmlns:a16="http://schemas.microsoft.com/office/drawing/2014/main" id="{8E704510-8D2A-912B-E326-2A3B81D5282D}"/>
              </a:ext>
            </a:extLst>
          </p:cNvPr>
          <p:cNvCxnSpPr>
            <a:cxnSpLocks/>
          </p:cNvCxnSpPr>
          <p:nvPr/>
        </p:nvCxnSpPr>
        <p:spPr>
          <a:xfrm>
            <a:off x="8511281" y="5147900"/>
            <a:ext cx="0" cy="72008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15 Conector recto">
            <a:extLst>
              <a:ext uri="{FF2B5EF4-FFF2-40B4-BE49-F238E27FC236}">
                <a16:creationId xmlns:a16="http://schemas.microsoft.com/office/drawing/2014/main" id="{82045F24-00B8-AE07-68C8-44209200E4AA}"/>
              </a:ext>
            </a:extLst>
          </p:cNvPr>
          <p:cNvCxnSpPr>
            <a:cxnSpLocks/>
          </p:cNvCxnSpPr>
          <p:nvPr/>
        </p:nvCxnSpPr>
        <p:spPr>
          <a:xfrm>
            <a:off x="12086893" y="5157192"/>
            <a:ext cx="0" cy="720080"/>
          </a:xfrm>
          <a:prstGeom prst="line">
            <a:avLst/>
          </a:prstGeom>
        </p:spPr>
        <p:style>
          <a:lnRef idx="1">
            <a:schemeClr val="accent1"/>
          </a:lnRef>
          <a:fillRef idx="0">
            <a:schemeClr val="accent1"/>
          </a:fillRef>
          <a:effectRef idx="0">
            <a:schemeClr val="accent1"/>
          </a:effectRef>
          <a:fontRef idx="minor">
            <a:schemeClr val="tx1"/>
          </a:fontRef>
        </p:style>
      </p:cxnSp>
      <p:sp>
        <p:nvSpPr>
          <p:cNvPr id="29" name="17 CuadroTexto">
            <a:extLst>
              <a:ext uri="{FF2B5EF4-FFF2-40B4-BE49-F238E27FC236}">
                <a16:creationId xmlns:a16="http://schemas.microsoft.com/office/drawing/2014/main" id="{904F73F6-73CF-34C0-AB3C-E9A24873627D}"/>
              </a:ext>
            </a:extLst>
          </p:cNvPr>
          <p:cNvSpPr txBox="1"/>
          <p:nvPr/>
        </p:nvSpPr>
        <p:spPr>
          <a:xfrm>
            <a:off x="8367265" y="5867980"/>
            <a:ext cx="3824730" cy="646331"/>
          </a:xfrm>
          <a:prstGeom prst="rect">
            <a:avLst/>
          </a:prstGeom>
          <a:noFill/>
        </p:spPr>
        <p:txBody>
          <a:bodyPr wrap="square" rtlCol="0">
            <a:spAutoFit/>
          </a:bodyPr>
          <a:lstStyle/>
          <a:p>
            <a:r>
              <a:rPr lang="es-ES" dirty="0" err="1"/>
              <a:t>TIP</a:t>
            </a:r>
            <a:r>
              <a:rPr lang="es-ES" dirty="0"/>
              <a:t>                                                                            </a:t>
            </a:r>
            <a:r>
              <a:rPr lang="es-ES" dirty="0" err="1"/>
              <a:t>TTL</a:t>
            </a:r>
            <a:endParaRPr lang="es-PE" dirty="0"/>
          </a:p>
        </p:txBody>
      </p:sp>
      <p:sp>
        <p:nvSpPr>
          <p:cNvPr id="48" name="18 CuadroTexto">
            <a:extLst>
              <a:ext uri="{FF2B5EF4-FFF2-40B4-BE49-F238E27FC236}">
                <a16:creationId xmlns:a16="http://schemas.microsoft.com/office/drawing/2014/main" id="{5AE0B28D-DBCC-59BB-9DF6-92304FDC5F45}"/>
              </a:ext>
            </a:extLst>
          </p:cNvPr>
          <p:cNvSpPr txBox="1"/>
          <p:nvPr/>
        </p:nvSpPr>
        <p:spPr>
          <a:xfrm>
            <a:off x="9156642" y="5147900"/>
            <a:ext cx="465170" cy="369332"/>
          </a:xfrm>
          <a:prstGeom prst="rect">
            <a:avLst/>
          </a:prstGeom>
          <a:noFill/>
        </p:spPr>
        <p:txBody>
          <a:bodyPr wrap="square" rtlCol="0">
            <a:spAutoFit/>
          </a:bodyPr>
          <a:lstStyle/>
          <a:p>
            <a:r>
              <a:rPr lang="es-ES" dirty="0" err="1">
                <a:solidFill>
                  <a:srgbClr val="FF0000"/>
                </a:solidFill>
              </a:rPr>
              <a:t>TIL</a:t>
            </a:r>
            <a:endParaRPr lang="es-PE" dirty="0">
              <a:solidFill>
                <a:srgbClr val="FF0000"/>
              </a:solidFill>
            </a:endParaRPr>
          </a:p>
        </p:txBody>
      </p:sp>
      <p:sp>
        <p:nvSpPr>
          <p:cNvPr id="49" name="21 CuadroTexto">
            <a:extLst>
              <a:ext uri="{FF2B5EF4-FFF2-40B4-BE49-F238E27FC236}">
                <a16:creationId xmlns:a16="http://schemas.microsoft.com/office/drawing/2014/main" id="{254AC515-C2A0-1E4C-6BA8-5D2D4C2110AF}"/>
              </a:ext>
            </a:extLst>
          </p:cNvPr>
          <p:cNvSpPr txBox="1"/>
          <p:nvPr/>
        </p:nvSpPr>
        <p:spPr>
          <a:xfrm>
            <a:off x="11398300" y="5569317"/>
            <a:ext cx="590319" cy="369332"/>
          </a:xfrm>
          <a:prstGeom prst="rect">
            <a:avLst/>
          </a:prstGeom>
          <a:noFill/>
        </p:spPr>
        <p:txBody>
          <a:bodyPr wrap="square" rtlCol="0">
            <a:spAutoFit/>
          </a:bodyPr>
          <a:lstStyle/>
          <a:p>
            <a:r>
              <a:rPr lang="es-ES" dirty="0" err="1">
                <a:solidFill>
                  <a:srgbClr val="FF0000"/>
                </a:solidFill>
              </a:rPr>
              <a:t>TTP</a:t>
            </a:r>
            <a:endParaRPr lang="es-PE" dirty="0">
              <a:solidFill>
                <a:srgbClr val="FF0000"/>
              </a:solidFill>
            </a:endParaRPr>
          </a:p>
        </p:txBody>
      </p:sp>
      <p:cxnSp>
        <p:nvCxnSpPr>
          <p:cNvPr id="50" name="20 Conector recto">
            <a:extLst>
              <a:ext uri="{FF2B5EF4-FFF2-40B4-BE49-F238E27FC236}">
                <a16:creationId xmlns:a16="http://schemas.microsoft.com/office/drawing/2014/main" id="{D03A6BA9-D6D0-6BE8-37B1-DAB6A6A10A6D}"/>
              </a:ext>
            </a:extLst>
          </p:cNvPr>
          <p:cNvCxnSpPr>
            <a:cxnSpLocks/>
          </p:cNvCxnSpPr>
          <p:nvPr/>
        </p:nvCxnSpPr>
        <p:spPr>
          <a:xfrm>
            <a:off x="9807425" y="5147900"/>
            <a:ext cx="0" cy="360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24 Conector recto">
            <a:extLst>
              <a:ext uri="{FF2B5EF4-FFF2-40B4-BE49-F238E27FC236}">
                <a16:creationId xmlns:a16="http://schemas.microsoft.com/office/drawing/2014/main" id="{B98E6877-7466-59DA-9D46-F2C1A087AFB2}"/>
              </a:ext>
            </a:extLst>
          </p:cNvPr>
          <p:cNvCxnSpPr>
            <a:cxnSpLocks/>
          </p:cNvCxnSpPr>
          <p:nvPr/>
        </p:nvCxnSpPr>
        <p:spPr>
          <a:xfrm>
            <a:off x="11293382" y="5548457"/>
            <a:ext cx="0" cy="360040"/>
          </a:xfrm>
          <a:prstGeom prst="line">
            <a:avLst/>
          </a:prstGeom>
        </p:spPr>
        <p:style>
          <a:lnRef idx="1">
            <a:schemeClr val="accent1"/>
          </a:lnRef>
          <a:fillRef idx="0">
            <a:schemeClr val="accent1"/>
          </a:fillRef>
          <a:effectRef idx="0">
            <a:schemeClr val="accent1"/>
          </a:effectRef>
          <a:fontRef idx="minor">
            <a:schemeClr val="tx1"/>
          </a:fontRef>
        </p:style>
      </p:cxnSp>
      <p:sp>
        <p:nvSpPr>
          <p:cNvPr id="52" name="4 CuadroTexto">
            <a:extLst>
              <a:ext uri="{FF2B5EF4-FFF2-40B4-BE49-F238E27FC236}">
                <a16:creationId xmlns:a16="http://schemas.microsoft.com/office/drawing/2014/main" id="{2FBA04B1-E6E1-64C3-5D32-D4007C2B1B1E}"/>
              </a:ext>
            </a:extLst>
          </p:cNvPr>
          <p:cNvSpPr txBox="1"/>
          <p:nvPr/>
        </p:nvSpPr>
        <p:spPr>
          <a:xfrm>
            <a:off x="10331752" y="4963234"/>
            <a:ext cx="1382763" cy="369332"/>
          </a:xfrm>
          <a:prstGeom prst="rect">
            <a:avLst/>
          </a:prstGeom>
          <a:noFill/>
        </p:spPr>
        <p:txBody>
          <a:bodyPr wrap="square" rtlCol="0">
            <a:spAutoFit/>
          </a:bodyPr>
          <a:lstStyle/>
          <a:p>
            <a:r>
              <a:rPr lang="es-ES" dirty="0"/>
              <a:t>Duración</a:t>
            </a:r>
            <a:endParaRPr lang="es-PE" dirty="0"/>
          </a:p>
        </p:txBody>
      </p:sp>
      <p:sp>
        <p:nvSpPr>
          <p:cNvPr id="58" name="19 CuadroTexto">
            <a:extLst>
              <a:ext uri="{FF2B5EF4-FFF2-40B4-BE49-F238E27FC236}">
                <a16:creationId xmlns:a16="http://schemas.microsoft.com/office/drawing/2014/main" id="{965088E1-7B03-1838-E7BF-4559EBBE38D7}"/>
              </a:ext>
            </a:extLst>
          </p:cNvPr>
          <p:cNvSpPr txBox="1"/>
          <p:nvPr/>
        </p:nvSpPr>
        <p:spPr>
          <a:xfrm>
            <a:off x="9502163" y="5673454"/>
            <a:ext cx="1276248" cy="369332"/>
          </a:xfrm>
          <a:prstGeom prst="rect">
            <a:avLst/>
          </a:prstGeom>
          <a:noFill/>
        </p:spPr>
        <p:txBody>
          <a:bodyPr wrap="square" rtlCol="0">
            <a:spAutoFit/>
          </a:bodyPr>
          <a:lstStyle/>
          <a:p>
            <a:r>
              <a:rPr lang="es-ES" dirty="0"/>
              <a:t>Duración</a:t>
            </a:r>
            <a:endParaRPr lang="es-PE" dirty="0"/>
          </a:p>
        </p:txBody>
      </p:sp>
      <p:sp>
        <p:nvSpPr>
          <p:cNvPr id="61" name="6 Elipse">
            <a:extLst>
              <a:ext uri="{FF2B5EF4-FFF2-40B4-BE49-F238E27FC236}">
                <a16:creationId xmlns:a16="http://schemas.microsoft.com/office/drawing/2014/main" id="{276F4736-40EA-972B-F095-35A4005231C2}"/>
              </a:ext>
            </a:extLst>
          </p:cNvPr>
          <p:cNvSpPr/>
          <p:nvPr/>
        </p:nvSpPr>
        <p:spPr>
          <a:xfrm>
            <a:off x="8511281" y="5507941"/>
            <a:ext cx="51686"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4" name="8 Elipse">
            <a:extLst>
              <a:ext uri="{FF2B5EF4-FFF2-40B4-BE49-F238E27FC236}">
                <a16:creationId xmlns:a16="http://schemas.microsoft.com/office/drawing/2014/main" id="{B5D90BE9-C216-321F-8D6E-24C08A56EEF0}"/>
              </a:ext>
            </a:extLst>
          </p:cNvPr>
          <p:cNvSpPr/>
          <p:nvPr/>
        </p:nvSpPr>
        <p:spPr>
          <a:xfrm>
            <a:off x="12061050" y="5502738"/>
            <a:ext cx="51686"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0" name="Rectangle 2">
            <a:extLst>
              <a:ext uri="{FF2B5EF4-FFF2-40B4-BE49-F238E27FC236}">
                <a16:creationId xmlns:a16="http://schemas.microsoft.com/office/drawing/2014/main" id="{E1156EF0-7FFE-35EE-23E8-1808C99E95C6}"/>
              </a:ext>
            </a:extLst>
          </p:cNvPr>
          <p:cNvSpPr txBox="1">
            <a:spLocks noChangeArrowheads="1"/>
          </p:cNvSpPr>
          <p:nvPr/>
        </p:nvSpPr>
        <p:spPr bwMode="auto">
          <a:xfrm>
            <a:off x="6096000" y="205622"/>
            <a:ext cx="6027095" cy="42862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87313" indent="-87313" algn="ctr" fontAlgn="base">
              <a:spcBef>
                <a:spcPct val="0"/>
              </a:spcBef>
              <a:spcAft>
                <a:spcPct val="0"/>
              </a:spcAft>
              <a:defRPr/>
            </a:pPr>
            <a:r>
              <a:rPr lang="es-PE" sz="2800" i="1" kern="0" dirty="0">
                <a:solidFill>
                  <a:schemeClr val="bg1"/>
                </a:solidFill>
                <a:latin typeface="Arial Narrow" pitchFamily="34" charset="0"/>
                <a:ea typeface="+mj-ea"/>
                <a:cs typeface="+mj-cs"/>
              </a:rPr>
              <a:t>Hallar la Ruta crítica y duración del proyecto</a:t>
            </a:r>
          </a:p>
          <a:p>
            <a:pPr marL="87313" indent="-87313" algn="ctr" fontAlgn="base">
              <a:spcBef>
                <a:spcPct val="0"/>
              </a:spcBef>
              <a:spcAft>
                <a:spcPct val="0"/>
              </a:spcAft>
              <a:defRPr/>
            </a:pPr>
            <a:endParaRPr lang="es-PE" sz="2800" b="1" i="1" kern="0" dirty="0">
              <a:solidFill>
                <a:schemeClr val="bg1"/>
              </a:solidFill>
              <a:latin typeface="Arial Narrow" pitchFamily="34" charset="0"/>
              <a:ea typeface="+mj-ea"/>
              <a:cs typeface="+mj-cs"/>
            </a:endParaRPr>
          </a:p>
        </p:txBody>
      </p:sp>
    </p:spTree>
    <p:extLst>
      <p:ext uri="{BB962C8B-B14F-4D97-AF65-F5344CB8AC3E}">
        <p14:creationId xmlns:p14="http://schemas.microsoft.com/office/powerpoint/2010/main" val="3335435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1" presetClass="entr" presetSubtype="0" fill="hold" grpId="0" nodeType="with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fade">
                                      <p:cBhvr>
                                        <p:cTn id="7" dur="768" decel="100000"/>
                                        <p:tgtEl>
                                          <p:spTgt spid="70"/>
                                        </p:tgtEl>
                                      </p:cBhvr>
                                    </p:animEffect>
                                    <p:animScale>
                                      <p:cBhvr>
                                        <p:cTn id="8" dur="768" decel="100000"/>
                                        <p:tgtEl>
                                          <p:spTgt spid="70"/>
                                        </p:tgtEl>
                                      </p:cBhvr>
                                      <p:from x="10000" y="10000"/>
                                      <p:to x="200000" y="450000"/>
                                    </p:animScale>
                                    <p:animScale>
                                      <p:cBhvr>
                                        <p:cTn id="9" dur="1230" accel="100000" fill="hold">
                                          <p:stCondLst>
                                            <p:cond delay="768"/>
                                          </p:stCondLst>
                                        </p:cTn>
                                        <p:tgtEl>
                                          <p:spTgt spid="70"/>
                                        </p:tgtEl>
                                      </p:cBhvr>
                                      <p:from x="200000" y="450000"/>
                                      <p:to x="100000" y="100000"/>
                                    </p:animScale>
                                    <p:set>
                                      <p:cBhvr>
                                        <p:cTn id="10" dur="768" fill="hold"/>
                                        <p:tgtEl>
                                          <p:spTgt spid="70"/>
                                        </p:tgtEl>
                                        <p:attrNameLst>
                                          <p:attrName>ppt_x</p:attrName>
                                        </p:attrNameLst>
                                      </p:cBhvr>
                                      <p:to>
                                        <p:strVal val="(0.5)"/>
                                      </p:to>
                                    </p:set>
                                    <p:anim from="(0.5)" to="(#ppt_x)" calcmode="lin" valueType="num">
                                      <p:cBhvr>
                                        <p:cTn id="11" dur="1230" accel="100000" fill="hold">
                                          <p:stCondLst>
                                            <p:cond delay="768"/>
                                          </p:stCondLst>
                                        </p:cTn>
                                        <p:tgtEl>
                                          <p:spTgt spid="70"/>
                                        </p:tgtEl>
                                        <p:attrNameLst>
                                          <p:attrName>ppt_x</p:attrName>
                                        </p:attrNameLst>
                                      </p:cBhvr>
                                    </p:anim>
                                    <p:set>
                                      <p:cBhvr>
                                        <p:cTn id="12" dur="768" fill="hold"/>
                                        <p:tgtEl>
                                          <p:spTgt spid="70"/>
                                        </p:tgtEl>
                                        <p:attrNameLst>
                                          <p:attrName>ppt_y</p:attrName>
                                        </p:attrNameLst>
                                      </p:cBhvr>
                                      <p:to>
                                        <p:strVal val="(#ppt_y+0.4)"/>
                                      </p:to>
                                    </p:set>
                                    <p:anim from="(#ppt_y+0.4)" to="(#ppt_y)" calcmode="lin" valueType="num">
                                      <p:cBhvr>
                                        <p:cTn id="13" dur="1230" accel="100000" fill="hold">
                                          <p:stCondLst>
                                            <p:cond delay="768"/>
                                          </p:stCondLst>
                                        </p:cTn>
                                        <p:tgtEl>
                                          <p:spTgt spid="70"/>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9" name="Google Shape;159;p23"/>
          <p:cNvSpPr txBox="1">
            <a:spLocks noGrp="1"/>
          </p:cNvSpPr>
          <p:nvPr>
            <p:ph type="sldNum" idx="12"/>
          </p:nvPr>
        </p:nvSpPr>
        <p:spPr>
          <a:prstGeom prst="rect">
            <a:avLst/>
          </a:prstGeom>
        </p:spPr>
        <p:txBody>
          <a:bodyPr spcFirstLastPara="1" vert="horz" wrap="square" lIns="0" tIns="0" rIns="0" bIns="0" rtlCol="0" anchor="ctr" anchorCtr="0">
            <a:noAutofit/>
          </a:bodyPr>
          <a:lstStyle/>
          <a:p>
            <a:fld id="{00000000-1234-1234-1234-123412341234}" type="slidenum">
              <a:rPr lang="en"/>
              <a:pPr/>
              <a:t>26</a:t>
            </a:fld>
            <a:endParaRPr dirty="0"/>
          </a:p>
        </p:txBody>
      </p:sp>
      <p:sp>
        <p:nvSpPr>
          <p:cNvPr id="4" name="Rectangle 2"/>
          <p:cNvSpPr txBox="1">
            <a:spLocks noChangeArrowheads="1"/>
          </p:cNvSpPr>
          <p:nvPr/>
        </p:nvSpPr>
        <p:spPr bwMode="auto">
          <a:xfrm>
            <a:off x="2049501" y="2276872"/>
            <a:ext cx="7920880" cy="1220754"/>
          </a:xfrm>
          <a:prstGeom prst="rect">
            <a:avLst/>
          </a:prstGeom>
          <a:noFill/>
          <a:ln>
            <a:noFill/>
            <a:miter lim="800000"/>
            <a:headEnd/>
            <a:tailEnd/>
          </a:ln>
        </p:spPr>
        <p:txBody>
          <a:bodyPr spcFirstLastPara="1" vert="horz" wrap="square" lIns="91440" tIns="45720" rIns="91440" bIns="45720" numCol="1" anchor="t" anchorCtr="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pPr marL="87313" indent="-87313" algn="ctr"/>
            <a:r>
              <a:rPr lang="es-ES" sz="2800" b="0" dirty="0">
                <a:solidFill>
                  <a:srgbClr val="700000"/>
                </a:solidFill>
                <a:latin typeface="+mn-lt"/>
                <a:ea typeface="+mn-ea"/>
                <a:cs typeface="+mn-cs"/>
              </a:rPr>
              <a:t>Donde quiera que usted vea un negocio exitoso, alguien ha tomado una decisión valiente</a:t>
            </a:r>
            <a:r>
              <a:rPr lang="es-ES" sz="2400" b="0" dirty="0">
                <a:solidFill>
                  <a:srgbClr val="700000"/>
                </a:solidFill>
                <a:latin typeface="+mn-lt"/>
                <a:ea typeface="+mn-ea"/>
                <a:cs typeface="+mn-cs"/>
              </a:rPr>
              <a:t>.</a:t>
            </a:r>
            <a:br>
              <a:rPr lang="es-ES" sz="2400" b="0" dirty="0">
                <a:solidFill>
                  <a:srgbClr val="700000"/>
                </a:solidFill>
                <a:latin typeface="+mn-lt"/>
                <a:ea typeface="+mn-ea"/>
                <a:cs typeface="+mn-cs"/>
              </a:rPr>
            </a:br>
            <a:endParaRPr lang="es-PE" sz="2400" b="0" dirty="0">
              <a:solidFill>
                <a:srgbClr val="700000"/>
              </a:solidFill>
              <a:latin typeface="+mn-lt"/>
              <a:ea typeface="+mn-ea"/>
              <a:cs typeface="+mn-cs"/>
            </a:endParaRPr>
          </a:p>
        </p:txBody>
      </p:sp>
      <p:sp>
        <p:nvSpPr>
          <p:cNvPr id="5" name="Rectangle 2"/>
          <p:cNvSpPr txBox="1">
            <a:spLocks noChangeArrowheads="1"/>
          </p:cNvSpPr>
          <p:nvPr/>
        </p:nvSpPr>
        <p:spPr>
          <a:xfrm>
            <a:off x="6096000" y="92279"/>
            <a:ext cx="6096000" cy="87245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eaLnBrk="1" hangingPunct="1">
              <a:defRPr sz="3200" i="1">
                <a:solidFill>
                  <a:schemeClr val="accent5">
                    <a:lumMod val="20000"/>
                    <a:lumOff val="80000"/>
                  </a:schemeClr>
                </a:solidFill>
                <a:latin typeface="Bauhaus 93" pitchFamily="82" charset="0"/>
              </a:defRPr>
            </a:lvl1pPr>
            <a:lvl2pPr algn="r" eaLnBrk="1" hangingPunct="1">
              <a:defRPr sz="2800" i="1">
                <a:latin typeface="Verdana" pitchFamily="34" charset="0"/>
              </a:defRPr>
            </a:lvl2pPr>
            <a:lvl3pPr algn="r" eaLnBrk="1" hangingPunct="1">
              <a:defRPr sz="2800" i="1">
                <a:latin typeface="Verdana" pitchFamily="34" charset="0"/>
              </a:defRPr>
            </a:lvl3pPr>
            <a:lvl4pPr algn="r" eaLnBrk="1" hangingPunct="1">
              <a:defRPr sz="2800" i="1">
                <a:latin typeface="Verdana" pitchFamily="34" charset="0"/>
              </a:defRPr>
            </a:lvl4pPr>
            <a:lvl5pPr algn="r" eaLnBrk="1" hangingPunct="1">
              <a:defRPr sz="2800" i="1">
                <a:latin typeface="Verdana" pitchFamily="34" charset="0"/>
              </a:defRPr>
            </a:lvl5pPr>
            <a:lvl6pPr marL="457200" algn="r" fontAlgn="base">
              <a:spcBef>
                <a:spcPct val="0"/>
              </a:spcBef>
              <a:spcAft>
                <a:spcPct val="0"/>
              </a:spcAft>
              <a:defRPr sz="2800" i="1">
                <a:latin typeface="Verdana" pitchFamily="34" charset="0"/>
              </a:defRPr>
            </a:lvl6pPr>
            <a:lvl7pPr marL="914400" algn="r" fontAlgn="base">
              <a:spcBef>
                <a:spcPct val="0"/>
              </a:spcBef>
              <a:spcAft>
                <a:spcPct val="0"/>
              </a:spcAft>
              <a:defRPr sz="2800" i="1">
                <a:latin typeface="Verdana" pitchFamily="34" charset="0"/>
              </a:defRPr>
            </a:lvl7pPr>
            <a:lvl8pPr marL="1371600" algn="r" fontAlgn="base">
              <a:spcBef>
                <a:spcPct val="0"/>
              </a:spcBef>
              <a:spcAft>
                <a:spcPct val="0"/>
              </a:spcAft>
              <a:defRPr sz="2800" i="1">
                <a:latin typeface="Verdana" pitchFamily="34" charset="0"/>
              </a:defRPr>
            </a:lvl8pPr>
            <a:lvl9pPr marL="1828800" algn="r" fontAlgn="base">
              <a:spcBef>
                <a:spcPct val="0"/>
              </a:spcBef>
              <a:spcAft>
                <a:spcPct val="0"/>
              </a:spcAft>
              <a:defRPr sz="2800" i="1">
                <a:latin typeface="Verdana" pitchFamily="34" charset="0"/>
              </a:defRPr>
            </a:lvl9pPr>
          </a:lstStyle>
          <a:p>
            <a:r>
              <a:rPr lang="es-MX" dirty="0">
                <a:solidFill>
                  <a:srgbClr val="FFFF00"/>
                </a:solidFill>
              </a:rPr>
              <a:t>Seamos dueños de nuestro propio destino</a:t>
            </a:r>
            <a:endParaRPr lang="es-ES" i="0" dirty="0"/>
          </a:p>
        </p:txBody>
      </p:sp>
      <p:sp>
        <p:nvSpPr>
          <p:cNvPr id="2" name="Rectángulo 1">
            <a:extLst>
              <a:ext uri="{FF2B5EF4-FFF2-40B4-BE49-F238E27FC236}">
                <a16:creationId xmlns:a16="http://schemas.microsoft.com/office/drawing/2014/main" id="{A345A401-5395-4861-90CC-1389B0CFAC65}"/>
              </a:ext>
            </a:extLst>
          </p:cNvPr>
          <p:cNvSpPr/>
          <p:nvPr/>
        </p:nvSpPr>
        <p:spPr>
          <a:xfrm>
            <a:off x="4958093" y="4125017"/>
            <a:ext cx="2275816" cy="923330"/>
          </a:xfrm>
          <a:prstGeom prst="rect">
            <a:avLst/>
          </a:prstGeom>
          <a:noFill/>
        </p:spPr>
        <p:txBody>
          <a:bodyPr wrap="none" lIns="91440" tIns="45720" rIns="91440" bIns="45720">
            <a:spAutoFit/>
          </a:bodyPr>
          <a:lstStyle/>
          <a:p>
            <a:pPr algn="ctr"/>
            <a:r>
              <a:rPr lang="es-ES" sz="5400" b="1" cap="none" spc="0" dirty="0">
                <a:ln w="22225">
                  <a:solidFill>
                    <a:schemeClr val="accent2"/>
                  </a:solidFill>
                  <a:prstDash val="solid"/>
                </a:ln>
                <a:solidFill>
                  <a:schemeClr val="accent2">
                    <a:lumMod val="40000"/>
                    <a:lumOff val="60000"/>
                  </a:schemeClr>
                </a:solidFill>
                <a:effectLst/>
              </a:rPr>
              <a:t>Gracias</a:t>
            </a:r>
          </a:p>
        </p:txBody>
      </p:sp>
      <p:pic>
        <p:nvPicPr>
          <p:cNvPr id="6" name="Picture 5" descr="004">
            <a:extLst>
              <a:ext uri="{FF2B5EF4-FFF2-40B4-BE49-F238E27FC236}">
                <a16:creationId xmlns:a16="http://schemas.microsoft.com/office/drawing/2014/main" id="{10E9D79D-8D69-43FB-8635-4B0D7576B5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5506" y="3733101"/>
            <a:ext cx="2095281" cy="279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4822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68" decel="100000"/>
                                        <p:tgtEl>
                                          <p:spTgt spid="4"/>
                                        </p:tgtEl>
                                      </p:cBhvr>
                                    </p:animEffect>
                                    <p:animScale>
                                      <p:cBhvr>
                                        <p:cTn id="8" dur="768" decel="100000"/>
                                        <p:tgtEl>
                                          <p:spTgt spid="4"/>
                                        </p:tgtEl>
                                      </p:cBhvr>
                                      <p:from x="10000" y="10000"/>
                                      <p:to x="200000" y="450000"/>
                                    </p:animScale>
                                    <p:animScale>
                                      <p:cBhvr>
                                        <p:cTn id="9" dur="1230" accel="100000" fill="hold">
                                          <p:stCondLst>
                                            <p:cond delay="768"/>
                                          </p:stCondLst>
                                        </p:cTn>
                                        <p:tgtEl>
                                          <p:spTgt spid="4"/>
                                        </p:tgtEl>
                                      </p:cBhvr>
                                      <p:from x="200000" y="450000"/>
                                      <p:to x="100000" y="100000"/>
                                    </p:animScale>
                                    <p:set>
                                      <p:cBhvr>
                                        <p:cTn id="10" dur="768" fill="hold"/>
                                        <p:tgtEl>
                                          <p:spTgt spid="4"/>
                                        </p:tgtEl>
                                        <p:attrNameLst>
                                          <p:attrName>ppt_x</p:attrName>
                                        </p:attrNameLst>
                                      </p:cBhvr>
                                      <p:to>
                                        <p:strVal val="(0.5)"/>
                                      </p:to>
                                    </p:set>
                                    <p:anim from="(0.5)" to="(#ppt_x)" calcmode="lin" valueType="num">
                                      <p:cBhvr>
                                        <p:cTn id="11" dur="1230" accel="100000" fill="hold">
                                          <p:stCondLst>
                                            <p:cond delay="768"/>
                                          </p:stCondLst>
                                        </p:cTn>
                                        <p:tgtEl>
                                          <p:spTgt spid="4"/>
                                        </p:tgtEl>
                                        <p:attrNameLst>
                                          <p:attrName>ppt_x</p:attrName>
                                        </p:attrNameLst>
                                      </p:cBhvr>
                                    </p:anim>
                                    <p:set>
                                      <p:cBhvr>
                                        <p:cTn id="12" dur="768" fill="hold"/>
                                        <p:tgtEl>
                                          <p:spTgt spid="4"/>
                                        </p:tgtEl>
                                        <p:attrNameLst>
                                          <p:attrName>ppt_y</p:attrName>
                                        </p:attrNameLst>
                                      </p:cBhvr>
                                      <p:to>
                                        <p:strVal val="(#ppt_y+0.4)"/>
                                      </p:to>
                                    </p:set>
                                    <p:anim from="(#ppt_y+0.4)" to="(#ppt_y)" calcmode="lin" valueType="num">
                                      <p:cBhvr>
                                        <p:cTn id="13" dur="1230" accel="100000" fill="hold">
                                          <p:stCondLst>
                                            <p:cond delay="768"/>
                                          </p:stCondLst>
                                        </p:cTn>
                                        <p:tgtEl>
                                          <p:spTgt spid="4"/>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Tema de Office">
  <a:themeElements>
    <a:clrScheme name="Azul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6422</TotalTime>
  <Words>1907</Words>
  <Application>Microsoft Office PowerPoint</Application>
  <PresentationFormat>Panorámica</PresentationFormat>
  <Paragraphs>673</Paragraphs>
  <Slides>26</Slides>
  <Notes>24</Notes>
  <HiddenSlides>0</HiddenSlides>
  <MMClips>0</MMClips>
  <ScaleCrop>false</ScaleCrop>
  <HeadingPairs>
    <vt:vector size="8" baseType="variant">
      <vt:variant>
        <vt:lpstr>Fuentes usadas</vt:lpstr>
      </vt:variant>
      <vt:variant>
        <vt:i4>11</vt:i4>
      </vt:variant>
      <vt:variant>
        <vt:lpstr>Tema</vt:lpstr>
      </vt:variant>
      <vt:variant>
        <vt:i4>1</vt:i4>
      </vt:variant>
      <vt:variant>
        <vt:lpstr>Servidores OLE incrustados</vt:lpstr>
      </vt:variant>
      <vt:variant>
        <vt:i4>3</vt:i4>
      </vt:variant>
      <vt:variant>
        <vt:lpstr>Títulos de diapositiva</vt:lpstr>
      </vt:variant>
      <vt:variant>
        <vt:i4>26</vt:i4>
      </vt:variant>
    </vt:vector>
  </HeadingPairs>
  <TitlesOfParts>
    <vt:vector size="41" baseType="lpstr">
      <vt:lpstr>Agency FB</vt:lpstr>
      <vt:lpstr>Arial</vt:lpstr>
      <vt:lpstr>Arial Narrow</vt:lpstr>
      <vt:lpstr>Bauhaus 93</vt:lpstr>
      <vt:lpstr>Bodoni MT Black</vt:lpstr>
      <vt:lpstr>Calibri</vt:lpstr>
      <vt:lpstr>Calibri Light</vt:lpstr>
      <vt:lpstr>Lexend Deca</vt:lpstr>
      <vt:lpstr>Signika</vt:lpstr>
      <vt:lpstr>Times New Roman</vt:lpstr>
      <vt:lpstr>Wingdings</vt:lpstr>
      <vt:lpstr>Tema de Office</vt:lpstr>
      <vt:lpstr>Ecuación</vt:lpstr>
      <vt:lpstr>Hoja de cálculo</vt:lpstr>
      <vt:lpstr>Worksheet</vt:lpstr>
      <vt:lpstr>Presentación de PowerPoint</vt:lpstr>
      <vt:lpstr>Administración de proyectos</vt:lpstr>
      <vt:lpstr>Contenido</vt:lpstr>
      <vt:lpstr>Proyecto e inversión</vt:lpstr>
      <vt:lpstr>Etapas del proyecto</vt:lpstr>
      <vt:lpstr>Proyecto e inversión</vt:lpstr>
      <vt:lpstr>Administración de proyectos</vt:lpstr>
      <vt:lpstr>Preguntas para Administración de proyectos</vt:lpstr>
      <vt:lpstr>CPM (Critical Path Method)</vt:lpstr>
      <vt:lpstr>PERT (Program Evaluation And Review Technique)</vt:lpstr>
      <vt:lpstr>Principios para elaborar una RED</vt:lpstr>
      <vt:lpstr>Reglas de construcción de una RED</vt:lpstr>
      <vt:lpstr>Reglas de construcción de una RED</vt:lpstr>
      <vt:lpstr>Pasos para crear un diagrama PERT</vt:lpstr>
      <vt:lpstr>2.- Elaboración del diagrama de red</vt:lpstr>
      <vt:lpstr>Presentación de PowerPoint</vt:lpstr>
      <vt:lpstr>Presentación de PowerPoint</vt:lpstr>
      <vt:lpstr>Ejercicio 10.1</vt:lpstr>
      <vt:lpstr>Presentación de PowerPoint</vt:lpstr>
      <vt:lpstr>Presentación de PowerPoint</vt:lpstr>
      <vt:lpstr>Red dela ejercicio 10.6</vt:lpstr>
      <vt:lpstr>Red del ejercicio 10.9</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ANIVAL ALFREDO TORRE CAMONES</dc:creator>
  <cp:lastModifiedBy>ANIVAL ALFREDO TORRE CAMONES</cp:lastModifiedBy>
  <cp:revision>310</cp:revision>
  <dcterms:created xsi:type="dcterms:W3CDTF">2021-09-08T13:14:39Z</dcterms:created>
  <dcterms:modified xsi:type="dcterms:W3CDTF">2026-08-16T17:23:11Z</dcterms:modified>
</cp:coreProperties>
</file>