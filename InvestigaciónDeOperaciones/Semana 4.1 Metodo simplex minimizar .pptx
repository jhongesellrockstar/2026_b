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handoutMasterIdLst>
    <p:handoutMasterId r:id="rId47"/>
  </p:handoutMasterIdLst>
  <p:sldIdLst>
    <p:sldId id="492" r:id="rId2"/>
    <p:sldId id="449" r:id="rId3"/>
    <p:sldId id="451" r:id="rId4"/>
    <p:sldId id="459" r:id="rId5"/>
    <p:sldId id="464" r:id="rId6"/>
    <p:sldId id="490" r:id="rId7"/>
    <p:sldId id="470" r:id="rId8"/>
    <p:sldId id="471" r:id="rId9"/>
    <p:sldId id="472" r:id="rId10"/>
    <p:sldId id="473" r:id="rId11"/>
    <p:sldId id="474" r:id="rId12"/>
    <p:sldId id="262" r:id="rId13"/>
    <p:sldId id="481" r:id="rId14"/>
    <p:sldId id="491" r:id="rId15"/>
    <p:sldId id="469" r:id="rId16"/>
    <p:sldId id="485" r:id="rId17"/>
    <p:sldId id="484" r:id="rId18"/>
    <p:sldId id="483" r:id="rId19"/>
    <p:sldId id="486" r:id="rId20"/>
    <p:sldId id="259" r:id="rId21"/>
    <p:sldId id="260" r:id="rId22"/>
    <p:sldId id="261" r:id="rId23"/>
    <p:sldId id="263" r:id="rId24"/>
    <p:sldId id="389" r:id="rId25"/>
    <p:sldId id="265" r:id="rId26"/>
    <p:sldId id="266" r:id="rId27"/>
    <p:sldId id="267" r:id="rId28"/>
    <p:sldId id="268" r:id="rId29"/>
    <p:sldId id="269" r:id="rId30"/>
    <p:sldId id="270" r:id="rId31"/>
    <p:sldId id="390" r:id="rId32"/>
    <p:sldId id="271" r:id="rId33"/>
    <p:sldId id="272" r:id="rId34"/>
    <p:sldId id="273" r:id="rId35"/>
    <p:sldId id="489" r:id="rId36"/>
    <p:sldId id="391" r:id="rId37"/>
    <p:sldId id="275" r:id="rId38"/>
    <p:sldId id="276" r:id="rId39"/>
    <p:sldId id="277" r:id="rId40"/>
    <p:sldId id="278" r:id="rId41"/>
    <p:sldId id="279" r:id="rId42"/>
    <p:sldId id="387" r:id="rId43"/>
    <p:sldId id="281" r:id="rId44"/>
    <p:sldId id="456" r:id="rId45"/>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315" autoAdjust="0"/>
    <p:restoredTop sz="94660"/>
  </p:normalViewPr>
  <p:slideViewPr>
    <p:cSldViewPr snapToGrid="0">
      <p:cViewPr varScale="1">
        <p:scale>
          <a:sx n="159" d="100"/>
          <a:sy n="159" d="100"/>
        </p:scale>
        <p:origin x="888" y="132"/>
      </p:cViewPr>
      <p:guideLst>
        <p:guide orient="horz" pos="2160"/>
        <p:guide pos="3840"/>
      </p:guideLst>
    </p:cSldViewPr>
  </p:slideViewPr>
  <p:notesTextViewPr>
    <p:cViewPr>
      <p:scale>
        <a:sx n="1" d="1"/>
        <a:sy n="1" d="1"/>
      </p:scale>
      <p:origin x="0" y="0"/>
    </p:cViewPr>
  </p:notesTextViewPr>
  <p:sorterViewPr>
    <p:cViewPr varScale="1">
      <p:scale>
        <a:sx n="1" d="1"/>
        <a:sy n="1" d="1"/>
      </p:scale>
      <p:origin x="0" y="-11772"/>
    </p:cViewPr>
  </p:sorter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B76F7C-271B-4E72-8E4F-0BB277D712D4}" type="doc">
      <dgm:prSet loTypeId="urn:microsoft.com/office/officeart/2005/8/layout/venn1" loCatId="relationship" qsTypeId="urn:microsoft.com/office/officeart/2005/8/quickstyle/simple1" qsCatId="simple" csTypeId="urn:microsoft.com/office/officeart/2005/8/colors/accent1_2" csCatId="accent1" phldr="1"/>
      <dgm:spPr/>
      <dgm:t>
        <a:bodyPr/>
        <a:lstStyle/>
        <a:p>
          <a:endParaRPr lang="es-PE"/>
        </a:p>
      </dgm:t>
    </dgm:pt>
    <dgm:pt modelId="{7C470323-F852-4D1E-AAA9-C5FDF143C808}">
      <dgm:prSet/>
      <dgm:spPr/>
      <dgm:t>
        <a:bodyPr/>
        <a:lstStyle/>
        <a:p>
          <a:pPr rtl="0"/>
          <a:r>
            <a:rPr lang="es-ES" b="1" dirty="0"/>
            <a:t>Contraste</a:t>
          </a:r>
          <a:endParaRPr lang="es-PE" dirty="0"/>
        </a:p>
      </dgm:t>
    </dgm:pt>
    <dgm:pt modelId="{00DE5FEB-8C56-4751-8689-C53C5235471C}" type="parTrans" cxnId="{A060436E-EBCF-426D-9AA5-67494AF57140}">
      <dgm:prSet/>
      <dgm:spPr/>
      <dgm:t>
        <a:bodyPr/>
        <a:lstStyle/>
        <a:p>
          <a:endParaRPr lang="es-PE"/>
        </a:p>
      </dgm:t>
    </dgm:pt>
    <dgm:pt modelId="{914348A8-902D-497F-9907-CD9B63F458F4}" type="sibTrans" cxnId="{A060436E-EBCF-426D-9AA5-67494AF57140}">
      <dgm:prSet/>
      <dgm:spPr/>
      <dgm:t>
        <a:bodyPr/>
        <a:lstStyle/>
        <a:p>
          <a:endParaRPr lang="es-PE"/>
        </a:p>
      </dgm:t>
    </dgm:pt>
    <dgm:pt modelId="{DCF4AC84-F862-40A7-943D-088527BDA373}">
      <dgm:prSet/>
      <dgm:spPr/>
      <dgm:t>
        <a:bodyPr/>
        <a:lstStyle/>
        <a:p>
          <a:pPr rtl="0"/>
          <a:r>
            <a:rPr lang="es-ES" b="1" dirty="0"/>
            <a:t>Revise</a:t>
          </a:r>
          <a:endParaRPr lang="es-PE" dirty="0"/>
        </a:p>
      </dgm:t>
    </dgm:pt>
    <dgm:pt modelId="{0808573E-CE32-40F3-A493-F9FFBD99B288}" type="parTrans" cxnId="{819FD404-52BA-40A4-B044-D12E881395A8}">
      <dgm:prSet/>
      <dgm:spPr/>
      <dgm:t>
        <a:bodyPr/>
        <a:lstStyle/>
        <a:p>
          <a:endParaRPr lang="es-PE"/>
        </a:p>
      </dgm:t>
    </dgm:pt>
    <dgm:pt modelId="{90C60FB2-25C0-45A5-A789-85825F8118E0}" type="sibTrans" cxnId="{819FD404-52BA-40A4-B044-D12E881395A8}">
      <dgm:prSet/>
      <dgm:spPr/>
      <dgm:t>
        <a:bodyPr/>
        <a:lstStyle/>
        <a:p>
          <a:endParaRPr lang="es-PE"/>
        </a:p>
      </dgm:t>
    </dgm:pt>
    <dgm:pt modelId="{AC65135C-2359-45B4-BCA9-E785EBAB6907}">
      <dgm:prSet/>
      <dgm:spPr/>
      <dgm:t>
        <a:bodyPr/>
        <a:lstStyle/>
        <a:p>
          <a:pPr rtl="0"/>
          <a:r>
            <a:rPr lang="es-ES" b="1" dirty="0"/>
            <a:t>Practique</a:t>
          </a:r>
          <a:endParaRPr lang="es-PE" dirty="0"/>
        </a:p>
      </dgm:t>
    </dgm:pt>
    <dgm:pt modelId="{E027C827-95A0-4A82-A2F9-98B310B29207}" type="parTrans" cxnId="{0B4A0144-7F29-4923-9AE9-DF0CEFF0F609}">
      <dgm:prSet/>
      <dgm:spPr/>
      <dgm:t>
        <a:bodyPr/>
        <a:lstStyle/>
        <a:p>
          <a:endParaRPr lang="es-PE"/>
        </a:p>
      </dgm:t>
    </dgm:pt>
    <dgm:pt modelId="{B1A96F23-438B-4817-90C6-6CEF853CE3D7}" type="sibTrans" cxnId="{0B4A0144-7F29-4923-9AE9-DF0CEFF0F609}">
      <dgm:prSet/>
      <dgm:spPr/>
      <dgm:t>
        <a:bodyPr/>
        <a:lstStyle/>
        <a:p>
          <a:endParaRPr lang="es-PE"/>
        </a:p>
      </dgm:t>
    </dgm:pt>
    <dgm:pt modelId="{7416D1A2-30A4-4C03-B863-2983C670386D}" type="pres">
      <dgm:prSet presAssocID="{CCB76F7C-271B-4E72-8E4F-0BB277D712D4}" presName="compositeShape" presStyleCnt="0">
        <dgm:presLayoutVars>
          <dgm:chMax val="7"/>
          <dgm:dir/>
          <dgm:resizeHandles val="exact"/>
        </dgm:presLayoutVars>
      </dgm:prSet>
      <dgm:spPr/>
    </dgm:pt>
    <dgm:pt modelId="{2F04D462-7B9A-4F29-9073-E37133CFB47F}" type="pres">
      <dgm:prSet presAssocID="{7C470323-F852-4D1E-AAA9-C5FDF143C808}" presName="circ1" presStyleLbl="vennNode1" presStyleIdx="0" presStyleCnt="3"/>
      <dgm:spPr/>
    </dgm:pt>
    <dgm:pt modelId="{698A5370-77C7-46B0-A702-15BA0E7DFB3C}" type="pres">
      <dgm:prSet presAssocID="{7C470323-F852-4D1E-AAA9-C5FDF143C808}" presName="circ1Tx" presStyleLbl="revTx" presStyleIdx="0" presStyleCnt="0">
        <dgm:presLayoutVars>
          <dgm:chMax val="0"/>
          <dgm:chPref val="0"/>
          <dgm:bulletEnabled val="1"/>
        </dgm:presLayoutVars>
      </dgm:prSet>
      <dgm:spPr/>
    </dgm:pt>
    <dgm:pt modelId="{CAF6FE4A-C64F-4BFF-9C41-7AFEB812D949}" type="pres">
      <dgm:prSet presAssocID="{DCF4AC84-F862-40A7-943D-088527BDA373}" presName="circ2" presStyleLbl="vennNode1" presStyleIdx="1" presStyleCnt="3"/>
      <dgm:spPr/>
    </dgm:pt>
    <dgm:pt modelId="{142C0CC3-F53E-4A2E-97D9-1100684CB31F}" type="pres">
      <dgm:prSet presAssocID="{DCF4AC84-F862-40A7-943D-088527BDA373}" presName="circ2Tx" presStyleLbl="revTx" presStyleIdx="0" presStyleCnt="0">
        <dgm:presLayoutVars>
          <dgm:chMax val="0"/>
          <dgm:chPref val="0"/>
          <dgm:bulletEnabled val="1"/>
        </dgm:presLayoutVars>
      </dgm:prSet>
      <dgm:spPr/>
    </dgm:pt>
    <dgm:pt modelId="{6CD12DBA-5B7A-4A3D-86C4-1A33937EC5C0}" type="pres">
      <dgm:prSet presAssocID="{AC65135C-2359-45B4-BCA9-E785EBAB6907}" presName="circ3" presStyleLbl="vennNode1" presStyleIdx="2" presStyleCnt="3"/>
      <dgm:spPr/>
    </dgm:pt>
    <dgm:pt modelId="{A3843677-C28A-4A30-8C25-B58D237E2D4F}" type="pres">
      <dgm:prSet presAssocID="{AC65135C-2359-45B4-BCA9-E785EBAB6907}" presName="circ3Tx" presStyleLbl="revTx" presStyleIdx="0" presStyleCnt="0">
        <dgm:presLayoutVars>
          <dgm:chMax val="0"/>
          <dgm:chPref val="0"/>
          <dgm:bulletEnabled val="1"/>
        </dgm:presLayoutVars>
      </dgm:prSet>
      <dgm:spPr/>
    </dgm:pt>
  </dgm:ptLst>
  <dgm:cxnLst>
    <dgm:cxn modelId="{819FD404-52BA-40A4-B044-D12E881395A8}" srcId="{CCB76F7C-271B-4E72-8E4F-0BB277D712D4}" destId="{DCF4AC84-F862-40A7-943D-088527BDA373}" srcOrd="1" destOrd="0" parTransId="{0808573E-CE32-40F3-A493-F9FFBD99B288}" sibTransId="{90C60FB2-25C0-45A5-A789-85825F8118E0}"/>
    <dgm:cxn modelId="{42EB3E0B-E30B-46F9-8872-D0789CE3874F}" type="presOf" srcId="{CCB76F7C-271B-4E72-8E4F-0BB277D712D4}" destId="{7416D1A2-30A4-4C03-B863-2983C670386D}" srcOrd="0" destOrd="0" presId="urn:microsoft.com/office/officeart/2005/8/layout/venn1"/>
    <dgm:cxn modelId="{B42EB018-18B5-4C63-BD69-D8D96C310433}" type="presOf" srcId="{DCF4AC84-F862-40A7-943D-088527BDA373}" destId="{CAF6FE4A-C64F-4BFF-9C41-7AFEB812D949}" srcOrd="0" destOrd="0" presId="urn:microsoft.com/office/officeart/2005/8/layout/venn1"/>
    <dgm:cxn modelId="{670C2D1F-5D6C-4619-A7DD-215F2C841083}" type="presOf" srcId="{7C470323-F852-4D1E-AAA9-C5FDF143C808}" destId="{698A5370-77C7-46B0-A702-15BA0E7DFB3C}" srcOrd="1" destOrd="0" presId="urn:microsoft.com/office/officeart/2005/8/layout/venn1"/>
    <dgm:cxn modelId="{0B4A0144-7F29-4923-9AE9-DF0CEFF0F609}" srcId="{CCB76F7C-271B-4E72-8E4F-0BB277D712D4}" destId="{AC65135C-2359-45B4-BCA9-E785EBAB6907}" srcOrd="2" destOrd="0" parTransId="{E027C827-95A0-4A82-A2F9-98B310B29207}" sibTransId="{B1A96F23-438B-4817-90C6-6CEF853CE3D7}"/>
    <dgm:cxn modelId="{A060436E-EBCF-426D-9AA5-67494AF57140}" srcId="{CCB76F7C-271B-4E72-8E4F-0BB277D712D4}" destId="{7C470323-F852-4D1E-AAA9-C5FDF143C808}" srcOrd="0" destOrd="0" parTransId="{00DE5FEB-8C56-4751-8689-C53C5235471C}" sibTransId="{914348A8-902D-497F-9907-CD9B63F458F4}"/>
    <dgm:cxn modelId="{6F47A259-790E-4EE9-A853-66405167F47B}" type="presOf" srcId="{7C470323-F852-4D1E-AAA9-C5FDF143C808}" destId="{2F04D462-7B9A-4F29-9073-E37133CFB47F}" srcOrd="0" destOrd="0" presId="urn:microsoft.com/office/officeart/2005/8/layout/venn1"/>
    <dgm:cxn modelId="{E0EBBEB2-3500-4D4A-8BDE-FDDAE2239905}" type="presOf" srcId="{AC65135C-2359-45B4-BCA9-E785EBAB6907}" destId="{6CD12DBA-5B7A-4A3D-86C4-1A33937EC5C0}" srcOrd="0" destOrd="0" presId="urn:microsoft.com/office/officeart/2005/8/layout/venn1"/>
    <dgm:cxn modelId="{74C5C0BD-F2D5-4DBC-B857-F8F144C019C8}" type="presOf" srcId="{AC65135C-2359-45B4-BCA9-E785EBAB6907}" destId="{A3843677-C28A-4A30-8C25-B58D237E2D4F}" srcOrd="1" destOrd="0" presId="urn:microsoft.com/office/officeart/2005/8/layout/venn1"/>
    <dgm:cxn modelId="{D6B87BF5-3AE2-4FE5-A4A8-C38C31B6AB0D}" type="presOf" srcId="{DCF4AC84-F862-40A7-943D-088527BDA373}" destId="{142C0CC3-F53E-4A2E-97D9-1100684CB31F}" srcOrd="1" destOrd="0" presId="urn:microsoft.com/office/officeart/2005/8/layout/venn1"/>
    <dgm:cxn modelId="{AEBE3C02-FDAA-4AE8-B15A-71A93F1B452C}" type="presParOf" srcId="{7416D1A2-30A4-4C03-B863-2983C670386D}" destId="{2F04D462-7B9A-4F29-9073-E37133CFB47F}" srcOrd="0" destOrd="0" presId="urn:microsoft.com/office/officeart/2005/8/layout/venn1"/>
    <dgm:cxn modelId="{7FE70CE4-82EC-49E2-BF54-466CEC50FCBE}" type="presParOf" srcId="{7416D1A2-30A4-4C03-B863-2983C670386D}" destId="{698A5370-77C7-46B0-A702-15BA0E7DFB3C}" srcOrd="1" destOrd="0" presId="urn:microsoft.com/office/officeart/2005/8/layout/venn1"/>
    <dgm:cxn modelId="{B15D2595-4C3F-4ABF-8B2A-AF50578D79C1}" type="presParOf" srcId="{7416D1A2-30A4-4C03-B863-2983C670386D}" destId="{CAF6FE4A-C64F-4BFF-9C41-7AFEB812D949}" srcOrd="2" destOrd="0" presId="urn:microsoft.com/office/officeart/2005/8/layout/venn1"/>
    <dgm:cxn modelId="{A2BAEDEF-A498-40EA-9ECD-F24D401B0533}" type="presParOf" srcId="{7416D1A2-30A4-4C03-B863-2983C670386D}" destId="{142C0CC3-F53E-4A2E-97D9-1100684CB31F}" srcOrd="3" destOrd="0" presId="urn:microsoft.com/office/officeart/2005/8/layout/venn1"/>
    <dgm:cxn modelId="{8AA32EEC-A6C3-4370-833A-0362EF17474C}" type="presParOf" srcId="{7416D1A2-30A4-4C03-B863-2983C670386D}" destId="{6CD12DBA-5B7A-4A3D-86C4-1A33937EC5C0}" srcOrd="4" destOrd="0" presId="urn:microsoft.com/office/officeart/2005/8/layout/venn1"/>
    <dgm:cxn modelId="{E8CB2A54-8A8D-4CFE-A134-75CDACC55664}" type="presParOf" srcId="{7416D1A2-30A4-4C03-B863-2983C670386D}" destId="{A3843677-C28A-4A30-8C25-B58D237E2D4F}" srcOrd="5"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98886A1-C2FE-4F40-B3FC-E4DEF2CB0F5B}"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s-PE"/>
        </a:p>
      </dgm:t>
    </dgm:pt>
    <dgm:pt modelId="{488CDC63-F3CC-468B-A907-7F9B5FE460F3}">
      <dgm:prSet/>
      <dgm:spPr/>
      <dgm:t>
        <a:bodyPr/>
        <a:lstStyle/>
        <a:p>
          <a:r>
            <a:rPr lang="es-ES"/>
            <a:t>SOLUCIÓN:</a:t>
          </a:r>
          <a:endParaRPr lang="es-PE"/>
        </a:p>
      </dgm:t>
    </dgm:pt>
    <dgm:pt modelId="{80A1A682-E667-44C5-91C4-9FB11741BD95}" type="parTrans" cxnId="{0366C0F9-B952-44AF-8D1C-F7F77A7246FA}">
      <dgm:prSet/>
      <dgm:spPr/>
      <dgm:t>
        <a:bodyPr/>
        <a:lstStyle/>
        <a:p>
          <a:endParaRPr lang="es-PE"/>
        </a:p>
      </dgm:t>
    </dgm:pt>
    <dgm:pt modelId="{A288547C-C96D-4A80-9392-CBF88608C641}" type="sibTrans" cxnId="{0366C0F9-B952-44AF-8D1C-F7F77A7246FA}">
      <dgm:prSet/>
      <dgm:spPr/>
      <dgm:t>
        <a:bodyPr/>
        <a:lstStyle/>
        <a:p>
          <a:endParaRPr lang="es-PE"/>
        </a:p>
      </dgm:t>
    </dgm:pt>
    <dgm:pt modelId="{9E7C690E-E86D-48F7-8FD4-BC80645C59B8}">
      <dgm:prSet custT="1"/>
      <dgm:spPr>
        <a:solidFill>
          <a:schemeClr val="accent3">
            <a:lumMod val="60000"/>
            <a:lumOff val="40000"/>
            <a:alpha val="90000"/>
          </a:schemeClr>
        </a:solidFill>
      </dgm:spPr>
      <dgm:t>
        <a:bodyPr/>
        <a:lstStyle/>
        <a:p>
          <a:r>
            <a:rPr lang="es-ES" sz="2800" b="1"/>
            <a:t>Método gráfico</a:t>
          </a:r>
          <a:endParaRPr lang="es-PE" sz="2800" b="1"/>
        </a:p>
      </dgm:t>
    </dgm:pt>
    <dgm:pt modelId="{7DD365FD-D255-4B75-B06E-E6BD1454C126}" type="parTrans" cxnId="{BA600B1C-8044-4919-9467-893F3F7F22A4}">
      <dgm:prSet/>
      <dgm:spPr/>
      <dgm:t>
        <a:bodyPr/>
        <a:lstStyle/>
        <a:p>
          <a:endParaRPr lang="es-PE"/>
        </a:p>
      </dgm:t>
    </dgm:pt>
    <dgm:pt modelId="{928A7820-DBC2-4544-9EDE-F5C459512CB6}" type="sibTrans" cxnId="{BA600B1C-8044-4919-9467-893F3F7F22A4}">
      <dgm:prSet/>
      <dgm:spPr/>
      <dgm:t>
        <a:bodyPr/>
        <a:lstStyle/>
        <a:p>
          <a:endParaRPr lang="es-PE"/>
        </a:p>
      </dgm:t>
    </dgm:pt>
    <dgm:pt modelId="{0E967244-3D64-4414-96B5-7B63B915116F}">
      <dgm:prSet custT="1"/>
      <dgm:spPr>
        <a:solidFill>
          <a:schemeClr val="accent3">
            <a:lumMod val="60000"/>
            <a:lumOff val="40000"/>
            <a:alpha val="90000"/>
          </a:schemeClr>
        </a:solidFill>
      </dgm:spPr>
      <dgm:t>
        <a:bodyPr/>
        <a:lstStyle/>
        <a:p>
          <a:r>
            <a:rPr lang="es-ES" sz="2800" b="1" dirty="0"/>
            <a:t>Método Simplex</a:t>
          </a:r>
          <a:endParaRPr lang="es-PE" sz="2800" b="1" dirty="0"/>
        </a:p>
      </dgm:t>
    </dgm:pt>
    <dgm:pt modelId="{A837F7EE-D5DA-4C6A-89D7-BB6D4A12C0CD}" type="parTrans" cxnId="{BD37AAC2-72B9-46EB-A9B3-4F59CB43684F}">
      <dgm:prSet/>
      <dgm:spPr/>
      <dgm:t>
        <a:bodyPr/>
        <a:lstStyle/>
        <a:p>
          <a:endParaRPr lang="es-PE"/>
        </a:p>
      </dgm:t>
    </dgm:pt>
    <dgm:pt modelId="{78B25F0B-2AE8-48D6-B02C-A286F3D85E7D}" type="sibTrans" cxnId="{BD37AAC2-72B9-46EB-A9B3-4F59CB43684F}">
      <dgm:prSet/>
      <dgm:spPr/>
      <dgm:t>
        <a:bodyPr/>
        <a:lstStyle/>
        <a:p>
          <a:endParaRPr lang="es-PE"/>
        </a:p>
      </dgm:t>
    </dgm:pt>
    <dgm:pt modelId="{221E49BA-3464-449F-950E-0D96B8C1D1CB}">
      <dgm:prSet custT="1"/>
      <dgm:spPr>
        <a:solidFill>
          <a:schemeClr val="accent3">
            <a:lumMod val="60000"/>
            <a:lumOff val="40000"/>
            <a:alpha val="90000"/>
          </a:schemeClr>
        </a:solidFill>
      </dgm:spPr>
      <dgm:t>
        <a:bodyPr/>
        <a:lstStyle/>
        <a:p>
          <a:r>
            <a:rPr lang="es-ES" sz="2800" b="1" dirty="0"/>
            <a:t>Método computacional</a:t>
          </a:r>
          <a:endParaRPr lang="es-PE" sz="2800" b="1" dirty="0"/>
        </a:p>
      </dgm:t>
    </dgm:pt>
    <dgm:pt modelId="{189D43B0-B358-4099-9980-96001FDD65E7}" type="parTrans" cxnId="{A04FAE9D-0213-42E2-82F4-1E727A60C3B2}">
      <dgm:prSet/>
      <dgm:spPr/>
      <dgm:t>
        <a:bodyPr/>
        <a:lstStyle/>
        <a:p>
          <a:endParaRPr lang="es-PE"/>
        </a:p>
      </dgm:t>
    </dgm:pt>
    <dgm:pt modelId="{6E5C1A19-D78A-497F-B50F-4802B8A6FFD4}" type="sibTrans" cxnId="{A04FAE9D-0213-42E2-82F4-1E727A60C3B2}">
      <dgm:prSet/>
      <dgm:spPr/>
      <dgm:t>
        <a:bodyPr/>
        <a:lstStyle/>
        <a:p>
          <a:endParaRPr lang="es-PE"/>
        </a:p>
      </dgm:t>
    </dgm:pt>
    <dgm:pt modelId="{EAD55ECF-2B92-4678-AD70-A0861BDC098C}" type="pres">
      <dgm:prSet presAssocID="{998886A1-C2FE-4F40-B3FC-E4DEF2CB0F5B}" presName="linearFlow" presStyleCnt="0">
        <dgm:presLayoutVars>
          <dgm:dir/>
          <dgm:animLvl val="lvl"/>
          <dgm:resizeHandles val="exact"/>
        </dgm:presLayoutVars>
      </dgm:prSet>
      <dgm:spPr/>
    </dgm:pt>
    <dgm:pt modelId="{F7DEFEDB-FB6D-4CF7-8FB3-37C48412C9C8}" type="pres">
      <dgm:prSet presAssocID="{488CDC63-F3CC-468B-A907-7F9B5FE460F3}" presName="composite" presStyleCnt="0"/>
      <dgm:spPr/>
    </dgm:pt>
    <dgm:pt modelId="{200DF639-8621-4797-93FD-5D9450532133}" type="pres">
      <dgm:prSet presAssocID="{488CDC63-F3CC-468B-A907-7F9B5FE460F3}" presName="parentText" presStyleLbl="alignNode1" presStyleIdx="0" presStyleCnt="1" custScaleX="169209" custScaleY="143315" custLinFactNeighborX="-31824">
        <dgm:presLayoutVars>
          <dgm:chMax val="1"/>
          <dgm:bulletEnabled val="1"/>
        </dgm:presLayoutVars>
      </dgm:prSet>
      <dgm:spPr/>
    </dgm:pt>
    <dgm:pt modelId="{0C585D4E-DDB4-46AD-B30B-11FD1433B5F7}" type="pres">
      <dgm:prSet presAssocID="{488CDC63-F3CC-468B-A907-7F9B5FE460F3}" presName="descendantText" presStyleLbl="alignAcc1" presStyleIdx="0" presStyleCnt="1" custScaleY="189684" custLinFactNeighborX="0" custLinFactNeighborY="0">
        <dgm:presLayoutVars>
          <dgm:bulletEnabled val="1"/>
        </dgm:presLayoutVars>
      </dgm:prSet>
      <dgm:spPr/>
    </dgm:pt>
  </dgm:ptLst>
  <dgm:cxnLst>
    <dgm:cxn modelId="{D2756B07-DF0B-4FBE-BD4B-51457DA4B75E}" type="presOf" srcId="{9E7C690E-E86D-48F7-8FD4-BC80645C59B8}" destId="{0C585D4E-DDB4-46AD-B30B-11FD1433B5F7}" srcOrd="0" destOrd="0" presId="urn:microsoft.com/office/officeart/2005/8/layout/chevron2"/>
    <dgm:cxn modelId="{BA600B1C-8044-4919-9467-893F3F7F22A4}" srcId="{488CDC63-F3CC-468B-A907-7F9B5FE460F3}" destId="{9E7C690E-E86D-48F7-8FD4-BC80645C59B8}" srcOrd="0" destOrd="0" parTransId="{7DD365FD-D255-4B75-B06E-E6BD1454C126}" sibTransId="{928A7820-DBC2-4544-9EDE-F5C459512CB6}"/>
    <dgm:cxn modelId="{27BC5627-F155-40C6-88D3-4B4504A444C4}" type="presOf" srcId="{221E49BA-3464-449F-950E-0D96B8C1D1CB}" destId="{0C585D4E-DDB4-46AD-B30B-11FD1433B5F7}" srcOrd="0" destOrd="2" presId="urn:microsoft.com/office/officeart/2005/8/layout/chevron2"/>
    <dgm:cxn modelId="{F0607175-FFC9-429E-BA8B-745534199124}" type="presOf" srcId="{488CDC63-F3CC-468B-A907-7F9B5FE460F3}" destId="{200DF639-8621-4797-93FD-5D9450532133}" srcOrd="0" destOrd="0" presId="urn:microsoft.com/office/officeart/2005/8/layout/chevron2"/>
    <dgm:cxn modelId="{A04FAE9D-0213-42E2-82F4-1E727A60C3B2}" srcId="{488CDC63-F3CC-468B-A907-7F9B5FE460F3}" destId="{221E49BA-3464-449F-950E-0D96B8C1D1CB}" srcOrd="2" destOrd="0" parTransId="{189D43B0-B358-4099-9980-96001FDD65E7}" sibTransId="{6E5C1A19-D78A-497F-B50F-4802B8A6FFD4}"/>
    <dgm:cxn modelId="{2482CABA-356F-459B-A96E-A4AAF94F578F}" type="presOf" srcId="{998886A1-C2FE-4F40-B3FC-E4DEF2CB0F5B}" destId="{EAD55ECF-2B92-4678-AD70-A0861BDC098C}" srcOrd="0" destOrd="0" presId="urn:microsoft.com/office/officeart/2005/8/layout/chevron2"/>
    <dgm:cxn modelId="{BD37AAC2-72B9-46EB-A9B3-4F59CB43684F}" srcId="{488CDC63-F3CC-468B-A907-7F9B5FE460F3}" destId="{0E967244-3D64-4414-96B5-7B63B915116F}" srcOrd="1" destOrd="0" parTransId="{A837F7EE-D5DA-4C6A-89D7-BB6D4A12C0CD}" sibTransId="{78B25F0B-2AE8-48D6-B02C-A286F3D85E7D}"/>
    <dgm:cxn modelId="{228A38E9-8239-4D38-988A-1551F8E36E21}" type="presOf" srcId="{0E967244-3D64-4414-96B5-7B63B915116F}" destId="{0C585D4E-DDB4-46AD-B30B-11FD1433B5F7}" srcOrd="0" destOrd="1" presId="urn:microsoft.com/office/officeart/2005/8/layout/chevron2"/>
    <dgm:cxn modelId="{0366C0F9-B952-44AF-8D1C-F7F77A7246FA}" srcId="{998886A1-C2FE-4F40-B3FC-E4DEF2CB0F5B}" destId="{488CDC63-F3CC-468B-A907-7F9B5FE460F3}" srcOrd="0" destOrd="0" parTransId="{80A1A682-E667-44C5-91C4-9FB11741BD95}" sibTransId="{A288547C-C96D-4A80-9392-CBF88608C641}"/>
    <dgm:cxn modelId="{15B86C09-44AC-4D52-9054-2045F7055C2C}" type="presParOf" srcId="{EAD55ECF-2B92-4678-AD70-A0861BDC098C}" destId="{F7DEFEDB-FB6D-4CF7-8FB3-37C48412C9C8}" srcOrd="0" destOrd="0" presId="urn:microsoft.com/office/officeart/2005/8/layout/chevron2"/>
    <dgm:cxn modelId="{A3563BBB-060C-4DC9-BB86-203C594A37FF}" type="presParOf" srcId="{F7DEFEDB-FB6D-4CF7-8FB3-37C48412C9C8}" destId="{200DF639-8621-4797-93FD-5D9450532133}" srcOrd="0" destOrd="0" presId="urn:microsoft.com/office/officeart/2005/8/layout/chevron2"/>
    <dgm:cxn modelId="{2F0F780A-1DD6-4539-9D7C-8182DCDD1B90}" type="presParOf" srcId="{F7DEFEDB-FB6D-4CF7-8FB3-37C48412C9C8}" destId="{0C585D4E-DDB4-46AD-B30B-11FD1433B5F7}"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04D462-7B9A-4F29-9073-E37133CFB47F}">
      <dsp:nvSpPr>
        <dsp:cNvPr id="0" name=""/>
        <dsp:cNvSpPr/>
      </dsp:nvSpPr>
      <dsp:spPr>
        <a:xfrm>
          <a:off x="1670585" y="63907"/>
          <a:ext cx="3067540" cy="306754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600200" rtl="0">
            <a:lnSpc>
              <a:spcPct val="90000"/>
            </a:lnSpc>
            <a:spcBef>
              <a:spcPct val="0"/>
            </a:spcBef>
            <a:spcAft>
              <a:spcPct val="35000"/>
            </a:spcAft>
            <a:buNone/>
          </a:pPr>
          <a:r>
            <a:rPr lang="es-ES" sz="3600" b="1" kern="1200" dirty="0"/>
            <a:t>Contraste</a:t>
          </a:r>
          <a:endParaRPr lang="es-PE" sz="3600" kern="1200" dirty="0"/>
        </a:p>
      </dsp:txBody>
      <dsp:txXfrm>
        <a:off x="2079591" y="600726"/>
        <a:ext cx="2249529" cy="1380393"/>
      </dsp:txXfrm>
    </dsp:sp>
    <dsp:sp modelId="{CAF6FE4A-C64F-4BFF-9C41-7AFEB812D949}">
      <dsp:nvSpPr>
        <dsp:cNvPr id="0" name=""/>
        <dsp:cNvSpPr/>
      </dsp:nvSpPr>
      <dsp:spPr>
        <a:xfrm>
          <a:off x="2777456" y="1981120"/>
          <a:ext cx="3067540" cy="306754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600200" rtl="0">
            <a:lnSpc>
              <a:spcPct val="90000"/>
            </a:lnSpc>
            <a:spcBef>
              <a:spcPct val="0"/>
            </a:spcBef>
            <a:spcAft>
              <a:spcPct val="35000"/>
            </a:spcAft>
            <a:buNone/>
          </a:pPr>
          <a:r>
            <a:rPr lang="es-ES" sz="3600" b="1" kern="1200" dirty="0"/>
            <a:t>Revise</a:t>
          </a:r>
          <a:endParaRPr lang="es-PE" sz="3600" kern="1200" dirty="0"/>
        </a:p>
      </dsp:txBody>
      <dsp:txXfrm>
        <a:off x="3715612" y="2773568"/>
        <a:ext cx="1840524" cy="1687147"/>
      </dsp:txXfrm>
    </dsp:sp>
    <dsp:sp modelId="{6CD12DBA-5B7A-4A3D-86C4-1A33937EC5C0}">
      <dsp:nvSpPr>
        <dsp:cNvPr id="0" name=""/>
        <dsp:cNvSpPr/>
      </dsp:nvSpPr>
      <dsp:spPr>
        <a:xfrm>
          <a:off x="563714" y="1981120"/>
          <a:ext cx="3067540" cy="306754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600200" rtl="0">
            <a:lnSpc>
              <a:spcPct val="90000"/>
            </a:lnSpc>
            <a:spcBef>
              <a:spcPct val="0"/>
            </a:spcBef>
            <a:spcAft>
              <a:spcPct val="35000"/>
            </a:spcAft>
            <a:buNone/>
          </a:pPr>
          <a:r>
            <a:rPr lang="es-ES" sz="3600" b="1" kern="1200" dirty="0"/>
            <a:t>Practique</a:t>
          </a:r>
          <a:endParaRPr lang="es-PE" sz="3600" kern="1200" dirty="0"/>
        </a:p>
      </dsp:txBody>
      <dsp:txXfrm>
        <a:off x="852574" y="2773568"/>
        <a:ext cx="1840524" cy="16871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0DF639-8621-4797-93FD-5D9450532133}">
      <dsp:nvSpPr>
        <dsp:cNvPr id="0" name=""/>
        <dsp:cNvSpPr/>
      </dsp:nvSpPr>
      <dsp:spPr>
        <a:xfrm rot="5400000">
          <a:off x="-98715" y="222959"/>
          <a:ext cx="1407241" cy="116110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ES" sz="1600" kern="1200"/>
            <a:t>SOLUCIÓN:</a:t>
          </a:r>
          <a:endParaRPr lang="es-PE" sz="1600" kern="1200"/>
        </a:p>
      </dsp:txBody>
      <dsp:txXfrm rot="-5400000">
        <a:off x="24352" y="680446"/>
        <a:ext cx="1161108" cy="246133"/>
      </dsp:txXfrm>
    </dsp:sp>
    <dsp:sp modelId="{0C585D4E-DDB4-46AD-B30B-11FD1433B5F7}">
      <dsp:nvSpPr>
        <dsp:cNvPr id="0" name=""/>
        <dsp:cNvSpPr/>
      </dsp:nvSpPr>
      <dsp:spPr>
        <a:xfrm rot="5400000">
          <a:off x="2620577" y="-1435183"/>
          <a:ext cx="1241684" cy="4150079"/>
        </a:xfrm>
        <a:prstGeom prst="round2SameRect">
          <a:avLst/>
        </a:prstGeom>
        <a:solidFill>
          <a:schemeClr val="accent3">
            <a:lumMod val="60000"/>
            <a:lumOff val="4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s-ES" sz="2800" b="1" kern="1200"/>
            <a:t>Método gráfico</a:t>
          </a:r>
          <a:endParaRPr lang="es-PE" sz="2800" b="1" kern="1200"/>
        </a:p>
        <a:p>
          <a:pPr marL="285750" lvl="1" indent="-285750" algn="l" defTabSz="1244600">
            <a:lnSpc>
              <a:spcPct val="90000"/>
            </a:lnSpc>
            <a:spcBef>
              <a:spcPct val="0"/>
            </a:spcBef>
            <a:spcAft>
              <a:spcPct val="15000"/>
            </a:spcAft>
            <a:buChar char="•"/>
          </a:pPr>
          <a:r>
            <a:rPr lang="es-ES" sz="2800" b="1" kern="1200" dirty="0"/>
            <a:t>Método Simplex</a:t>
          </a:r>
          <a:endParaRPr lang="es-PE" sz="2800" b="1" kern="1200" dirty="0"/>
        </a:p>
        <a:p>
          <a:pPr marL="285750" lvl="1" indent="-285750" algn="l" defTabSz="1244600">
            <a:lnSpc>
              <a:spcPct val="90000"/>
            </a:lnSpc>
            <a:spcBef>
              <a:spcPct val="0"/>
            </a:spcBef>
            <a:spcAft>
              <a:spcPct val="15000"/>
            </a:spcAft>
            <a:buChar char="•"/>
          </a:pPr>
          <a:r>
            <a:rPr lang="es-ES" sz="2800" b="1" kern="1200" dirty="0"/>
            <a:t>Método computacional</a:t>
          </a:r>
          <a:endParaRPr lang="es-PE" sz="2800" b="1" kern="1200" dirty="0"/>
        </a:p>
      </dsp:txBody>
      <dsp:txXfrm rot="-5400000">
        <a:off x="1166380" y="79628"/>
        <a:ext cx="4089465" cy="1120456"/>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5178B7CE-16B1-4D5A-BEDA-E05D7C0F0E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a:extLst>
              <a:ext uri="{FF2B5EF4-FFF2-40B4-BE49-F238E27FC236}">
                <a16:creationId xmlns:a16="http://schemas.microsoft.com/office/drawing/2014/main" id="{E5CE36C0-2D64-40DB-852E-EFE530BD79E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703D107-6AA0-4BB9-B3AF-2511759F0087}" type="datetimeFigureOut">
              <a:rPr lang="es-PE" smtClean="0"/>
              <a:t>16/08/2026</a:t>
            </a:fld>
            <a:endParaRPr lang="es-PE"/>
          </a:p>
        </p:txBody>
      </p:sp>
      <p:sp>
        <p:nvSpPr>
          <p:cNvPr id="4" name="Marcador de pie de página 3">
            <a:extLst>
              <a:ext uri="{FF2B5EF4-FFF2-40B4-BE49-F238E27FC236}">
                <a16:creationId xmlns:a16="http://schemas.microsoft.com/office/drawing/2014/main" id="{CBB9BBA3-CB3B-42EF-AC1C-A77E63AFD7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5" name="Marcador de número de diapositiva 4">
            <a:extLst>
              <a:ext uri="{FF2B5EF4-FFF2-40B4-BE49-F238E27FC236}">
                <a16:creationId xmlns:a16="http://schemas.microsoft.com/office/drawing/2014/main" id="{B59A3671-5C2E-4C01-9181-86F7078515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4CDB2B-DC05-4B7E-84A4-8E8FE9CBF710}" type="slidenum">
              <a:rPr lang="es-PE" smtClean="0"/>
              <a:t>‹Nº›</a:t>
            </a:fld>
            <a:endParaRPr lang="es-PE"/>
          </a:p>
        </p:txBody>
      </p:sp>
    </p:spTree>
    <p:extLst>
      <p:ext uri="{BB962C8B-B14F-4D97-AF65-F5344CB8AC3E}">
        <p14:creationId xmlns:p14="http://schemas.microsoft.com/office/powerpoint/2010/main" val="29674508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1D54B5-B035-46F5-86D2-1F43704B1BDB}" type="datetimeFigureOut">
              <a:rPr lang="es-PE" smtClean="0"/>
              <a:t>16/08/2026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836FA3-1F11-49F4-B68F-8771EDD4DFA8}" type="slidenum">
              <a:rPr lang="es-PE" smtClean="0"/>
              <a:t>‹Nº›</a:t>
            </a:fld>
            <a:endParaRPr lang="es-PE"/>
          </a:p>
        </p:txBody>
      </p:sp>
    </p:spTree>
    <p:extLst>
      <p:ext uri="{BB962C8B-B14F-4D97-AF65-F5344CB8AC3E}">
        <p14:creationId xmlns:p14="http://schemas.microsoft.com/office/powerpoint/2010/main" val="3081994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a:xfrm>
            <a:off x="3884613" y="8685213"/>
            <a:ext cx="2971800" cy="457200"/>
          </a:xfrm>
          <a:prstGeom prst="rect">
            <a:avLst/>
          </a:prstGeom>
        </p:spPr>
        <p:txBody>
          <a:bodyPr/>
          <a:lstStyle/>
          <a:p>
            <a:fld id="{937FDB4C-8DB5-4895-9E8B-EB4F1648811C}" type="slidenum">
              <a:rPr lang="es-ES" smtClean="0"/>
              <a:pPr/>
              <a:t>3</a:t>
            </a:fld>
            <a:endParaRPr lang="es-ES" dirty="0"/>
          </a:p>
        </p:txBody>
      </p:sp>
    </p:spTree>
    <p:extLst>
      <p:ext uri="{BB962C8B-B14F-4D97-AF65-F5344CB8AC3E}">
        <p14:creationId xmlns:p14="http://schemas.microsoft.com/office/powerpoint/2010/main" val="672980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f391192_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5f391192_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20E13C-61E5-46CC-960D-63C41DAD061E}"/>
              </a:ext>
            </a:extLst>
          </p:cNvPr>
          <p:cNvSpPr>
            <a:spLocks noGrp="1"/>
          </p:cNvSpPr>
          <p:nvPr>
            <p:ph type="ctrTitle"/>
          </p:nvPr>
        </p:nvSpPr>
        <p:spPr>
          <a:xfrm>
            <a:off x="1524000" y="1263684"/>
            <a:ext cx="9144000" cy="2387600"/>
          </a:xfrm>
          <a:prstGeom prst="rect">
            <a:avLst/>
          </a:prstGeo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E6267FC4-894E-4993-BA18-2C880EE5C7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0CFA1ECE-8248-44B1-88C7-8265017B783A}"/>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4C7FFCCB-2285-4BA7-B745-4CE0B16C5B27}"/>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7C464D61-7B3F-4D44-B814-04BD0FE4C3C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884842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2F9EE1-AB02-439C-A953-D0BD302CF3B0}"/>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EF391F11-EC76-4F7E-AC56-EAD0CEBCAEA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DB378AEF-A6A9-47DF-9C5C-6B50070076FC}"/>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B8D63CA0-8BC2-4AA4-81B5-97227686EA4A}"/>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2EA60248-016B-4028-85F2-75F83EB9133C}"/>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273057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0EA209-C4D8-4196-890A-95A7CD4C0680}"/>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07D6A4D1-0438-48FA-ADCC-AC432CD76F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A542E60-612D-41CC-9EE5-C343BC61B2E7}"/>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9BA065A3-6AD0-4723-847E-57B36A32A33D}"/>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86EC95E3-1973-401E-B849-5F2F2C4250A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2837268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FDB3A3-9D86-449F-A088-128C6B5F0AB9}"/>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28EF8CB9-38CA-4EBF-8F62-EE68B4D6F6A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F5BC23C3-AE0F-4F5F-B104-BC7EA7551CA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7FCBCC75-FAFB-4988-ADC8-1E30F0A4E93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9A7CF524-1AD2-4D6E-AF46-445C3506EF87}"/>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1FB533D9-E06A-43BB-8FFF-B7E7E56A373C}"/>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239711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E725AD-02A9-499A-B864-01AF086F41AE}"/>
              </a:ext>
            </a:extLst>
          </p:cNvPr>
          <p:cNvSpPr>
            <a:spLocks noGrp="1"/>
          </p:cNvSpPr>
          <p:nvPr>
            <p:ph type="title"/>
          </p:nvPr>
        </p:nvSpPr>
        <p:spPr>
          <a:xfrm>
            <a:off x="839788" y="365125"/>
            <a:ext cx="10515600" cy="1325563"/>
          </a:xfrm>
          <a:prstGeom prst="rect">
            <a:avLst/>
          </a:prstGeo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0A753734-FC45-4B55-9A29-B26B4CA130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198FBB3-E4E6-411C-A6B3-B26D0633537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0EBACB3A-C4CB-4902-9988-B007A97C90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EE2010D-8FDA-4E19-9A31-23C0FE9DC25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D1D191B-5CF0-419F-BF5B-EA606AC8D5E6}"/>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8" name="Marcador de pie de página 7">
            <a:extLst>
              <a:ext uri="{FF2B5EF4-FFF2-40B4-BE49-F238E27FC236}">
                <a16:creationId xmlns:a16="http://schemas.microsoft.com/office/drawing/2014/main" id="{3D8A4629-604A-46AD-BB45-292C54D7C6BA}"/>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5C5A188A-724B-44E9-BEF7-9E257530ECA1}"/>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749276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94FFE6-E44F-47FD-8C64-C1FC42A7E758}"/>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A168DDD2-028A-4549-9EB3-E843188772B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4" name="Marcador de pie de página 3">
            <a:extLst>
              <a:ext uri="{FF2B5EF4-FFF2-40B4-BE49-F238E27FC236}">
                <a16:creationId xmlns:a16="http://schemas.microsoft.com/office/drawing/2014/main" id="{ED50669B-5EDE-4060-A1CA-FE7DBD964491}"/>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6F429BDB-A623-46DB-A3B7-8B68CD92E4DB}"/>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576645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578ADCC-78DF-44C4-A2C7-A7CF2426998D}"/>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3" name="Marcador de pie de página 2">
            <a:extLst>
              <a:ext uri="{FF2B5EF4-FFF2-40B4-BE49-F238E27FC236}">
                <a16:creationId xmlns:a16="http://schemas.microsoft.com/office/drawing/2014/main" id="{BB7367FB-6CD9-4469-A229-B61F0DC43390}"/>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C301C5A5-C7FD-466A-934B-60249339DC95}"/>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052191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11FB1A-74AA-4E0D-83B3-1170F865B31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65D0C1AE-BAE4-48E0-88AC-F6958D0E85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6F3CCC19-652F-4628-8819-4FD180AB86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33BD21F-BC06-43CD-9F66-5FD87304EEC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B82DF95C-F515-4AB8-9206-5F559DA0B4D2}"/>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93A0F4A3-A4A8-4405-B84F-C1D44A15E05E}"/>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478757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593BB7-CA9F-4940-8C7F-2CBF43BB503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3045E52B-AEB7-42F1-BC8E-CA7E0DDCD4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193A4FC1-5C27-4983-99E0-60D4F82D50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FFB805C-3A94-453E-BC4E-88A5F9C856A2}"/>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C448EB1F-6B71-43D0-B4BB-2F47A94BAF65}"/>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F90476AE-7DAC-4DCA-A6E4-E2E505CBF2BE}"/>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519759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15B00E-0B7A-4AA1-B637-DC7127C42E77}"/>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882176F4-1231-4795-897F-95458CBCE8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606A9332-3346-4724-9DEE-503B007FAF02}"/>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86A3589D-3073-43DA-AEA2-6F6C05DA511B}"/>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3FEE47B5-2AEE-4851-B029-9988B8B57A7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771582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4AFE1D6-7CA5-4A02-A9CE-8A394A8F3E8F}"/>
              </a:ext>
            </a:extLst>
          </p:cNvPr>
          <p:cNvSpPr>
            <a:spLocks noGrp="1"/>
          </p:cNvSpPr>
          <p:nvPr>
            <p:ph type="title" orient="vert"/>
          </p:nvPr>
        </p:nvSpPr>
        <p:spPr>
          <a:xfrm>
            <a:off x="8724900" y="365125"/>
            <a:ext cx="2628900" cy="5811838"/>
          </a:xfrm>
          <a:prstGeom prst="rect">
            <a:avLst/>
          </a:prstGeo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C218F9D7-F895-4417-B97E-7076B318453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4A8AE240-89B5-46F0-94D1-CF5205BCB4DE}"/>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E4EB6FE0-843B-48B7-80F0-575414327683}"/>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2CE9982-F23C-426D-A95A-1B50FADAB460}"/>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670270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974400" y="3986567"/>
            <a:ext cx="5629600" cy="1220400"/>
          </a:xfrm>
          <a:prstGeom prst="rect">
            <a:avLst/>
          </a:prstGeom>
        </p:spPr>
        <p:txBody>
          <a:bodyPr spcFirstLastPara="1" wrap="square" lIns="0" tIns="0" rIns="0" bIns="0" anchor="ctr" anchorCtr="0">
            <a:noAutofit/>
          </a:bodyPr>
          <a:lstStyle>
            <a:lvl1pPr lvl="0" rtl="0">
              <a:spcBef>
                <a:spcPts val="0"/>
              </a:spcBef>
              <a:spcAft>
                <a:spcPts val="0"/>
              </a:spcAft>
              <a:buSzPts val="9400"/>
              <a:buNone/>
              <a:defRPr sz="12535"/>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r>
              <a:rPr lang="es-ES"/>
              <a:t>Haga clic para modificar el estilo de título del patrón</a:t>
            </a:r>
          </a:p>
        </p:txBody>
      </p:sp>
      <p:grpSp>
        <p:nvGrpSpPr>
          <p:cNvPr id="10" name="Google Shape;10;p2"/>
          <p:cNvGrpSpPr/>
          <p:nvPr/>
        </p:nvGrpSpPr>
        <p:grpSpPr>
          <a:xfrm>
            <a:off x="4658468" y="-60667"/>
            <a:ext cx="7533533" cy="6979333"/>
            <a:chOff x="970375" y="238125"/>
            <a:chExt cx="5650150" cy="5234500"/>
          </a:xfrm>
        </p:grpSpPr>
        <p:sp>
          <p:nvSpPr>
            <p:cNvPr id="11" name="Google Shape;11;p2"/>
            <p:cNvSpPr/>
            <p:nvPr/>
          </p:nvSpPr>
          <p:spPr>
            <a:xfrm>
              <a:off x="970375" y="238125"/>
              <a:ext cx="1456750" cy="5234500"/>
            </a:xfrm>
            <a:custGeom>
              <a:avLst/>
              <a:gdLst/>
              <a:ahLst/>
              <a:cxnLst/>
              <a:rect l="l" t="t" r="r" b="b"/>
              <a:pathLst>
                <a:path w="58270" h="209380" extrusionOk="0">
                  <a:moveTo>
                    <a:pt x="55587" y="0"/>
                  </a:moveTo>
                  <a:lnTo>
                    <a:pt x="7833" y="82697"/>
                  </a:lnTo>
                  <a:cubicBezTo>
                    <a:pt x="0" y="96268"/>
                    <a:pt x="16" y="113111"/>
                    <a:pt x="7833" y="126682"/>
                  </a:cubicBezTo>
                  <a:lnTo>
                    <a:pt x="55587" y="209379"/>
                  </a:lnTo>
                  <a:lnTo>
                    <a:pt x="58270" y="209379"/>
                  </a:lnTo>
                  <a:lnTo>
                    <a:pt x="9849" y="125519"/>
                  </a:lnTo>
                  <a:cubicBezTo>
                    <a:pt x="2435" y="112677"/>
                    <a:pt x="2435" y="96718"/>
                    <a:pt x="9849" y="83860"/>
                  </a:cubicBezTo>
                  <a:lnTo>
                    <a:pt x="582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1607825" y="238125"/>
              <a:ext cx="5012700" cy="5234500"/>
            </a:xfrm>
            <a:custGeom>
              <a:avLst/>
              <a:gdLst/>
              <a:ahLst/>
              <a:cxnLst/>
              <a:rect l="l" t="t" r="r" b="b"/>
              <a:pathLst>
                <a:path w="200508" h="209380" extrusionOk="0">
                  <a:moveTo>
                    <a:pt x="58300" y="0"/>
                  </a:moveTo>
                  <a:lnTo>
                    <a:pt x="3490" y="94919"/>
                  </a:lnTo>
                  <a:cubicBezTo>
                    <a:pt x="0" y="100967"/>
                    <a:pt x="0" y="108412"/>
                    <a:pt x="3490" y="114461"/>
                  </a:cubicBezTo>
                  <a:lnTo>
                    <a:pt x="58300" y="209379"/>
                  </a:lnTo>
                  <a:lnTo>
                    <a:pt x="200507" y="209379"/>
                  </a:lnTo>
                  <a:lnTo>
                    <a:pt x="2005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 name="Google Shape;13;p2"/>
          <p:cNvSpPr/>
          <p:nvPr/>
        </p:nvSpPr>
        <p:spPr>
          <a:xfrm rot="1799984">
            <a:off x="7317323" y="61421"/>
            <a:ext cx="28460" cy="2319628"/>
          </a:xfrm>
          <a:custGeom>
            <a:avLst/>
            <a:gdLst/>
            <a:ahLst/>
            <a:cxnLst/>
            <a:rect l="l" t="t" r="r" b="b"/>
            <a:pathLst>
              <a:path w="2187" h="207239" extrusionOk="0">
                <a:moveTo>
                  <a:pt x="1094" y="0"/>
                </a:moveTo>
                <a:cubicBezTo>
                  <a:pt x="500" y="0"/>
                  <a:pt x="1" y="469"/>
                  <a:pt x="1" y="1063"/>
                </a:cubicBezTo>
                <a:lnTo>
                  <a:pt x="1" y="206145"/>
                </a:lnTo>
                <a:cubicBezTo>
                  <a:pt x="1" y="206739"/>
                  <a:pt x="500" y="207239"/>
                  <a:pt x="1094" y="207239"/>
                </a:cubicBezTo>
                <a:cubicBezTo>
                  <a:pt x="1281" y="207239"/>
                  <a:pt x="1469" y="207176"/>
                  <a:pt x="1625" y="207083"/>
                </a:cubicBezTo>
                <a:cubicBezTo>
                  <a:pt x="1968" y="206895"/>
                  <a:pt x="2187" y="206552"/>
                  <a:pt x="2187" y="206145"/>
                </a:cubicBezTo>
                <a:lnTo>
                  <a:pt x="2187" y="1063"/>
                </a:lnTo>
                <a:cubicBezTo>
                  <a:pt x="2187" y="469"/>
                  <a:pt x="1687" y="0"/>
                  <a:pt x="10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 name="Google Shape;14;p2"/>
          <p:cNvSpPr/>
          <p:nvPr/>
        </p:nvSpPr>
        <p:spPr>
          <a:xfrm rot="1799984">
            <a:off x="8289458" y="-929179"/>
            <a:ext cx="28460" cy="2319628"/>
          </a:xfrm>
          <a:custGeom>
            <a:avLst/>
            <a:gdLst/>
            <a:ahLst/>
            <a:cxnLst/>
            <a:rect l="l" t="t" r="r" b="b"/>
            <a:pathLst>
              <a:path w="2187" h="207239" extrusionOk="0">
                <a:moveTo>
                  <a:pt x="1094" y="0"/>
                </a:moveTo>
                <a:cubicBezTo>
                  <a:pt x="500" y="0"/>
                  <a:pt x="1" y="469"/>
                  <a:pt x="1" y="1063"/>
                </a:cubicBezTo>
                <a:lnTo>
                  <a:pt x="1" y="206145"/>
                </a:lnTo>
                <a:cubicBezTo>
                  <a:pt x="1" y="206739"/>
                  <a:pt x="500" y="207239"/>
                  <a:pt x="1094" y="207239"/>
                </a:cubicBezTo>
                <a:cubicBezTo>
                  <a:pt x="1281" y="207239"/>
                  <a:pt x="1469" y="207176"/>
                  <a:pt x="1625" y="207083"/>
                </a:cubicBezTo>
                <a:cubicBezTo>
                  <a:pt x="1968" y="206895"/>
                  <a:pt x="2187" y="206552"/>
                  <a:pt x="2187" y="206145"/>
                </a:cubicBezTo>
                <a:lnTo>
                  <a:pt x="2187" y="1063"/>
                </a:lnTo>
                <a:cubicBezTo>
                  <a:pt x="2187" y="469"/>
                  <a:pt x="1687" y="0"/>
                  <a:pt x="10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 name="Google Shape;15;p2"/>
          <p:cNvGrpSpPr/>
          <p:nvPr/>
        </p:nvGrpSpPr>
        <p:grpSpPr>
          <a:xfrm>
            <a:off x="1016002" y="1081899"/>
            <a:ext cx="620999" cy="573676"/>
            <a:chOff x="1877325" y="757774"/>
            <a:chExt cx="581969" cy="537619"/>
          </a:xfrm>
        </p:grpSpPr>
        <p:sp>
          <p:nvSpPr>
            <p:cNvPr id="16" name="Google Shape;16;p2"/>
            <p:cNvSpPr/>
            <p:nvPr/>
          </p:nvSpPr>
          <p:spPr>
            <a:xfrm>
              <a:off x="1877325" y="757774"/>
              <a:ext cx="63598" cy="63598"/>
            </a:xfrm>
            <a:custGeom>
              <a:avLst/>
              <a:gdLst/>
              <a:ahLst/>
              <a:cxnLst/>
              <a:rect l="l" t="t" r="r" b="b"/>
              <a:pathLst>
                <a:path w="13312" h="13312" extrusionOk="0">
                  <a:moveTo>
                    <a:pt x="6656" y="0"/>
                  </a:moveTo>
                  <a:cubicBezTo>
                    <a:pt x="3026" y="0"/>
                    <a:pt x="0" y="3026"/>
                    <a:pt x="0" y="6656"/>
                  </a:cubicBezTo>
                  <a:cubicBezTo>
                    <a:pt x="0" y="10387"/>
                    <a:pt x="3026" y="13312"/>
                    <a:pt x="6656" y="13312"/>
                  </a:cubicBezTo>
                  <a:cubicBezTo>
                    <a:pt x="10387" y="13312"/>
                    <a:pt x="13311" y="10387"/>
                    <a:pt x="13311" y="6656"/>
                  </a:cubicBezTo>
                  <a:cubicBezTo>
                    <a:pt x="13311" y="3026"/>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2050274" y="757774"/>
              <a:ext cx="63598" cy="63598"/>
            </a:xfrm>
            <a:custGeom>
              <a:avLst/>
              <a:gdLst/>
              <a:ahLst/>
              <a:cxnLst/>
              <a:rect l="l" t="t" r="r" b="b"/>
              <a:pathLst>
                <a:path w="13312" h="13312" extrusionOk="0">
                  <a:moveTo>
                    <a:pt x="6656" y="0"/>
                  </a:moveTo>
                  <a:cubicBezTo>
                    <a:pt x="3026" y="0"/>
                    <a:pt x="1" y="3026"/>
                    <a:pt x="1" y="6656"/>
                  </a:cubicBezTo>
                  <a:cubicBezTo>
                    <a:pt x="1" y="10387"/>
                    <a:pt x="3026" y="13312"/>
                    <a:pt x="6656" y="13312"/>
                  </a:cubicBezTo>
                  <a:cubicBezTo>
                    <a:pt x="10287" y="13312"/>
                    <a:pt x="13312" y="10387"/>
                    <a:pt x="13312" y="6656"/>
                  </a:cubicBezTo>
                  <a:cubicBezTo>
                    <a:pt x="13312" y="3026"/>
                    <a:pt x="102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2223224" y="757774"/>
              <a:ext cx="63603" cy="63598"/>
            </a:xfrm>
            <a:custGeom>
              <a:avLst/>
              <a:gdLst/>
              <a:ahLst/>
              <a:cxnLst/>
              <a:rect l="l" t="t" r="r" b="b"/>
              <a:pathLst>
                <a:path w="13313" h="13312" extrusionOk="0">
                  <a:moveTo>
                    <a:pt x="6657" y="0"/>
                  </a:moveTo>
                  <a:cubicBezTo>
                    <a:pt x="2925" y="0"/>
                    <a:pt x="1" y="3026"/>
                    <a:pt x="1" y="6656"/>
                  </a:cubicBezTo>
                  <a:cubicBezTo>
                    <a:pt x="1" y="10387"/>
                    <a:pt x="2925" y="13312"/>
                    <a:pt x="6657" y="13312"/>
                  </a:cubicBezTo>
                  <a:cubicBezTo>
                    <a:pt x="10287" y="13312"/>
                    <a:pt x="13312" y="10387"/>
                    <a:pt x="13312" y="6656"/>
                  </a:cubicBezTo>
                  <a:cubicBezTo>
                    <a:pt x="13312" y="3026"/>
                    <a:pt x="10287" y="0"/>
                    <a:pt x="66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2395695" y="757774"/>
              <a:ext cx="63598" cy="63598"/>
            </a:xfrm>
            <a:custGeom>
              <a:avLst/>
              <a:gdLst/>
              <a:ahLst/>
              <a:cxnLst/>
              <a:rect l="l" t="t" r="r" b="b"/>
              <a:pathLst>
                <a:path w="13312" h="13312" extrusionOk="0">
                  <a:moveTo>
                    <a:pt x="6656" y="0"/>
                  </a:moveTo>
                  <a:cubicBezTo>
                    <a:pt x="3026" y="0"/>
                    <a:pt x="0" y="3026"/>
                    <a:pt x="0" y="6656"/>
                  </a:cubicBezTo>
                  <a:cubicBezTo>
                    <a:pt x="0" y="10387"/>
                    <a:pt x="3026" y="13312"/>
                    <a:pt x="6656" y="13312"/>
                  </a:cubicBezTo>
                  <a:cubicBezTo>
                    <a:pt x="10387" y="13312"/>
                    <a:pt x="13312" y="10387"/>
                    <a:pt x="13312" y="6656"/>
                  </a:cubicBezTo>
                  <a:cubicBezTo>
                    <a:pt x="13312" y="3026"/>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1877325" y="915780"/>
              <a:ext cx="63598" cy="63598"/>
            </a:xfrm>
            <a:custGeom>
              <a:avLst/>
              <a:gdLst/>
              <a:ahLst/>
              <a:cxnLst/>
              <a:rect l="l" t="t" r="r" b="b"/>
              <a:pathLst>
                <a:path w="13312" h="13312" extrusionOk="0">
                  <a:moveTo>
                    <a:pt x="6656" y="1"/>
                  </a:moveTo>
                  <a:cubicBezTo>
                    <a:pt x="3026" y="1"/>
                    <a:pt x="0" y="3026"/>
                    <a:pt x="0" y="6656"/>
                  </a:cubicBezTo>
                  <a:cubicBezTo>
                    <a:pt x="0" y="10387"/>
                    <a:pt x="3026" y="13312"/>
                    <a:pt x="6656" y="13312"/>
                  </a:cubicBezTo>
                  <a:cubicBezTo>
                    <a:pt x="10387" y="13312"/>
                    <a:pt x="13311" y="10387"/>
                    <a:pt x="13311" y="6656"/>
                  </a:cubicBezTo>
                  <a:cubicBezTo>
                    <a:pt x="13311"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2050274" y="915780"/>
              <a:ext cx="63598" cy="63598"/>
            </a:xfrm>
            <a:custGeom>
              <a:avLst/>
              <a:gdLst/>
              <a:ahLst/>
              <a:cxnLst/>
              <a:rect l="l" t="t" r="r" b="b"/>
              <a:pathLst>
                <a:path w="13312" h="13312" extrusionOk="0">
                  <a:moveTo>
                    <a:pt x="6656" y="1"/>
                  </a:moveTo>
                  <a:cubicBezTo>
                    <a:pt x="3026" y="1"/>
                    <a:pt x="1" y="3026"/>
                    <a:pt x="1" y="6656"/>
                  </a:cubicBezTo>
                  <a:cubicBezTo>
                    <a:pt x="1" y="10387"/>
                    <a:pt x="3026" y="13312"/>
                    <a:pt x="6656" y="13312"/>
                  </a:cubicBezTo>
                  <a:cubicBezTo>
                    <a:pt x="10287" y="13312"/>
                    <a:pt x="13312" y="10387"/>
                    <a:pt x="13312" y="6656"/>
                  </a:cubicBezTo>
                  <a:cubicBezTo>
                    <a:pt x="13312" y="3026"/>
                    <a:pt x="102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2"/>
            <p:cNvSpPr/>
            <p:nvPr/>
          </p:nvSpPr>
          <p:spPr>
            <a:xfrm>
              <a:off x="2223224" y="915780"/>
              <a:ext cx="63603" cy="63598"/>
            </a:xfrm>
            <a:custGeom>
              <a:avLst/>
              <a:gdLst/>
              <a:ahLst/>
              <a:cxnLst/>
              <a:rect l="l" t="t" r="r" b="b"/>
              <a:pathLst>
                <a:path w="13313" h="13312" extrusionOk="0">
                  <a:moveTo>
                    <a:pt x="6657" y="1"/>
                  </a:moveTo>
                  <a:cubicBezTo>
                    <a:pt x="2925" y="1"/>
                    <a:pt x="1" y="3026"/>
                    <a:pt x="1" y="6656"/>
                  </a:cubicBezTo>
                  <a:cubicBezTo>
                    <a:pt x="1" y="10387"/>
                    <a:pt x="2925" y="13312"/>
                    <a:pt x="6657" y="13312"/>
                  </a:cubicBezTo>
                  <a:cubicBezTo>
                    <a:pt x="10287" y="13312"/>
                    <a:pt x="13312" y="10387"/>
                    <a:pt x="13312" y="6656"/>
                  </a:cubicBezTo>
                  <a:cubicBezTo>
                    <a:pt x="13312" y="3026"/>
                    <a:pt x="10287" y="1"/>
                    <a:pt x="66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3;p2"/>
            <p:cNvSpPr/>
            <p:nvPr/>
          </p:nvSpPr>
          <p:spPr>
            <a:xfrm>
              <a:off x="2395695" y="915780"/>
              <a:ext cx="63598" cy="63598"/>
            </a:xfrm>
            <a:custGeom>
              <a:avLst/>
              <a:gdLst/>
              <a:ahLst/>
              <a:cxnLst/>
              <a:rect l="l" t="t" r="r" b="b"/>
              <a:pathLst>
                <a:path w="13312" h="13312" extrusionOk="0">
                  <a:moveTo>
                    <a:pt x="6656" y="1"/>
                  </a:moveTo>
                  <a:cubicBezTo>
                    <a:pt x="3026" y="1"/>
                    <a:pt x="0" y="3026"/>
                    <a:pt x="0" y="6656"/>
                  </a:cubicBezTo>
                  <a:cubicBezTo>
                    <a:pt x="0" y="10387"/>
                    <a:pt x="3026" y="13312"/>
                    <a:pt x="6656" y="13312"/>
                  </a:cubicBezTo>
                  <a:cubicBezTo>
                    <a:pt x="10387" y="13312"/>
                    <a:pt x="13312" y="10387"/>
                    <a:pt x="13312" y="6656"/>
                  </a:cubicBezTo>
                  <a:cubicBezTo>
                    <a:pt x="13312"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2"/>
            <p:cNvSpPr/>
            <p:nvPr/>
          </p:nvSpPr>
          <p:spPr>
            <a:xfrm>
              <a:off x="1877325" y="1073785"/>
              <a:ext cx="63598" cy="63603"/>
            </a:xfrm>
            <a:custGeom>
              <a:avLst/>
              <a:gdLst/>
              <a:ahLst/>
              <a:cxnLst/>
              <a:rect l="l" t="t" r="r" b="b"/>
              <a:pathLst>
                <a:path w="13312" h="13313" extrusionOk="0">
                  <a:moveTo>
                    <a:pt x="6656" y="1"/>
                  </a:moveTo>
                  <a:cubicBezTo>
                    <a:pt x="3026" y="1"/>
                    <a:pt x="0" y="3026"/>
                    <a:pt x="0" y="6656"/>
                  </a:cubicBezTo>
                  <a:cubicBezTo>
                    <a:pt x="0" y="10287"/>
                    <a:pt x="3026" y="13312"/>
                    <a:pt x="6656" y="13312"/>
                  </a:cubicBezTo>
                  <a:cubicBezTo>
                    <a:pt x="10387" y="13312"/>
                    <a:pt x="13311" y="10287"/>
                    <a:pt x="13311" y="6656"/>
                  </a:cubicBezTo>
                  <a:cubicBezTo>
                    <a:pt x="13311"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2"/>
            <p:cNvSpPr/>
            <p:nvPr/>
          </p:nvSpPr>
          <p:spPr>
            <a:xfrm>
              <a:off x="2050274" y="1073785"/>
              <a:ext cx="63598" cy="63603"/>
            </a:xfrm>
            <a:custGeom>
              <a:avLst/>
              <a:gdLst/>
              <a:ahLst/>
              <a:cxnLst/>
              <a:rect l="l" t="t" r="r" b="b"/>
              <a:pathLst>
                <a:path w="13312" h="13313" extrusionOk="0">
                  <a:moveTo>
                    <a:pt x="6656" y="1"/>
                  </a:moveTo>
                  <a:cubicBezTo>
                    <a:pt x="3026" y="1"/>
                    <a:pt x="1" y="3026"/>
                    <a:pt x="1" y="6656"/>
                  </a:cubicBezTo>
                  <a:cubicBezTo>
                    <a:pt x="1" y="10287"/>
                    <a:pt x="3026" y="13312"/>
                    <a:pt x="6656" y="13312"/>
                  </a:cubicBezTo>
                  <a:cubicBezTo>
                    <a:pt x="10287" y="13312"/>
                    <a:pt x="13312" y="10287"/>
                    <a:pt x="13312" y="6656"/>
                  </a:cubicBezTo>
                  <a:cubicBezTo>
                    <a:pt x="13312" y="3026"/>
                    <a:pt x="102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6;p2"/>
            <p:cNvSpPr/>
            <p:nvPr/>
          </p:nvSpPr>
          <p:spPr>
            <a:xfrm>
              <a:off x="2223224" y="1073785"/>
              <a:ext cx="63603" cy="63603"/>
            </a:xfrm>
            <a:custGeom>
              <a:avLst/>
              <a:gdLst/>
              <a:ahLst/>
              <a:cxnLst/>
              <a:rect l="l" t="t" r="r" b="b"/>
              <a:pathLst>
                <a:path w="13313" h="13313" extrusionOk="0">
                  <a:moveTo>
                    <a:pt x="6657" y="1"/>
                  </a:moveTo>
                  <a:cubicBezTo>
                    <a:pt x="2925" y="1"/>
                    <a:pt x="1" y="3026"/>
                    <a:pt x="1" y="6656"/>
                  </a:cubicBezTo>
                  <a:cubicBezTo>
                    <a:pt x="1" y="10287"/>
                    <a:pt x="2925" y="13312"/>
                    <a:pt x="6657" y="13312"/>
                  </a:cubicBezTo>
                  <a:cubicBezTo>
                    <a:pt x="10287" y="13312"/>
                    <a:pt x="13312" y="10287"/>
                    <a:pt x="13312" y="6656"/>
                  </a:cubicBezTo>
                  <a:cubicBezTo>
                    <a:pt x="13312" y="3026"/>
                    <a:pt x="10287" y="1"/>
                    <a:pt x="66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2"/>
            <p:cNvSpPr/>
            <p:nvPr/>
          </p:nvSpPr>
          <p:spPr>
            <a:xfrm>
              <a:off x="2395695" y="1073785"/>
              <a:ext cx="63598" cy="63603"/>
            </a:xfrm>
            <a:custGeom>
              <a:avLst/>
              <a:gdLst/>
              <a:ahLst/>
              <a:cxnLst/>
              <a:rect l="l" t="t" r="r" b="b"/>
              <a:pathLst>
                <a:path w="13312" h="13313" extrusionOk="0">
                  <a:moveTo>
                    <a:pt x="6656" y="1"/>
                  </a:moveTo>
                  <a:cubicBezTo>
                    <a:pt x="3026" y="1"/>
                    <a:pt x="0" y="3026"/>
                    <a:pt x="0" y="6656"/>
                  </a:cubicBezTo>
                  <a:cubicBezTo>
                    <a:pt x="0" y="10287"/>
                    <a:pt x="3026" y="13312"/>
                    <a:pt x="6656" y="13312"/>
                  </a:cubicBezTo>
                  <a:cubicBezTo>
                    <a:pt x="10387" y="13312"/>
                    <a:pt x="13312" y="10287"/>
                    <a:pt x="13312" y="6656"/>
                  </a:cubicBezTo>
                  <a:cubicBezTo>
                    <a:pt x="13312"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28;p2"/>
            <p:cNvSpPr/>
            <p:nvPr/>
          </p:nvSpPr>
          <p:spPr>
            <a:xfrm>
              <a:off x="1877325" y="1231796"/>
              <a:ext cx="63598" cy="63598"/>
            </a:xfrm>
            <a:custGeom>
              <a:avLst/>
              <a:gdLst/>
              <a:ahLst/>
              <a:cxnLst/>
              <a:rect l="l" t="t" r="r" b="b"/>
              <a:pathLst>
                <a:path w="13312" h="13312" extrusionOk="0">
                  <a:moveTo>
                    <a:pt x="6656" y="0"/>
                  </a:moveTo>
                  <a:cubicBezTo>
                    <a:pt x="3026" y="0"/>
                    <a:pt x="0" y="2925"/>
                    <a:pt x="0" y="6656"/>
                  </a:cubicBezTo>
                  <a:cubicBezTo>
                    <a:pt x="0" y="10286"/>
                    <a:pt x="3026" y="13311"/>
                    <a:pt x="6656" y="13311"/>
                  </a:cubicBezTo>
                  <a:cubicBezTo>
                    <a:pt x="10387" y="13311"/>
                    <a:pt x="13311" y="10286"/>
                    <a:pt x="13311" y="6656"/>
                  </a:cubicBezTo>
                  <a:cubicBezTo>
                    <a:pt x="13311" y="2925"/>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29;p2"/>
            <p:cNvSpPr/>
            <p:nvPr/>
          </p:nvSpPr>
          <p:spPr>
            <a:xfrm>
              <a:off x="2050274" y="1231796"/>
              <a:ext cx="63598" cy="63598"/>
            </a:xfrm>
            <a:custGeom>
              <a:avLst/>
              <a:gdLst/>
              <a:ahLst/>
              <a:cxnLst/>
              <a:rect l="l" t="t" r="r" b="b"/>
              <a:pathLst>
                <a:path w="13312" h="13312" extrusionOk="0">
                  <a:moveTo>
                    <a:pt x="6656" y="0"/>
                  </a:moveTo>
                  <a:cubicBezTo>
                    <a:pt x="3026" y="0"/>
                    <a:pt x="1" y="2925"/>
                    <a:pt x="1" y="6656"/>
                  </a:cubicBezTo>
                  <a:cubicBezTo>
                    <a:pt x="1" y="10286"/>
                    <a:pt x="3026" y="13311"/>
                    <a:pt x="6656" y="13311"/>
                  </a:cubicBezTo>
                  <a:cubicBezTo>
                    <a:pt x="10287" y="13311"/>
                    <a:pt x="13312" y="10286"/>
                    <a:pt x="13312" y="6656"/>
                  </a:cubicBezTo>
                  <a:cubicBezTo>
                    <a:pt x="13312" y="2925"/>
                    <a:pt x="102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30;p2"/>
            <p:cNvSpPr/>
            <p:nvPr/>
          </p:nvSpPr>
          <p:spPr>
            <a:xfrm>
              <a:off x="2223224" y="1231796"/>
              <a:ext cx="63603" cy="63598"/>
            </a:xfrm>
            <a:custGeom>
              <a:avLst/>
              <a:gdLst/>
              <a:ahLst/>
              <a:cxnLst/>
              <a:rect l="l" t="t" r="r" b="b"/>
              <a:pathLst>
                <a:path w="13313" h="13312" extrusionOk="0">
                  <a:moveTo>
                    <a:pt x="6657" y="0"/>
                  </a:moveTo>
                  <a:cubicBezTo>
                    <a:pt x="2925" y="0"/>
                    <a:pt x="1" y="2925"/>
                    <a:pt x="1" y="6656"/>
                  </a:cubicBezTo>
                  <a:cubicBezTo>
                    <a:pt x="1" y="10286"/>
                    <a:pt x="2925" y="13311"/>
                    <a:pt x="6657" y="13311"/>
                  </a:cubicBezTo>
                  <a:cubicBezTo>
                    <a:pt x="10287" y="13311"/>
                    <a:pt x="13312" y="10286"/>
                    <a:pt x="13312" y="6656"/>
                  </a:cubicBezTo>
                  <a:cubicBezTo>
                    <a:pt x="13312" y="2925"/>
                    <a:pt x="10287" y="0"/>
                    <a:pt x="66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31;p2"/>
            <p:cNvSpPr/>
            <p:nvPr/>
          </p:nvSpPr>
          <p:spPr>
            <a:xfrm>
              <a:off x="2395695" y="1231796"/>
              <a:ext cx="63598" cy="63598"/>
            </a:xfrm>
            <a:custGeom>
              <a:avLst/>
              <a:gdLst/>
              <a:ahLst/>
              <a:cxnLst/>
              <a:rect l="l" t="t" r="r" b="b"/>
              <a:pathLst>
                <a:path w="13312" h="13312" extrusionOk="0">
                  <a:moveTo>
                    <a:pt x="6656" y="0"/>
                  </a:moveTo>
                  <a:cubicBezTo>
                    <a:pt x="3026" y="0"/>
                    <a:pt x="0" y="2925"/>
                    <a:pt x="0" y="6656"/>
                  </a:cubicBezTo>
                  <a:cubicBezTo>
                    <a:pt x="0" y="10286"/>
                    <a:pt x="3026" y="13311"/>
                    <a:pt x="6656" y="13311"/>
                  </a:cubicBezTo>
                  <a:cubicBezTo>
                    <a:pt x="10387" y="13311"/>
                    <a:pt x="13312" y="10286"/>
                    <a:pt x="13312" y="6656"/>
                  </a:cubicBezTo>
                  <a:cubicBezTo>
                    <a:pt x="13312" y="2925"/>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2" name="Google Shape;32;p2"/>
          <p:cNvSpPr/>
          <p:nvPr/>
        </p:nvSpPr>
        <p:spPr>
          <a:xfrm>
            <a:off x="7726169" y="5880102"/>
            <a:ext cx="947851" cy="117881"/>
          </a:xfrm>
          <a:custGeom>
            <a:avLst/>
            <a:gdLst/>
            <a:ahLst/>
            <a:cxnLst/>
            <a:rect l="l" t="t" r="r" b="b"/>
            <a:pathLst>
              <a:path w="178391" h="22186" extrusionOk="0">
                <a:moveTo>
                  <a:pt x="173752" y="13009"/>
                </a:moveTo>
                <a:cubicBezTo>
                  <a:pt x="172743" y="13009"/>
                  <a:pt x="171836" y="12807"/>
                  <a:pt x="171130" y="12202"/>
                </a:cubicBezTo>
                <a:cubicBezTo>
                  <a:pt x="170525" y="11698"/>
                  <a:pt x="170020" y="10992"/>
                  <a:pt x="169718" y="9883"/>
                </a:cubicBezTo>
                <a:cubicBezTo>
                  <a:pt x="168911" y="6958"/>
                  <a:pt x="167298" y="4437"/>
                  <a:pt x="165079" y="2723"/>
                </a:cubicBezTo>
                <a:cubicBezTo>
                  <a:pt x="162760" y="1009"/>
                  <a:pt x="159936" y="0"/>
                  <a:pt x="156911" y="0"/>
                </a:cubicBezTo>
                <a:cubicBezTo>
                  <a:pt x="153785" y="0"/>
                  <a:pt x="150961" y="1009"/>
                  <a:pt x="148642" y="2723"/>
                </a:cubicBezTo>
                <a:cubicBezTo>
                  <a:pt x="146423" y="4437"/>
                  <a:pt x="144810" y="6958"/>
                  <a:pt x="144003" y="9883"/>
                </a:cubicBezTo>
                <a:cubicBezTo>
                  <a:pt x="143701" y="10992"/>
                  <a:pt x="143196" y="11698"/>
                  <a:pt x="142591" y="12202"/>
                </a:cubicBezTo>
                <a:cubicBezTo>
                  <a:pt x="141885" y="12807"/>
                  <a:pt x="140978" y="13009"/>
                  <a:pt x="139969" y="13009"/>
                </a:cubicBezTo>
                <a:cubicBezTo>
                  <a:pt x="138961" y="13009"/>
                  <a:pt x="138053" y="12807"/>
                  <a:pt x="137348" y="12202"/>
                </a:cubicBezTo>
                <a:cubicBezTo>
                  <a:pt x="136642" y="11698"/>
                  <a:pt x="136137" y="10891"/>
                  <a:pt x="135936" y="9883"/>
                </a:cubicBezTo>
                <a:cubicBezTo>
                  <a:pt x="135129" y="6958"/>
                  <a:pt x="133516" y="4437"/>
                  <a:pt x="131196" y="2723"/>
                </a:cubicBezTo>
                <a:cubicBezTo>
                  <a:pt x="128877" y="1009"/>
                  <a:pt x="126053" y="0"/>
                  <a:pt x="123028" y="0"/>
                </a:cubicBezTo>
                <a:cubicBezTo>
                  <a:pt x="120003" y="0"/>
                  <a:pt x="117179" y="1009"/>
                  <a:pt x="114860" y="2723"/>
                </a:cubicBezTo>
                <a:cubicBezTo>
                  <a:pt x="112540" y="4437"/>
                  <a:pt x="110927" y="6958"/>
                  <a:pt x="110120" y="9883"/>
                </a:cubicBezTo>
                <a:cubicBezTo>
                  <a:pt x="109918" y="10992"/>
                  <a:pt x="109414" y="11698"/>
                  <a:pt x="108708" y="12202"/>
                </a:cubicBezTo>
                <a:cubicBezTo>
                  <a:pt x="108002" y="12807"/>
                  <a:pt x="107095" y="13009"/>
                  <a:pt x="106086" y="13009"/>
                </a:cubicBezTo>
                <a:cubicBezTo>
                  <a:pt x="105078" y="13009"/>
                  <a:pt x="104170" y="12807"/>
                  <a:pt x="103465" y="12202"/>
                </a:cubicBezTo>
                <a:cubicBezTo>
                  <a:pt x="102859" y="11698"/>
                  <a:pt x="102355" y="10992"/>
                  <a:pt x="102053" y="9883"/>
                </a:cubicBezTo>
                <a:cubicBezTo>
                  <a:pt x="101246" y="6958"/>
                  <a:pt x="99633" y="4437"/>
                  <a:pt x="97313" y="2723"/>
                </a:cubicBezTo>
                <a:cubicBezTo>
                  <a:pt x="95095" y="1009"/>
                  <a:pt x="92271" y="0"/>
                  <a:pt x="89145" y="0"/>
                </a:cubicBezTo>
                <a:cubicBezTo>
                  <a:pt x="86120" y="0"/>
                  <a:pt x="83296" y="1009"/>
                  <a:pt x="80977" y="2723"/>
                </a:cubicBezTo>
                <a:cubicBezTo>
                  <a:pt x="78758" y="4437"/>
                  <a:pt x="77044" y="6958"/>
                  <a:pt x="76338" y="9883"/>
                </a:cubicBezTo>
                <a:cubicBezTo>
                  <a:pt x="76035" y="10891"/>
                  <a:pt x="75531" y="11698"/>
                  <a:pt x="74926" y="12202"/>
                </a:cubicBezTo>
                <a:cubicBezTo>
                  <a:pt x="74220" y="12807"/>
                  <a:pt x="73313" y="13009"/>
                  <a:pt x="72304" y="13009"/>
                </a:cubicBezTo>
                <a:cubicBezTo>
                  <a:pt x="71195" y="13009"/>
                  <a:pt x="70287" y="12807"/>
                  <a:pt x="69682" y="12202"/>
                </a:cubicBezTo>
                <a:cubicBezTo>
                  <a:pt x="68977" y="11698"/>
                  <a:pt x="68472" y="10891"/>
                  <a:pt x="68170" y="9883"/>
                </a:cubicBezTo>
                <a:cubicBezTo>
                  <a:pt x="67464" y="6958"/>
                  <a:pt x="65750" y="4437"/>
                  <a:pt x="63531" y="2723"/>
                </a:cubicBezTo>
                <a:cubicBezTo>
                  <a:pt x="61212" y="1009"/>
                  <a:pt x="58388" y="0"/>
                  <a:pt x="55363" y="0"/>
                </a:cubicBezTo>
                <a:cubicBezTo>
                  <a:pt x="52237" y="0"/>
                  <a:pt x="49413" y="1009"/>
                  <a:pt x="47195" y="2723"/>
                </a:cubicBezTo>
                <a:cubicBezTo>
                  <a:pt x="44875" y="4437"/>
                  <a:pt x="43262" y="6958"/>
                  <a:pt x="42455" y="9883"/>
                </a:cubicBezTo>
                <a:cubicBezTo>
                  <a:pt x="42153" y="10992"/>
                  <a:pt x="41749" y="11698"/>
                  <a:pt x="41043" y="12202"/>
                </a:cubicBezTo>
                <a:cubicBezTo>
                  <a:pt x="40337" y="12807"/>
                  <a:pt x="39430" y="13009"/>
                  <a:pt x="38421" y="13009"/>
                </a:cubicBezTo>
                <a:cubicBezTo>
                  <a:pt x="37413" y="13009"/>
                  <a:pt x="36505" y="12807"/>
                  <a:pt x="35799" y="12202"/>
                </a:cubicBezTo>
                <a:cubicBezTo>
                  <a:pt x="35094" y="11698"/>
                  <a:pt x="34589" y="10992"/>
                  <a:pt x="34388" y="9883"/>
                </a:cubicBezTo>
                <a:cubicBezTo>
                  <a:pt x="33581" y="6958"/>
                  <a:pt x="31967" y="4437"/>
                  <a:pt x="29648" y="2723"/>
                </a:cubicBezTo>
                <a:cubicBezTo>
                  <a:pt x="27329" y="1009"/>
                  <a:pt x="24505" y="0"/>
                  <a:pt x="21480" y="0"/>
                </a:cubicBezTo>
                <a:cubicBezTo>
                  <a:pt x="18455" y="0"/>
                  <a:pt x="15631" y="1009"/>
                  <a:pt x="13312" y="2723"/>
                </a:cubicBezTo>
                <a:cubicBezTo>
                  <a:pt x="10992" y="4437"/>
                  <a:pt x="9379" y="6958"/>
                  <a:pt x="8572" y="9883"/>
                </a:cubicBezTo>
                <a:cubicBezTo>
                  <a:pt x="8370" y="10891"/>
                  <a:pt x="7866" y="11698"/>
                  <a:pt x="7160" y="12202"/>
                </a:cubicBezTo>
                <a:cubicBezTo>
                  <a:pt x="6555" y="12807"/>
                  <a:pt x="5648" y="13009"/>
                  <a:pt x="4538" y="13009"/>
                </a:cubicBezTo>
                <a:cubicBezTo>
                  <a:pt x="2017" y="13009"/>
                  <a:pt x="0" y="15127"/>
                  <a:pt x="0" y="17648"/>
                </a:cubicBezTo>
                <a:cubicBezTo>
                  <a:pt x="0" y="20169"/>
                  <a:pt x="2017" y="22186"/>
                  <a:pt x="4538" y="22186"/>
                </a:cubicBezTo>
                <a:cubicBezTo>
                  <a:pt x="7664" y="22186"/>
                  <a:pt x="10488" y="21278"/>
                  <a:pt x="12707" y="19463"/>
                </a:cubicBezTo>
                <a:cubicBezTo>
                  <a:pt x="15026" y="17748"/>
                  <a:pt x="16639" y="15227"/>
                  <a:pt x="17446" y="12303"/>
                </a:cubicBezTo>
                <a:cubicBezTo>
                  <a:pt x="17749" y="11295"/>
                  <a:pt x="18152" y="10488"/>
                  <a:pt x="18858" y="9984"/>
                </a:cubicBezTo>
                <a:cubicBezTo>
                  <a:pt x="19564" y="9479"/>
                  <a:pt x="20471" y="9177"/>
                  <a:pt x="21480" y="9177"/>
                </a:cubicBezTo>
                <a:cubicBezTo>
                  <a:pt x="22488" y="9177"/>
                  <a:pt x="23396" y="9479"/>
                  <a:pt x="24102" y="9984"/>
                </a:cubicBezTo>
                <a:cubicBezTo>
                  <a:pt x="24808" y="10488"/>
                  <a:pt x="25211" y="11295"/>
                  <a:pt x="25514" y="12303"/>
                </a:cubicBezTo>
                <a:cubicBezTo>
                  <a:pt x="26320" y="15227"/>
                  <a:pt x="27934" y="17748"/>
                  <a:pt x="30253" y="19463"/>
                </a:cubicBezTo>
                <a:cubicBezTo>
                  <a:pt x="32472" y="21278"/>
                  <a:pt x="35396" y="22186"/>
                  <a:pt x="38421" y="22186"/>
                </a:cubicBezTo>
                <a:cubicBezTo>
                  <a:pt x="41447" y="22186"/>
                  <a:pt x="44270" y="21278"/>
                  <a:pt x="46590" y="19463"/>
                </a:cubicBezTo>
                <a:cubicBezTo>
                  <a:pt x="48909" y="17748"/>
                  <a:pt x="50522" y="15227"/>
                  <a:pt x="51329" y="12303"/>
                </a:cubicBezTo>
                <a:cubicBezTo>
                  <a:pt x="51531" y="11295"/>
                  <a:pt x="52035" y="10488"/>
                  <a:pt x="52741" y="9984"/>
                </a:cubicBezTo>
                <a:cubicBezTo>
                  <a:pt x="53346" y="9479"/>
                  <a:pt x="54254" y="9177"/>
                  <a:pt x="55363" y="9177"/>
                </a:cubicBezTo>
                <a:cubicBezTo>
                  <a:pt x="56371" y="9177"/>
                  <a:pt x="57279" y="9479"/>
                  <a:pt x="57985" y="9984"/>
                </a:cubicBezTo>
                <a:cubicBezTo>
                  <a:pt x="58590" y="10488"/>
                  <a:pt x="59094" y="11295"/>
                  <a:pt x="59397" y="12303"/>
                </a:cubicBezTo>
                <a:cubicBezTo>
                  <a:pt x="60203" y="15227"/>
                  <a:pt x="61817" y="17748"/>
                  <a:pt x="64035" y="19463"/>
                </a:cubicBezTo>
                <a:cubicBezTo>
                  <a:pt x="66355" y="21278"/>
                  <a:pt x="69178" y="22186"/>
                  <a:pt x="72203" y="22186"/>
                </a:cubicBezTo>
                <a:cubicBezTo>
                  <a:pt x="75330" y="22186"/>
                  <a:pt x="78153" y="21278"/>
                  <a:pt x="80473" y="19463"/>
                </a:cubicBezTo>
                <a:cubicBezTo>
                  <a:pt x="82691" y="17748"/>
                  <a:pt x="84305" y="15227"/>
                  <a:pt x="85111" y="12303"/>
                </a:cubicBezTo>
                <a:cubicBezTo>
                  <a:pt x="85414" y="11295"/>
                  <a:pt x="85918" y="10488"/>
                  <a:pt x="86523" y="9984"/>
                </a:cubicBezTo>
                <a:cubicBezTo>
                  <a:pt x="87229" y="9479"/>
                  <a:pt x="88137" y="9177"/>
                  <a:pt x="89145" y="9177"/>
                </a:cubicBezTo>
                <a:cubicBezTo>
                  <a:pt x="90254" y="9177"/>
                  <a:pt x="91162" y="9479"/>
                  <a:pt x="91767" y="9984"/>
                </a:cubicBezTo>
                <a:cubicBezTo>
                  <a:pt x="92473" y="10488"/>
                  <a:pt x="92977" y="11295"/>
                  <a:pt x="93179" y="12303"/>
                </a:cubicBezTo>
                <a:cubicBezTo>
                  <a:pt x="93985" y="15227"/>
                  <a:pt x="95599" y="17748"/>
                  <a:pt x="97918" y="19463"/>
                </a:cubicBezTo>
                <a:cubicBezTo>
                  <a:pt x="100238" y="21278"/>
                  <a:pt x="103061" y="22186"/>
                  <a:pt x="106086" y="22186"/>
                </a:cubicBezTo>
                <a:cubicBezTo>
                  <a:pt x="109112" y="22186"/>
                  <a:pt x="112036" y="21278"/>
                  <a:pt x="114255" y="19463"/>
                </a:cubicBezTo>
                <a:cubicBezTo>
                  <a:pt x="116574" y="17748"/>
                  <a:pt x="118187" y="15227"/>
                  <a:pt x="118994" y="12303"/>
                </a:cubicBezTo>
                <a:cubicBezTo>
                  <a:pt x="119297" y="11295"/>
                  <a:pt x="119700" y="10488"/>
                  <a:pt x="120406" y="9984"/>
                </a:cubicBezTo>
                <a:cubicBezTo>
                  <a:pt x="121112" y="9479"/>
                  <a:pt x="122019" y="9177"/>
                  <a:pt x="123028" y="9177"/>
                </a:cubicBezTo>
                <a:cubicBezTo>
                  <a:pt x="124036" y="9177"/>
                  <a:pt x="124944" y="9479"/>
                  <a:pt x="125650" y="9984"/>
                </a:cubicBezTo>
                <a:cubicBezTo>
                  <a:pt x="126356" y="10488"/>
                  <a:pt x="126759" y="11295"/>
                  <a:pt x="127062" y="12303"/>
                </a:cubicBezTo>
                <a:cubicBezTo>
                  <a:pt x="127868" y="15227"/>
                  <a:pt x="129482" y="17748"/>
                  <a:pt x="131801" y="19463"/>
                </a:cubicBezTo>
                <a:cubicBezTo>
                  <a:pt x="134020" y="21278"/>
                  <a:pt x="136843" y="22186"/>
                  <a:pt x="139969" y="22186"/>
                </a:cubicBezTo>
                <a:cubicBezTo>
                  <a:pt x="142995" y="22186"/>
                  <a:pt x="145818" y="21278"/>
                  <a:pt x="148138" y="19463"/>
                </a:cubicBezTo>
                <a:cubicBezTo>
                  <a:pt x="150356" y="17748"/>
                  <a:pt x="152070" y="15227"/>
                  <a:pt x="152776" y="12303"/>
                </a:cubicBezTo>
                <a:cubicBezTo>
                  <a:pt x="153079" y="11295"/>
                  <a:pt x="153583" y="10488"/>
                  <a:pt x="154289" y="9984"/>
                </a:cubicBezTo>
                <a:cubicBezTo>
                  <a:pt x="154894" y="9479"/>
                  <a:pt x="155802" y="9177"/>
                  <a:pt x="156911" y="9177"/>
                </a:cubicBezTo>
                <a:cubicBezTo>
                  <a:pt x="157919" y="9177"/>
                  <a:pt x="158827" y="9479"/>
                  <a:pt x="159533" y="9984"/>
                </a:cubicBezTo>
                <a:cubicBezTo>
                  <a:pt x="160138" y="10488"/>
                  <a:pt x="160642" y="11295"/>
                  <a:pt x="160945" y="12303"/>
                </a:cubicBezTo>
                <a:cubicBezTo>
                  <a:pt x="161751" y="15227"/>
                  <a:pt x="163365" y="17748"/>
                  <a:pt x="165583" y="19463"/>
                </a:cubicBezTo>
                <a:cubicBezTo>
                  <a:pt x="167903" y="21278"/>
                  <a:pt x="170726" y="22186"/>
                  <a:pt x="173752" y="22186"/>
                </a:cubicBezTo>
                <a:cubicBezTo>
                  <a:pt x="176273" y="22186"/>
                  <a:pt x="178390" y="20169"/>
                  <a:pt x="178390" y="17648"/>
                </a:cubicBezTo>
                <a:cubicBezTo>
                  <a:pt x="178390" y="15127"/>
                  <a:pt x="176273" y="13009"/>
                  <a:pt x="173752" y="1300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 name="Google Shape;33;p2"/>
          <p:cNvSpPr/>
          <p:nvPr/>
        </p:nvSpPr>
        <p:spPr>
          <a:xfrm>
            <a:off x="1016000" y="5406567"/>
            <a:ext cx="838000" cy="1196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 name="Google Shape;34;p2"/>
          <p:cNvSpPr txBox="1">
            <a:spLocks noGrp="1"/>
          </p:cNvSpPr>
          <p:nvPr>
            <p:ph type="subTitle" idx="1"/>
          </p:nvPr>
        </p:nvSpPr>
        <p:spPr>
          <a:xfrm>
            <a:off x="974400" y="2720472"/>
            <a:ext cx="5706000" cy="11620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2300"/>
              <a:buNone/>
              <a:defRPr sz="5465" b="1">
                <a:solidFill>
                  <a:schemeClr val="dk1"/>
                </a:solidFill>
                <a:latin typeface="Signika"/>
                <a:ea typeface="Signika"/>
                <a:cs typeface="Signika"/>
                <a:sym typeface="Signika"/>
              </a:defRPr>
            </a:lvl1pPr>
            <a:lvl2pPr lvl="1">
              <a:lnSpc>
                <a:spcPct val="100000"/>
              </a:lnSpc>
              <a:spcBef>
                <a:spcPts val="0"/>
              </a:spcBef>
              <a:spcAft>
                <a:spcPts val="0"/>
              </a:spcAft>
              <a:buSzPts val="2800"/>
              <a:buNone/>
              <a:defRPr sz="3735"/>
            </a:lvl2pPr>
            <a:lvl3pPr lvl="2">
              <a:lnSpc>
                <a:spcPct val="100000"/>
              </a:lnSpc>
              <a:spcBef>
                <a:spcPts val="0"/>
              </a:spcBef>
              <a:spcAft>
                <a:spcPts val="0"/>
              </a:spcAft>
              <a:buSzPts val="2800"/>
              <a:buNone/>
              <a:defRPr sz="3735"/>
            </a:lvl3pPr>
            <a:lvl4pPr lvl="3">
              <a:lnSpc>
                <a:spcPct val="100000"/>
              </a:lnSpc>
              <a:spcBef>
                <a:spcPts val="0"/>
              </a:spcBef>
              <a:spcAft>
                <a:spcPts val="0"/>
              </a:spcAft>
              <a:buSzPts val="2800"/>
              <a:buNone/>
              <a:defRPr sz="3735"/>
            </a:lvl4pPr>
            <a:lvl5pPr lvl="4">
              <a:lnSpc>
                <a:spcPct val="100000"/>
              </a:lnSpc>
              <a:spcBef>
                <a:spcPts val="0"/>
              </a:spcBef>
              <a:spcAft>
                <a:spcPts val="0"/>
              </a:spcAft>
              <a:buSzPts val="2800"/>
              <a:buNone/>
              <a:defRPr sz="3735"/>
            </a:lvl5pPr>
            <a:lvl6pPr lvl="5">
              <a:lnSpc>
                <a:spcPct val="100000"/>
              </a:lnSpc>
              <a:spcBef>
                <a:spcPts val="0"/>
              </a:spcBef>
              <a:spcAft>
                <a:spcPts val="0"/>
              </a:spcAft>
              <a:buSzPts val="2800"/>
              <a:buNone/>
              <a:defRPr sz="3735"/>
            </a:lvl6pPr>
            <a:lvl7pPr lvl="6">
              <a:lnSpc>
                <a:spcPct val="100000"/>
              </a:lnSpc>
              <a:spcBef>
                <a:spcPts val="0"/>
              </a:spcBef>
              <a:spcAft>
                <a:spcPts val="0"/>
              </a:spcAft>
              <a:buSzPts val="2800"/>
              <a:buNone/>
              <a:defRPr sz="3735"/>
            </a:lvl7pPr>
            <a:lvl8pPr lvl="7">
              <a:lnSpc>
                <a:spcPct val="100000"/>
              </a:lnSpc>
              <a:spcBef>
                <a:spcPts val="0"/>
              </a:spcBef>
              <a:spcAft>
                <a:spcPts val="0"/>
              </a:spcAft>
              <a:buSzPts val="2800"/>
              <a:buNone/>
              <a:defRPr sz="3735"/>
            </a:lvl8pPr>
            <a:lvl9pPr lvl="8">
              <a:lnSpc>
                <a:spcPct val="100000"/>
              </a:lnSpc>
              <a:spcBef>
                <a:spcPts val="0"/>
              </a:spcBef>
              <a:spcAft>
                <a:spcPts val="0"/>
              </a:spcAft>
              <a:buSzPts val="2800"/>
              <a:buNone/>
              <a:defRPr sz="3735"/>
            </a:lvl9pPr>
          </a:lstStyle>
          <a:p>
            <a:r>
              <a:rPr lang="es-ES"/>
              <a:t>Haga clic para editar el estilo de subtítulo del patrón</a:t>
            </a:r>
          </a:p>
        </p:txBody>
      </p:sp>
      <p:sp>
        <p:nvSpPr>
          <p:cNvPr id="35" name="Google Shape;35;p2"/>
          <p:cNvSpPr txBox="1">
            <a:spLocks noGrp="1"/>
          </p:cNvSpPr>
          <p:nvPr>
            <p:ph type="subTitle" idx="2"/>
          </p:nvPr>
        </p:nvSpPr>
        <p:spPr>
          <a:xfrm>
            <a:off x="974400" y="5716467"/>
            <a:ext cx="4996800" cy="3164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2135">
                <a:latin typeface="Signika"/>
                <a:ea typeface="Signika"/>
                <a:cs typeface="Signika"/>
                <a:sym typeface="Signika"/>
              </a:defRPr>
            </a:lvl1pPr>
            <a:lvl2pPr lvl="1">
              <a:spcBef>
                <a:spcPts val="0"/>
              </a:spcBef>
              <a:spcAft>
                <a:spcPts val="0"/>
              </a:spcAft>
              <a:buSzPts val="1400"/>
              <a:buNone/>
              <a:defRPr/>
            </a:lvl2pPr>
            <a:lvl3pPr lvl="2">
              <a:spcBef>
                <a:spcPts val="2135"/>
              </a:spcBef>
              <a:spcAft>
                <a:spcPts val="0"/>
              </a:spcAft>
              <a:buSzPts val="1400"/>
              <a:buNone/>
              <a:defRPr/>
            </a:lvl3pPr>
            <a:lvl4pPr lvl="3">
              <a:spcBef>
                <a:spcPts val="2135"/>
              </a:spcBef>
              <a:spcAft>
                <a:spcPts val="0"/>
              </a:spcAft>
              <a:buSzPts val="1400"/>
              <a:buNone/>
              <a:defRPr/>
            </a:lvl4pPr>
            <a:lvl5pPr lvl="4">
              <a:spcBef>
                <a:spcPts val="2135"/>
              </a:spcBef>
              <a:spcAft>
                <a:spcPts val="0"/>
              </a:spcAft>
              <a:buSzPts val="1400"/>
              <a:buNone/>
              <a:defRPr/>
            </a:lvl5pPr>
            <a:lvl6pPr lvl="5">
              <a:spcBef>
                <a:spcPts val="2135"/>
              </a:spcBef>
              <a:spcAft>
                <a:spcPts val="0"/>
              </a:spcAft>
              <a:buSzPts val="1400"/>
              <a:buNone/>
              <a:defRPr/>
            </a:lvl6pPr>
            <a:lvl7pPr lvl="6">
              <a:spcBef>
                <a:spcPts val="2135"/>
              </a:spcBef>
              <a:spcAft>
                <a:spcPts val="0"/>
              </a:spcAft>
              <a:buSzPts val="1400"/>
              <a:buNone/>
              <a:defRPr/>
            </a:lvl7pPr>
            <a:lvl8pPr lvl="7">
              <a:spcBef>
                <a:spcPts val="2135"/>
              </a:spcBef>
              <a:spcAft>
                <a:spcPts val="0"/>
              </a:spcAft>
              <a:buSzPts val="1400"/>
              <a:buNone/>
              <a:defRPr/>
            </a:lvl8pPr>
            <a:lvl9pPr lvl="8">
              <a:spcBef>
                <a:spcPts val="2135"/>
              </a:spcBef>
              <a:spcAft>
                <a:spcPts val="2135"/>
              </a:spcAft>
              <a:buSzPts val="1400"/>
              <a:buNone/>
              <a:defRPr/>
            </a:lvl9pPr>
          </a:lstStyle>
          <a:p>
            <a:r>
              <a:rPr lang="es-ES"/>
              <a:t>Haga clic para editar el estilo de subtítulo del patrón</a:t>
            </a:r>
          </a:p>
        </p:txBody>
      </p:sp>
    </p:spTree>
    <p:extLst>
      <p:ext uri="{BB962C8B-B14F-4D97-AF65-F5344CB8AC3E}">
        <p14:creationId xmlns:p14="http://schemas.microsoft.com/office/powerpoint/2010/main" val="1622341512"/>
      </p:ext>
    </p:extLst>
  </p:cSld>
  <p:clrMapOvr>
    <a:masterClrMapping/>
  </p:clrMapOvr>
  <p:transition>
    <p:fade thruBlk="1"/>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2"/>
        <p:cNvGrpSpPr/>
        <p:nvPr/>
      </p:nvGrpSpPr>
      <p:grpSpPr>
        <a:xfrm>
          <a:off x="0" y="0"/>
          <a:ext cx="0" cy="0"/>
          <a:chOff x="0" y="0"/>
          <a:chExt cx="0" cy="0"/>
        </a:xfrm>
      </p:grpSpPr>
      <p:sp>
        <p:nvSpPr>
          <p:cNvPr id="14" name="Google Shape;14;p3"/>
          <p:cNvSpPr txBox="1">
            <a:spLocks noGrp="1"/>
          </p:cNvSpPr>
          <p:nvPr>
            <p:ph type="ctrTitle"/>
          </p:nvPr>
        </p:nvSpPr>
        <p:spPr>
          <a:xfrm>
            <a:off x="914400" y="2212733"/>
            <a:ext cx="5685200" cy="1546400"/>
          </a:xfrm>
          <a:prstGeom prst="rect">
            <a:avLst/>
          </a:prstGeom>
        </p:spPr>
        <p:txBody>
          <a:bodyPr spcFirstLastPara="1" wrap="square" lIns="0" tIns="0" rIns="0" bIns="0"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5" name="Google Shape;15;p3"/>
          <p:cNvSpPr txBox="1">
            <a:spLocks noGrp="1"/>
          </p:cNvSpPr>
          <p:nvPr>
            <p:ph type="subTitle" idx="1"/>
          </p:nvPr>
        </p:nvSpPr>
        <p:spPr>
          <a:xfrm>
            <a:off x="914400" y="3888339"/>
            <a:ext cx="5685200" cy="10464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None/>
              <a:defRPr sz="1800">
                <a:solidFill>
                  <a:schemeClr val="accent4"/>
                </a:solidFill>
              </a:defRPr>
            </a:lvl1pPr>
            <a:lvl2pPr lvl="1" rtl="0">
              <a:spcBef>
                <a:spcPts val="0"/>
              </a:spcBef>
              <a:spcAft>
                <a:spcPts val="0"/>
              </a:spcAft>
              <a:buClr>
                <a:schemeClr val="accent4"/>
              </a:buClr>
              <a:buSzPts val="1800"/>
              <a:buNone/>
              <a:defRPr sz="1800">
                <a:solidFill>
                  <a:schemeClr val="accent4"/>
                </a:solidFill>
              </a:defRPr>
            </a:lvl2pPr>
            <a:lvl3pPr lvl="2" rtl="0">
              <a:spcBef>
                <a:spcPts val="0"/>
              </a:spcBef>
              <a:spcAft>
                <a:spcPts val="0"/>
              </a:spcAft>
              <a:buClr>
                <a:schemeClr val="accent4"/>
              </a:buClr>
              <a:buSzPts val="1800"/>
              <a:buNone/>
              <a:defRPr sz="1800">
                <a:solidFill>
                  <a:schemeClr val="accent4"/>
                </a:solidFill>
              </a:defRPr>
            </a:lvl3pPr>
            <a:lvl4pPr lvl="3" rtl="0">
              <a:spcBef>
                <a:spcPts val="0"/>
              </a:spcBef>
              <a:spcAft>
                <a:spcPts val="0"/>
              </a:spcAft>
              <a:buClr>
                <a:schemeClr val="accent4"/>
              </a:buClr>
              <a:buSzPts val="1800"/>
              <a:buNone/>
              <a:defRPr sz="1800">
                <a:solidFill>
                  <a:schemeClr val="accent4"/>
                </a:solidFill>
              </a:defRPr>
            </a:lvl4pPr>
            <a:lvl5pPr lvl="4" rtl="0">
              <a:spcBef>
                <a:spcPts val="0"/>
              </a:spcBef>
              <a:spcAft>
                <a:spcPts val="0"/>
              </a:spcAft>
              <a:buClr>
                <a:schemeClr val="accent4"/>
              </a:buClr>
              <a:buSzPts val="1800"/>
              <a:buNone/>
              <a:defRPr sz="1800">
                <a:solidFill>
                  <a:schemeClr val="accent4"/>
                </a:solidFill>
              </a:defRPr>
            </a:lvl5pPr>
            <a:lvl6pPr lvl="5" rtl="0">
              <a:spcBef>
                <a:spcPts val="0"/>
              </a:spcBef>
              <a:spcAft>
                <a:spcPts val="0"/>
              </a:spcAft>
              <a:buClr>
                <a:schemeClr val="accent4"/>
              </a:buClr>
              <a:buSzPts val="1800"/>
              <a:buNone/>
              <a:defRPr sz="1800">
                <a:solidFill>
                  <a:schemeClr val="accent4"/>
                </a:solidFill>
              </a:defRPr>
            </a:lvl6pPr>
            <a:lvl7pPr lvl="6" rtl="0">
              <a:spcBef>
                <a:spcPts val="0"/>
              </a:spcBef>
              <a:spcAft>
                <a:spcPts val="0"/>
              </a:spcAft>
              <a:buClr>
                <a:schemeClr val="accent4"/>
              </a:buClr>
              <a:buSzPts val="1800"/>
              <a:buNone/>
              <a:defRPr sz="1800">
                <a:solidFill>
                  <a:schemeClr val="accent4"/>
                </a:solidFill>
              </a:defRPr>
            </a:lvl7pPr>
            <a:lvl8pPr lvl="7" rtl="0">
              <a:spcBef>
                <a:spcPts val="0"/>
              </a:spcBef>
              <a:spcAft>
                <a:spcPts val="0"/>
              </a:spcAft>
              <a:buClr>
                <a:schemeClr val="accent4"/>
              </a:buClr>
              <a:buSzPts val="1800"/>
              <a:buNone/>
              <a:defRPr sz="1800">
                <a:solidFill>
                  <a:schemeClr val="accent4"/>
                </a:solidFill>
              </a:defRPr>
            </a:lvl8pPr>
            <a:lvl9pPr lvl="8" rtl="0">
              <a:spcBef>
                <a:spcPts val="0"/>
              </a:spcBef>
              <a:spcAft>
                <a:spcPts val="0"/>
              </a:spcAft>
              <a:buClr>
                <a:schemeClr val="accent4"/>
              </a:buClr>
              <a:buSzPts val="1800"/>
              <a:buNone/>
              <a:defRPr sz="1800">
                <a:solidFill>
                  <a:schemeClr val="accent4"/>
                </a:solidFill>
              </a:defRPr>
            </a:lvl9pPr>
          </a:lstStyle>
          <a:p>
            <a:endParaRPr/>
          </a:p>
        </p:txBody>
      </p:sp>
    </p:spTree>
    <p:extLst>
      <p:ext uri="{BB962C8B-B14F-4D97-AF65-F5344CB8AC3E}">
        <p14:creationId xmlns:p14="http://schemas.microsoft.com/office/powerpoint/2010/main" val="15531409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481696" y="224303"/>
            <a:ext cx="9209949" cy="6395403"/>
          </a:xfrm>
          <a:prstGeom prst="rect">
            <a:avLst/>
          </a:prstGeom>
        </p:spPr>
      </p:pic>
      <p:sp>
        <p:nvSpPr>
          <p:cNvPr id="2" name="Holder 2"/>
          <p:cNvSpPr>
            <a:spLocks noGrp="1"/>
          </p:cNvSpPr>
          <p:nvPr>
            <p:ph type="title"/>
          </p:nvPr>
        </p:nvSpPr>
        <p:spPr/>
        <p:txBody>
          <a:bodyPr lIns="0" tIns="0" rIns="0" bIns="0"/>
          <a:lstStyle>
            <a:lvl1pPr>
              <a:defRPr sz="4400" b="0" i="0">
                <a:solidFill>
                  <a:schemeClr val="tx1"/>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31011393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29671078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 Big circuit">
  <p:cSld name="Blank · Big circuit">
    <p:spTree>
      <p:nvGrpSpPr>
        <p:cNvPr id="1" name="Shape 51"/>
        <p:cNvGrpSpPr/>
        <p:nvPr/>
      </p:nvGrpSpPr>
      <p:grpSpPr>
        <a:xfrm>
          <a:off x="0" y="0"/>
          <a:ext cx="0" cy="0"/>
          <a:chOff x="0" y="0"/>
          <a:chExt cx="0" cy="0"/>
        </a:xfrm>
      </p:grpSpPr>
      <p:sp>
        <p:nvSpPr>
          <p:cNvPr id="53" name="Google Shape;53;p11"/>
          <p:cNvSpPr txBox="1">
            <a:spLocks noGrp="1"/>
          </p:cNvSpPr>
          <p:nvPr>
            <p:ph type="sldNum" idx="12"/>
          </p:nvPr>
        </p:nvSpPr>
        <p:spPr>
          <a:xfrm>
            <a:off x="11307445" y="6333135"/>
            <a:ext cx="731600" cy="5248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s-PE" smtClean="0"/>
              <a:pPr/>
              <a:t>‹Nº›</a:t>
            </a:fld>
            <a:endParaRPr lang="es-PE" dirty="0"/>
          </a:p>
        </p:txBody>
      </p:sp>
    </p:spTree>
    <p:extLst>
      <p:ext uri="{BB962C8B-B14F-4D97-AF65-F5344CB8AC3E}">
        <p14:creationId xmlns:p14="http://schemas.microsoft.com/office/powerpoint/2010/main" val="1825253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AF1AAE89-7064-421D-9916-420AA2E7F7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7A6A12CE-274A-4C60-9546-77A9682AF5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2573BBF9-6C16-49C0-B59C-BBB728D49E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950E9423-4AA5-436D-A3A1-72E3B07693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7BA379-2009-4338-BF9E-30C0A8FACAF6}" type="slidenum">
              <a:rPr lang="es-PE" smtClean="0"/>
              <a:t>‹Nº›</a:t>
            </a:fld>
            <a:endParaRPr lang="es-PE"/>
          </a:p>
        </p:txBody>
      </p:sp>
      <p:sp>
        <p:nvSpPr>
          <p:cNvPr id="8" name="Rectángulo 7">
            <a:extLst>
              <a:ext uri="{FF2B5EF4-FFF2-40B4-BE49-F238E27FC236}">
                <a16:creationId xmlns:a16="http://schemas.microsoft.com/office/drawing/2014/main" id="{91A87426-75BB-4DA5-A531-460DD7508A1B}"/>
              </a:ext>
            </a:extLst>
          </p:cNvPr>
          <p:cNvSpPr/>
          <p:nvPr userDrawn="1"/>
        </p:nvSpPr>
        <p:spPr>
          <a:xfrm>
            <a:off x="6096000" y="-9331"/>
            <a:ext cx="6096000" cy="1073257"/>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9">
            <a:extLst>
              <a:ext uri="{FF2B5EF4-FFF2-40B4-BE49-F238E27FC236}">
                <a16:creationId xmlns:a16="http://schemas.microsoft.com/office/drawing/2014/main" id="{E90ED3DD-A7C3-4095-9269-329F194BB6AC}"/>
              </a:ext>
            </a:extLst>
          </p:cNvPr>
          <p:cNvSpPr/>
          <p:nvPr userDrawn="1"/>
        </p:nvSpPr>
        <p:spPr>
          <a:xfrm>
            <a:off x="0" y="1073257"/>
            <a:ext cx="12192000" cy="151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11" name="Imagen 10" descr="Resultado de imagen para LOGO UNAC">
            <a:extLst>
              <a:ext uri="{FF2B5EF4-FFF2-40B4-BE49-F238E27FC236}">
                <a16:creationId xmlns:a16="http://schemas.microsoft.com/office/drawing/2014/main" id="{C8363EE3-3A68-4118-94B3-883E5C704F10}"/>
              </a:ext>
            </a:extLst>
          </p:cNvPr>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152732" y="188233"/>
            <a:ext cx="537224" cy="684603"/>
          </a:xfrm>
          <a:prstGeom prst="rect">
            <a:avLst/>
          </a:prstGeom>
          <a:noFill/>
          <a:ln>
            <a:noFill/>
          </a:ln>
        </p:spPr>
      </p:pic>
    </p:spTree>
    <p:extLst>
      <p:ext uri="{BB962C8B-B14F-4D97-AF65-F5344CB8AC3E}">
        <p14:creationId xmlns:p14="http://schemas.microsoft.com/office/powerpoint/2010/main" val="2480173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5" r:id="rId12"/>
    <p:sldLayoutId id="2147483666" r:id="rId13"/>
    <p:sldLayoutId id="2147483667" r:id="rId14"/>
    <p:sldLayoutId id="2147483668" r:id="rId15"/>
    <p:sldLayoutId id="2147483669"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8.gif"/><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5.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p:cNvPicPr>
            <a:picLocks noChangeAspect="1"/>
          </p:cNvPicPr>
          <p:nvPr/>
        </p:nvPicPr>
        <p:blipFill>
          <a:blip r:embed="rId2"/>
          <a:stretch>
            <a:fillRect/>
          </a:stretch>
        </p:blipFill>
        <p:spPr>
          <a:xfrm>
            <a:off x="7235024" y="2518396"/>
            <a:ext cx="4913785" cy="2916657"/>
          </a:xfrm>
          <a:prstGeom prst="rect">
            <a:avLst/>
          </a:prstGeom>
          <a:solidFill>
            <a:srgbClr val="FFFFFF">
              <a:shade val="85000"/>
            </a:srgbClr>
          </a:solidFill>
          <a:ln w="88900" cap="sq">
            <a:solidFill>
              <a:srgbClr val="FFFFFF"/>
            </a:solidFill>
            <a:miter lim="800000"/>
            <a:headEnd/>
            <a:tailEnd/>
          </a:ln>
          <a:effectLst/>
          <a:scene3d>
            <a:camera prst="orthographicFront"/>
            <a:lightRig rig="twoPt" dir="t">
              <a:rot lat="0" lon="0" rev="7200000"/>
            </a:lightRig>
          </a:scene3d>
          <a:sp3d>
            <a:bevelT w="25400" h="19050"/>
            <a:contourClr>
              <a:srgbClr val="FFFFFF"/>
            </a:contourClr>
          </a:sp3d>
        </p:spPr>
      </p:pic>
      <p:pic>
        <p:nvPicPr>
          <p:cNvPr id="5" name="Picture 2" descr="UNA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071" y="190477"/>
            <a:ext cx="2855333" cy="674048"/>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p:cNvSpPr/>
          <p:nvPr/>
        </p:nvSpPr>
        <p:spPr>
          <a:xfrm>
            <a:off x="7261461" y="5795306"/>
            <a:ext cx="467139" cy="450222"/>
          </a:xfrm>
          <a:prstGeom prst="rect">
            <a:avLst/>
          </a:prstGeom>
          <a:solidFill>
            <a:srgbClr val="D7E7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0" name="Título 2"/>
          <p:cNvSpPr txBox="1"/>
          <p:nvPr/>
        </p:nvSpPr>
        <p:spPr>
          <a:xfrm>
            <a:off x="8321150" y="5795306"/>
            <a:ext cx="2803628" cy="697178"/>
          </a:xfrm>
          <a:prstGeom prst="roundRect">
            <a:avLst/>
          </a:prstGeom>
          <a:solidFill>
            <a:schemeClr val="bg1"/>
          </a:solidFill>
          <a:ln w="28575">
            <a:noFill/>
            <a:prstDash val="lgDashDot"/>
          </a:ln>
        </p:spPr>
        <p:txBody>
          <a:bodyPr vert="horz" lIns="91440" tIns="45720" rIns="91440" bIns="45720" rtlCol="0" anchor="ctr">
            <a:noAutofit/>
          </a:bodyPr>
          <a:lstStyle>
            <a:lvl1pPr algn="l" defTabSz="914400" rtl="0" eaLnBrk="1" latinLnBrk="0" hangingPunct="1">
              <a:lnSpc>
                <a:spcPct val="90000"/>
              </a:lnSpc>
              <a:spcBef>
                <a:spcPct val="0"/>
              </a:spcBef>
              <a:buNone/>
              <a:defRPr sz="6000" b="1" kern="1200">
                <a:solidFill>
                  <a:schemeClr val="bg1"/>
                </a:solidFill>
                <a:latin typeface="+mj-lt"/>
                <a:ea typeface="+mj-ea"/>
                <a:cs typeface="+mj-cs"/>
              </a:defRPr>
            </a:lvl1pPr>
          </a:lstStyle>
          <a:p>
            <a:pPr algn="ctr"/>
            <a:r>
              <a:rPr lang="es-PE" sz="1800" dirty="0">
                <a:solidFill>
                  <a:srgbClr val="002060"/>
                </a:solidFill>
                <a:latin typeface="Bodoni MT Black" panose="02070A03080606020203" pitchFamily="18" charset="0"/>
                <a:cs typeface="Leelawadee UI" panose="020B0502040204020203" pitchFamily="34" charset="-34"/>
              </a:rPr>
              <a:t>SEMESTRE ACADÉMICO 2026 B</a:t>
            </a:r>
            <a:endParaRPr lang="es-ES" sz="1800" dirty="0">
              <a:solidFill>
                <a:srgbClr val="002060"/>
              </a:solidFill>
              <a:latin typeface="Bodoni MT Black" panose="02070A03080606020203" pitchFamily="18" charset="0"/>
              <a:cs typeface="Leelawadee UI" panose="020B0502040204020203" pitchFamily="34" charset="-34"/>
            </a:endParaRPr>
          </a:p>
        </p:txBody>
      </p:sp>
      <p:pic>
        <p:nvPicPr>
          <p:cNvPr id="26" name="Imagen 25"/>
          <p:cNvPicPr>
            <a:picLocks noChangeAspect="1"/>
          </p:cNvPicPr>
          <p:nvPr/>
        </p:nvPicPr>
        <p:blipFill>
          <a:blip r:embed="rId4"/>
          <a:stretch>
            <a:fillRect/>
          </a:stretch>
        </p:blipFill>
        <p:spPr>
          <a:xfrm>
            <a:off x="7261461" y="0"/>
            <a:ext cx="4923006" cy="1400220"/>
          </a:xfrm>
          <a:prstGeom prst="rect">
            <a:avLst/>
          </a:prstGeom>
        </p:spPr>
      </p:pic>
      <p:sp>
        <p:nvSpPr>
          <p:cNvPr id="15" name="4 CuadroTexto">
            <a:extLst>
              <a:ext uri="{FF2B5EF4-FFF2-40B4-BE49-F238E27FC236}">
                <a16:creationId xmlns:a16="http://schemas.microsoft.com/office/drawing/2014/main" id="{4365F436-E173-4817-8107-4110CE39FADE}"/>
              </a:ext>
            </a:extLst>
          </p:cNvPr>
          <p:cNvSpPr txBox="1"/>
          <p:nvPr/>
        </p:nvSpPr>
        <p:spPr>
          <a:xfrm>
            <a:off x="0" y="4134513"/>
            <a:ext cx="6096000" cy="830997"/>
          </a:xfrm>
          <a:prstGeom prst="rect">
            <a:avLst/>
          </a:prstGeom>
          <a:noFill/>
        </p:spPr>
        <p:txBody>
          <a:bodyPr wrap="square" rtlCol="0">
            <a:spAutoFit/>
          </a:bodyPr>
          <a:lstStyle/>
          <a:p>
            <a:pPr algn="ctr"/>
            <a:r>
              <a:rPr lang="es-ES" sz="2400" b="1" dirty="0">
                <a:solidFill>
                  <a:srgbClr val="700000"/>
                </a:solidFill>
              </a:rPr>
              <a:t>Docente:</a:t>
            </a:r>
          </a:p>
          <a:p>
            <a:pPr algn="ctr"/>
            <a:r>
              <a:rPr lang="es-ES" sz="2400" b="1" dirty="0" err="1">
                <a:solidFill>
                  <a:srgbClr val="700000"/>
                </a:solidFill>
              </a:rPr>
              <a:t>ANIVAL</a:t>
            </a:r>
            <a:r>
              <a:rPr lang="es-ES" sz="2400" b="1" dirty="0">
                <a:solidFill>
                  <a:srgbClr val="700000"/>
                </a:solidFill>
              </a:rPr>
              <a:t> TORRE CAMONES</a:t>
            </a:r>
            <a:endParaRPr lang="es-PE" sz="2400" b="1" dirty="0">
              <a:solidFill>
                <a:srgbClr val="700000"/>
              </a:solidFill>
            </a:endParaRPr>
          </a:p>
        </p:txBody>
      </p:sp>
      <p:sp>
        <p:nvSpPr>
          <p:cNvPr id="2" name="5 Rectángulo">
            <a:extLst>
              <a:ext uri="{FF2B5EF4-FFF2-40B4-BE49-F238E27FC236}">
                <a16:creationId xmlns:a16="http://schemas.microsoft.com/office/drawing/2014/main" id="{3267FC93-B427-4E7C-B243-BE63C44CB29D}"/>
              </a:ext>
            </a:extLst>
          </p:cNvPr>
          <p:cNvSpPr/>
          <p:nvPr/>
        </p:nvSpPr>
        <p:spPr>
          <a:xfrm>
            <a:off x="390" y="2394096"/>
            <a:ext cx="6096000" cy="1323439"/>
          </a:xfrm>
          <a:prstGeom prst="rect">
            <a:avLst/>
          </a:prstGeom>
          <a:noFill/>
        </p:spPr>
        <p:txBody>
          <a:bodyPr wrap="square" rtlCol="0">
            <a:spAutoFit/>
          </a:bodyPr>
          <a:ls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4000" b="1" dirty="0">
                <a:solidFill>
                  <a:srgbClr val="700000"/>
                </a:solidFill>
              </a:rPr>
              <a:t>INVESTIGACION DE OPERACIONES</a:t>
            </a:r>
            <a:endParaRPr lang="es-PE" sz="4000" b="1" dirty="0">
              <a:solidFill>
                <a:srgbClr val="700000"/>
              </a:solidFill>
            </a:endParaRPr>
          </a:p>
        </p:txBody>
      </p:sp>
      <p:pic>
        <p:nvPicPr>
          <p:cNvPr id="4" name="Imagen 3">
            <a:extLst>
              <a:ext uri="{FF2B5EF4-FFF2-40B4-BE49-F238E27FC236}">
                <a16:creationId xmlns:a16="http://schemas.microsoft.com/office/drawing/2014/main" id="{EF291808-C582-26D7-9A61-E42C7376AD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47736" y="3366595"/>
            <a:ext cx="1097308" cy="1097308"/>
          </a:xfrm>
          <a:prstGeom prst="rect">
            <a:avLst/>
          </a:prstGeom>
        </p:spPr>
      </p:pic>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3" name="2 Título"/>
          <p:cNvSpPr>
            <a:spLocks noGrp="1"/>
          </p:cNvSpPr>
          <p:nvPr>
            <p:ph type="ctrTitle"/>
          </p:nvPr>
        </p:nvSpPr>
        <p:spPr/>
        <p:txBody>
          <a:bodyPr/>
          <a:lstStyle/>
          <a:p>
            <a:pPr algn="ctr"/>
            <a:r>
              <a:rPr lang="es-PE" dirty="0">
                <a:solidFill>
                  <a:srgbClr val="FF0000"/>
                </a:solidFill>
                <a:latin typeface="Bauhaus 93" pitchFamily="82" charset="0"/>
              </a:rPr>
              <a:t>MÉTODO SIMPLEX</a:t>
            </a:r>
            <a:endParaRPr lang="es-ES" dirty="0">
              <a:solidFill>
                <a:srgbClr val="0064AE"/>
              </a:solidFill>
              <a:effectLst>
                <a:outerShdw blurRad="38100" dist="38100" dir="2700000" algn="tl">
                  <a:srgbClr val="000000">
                    <a:alpha val="43137"/>
                  </a:srgbClr>
                </a:outerShdw>
              </a:effectLst>
              <a:latin typeface="Arial Black" panose="020B0A04020102020204" pitchFamily="34" charset="0"/>
            </a:endParaRPr>
          </a:p>
        </p:txBody>
      </p:sp>
      <p:sp>
        <p:nvSpPr>
          <p:cNvPr id="83" name="Google Shape;83;p15"/>
          <p:cNvSpPr txBox="1">
            <a:spLocks noGrp="1"/>
          </p:cNvSpPr>
          <p:nvPr>
            <p:ph type="sldNum" idx="4294967295"/>
          </p:nvPr>
        </p:nvSpPr>
        <p:spPr>
          <a:xfrm>
            <a:off x="10118726" y="6332538"/>
            <a:ext cx="549275" cy="525462"/>
          </a:xfrm>
          <a:prstGeom prst="rect">
            <a:avLst/>
          </a:prstGeom>
        </p:spPr>
        <p:txBody>
          <a:bodyPr spcFirstLastPara="1" vert="horz" wrap="square" lIns="0" tIns="0" rIns="0" bIns="0" rtlCol="0" anchor="ctr" anchorCtr="0">
            <a:noAutofit/>
          </a:bodyPr>
          <a:lstStyle/>
          <a:p>
            <a:fld id="{00000000-1234-1234-1234-123412341234}" type="slidenum">
              <a:rPr lang="en"/>
              <a:pPr/>
              <a:t>2</a:t>
            </a:fld>
            <a:endParaRPr dirty="0"/>
          </a:p>
        </p:txBody>
      </p:sp>
      <p:sp>
        <p:nvSpPr>
          <p:cNvPr id="7" name="Rectangle 2"/>
          <p:cNvSpPr txBox="1">
            <a:spLocks noChangeArrowheads="1"/>
          </p:cNvSpPr>
          <p:nvPr/>
        </p:nvSpPr>
        <p:spPr bwMode="black">
          <a:xfrm>
            <a:off x="6096000" y="109243"/>
            <a:ext cx="6096000" cy="8583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800" b="1" i="1">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itchFamily="34" charset="0"/>
              </a:defRPr>
            </a:lvl2pPr>
            <a:lvl3pPr algn="r" rtl="0" eaLnBrk="1" fontAlgn="base" hangingPunct="1">
              <a:spcBef>
                <a:spcPct val="0"/>
              </a:spcBef>
              <a:spcAft>
                <a:spcPct val="0"/>
              </a:spcAft>
              <a:defRPr sz="2800" b="1" i="1">
                <a:solidFill>
                  <a:schemeClr val="tx1"/>
                </a:solidFill>
                <a:latin typeface="Verdana" pitchFamily="34" charset="0"/>
              </a:defRPr>
            </a:lvl3pPr>
            <a:lvl4pPr algn="r" rtl="0" eaLnBrk="1" fontAlgn="base" hangingPunct="1">
              <a:spcBef>
                <a:spcPct val="0"/>
              </a:spcBef>
              <a:spcAft>
                <a:spcPct val="0"/>
              </a:spcAft>
              <a:defRPr sz="2800" b="1" i="1">
                <a:solidFill>
                  <a:schemeClr val="tx1"/>
                </a:solidFill>
                <a:latin typeface="Verdana" pitchFamily="34" charset="0"/>
              </a:defRPr>
            </a:lvl4pPr>
            <a:lvl5pPr algn="r" rtl="0" eaLnBrk="1" fontAlgn="base" hangingPunct="1">
              <a:spcBef>
                <a:spcPct val="0"/>
              </a:spcBef>
              <a:spcAft>
                <a:spcPct val="0"/>
              </a:spcAft>
              <a:defRPr sz="2800" b="1" i="1">
                <a:solidFill>
                  <a:schemeClr val="tx1"/>
                </a:solidFill>
                <a:latin typeface="Verdana" pitchFamily="34" charset="0"/>
              </a:defRPr>
            </a:lvl5pPr>
            <a:lvl6pPr marL="457200" algn="r" rtl="0" eaLnBrk="1" fontAlgn="base" hangingPunct="1">
              <a:spcBef>
                <a:spcPct val="0"/>
              </a:spcBef>
              <a:spcAft>
                <a:spcPct val="0"/>
              </a:spcAft>
              <a:defRPr sz="2800" b="1" i="1">
                <a:solidFill>
                  <a:schemeClr val="tx1"/>
                </a:solidFill>
                <a:latin typeface="Verdana" pitchFamily="34" charset="0"/>
              </a:defRPr>
            </a:lvl6pPr>
            <a:lvl7pPr marL="914400" algn="r" rtl="0" eaLnBrk="1" fontAlgn="base" hangingPunct="1">
              <a:spcBef>
                <a:spcPct val="0"/>
              </a:spcBef>
              <a:spcAft>
                <a:spcPct val="0"/>
              </a:spcAft>
              <a:defRPr sz="2800" b="1" i="1">
                <a:solidFill>
                  <a:schemeClr val="tx1"/>
                </a:solidFill>
                <a:latin typeface="Verdana" pitchFamily="34" charset="0"/>
              </a:defRPr>
            </a:lvl7pPr>
            <a:lvl8pPr marL="1371600" algn="r" rtl="0" eaLnBrk="1" fontAlgn="base" hangingPunct="1">
              <a:spcBef>
                <a:spcPct val="0"/>
              </a:spcBef>
              <a:spcAft>
                <a:spcPct val="0"/>
              </a:spcAft>
              <a:defRPr sz="2800" b="1" i="1">
                <a:solidFill>
                  <a:schemeClr val="tx1"/>
                </a:solidFill>
                <a:latin typeface="Verdana" pitchFamily="34" charset="0"/>
              </a:defRPr>
            </a:lvl8pPr>
            <a:lvl9pPr marL="1828800" algn="r" rtl="0" eaLnBrk="1" fontAlgn="base" hangingPunct="1">
              <a:spcBef>
                <a:spcPct val="0"/>
              </a:spcBef>
              <a:spcAft>
                <a:spcPct val="0"/>
              </a:spcAft>
              <a:defRPr sz="2800" b="1" i="1">
                <a:solidFill>
                  <a:schemeClr val="tx1"/>
                </a:solidFill>
                <a:latin typeface="Verdana" pitchFamily="34" charset="0"/>
              </a:defRPr>
            </a:lvl9pPr>
          </a:lstStyle>
          <a:p>
            <a:pPr algn="ctr"/>
            <a:r>
              <a:rPr lang="es-ES_tradnl" sz="3200" b="0" i="0" dirty="0">
                <a:solidFill>
                  <a:schemeClr val="bg1"/>
                </a:solidFill>
                <a:latin typeface="Bauhaus 93" pitchFamily="82" charset="0"/>
                <a:ea typeface="+mn-ea"/>
                <a:cs typeface="+mn-cs"/>
              </a:rPr>
              <a:t>Semana 7</a:t>
            </a:r>
          </a:p>
        </p:txBody>
      </p:sp>
      <p:pic>
        <p:nvPicPr>
          <p:cNvPr id="8" name="Google Shape;61;p13"/>
          <p:cNvPicPr preferRelativeResize="0"/>
          <p:nvPr/>
        </p:nvPicPr>
        <p:blipFill>
          <a:blip r:embed="rId3">
            <a:alphaModFix/>
          </a:blip>
          <a:stretch>
            <a:fillRect/>
          </a:stretch>
        </p:blipFill>
        <p:spPr>
          <a:xfrm>
            <a:off x="7436237" y="2564904"/>
            <a:ext cx="1782850" cy="1988920"/>
          </a:xfrm>
          <a:prstGeom prst="rect">
            <a:avLst/>
          </a:prstGeom>
          <a:noFill/>
          <a:ln>
            <a:noFill/>
          </a:ln>
        </p:spPr>
      </p:pic>
    </p:spTree>
    <p:extLst>
      <p:ext uri="{BB962C8B-B14F-4D97-AF65-F5344CB8AC3E}">
        <p14:creationId xmlns:p14="http://schemas.microsoft.com/office/powerpoint/2010/main" val="2826427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6106292" y="242424"/>
            <a:ext cx="6085707" cy="58182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Contenido</a:t>
            </a:r>
          </a:p>
        </p:txBody>
      </p:sp>
      <p:grpSp>
        <p:nvGrpSpPr>
          <p:cNvPr id="67587" name="Group 3"/>
          <p:cNvGrpSpPr>
            <a:grpSpLocks/>
          </p:cNvGrpSpPr>
          <p:nvPr/>
        </p:nvGrpSpPr>
        <p:grpSpPr bwMode="auto">
          <a:xfrm>
            <a:off x="2635074" y="2037150"/>
            <a:ext cx="762000" cy="665163"/>
            <a:chOff x="1110" y="2656"/>
            <a:chExt cx="1549" cy="1351"/>
          </a:xfrm>
          <a:solidFill>
            <a:schemeClr val="accent6">
              <a:lumMod val="75000"/>
            </a:schemeClr>
          </a:solidFill>
        </p:grpSpPr>
        <p:sp>
          <p:nvSpPr>
            <p:cNvPr id="67588" name="AutoShape 4"/>
            <p:cNvSpPr>
              <a:spLocks noChangeArrowheads="1"/>
            </p:cNvSpPr>
            <p:nvPr/>
          </p:nvSpPr>
          <p:spPr bwMode="gray">
            <a:xfrm>
              <a:off x="1123" y="2679"/>
              <a:ext cx="1536" cy="1328"/>
            </a:xfrm>
            <a:prstGeom prst="hexagon">
              <a:avLst>
                <a:gd name="adj" fmla="val 28916"/>
                <a:gd name="vf" fmla="val 115470"/>
              </a:avLst>
            </a:prstGeom>
            <a:grpFill/>
            <a:ln w="9525">
              <a:noFill/>
              <a:miter lim="800000"/>
              <a:headEnd/>
              <a:tailEnd/>
            </a:ln>
            <a:effectLst/>
          </p:spPr>
          <p:txBody>
            <a:bodyPr wrap="none" anchor="ctr"/>
            <a:lstStyle/>
            <a:p>
              <a:endParaRPr lang="es-ES" dirty="0"/>
            </a:p>
          </p:txBody>
        </p:sp>
        <p:sp>
          <p:nvSpPr>
            <p:cNvPr id="67589" name="AutoShape 5"/>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p:spPr>
          <p:txBody>
            <a:bodyPr wrap="none" anchor="ctr"/>
            <a:lstStyle/>
            <a:p>
              <a:endParaRPr lang="es-ES" dirty="0"/>
            </a:p>
          </p:txBody>
        </p:sp>
        <p:sp>
          <p:nvSpPr>
            <p:cNvPr id="67590" name="AutoShape 6"/>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headEnd/>
              <a:tailEnd/>
            </a:ln>
            <a:effectLst/>
          </p:spPr>
          <p:txBody>
            <a:bodyPr wrap="none" anchor="ctr"/>
            <a:lstStyle/>
            <a:p>
              <a:endParaRPr lang="es-ES" dirty="0"/>
            </a:p>
          </p:txBody>
        </p:sp>
      </p:grpSp>
      <p:grpSp>
        <p:nvGrpSpPr>
          <p:cNvPr id="67591" name="Group 7"/>
          <p:cNvGrpSpPr>
            <a:grpSpLocks/>
          </p:cNvGrpSpPr>
          <p:nvPr/>
        </p:nvGrpSpPr>
        <p:grpSpPr bwMode="auto">
          <a:xfrm>
            <a:off x="2627879" y="2945666"/>
            <a:ext cx="762000" cy="665163"/>
            <a:chOff x="3174" y="2656"/>
            <a:chExt cx="1549" cy="1351"/>
          </a:xfrm>
        </p:grpSpPr>
        <p:sp>
          <p:nvSpPr>
            <p:cNvPr id="67592"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dirty="0"/>
            </a:p>
          </p:txBody>
        </p:sp>
        <p:sp>
          <p:nvSpPr>
            <p:cNvPr id="67593"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dirty="0"/>
            </a:p>
          </p:txBody>
        </p:sp>
        <p:sp>
          <p:nvSpPr>
            <p:cNvPr id="67594"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endParaRPr lang="es-ES" dirty="0"/>
            </a:p>
          </p:txBody>
        </p:sp>
      </p:grpSp>
      <p:sp>
        <p:nvSpPr>
          <p:cNvPr id="67595" name="Line 11"/>
          <p:cNvSpPr>
            <a:spLocks noChangeShapeType="1"/>
          </p:cNvSpPr>
          <p:nvPr/>
        </p:nvSpPr>
        <p:spPr bwMode="auto">
          <a:xfrm>
            <a:off x="3791744" y="2643767"/>
            <a:ext cx="5760640" cy="0"/>
          </a:xfrm>
          <a:prstGeom prst="line">
            <a:avLst/>
          </a:prstGeom>
          <a:noFill/>
          <a:ln w="25400">
            <a:solidFill>
              <a:schemeClr val="tx2"/>
            </a:solidFill>
            <a:prstDash val="sysDot"/>
            <a:round/>
            <a:headEnd/>
            <a:tailEnd type="oval" w="med" len="med"/>
          </a:ln>
          <a:effectLst/>
        </p:spPr>
        <p:txBody>
          <a:bodyPr wrap="none" anchor="ctr"/>
          <a:lstStyle/>
          <a:p>
            <a:endParaRPr lang="es-ES" dirty="0"/>
          </a:p>
        </p:txBody>
      </p:sp>
      <p:sp>
        <p:nvSpPr>
          <p:cNvPr id="67596" name="Text Box 12"/>
          <p:cNvSpPr txBox="1">
            <a:spLocks noChangeArrowheads="1"/>
          </p:cNvSpPr>
          <p:nvPr/>
        </p:nvSpPr>
        <p:spPr bwMode="auto">
          <a:xfrm>
            <a:off x="3647728" y="2134166"/>
            <a:ext cx="2567049" cy="523220"/>
          </a:xfrm>
          <a:prstGeom prst="rect">
            <a:avLst/>
          </a:prstGeom>
          <a:noFill/>
          <a:ln w="9525" algn="ctr">
            <a:noFill/>
            <a:miter lim="800000"/>
            <a:headEnd/>
            <a:tailEnd/>
          </a:ln>
          <a:effectLst/>
        </p:spPr>
        <p:txBody>
          <a:bodyPr wrap="none">
            <a:spAutoFit/>
          </a:bodyPr>
          <a:lstStyle>
            <a:defPPr>
              <a:defRPr lang="es-ES"/>
            </a:defPPr>
            <a:lvl1pPr eaLnBrk="0" hangingPunct="0">
              <a:defRPr sz="2800" b="0">
                <a:solidFill>
                  <a:schemeClr val="bg1"/>
                </a:solidFill>
              </a:defRPr>
            </a:lvl1pPr>
          </a:lstStyle>
          <a:p>
            <a:r>
              <a:rPr lang="es-ES_tradnl" dirty="0">
                <a:solidFill>
                  <a:schemeClr val="tx1"/>
                </a:solidFill>
              </a:rPr>
              <a:t>Método Simplex</a:t>
            </a:r>
          </a:p>
        </p:txBody>
      </p:sp>
      <p:sp>
        <p:nvSpPr>
          <p:cNvPr id="67597" name="Text Box 13"/>
          <p:cNvSpPr txBox="1">
            <a:spLocks noChangeArrowheads="1"/>
          </p:cNvSpPr>
          <p:nvPr/>
        </p:nvSpPr>
        <p:spPr bwMode="gray">
          <a:xfrm>
            <a:off x="2849193" y="2122490"/>
            <a:ext cx="340158" cy="461665"/>
          </a:xfrm>
          <a:prstGeom prst="rect">
            <a:avLst/>
          </a:prstGeom>
          <a:noFill/>
          <a:ln w="9525" algn="ctr">
            <a:noFill/>
            <a:miter lim="800000"/>
            <a:headEnd/>
            <a:tailEnd/>
          </a:ln>
          <a:effectLst/>
        </p:spPr>
        <p:txBody>
          <a:bodyPr wrap="none">
            <a:spAutoFit/>
          </a:bodyPr>
          <a:lstStyle/>
          <a:p>
            <a:pPr algn="ctr" eaLnBrk="0" hangingPunct="0"/>
            <a:r>
              <a:rPr lang="en-US" sz="2400" dirty="0">
                <a:solidFill>
                  <a:schemeClr val="bg1"/>
                </a:solidFill>
              </a:rPr>
              <a:t>1</a:t>
            </a:r>
          </a:p>
        </p:txBody>
      </p:sp>
      <p:sp>
        <p:nvSpPr>
          <p:cNvPr id="67598" name="Line 14"/>
          <p:cNvSpPr>
            <a:spLocks noChangeShapeType="1"/>
          </p:cNvSpPr>
          <p:nvPr/>
        </p:nvSpPr>
        <p:spPr bwMode="auto">
          <a:xfrm>
            <a:off x="3791744" y="3548063"/>
            <a:ext cx="5760640" cy="0"/>
          </a:xfrm>
          <a:prstGeom prst="line">
            <a:avLst/>
          </a:prstGeom>
          <a:noFill/>
          <a:ln w="25400">
            <a:solidFill>
              <a:schemeClr val="tx2"/>
            </a:solidFill>
            <a:prstDash val="sysDot"/>
            <a:round/>
            <a:headEnd/>
            <a:tailEnd type="oval" w="med" len="med"/>
          </a:ln>
          <a:effectLst/>
        </p:spPr>
        <p:txBody>
          <a:bodyPr wrap="none" anchor="ctr"/>
          <a:lstStyle/>
          <a:p>
            <a:endParaRPr lang="es-ES" dirty="0"/>
          </a:p>
        </p:txBody>
      </p:sp>
      <p:sp>
        <p:nvSpPr>
          <p:cNvPr id="67599" name="Text Box 15"/>
          <p:cNvSpPr txBox="1">
            <a:spLocks noChangeArrowheads="1"/>
          </p:cNvSpPr>
          <p:nvPr/>
        </p:nvSpPr>
        <p:spPr bwMode="auto">
          <a:xfrm>
            <a:off x="3666523" y="3032425"/>
            <a:ext cx="4438203" cy="523220"/>
          </a:xfrm>
          <a:prstGeom prst="rect">
            <a:avLst/>
          </a:prstGeom>
          <a:noFill/>
          <a:ln w="9525" algn="ctr">
            <a:noFill/>
            <a:miter lim="800000"/>
            <a:headEnd/>
            <a:tailEnd/>
          </a:ln>
          <a:effectLst/>
        </p:spPr>
        <p:txBody>
          <a:bodyPr wrap="none">
            <a:spAutoFit/>
          </a:bodyPr>
          <a:lstStyle>
            <a:defPPr>
              <a:defRPr lang="es-ES"/>
            </a:defPPr>
            <a:lvl1pPr eaLnBrk="0" hangingPunct="0">
              <a:defRPr sz="2800" b="0">
                <a:solidFill>
                  <a:schemeClr val="accent4"/>
                </a:solidFill>
              </a:defRPr>
            </a:lvl1pPr>
          </a:lstStyle>
          <a:p>
            <a:r>
              <a:rPr lang="es-ES_tradnl" dirty="0">
                <a:solidFill>
                  <a:schemeClr val="tx1"/>
                </a:solidFill>
              </a:rPr>
              <a:t>Maximización y minimización</a:t>
            </a:r>
          </a:p>
        </p:txBody>
      </p:sp>
      <p:sp>
        <p:nvSpPr>
          <p:cNvPr id="67600" name="Text Box 16"/>
          <p:cNvSpPr txBox="1">
            <a:spLocks noChangeArrowheads="1"/>
          </p:cNvSpPr>
          <p:nvPr/>
        </p:nvSpPr>
        <p:spPr bwMode="gray">
          <a:xfrm>
            <a:off x="2893467" y="3036890"/>
            <a:ext cx="340158" cy="461665"/>
          </a:xfrm>
          <a:prstGeom prst="rect">
            <a:avLst/>
          </a:prstGeom>
          <a:noFill/>
          <a:ln w="9525" algn="ctr">
            <a:noFill/>
            <a:miter lim="800000"/>
            <a:headEnd/>
            <a:tailEnd/>
          </a:ln>
          <a:effectLst/>
        </p:spPr>
        <p:txBody>
          <a:bodyPr wrap="none">
            <a:spAutoFit/>
          </a:bodyPr>
          <a:lstStyle/>
          <a:p>
            <a:pPr algn="ctr" eaLnBrk="0" hangingPunct="0"/>
            <a:r>
              <a:rPr lang="en-US" sz="2400" dirty="0">
                <a:solidFill>
                  <a:schemeClr val="bg1"/>
                </a:solidFill>
              </a:rPr>
              <a:t>2</a:t>
            </a:r>
          </a:p>
        </p:txBody>
      </p:sp>
      <p:grpSp>
        <p:nvGrpSpPr>
          <p:cNvPr id="67601" name="Group 17"/>
          <p:cNvGrpSpPr>
            <a:grpSpLocks/>
          </p:cNvGrpSpPr>
          <p:nvPr/>
        </p:nvGrpSpPr>
        <p:grpSpPr bwMode="auto">
          <a:xfrm>
            <a:off x="2641469" y="3841962"/>
            <a:ext cx="762000" cy="665163"/>
            <a:chOff x="1110" y="2656"/>
            <a:chExt cx="1549" cy="1351"/>
          </a:xfrm>
          <a:solidFill>
            <a:schemeClr val="accent6">
              <a:lumMod val="75000"/>
            </a:schemeClr>
          </a:solidFill>
        </p:grpSpPr>
        <p:sp>
          <p:nvSpPr>
            <p:cNvPr id="67602" name="AutoShape 18"/>
            <p:cNvSpPr>
              <a:spLocks noChangeArrowheads="1"/>
            </p:cNvSpPr>
            <p:nvPr/>
          </p:nvSpPr>
          <p:spPr bwMode="gray">
            <a:xfrm>
              <a:off x="1123" y="2679"/>
              <a:ext cx="1536" cy="1328"/>
            </a:xfrm>
            <a:prstGeom prst="hexagon">
              <a:avLst>
                <a:gd name="adj" fmla="val 28916"/>
                <a:gd name="vf" fmla="val 115470"/>
              </a:avLst>
            </a:prstGeom>
            <a:grpFill/>
            <a:ln w="9525">
              <a:noFill/>
              <a:miter lim="800000"/>
              <a:headEnd/>
              <a:tailEnd/>
            </a:ln>
            <a:effectLst/>
          </p:spPr>
          <p:txBody>
            <a:bodyPr wrap="none" anchor="ctr"/>
            <a:lstStyle/>
            <a:p>
              <a:endParaRPr lang="es-ES" dirty="0"/>
            </a:p>
          </p:txBody>
        </p:sp>
        <p:sp>
          <p:nvSpPr>
            <p:cNvPr id="67603" name="AutoShape 19"/>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p:spPr>
          <p:txBody>
            <a:bodyPr wrap="none" anchor="ctr"/>
            <a:lstStyle/>
            <a:p>
              <a:endParaRPr lang="es-ES" dirty="0"/>
            </a:p>
          </p:txBody>
        </p:sp>
        <p:sp>
          <p:nvSpPr>
            <p:cNvPr id="67604" name="AutoShape 20"/>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headEnd/>
              <a:tailEnd/>
            </a:ln>
            <a:effectLst/>
          </p:spPr>
          <p:txBody>
            <a:bodyPr wrap="none" anchor="ctr"/>
            <a:lstStyle/>
            <a:p>
              <a:endParaRPr lang="es-ES" dirty="0"/>
            </a:p>
          </p:txBody>
        </p:sp>
      </p:grpSp>
      <p:sp>
        <p:nvSpPr>
          <p:cNvPr id="67609" name="Line 25"/>
          <p:cNvSpPr>
            <a:spLocks noChangeShapeType="1"/>
          </p:cNvSpPr>
          <p:nvPr/>
        </p:nvSpPr>
        <p:spPr bwMode="auto">
          <a:xfrm>
            <a:off x="3791744" y="4444292"/>
            <a:ext cx="5760640" cy="51509"/>
          </a:xfrm>
          <a:prstGeom prst="line">
            <a:avLst/>
          </a:prstGeom>
          <a:noFill/>
          <a:ln w="25400">
            <a:solidFill>
              <a:schemeClr val="tx2"/>
            </a:solidFill>
            <a:prstDash val="sysDot"/>
            <a:round/>
            <a:headEnd/>
            <a:tailEnd type="oval" w="med" len="med"/>
          </a:ln>
          <a:effectLst/>
        </p:spPr>
        <p:txBody>
          <a:bodyPr wrap="none" anchor="ctr"/>
          <a:lstStyle/>
          <a:p>
            <a:endParaRPr lang="es-ES" dirty="0"/>
          </a:p>
        </p:txBody>
      </p:sp>
      <p:sp>
        <p:nvSpPr>
          <p:cNvPr id="67610" name="Text Box 26"/>
          <p:cNvSpPr txBox="1">
            <a:spLocks noChangeArrowheads="1"/>
          </p:cNvSpPr>
          <p:nvPr/>
        </p:nvSpPr>
        <p:spPr bwMode="auto">
          <a:xfrm>
            <a:off x="3691481" y="3938049"/>
            <a:ext cx="1018227" cy="523220"/>
          </a:xfrm>
          <a:prstGeom prst="rect">
            <a:avLst/>
          </a:prstGeom>
          <a:noFill/>
          <a:ln w="9525" algn="ctr">
            <a:noFill/>
            <a:miter lim="800000"/>
            <a:headEnd/>
            <a:tailEnd/>
          </a:ln>
          <a:effectLst/>
        </p:spPr>
        <p:txBody>
          <a:bodyPr wrap="none">
            <a:spAutoFit/>
          </a:bodyPr>
          <a:lstStyle>
            <a:defPPr>
              <a:defRPr lang="es-ES"/>
            </a:defPPr>
            <a:lvl1pPr eaLnBrk="0" hangingPunct="0">
              <a:defRPr sz="2800" b="0">
                <a:solidFill>
                  <a:schemeClr val="bg1"/>
                </a:solidFill>
              </a:defRPr>
            </a:lvl1pPr>
          </a:lstStyle>
          <a:p>
            <a:r>
              <a:rPr lang="es-ES_tradnl" dirty="0">
                <a:solidFill>
                  <a:schemeClr val="tx1"/>
                </a:solidFill>
              </a:rPr>
              <a:t>Casos</a:t>
            </a:r>
          </a:p>
        </p:txBody>
      </p:sp>
      <p:sp>
        <p:nvSpPr>
          <p:cNvPr id="67611" name="Text Box 27"/>
          <p:cNvSpPr txBox="1">
            <a:spLocks noChangeArrowheads="1"/>
          </p:cNvSpPr>
          <p:nvPr/>
        </p:nvSpPr>
        <p:spPr bwMode="gray">
          <a:xfrm>
            <a:off x="2855588" y="3951607"/>
            <a:ext cx="340158" cy="461665"/>
          </a:xfrm>
          <a:prstGeom prst="rect">
            <a:avLst/>
          </a:prstGeom>
          <a:noFill/>
          <a:ln w="9525" algn="ctr">
            <a:noFill/>
            <a:miter lim="800000"/>
            <a:headEnd/>
            <a:tailEnd/>
          </a:ln>
          <a:effectLst/>
        </p:spPr>
        <p:txBody>
          <a:bodyPr wrap="none">
            <a:spAutoFit/>
          </a:bodyPr>
          <a:lstStyle/>
          <a:p>
            <a:pPr algn="ctr" eaLnBrk="0" hangingPunct="0"/>
            <a:r>
              <a:rPr lang="en-US" sz="2400" dirty="0">
                <a:solidFill>
                  <a:schemeClr val="bg1"/>
                </a:solidFill>
              </a:rPr>
              <a:t>3</a:t>
            </a:r>
          </a:p>
        </p:txBody>
      </p:sp>
      <p:sp>
        <p:nvSpPr>
          <p:cNvPr id="67615" name="Text Box 31"/>
          <p:cNvSpPr txBox="1">
            <a:spLocks noChangeArrowheads="1"/>
          </p:cNvSpPr>
          <p:nvPr/>
        </p:nvSpPr>
        <p:spPr bwMode="auto">
          <a:xfrm>
            <a:off x="3184527" y="722314"/>
            <a:ext cx="184731" cy="369332"/>
          </a:xfrm>
          <a:prstGeom prst="rect">
            <a:avLst/>
          </a:prstGeom>
          <a:noFill/>
          <a:ln w="9525">
            <a:noFill/>
            <a:miter lim="800000"/>
            <a:headEnd/>
            <a:tailEnd/>
          </a:ln>
          <a:effectLst/>
        </p:spPr>
        <p:txBody>
          <a:bodyPr wrap="none">
            <a:spAutoFit/>
          </a:bodyPr>
          <a:lstStyle/>
          <a:p>
            <a:endParaRPr lang="es-ES" dirty="0"/>
          </a:p>
        </p:txBody>
      </p:sp>
    </p:spTree>
    <p:extLst>
      <p:ext uri="{BB962C8B-B14F-4D97-AF65-F5344CB8AC3E}">
        <p14:creationId xmlns:p14="http://schemas.microsoft.com/office/powerpoint/2010/main" val="4266099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775520" y="548680"/>
            <a:ext cx="8362950" cy="703282"/>
          </a:xfrm>
          <a:noFill/>
          <a:ln w="9525">
            <a:noFill/>
            <a:miter lim="800000"/>
            <a:headEnd/>
            <a:tailEnd/>
          </a:ln>
          <a:effectLst/>
        </p:spPr>
        <p:txBody>
          <a:bodyPr vert="horz" wrap="square" lIns="91440" tIns="45720" rIns="91440" bIns="45720" numCol="1" rtlCol="0" anchor="ctr" anchorCtr="0" compatLnSpc="1">
            <a:prstTxWarp prst="textNoShape">
              <a:avLst/>
            </a:prstTxWarp>
            <a:noAutofit/>
          </a:bodyPr>
          <a:lstStyle/>
          <a:p>
            <a:r>
              <a:rPr lang="es-ES" sz="3200" dirty="0">
                <a:solidFill>
                  <a:schemeClr val="bg1"/>
                </a:solidFill>
                <a:latin typeface="Bauhaus 93" pitchFamily="82" charset="0"/>
                <a:ea typeface="+mn-ea"/>
                <a:cs typeface="+mn-cs"/>
              </a:rPr>
              <a:t>Orientaciones</a:t>
            </a:r>
          </a:p>
        </p:txBody>
      </p:sp>
      <p:graphicFrame>
        <p:nvGraphicFramePr>
          <p:cNvPr id="3" name="2 Diagrama"/>
          <p:cNvGraphicFramePr/>
          <p:nvPr/>
        </p:nvGraphicFramePr>
        <p:xfrm>
          <a:off x="3143672" y="1268760"/>
          <a:ext cx="6408712" cy="51125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2">
            <a:extLst>
              <a:ext uri="{FF2B5EF4-FFF2-40B4-BE49-F238E27FC236}">
                <a16:creationId xmlns:a16="http://schemas.microsoft.com/office/drawing/2014/main" id="{470FC0F9-7E8A-49F6-A61F-06EBD9F874CF}"/>
              </a:ext>
            </a:extLst>
          </p:cNvPr>
          <p:cNvSpPr txBox="1">
            <a:spLocks noChangeArrowheads="1"/>
          </p:cNvSpPr>
          <p:nvPr/>
        </p:nvSpPr>
        <p:spPr bwMode="black">
          <a:xfrm>
            <a:off x="6096000" y="109243"/>
            <a:ext cx="6096000" cy="8583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800" b="1" i="1">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itchFamily="34" charset="0"/>
              </a:defRPr>
            </a:lvl2pPr>
            <a:lvl3pPr algn="r" rtl="0" eaLnBrk="1" fontAlgn="base" hangingPunct="1">
              <a:spcBef>
                <a:spcPct val="0"/>
              </a:spcBef>
              <a:spcAft>
                <a:spcPct val="0"/>
              </a:spcAft>
              <a:defRPr sz="2800" b="1" i="1">
                <a:solidFill>
                  <a:schemeClr val="tx1"/>
                </a:solidFill>
                <a:latin typeface="Verdana" pitchFamily="34" charset="0"/>
              </a:defRPr>
            </a:lvl3pPr>
            <a:lvl4pPr algn="r" rtl="0" eaLnBrk="1" fontAlgn="base" hangingPunct="1">
              <a:spcBef>
                <a:spcPct val="0"/>
              </a:spcBef>
              <a:spcAft>
                <a:spcPct val="0"/>
              </a:spcAft>
              <a:defRPr sz="2800" b="1" i="1">
                <a:solidFill>
                  <a:schemeClr val="tx1"/>
                </a:solidFill>
                <a:latin typeface="Verdana" pitchFamily="34" charset="0"/>
              </a:defRPr>
            </a:lvl4pPr>
            <a:lvl5pPr algn="r" rtl="0" eaLnBrk="1" fontAlgn="base" hangingPunct="1">
              <a:spcBef>
                <a:spcPct val="0"/>
              </a:spcBef>
              <a:spcAft>
                <a:spcPct val="0"/>
              </a:spcAft>
              <a:defRPr sz="2800" b="1" i="1">
                <a:solidFill>
                  <a:schemeClr val="tx1"/>
                </a:solidFill>
                <a:latin typeface="Verdana" pitchFamily="34" charset="0"/>
              </a:defRPr>
            </a:lvl5pPr>
            <a:lvl6pPr marL="457200" algn="r" rtl="0" eaLnBrk="1" fontAlgn="base" hangingPunct="1">
              <a:spcBef>
                <a:spcPct val="0"/>
              </a:spcBef>
              <a:spcAft>
                <a:spcPct val="0"/>
              </a:spcAft>
              <a:defRPr sz="2800" b="1" i="1">
                <a:solidFill>
                  <a:schemeClr val="tx1"/>
                </a:solidFill>
                <a:latin typeface="Verdana" pitchFamily="34" charset="0"/>
              </a:defRPr>
            </a:lvl6pPr>
            <a:lvl7pPr marL="914400" algn="r" rtl="0" eaLnBrk="1" fontAlgn="base" hangingPunct="1">
              <a:spcBef>
                <a:spcPct val="0"/>
              </a:spcBef>
              <a:spcAft>
                <a:spcPct val="0"/>
              </a:spcAft>
              <a:defRPr sz="2800" b="1" i="1">
                <a:solidFill>
                  <a:schemeClr val="tx1"/>
                </a:solidFill>
                <a:latin typeface="Verdana" pitchFamily="34" charset="0"/>
              </a:defRPr>
            </a:lvl7pPr>
            <a:lvl8pPr marL="1371600" algn="r" rtl="0" eaLnBrk="1" fontAlgn="base" hangingPunct="1">
              <a:spcBef>
                <a:spcPct val="0"/>
              </a:spcBef>
              <a:spcAft>
                <a:spcPct val="0"/>
              </a:spcAft>
              <a:defRPr sz="2800" b="1" i="1">
                <a:solidFill>
                  <a:schemeClr val="tx1"/>
                </a:solidFill>
                <a:latin typeface="Verdana" pitchFamily="34" charset="0"/>
              </a:defRPr>
            </a:lvl8pPr>
            <a:lvl9pPr marL="1828800" algn="r" rtl="0" eaLnBrk="1" fontAlgn="base" hangingPunct="1">
              <a:spcBef>
                <a:spcPct val="0"/>
              </a:spcBef>
              <a:spcAft>
                <a:spcPct val="0"/>
              </a:spcAft>
              <a:defRPr sz="2800" b="1" i="1">
                <a:solidFill>
                  <a:schemeClr val="tx1"/>
                </a:solidFill>
                <a:latin typeface="Verdana" pitchFamily="34" charset="0"/>
              </a:defRPr>
            </a:lvl9pPr>
          </a:lstStyle>
          <a:p>
            <a:pPr algn="ctr"/>
            <a:r>
              <a:rPr lang="es-ES_tradnl" sz="3200" b="0" i="0" dirty="0">
                <a:solidFill>
                  <a:schemeClr val="bg1"/>
                </a:solidFill>
                <a:latin typeface="Bauhaus 93" pitchFamily="82" charset="0"/>
                <a:ea typeface="+mn-ea"/>
                <a:cs typeface="+mn-cs"/>
              </a:rPr>
              <a:t>Recomendaciones</a:t>
            </a:r>
          </a:p>
        </p:txBody>
      </p:sp>
    </p:spTree>
    <p:extLst>
      <p:ext uri="{BB962C8B-B14F-4D97-AF65-F5344CB8AC3E}">
        <p14:creationId xmlns:p14="http://schemas.microsoft.com/office/powerpoint/2010/main" val="1452615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rma libre: forma 7">
            <a:extLst>
              <a:ext uri="{FF2B5EF4-FFF2-40B4-BE49-F238E27FC236}">
                <a16:creationId xmlns:a16="http://schemas.microsoft.com/office/drawing/2014/main" id="{89A1D48F-D359-4DA7-B0A3-02693C03B57F}"/>
              </a:ext>
            </a:extLst>
          </p:cNvPr>
          <p:cNvSpPr/>
          <p:nvPr/>
        </p:nvSpPr>
        <p:spPr>
          <a:xfrm>
            <a:off x="4247222" y="4355455"/>
            <a:ext cx="7584993" cy="1948954"/>
          </a:xfrm>
          <a:custGeom>
            <a:avLst/>
            <a:gdLst>
              <a:gd name="connsiteX0" fmla="*/ 604335 w 3625937"/>
              <a:gd name="connsiteY0" fmla="*/ 0 h 7584993"/>
              <a:gd name="connsiteX1" fmla="*/ 3021602 w 3625937"/>
              <a:gd name="connsiteY1" fmla="*/ 0 h 7584993"/>
              <a:gd name="connsiteX2" fmla="*/ 3625937 w 3625937"/>
              <a:gd name="connsiteY2" fmla="*/ 604335 h 7584993"/>
              <a:gd name="connsiteX3" fmla="*/ 3625937 w 3625937"/>
              <a:gd name="connsiteY3" fmla="*/ 7584993 h 7584993"/>
              <a:gd name="connsiteX4" fmla="*/ 3625937 w 3625937"/>
              <a:gd name="connsiteY4" fmla="*/ 7584993 h 7584993"/>
              <a:gd name="connsiteX5" fmla="*/ 0 w 3625937"/>
              <a:gd name="connsiteY5" fmla="*/ 7584993 h 7584993"/>
              <a:gd name="connsiteX6" fmla="*/ 0 w 3625937"/>
              <a:gd name="connsiteY6" fmla="*/ 7584993 h 7584993"/>
              <a:gd name="connsiteX7" fmla="*/ 0 w 3625937"/>
              <a:gd name="connsiteY7" fmla="*/ 604335 h 7584993"/>
              <a:gd name="connsiteX8" fmla="*/ 604335 w 3625937"/>
              <a:gd name="connsiteY8" fmla="*/ 0 h 7584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25937" h="7584993">
                <a:moveTo>
                  <a:pt x="3625937" y="1264192"/>
                </a:moveTo>
                <a:lnTo>
                  <a:pt x="3625937" y="6320801"/>
                </a:lnTo>
                <a:cubicBezTo>
                  <a:pt x="3625937" y="7018995"/>
                  <a:pt x="3496593" y="7584992"/>
                  <a:pt x="3337040" y="7584992"/>
                </a:cubicBezTo>
                <a:lnTo>
                  <a:pt x="0" y="7584992"/>
                </a:lnTo>
                <a:lnTo>
                  <a:pt x="0" y="7584992"/>
                </a:lnTo>
                <a:lnTo>
                  <a:pt x="0" y="1"/>
                </a:lnTo>
                <a:lnTo>
                  <a:pt x="0" y="1"/>
                </a:lnTo>
                <a:lnTo>
                  <a:pt x="3337040" y="1"/>
                </a:lnTo>
                <a:cubicBezTo>
                  <a:pt x="3496593" y="1"/>
                  <a:pt x="3625937" y="565998"/>
                  <a:pt x="3625937" y="1264192"/>
                </a:cubicBezTo>
                <a:close/>
              </a:path>
            </a:pathLst>
          </a:custGeom>
          <a:solidFill>
            <a:schemeClr val="accent5">
              <a:lumMod val="40000"/>
              <a:lumOff val="60000"/>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0" tIns="300829" rIns="424654" bIns="300829" numCol="1" spcCol="1270" anchor="ctr" anchorCtr="0">
            <a:noAutofit/>
          </a:bodyPr>
          <a:lstStyle/>
          <a:p>
            <a:pPr marL="180975" lvl="1" indent="-180975" algn="l" defTabSz="1244600">
              <a:lnSpc>
                <a:spcPct val="90000"/>
              </a:lnSpc>
              <a:spcBef>
                <a:spcPct val="0"/>
              </a:spcBef>
              <a:spcAft>
                <a:spcPct val="15000"/>
              </a:spcAft>
              <a:buFontTx/>
              <a:buNone/>
            </a:pPr>
            <a:endParaRPr lang="es-PE" sz="2800" kern="1200" dirty="0"/>
          </a:p>
        </p:txBody>
      </p:sp>
      <p:sp>
        <p:nvSpPr>
          <p:cNvPr id="4" name="3 CuadroTexto"/>
          <p:cNvSpPr txBox="1"/>
          <p:nvPr/>
        </p:nvSpPr>
        <p:spPr>
          <a:xfrm>
            <a:off x="6107502" y="217516"/>
            <a:ext cx="6084498" cy="5232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defPPr>
              <a:defRPr lang="es-PE"/>
            </a:defPPr>
            <a:lvl1pPr algn="ctr" fontAlgn="base">
              <a:spcBef>
                <a:spcPct val="0"/>
              </a:spcBef>
              <a:spcAft>
                <a:spcPct val="0"/>
              </a:spcAft>
              <a:defRPr sz="3200" b="0" i="0">
                <a:solidFill>
                  <a:schemeClr val="bg1"/>
                </a:solidFill>
                <a:latin typeface="Bauhaus 93" pitchFamily="82" charset="0"/>
              </a:defRPr>
            </a:lvl1pPr>
            <a:lvl2pPr algn="r" fontAlgn="base">
              <a:spcBef>
                <a:spcPct val="0"/>
              </a:spcBef>
              <a:spcAft>
                <a:spcPct val="0"/>
              </a:spcAft>
              <a:defRPr sz="2800" b="1" i="1">
                <a:latin typeface="Verdana" pitchFamily="34" charset="0"/>
              </a:defRPr>
            </a:lvl2pPr>
            <a:lvl3pPr algn="r" fontAlgn="base">
              <a:spcBef>
                <a:spcPct val="0"/>
              </a:spcBef>
              <a:spcAft>
                <a:spcPct val="0"/>
              </a:spcAft>
              <a:defRPr sz="2800" b="1" i="1">
                <a:latin typeface="Verdana" pitchFamily="34" charset="0"/>
              </a:defRPr>
            </a:lvl3pPr>
            <a:lvl4pPr algn="r" fontAlgn="base">
              <a:spcBef>
                <a:spcPct val="0"/>
              </a:spcBef>
              <a:spcAft>
                <a:spcPct val="0"/>
              </a:spcAft>
              <a:defRPr sz="2800" b="1" i="1">
                <a:latin typeface="Verdana" pitchFamily="34" charset="0"/>
              </a:defRPr>
            </a:lvl4pPr>
            <a:lvl5pPr algn="r" fontAlgn="base">
              <a:spcBef>
                <a:spcPct val="0"/>
              </a:spcBef>
              <a:spcAft>
                <a:spcPct val="0"/>
              </a:spcAft>
              <a:defRPr sz="2800" b="1" i="1">
                <a:latin typeface="Verdana" pitchFamily="34" charset="0"/>
              </a:defRPr>
            </a:lvl5pPr>
            <a:lvl6pPr marL="457200" algn="r" fontAlgn="base">
              <a:spcBef>
                <a:spcPct val="0"/>
              </a:spcBef>
              <a:spcAft>
                <a:spcPct val="0"/>
              </a:spcAft>
              <a:defRPr sz="2800" b="1" i="1">
                <a:latin typeface="Verdana" pitchFamily="34" charset="0"/>
              </a:defRPr>
            </a:lvl6pPr>
            <a:lvl7pPr marL="914400" algn="r" fontAlgn="base">
              <a:spcBef>
                <a:spcPct val="0"/>
              </a:spcBef>
              <a:spcAft>
                <a:spcPct val="0"/>
              </a:spcAft>
              <a:defRPr sz="2800" b="1" i="1">
                <a:latin typeface="Verdana" pitchFamily="34" charset="0"/>
              </a:defRPr>
            </a:lvl7pPr>
            <a:lvl8pPr marL="1371600" algn="r" fontAlgn="base">
              <a:spcBef>
                <a:spcPct val="0"/>
              </a:spcBef>
              <a:spcAft>
                <a:spcPct val="0"/>
              </a:spcAft>
              <a:defRPr sz="2800" b="1" i="1">
                <a:latin typeface="Verdana" pitchFamily="34" charset="0"/>
              </a:defRPr>
            </a:lvl8pPr>
            <a:lvl9pPr marL="1828800" algn="r" fontAlgn="base">
              <a:spcBef>
                <a:spcPct val="0"/>
              </a:spcBef>
              <a:spcAft>
                <a:spcPct val="0"/>
              </a:spcAft>
              <a:defRPr sz="2800" b="1" i="1">
                <a:latin typeface="Verdana" pitchFamily="34" charset="0"/>
              </a:defRPr>
            </a:lvl9pPr>
          </a:lstStyle>
          <a:p>
            <a:r>
              <a:rPr lang="es-ES_tradnl" dirty="0"/>
              <a:t>Método Simplex:</a:t>
            </a:r>
            <a:endParaRPr lang="es-AR" dirty="0"/>
          </a:p>
        </p:txBody>
      </p:sp>
      <p:sp>
        <p:nvSpPr>
          <p:cNvPr id="6" name="Forma libre: forma 5">
            <a:extLst>
              <a:ext uri="{FF2B5EF4-FFF2-40B4-BE49-F238E27FC236}">
                <a16:creationId xmlns:a16="http://schemas.microsoft.com/office/drawing/2014/main" id="{C5E9BE4D-8972-44BC-9C45-88C76951E719}"/>
              </a:ext>
            </a:extLst>
          </p:cNvPr>
          <p:cNvSpPr/>
          <p:nvPr/>
        </p:nvSpPr>
        <p:spPr>
          <a:xfrm>
            <a:off x="317499" y="1427752"/>
            <a:ext cx="3920759" cy="4876657"/>
          </a:xfrm>
          <a:custGeom>
            <a:avLst/>
            <a:gdLst>
              <a:gd name="connsiteX0" fmla="*/ 0 w 3920759"/>
              <a:gd name="connsiteY0" fmla="*/ 653473 h 4492519"/>
              <a:gd name="connsiteX1" fmla="*/ 653473 w 3920759"/>
              <a:gd name="connsiteY1" fmla="*/ 0 h 4492519"/>
              <a:gd name="connsiteX2" fmla="*/ 3267286 w 3920759"/>
              <a:gd name="connsiteY2" fmla="*/ 0 h 4492519"/>
              <a:gd name="connsiteX3" fmla="*/ 3920759 w 3920759"/>
              <a:gd name="connsiteY3" fmla="*/ 653473 h 4492519"/>
              <a:gd name="connsiteX4" fmla="*/ 3920759 w 3920759"/>
              <a:gd name="connsiteY4" fmla="*/ 3839046 h 4492519"/>
              <a:gd name="connsiteX5" fmla="*/ 3267286 w 3920759"/>
              <a:gd name="connsiteY5" fmla="*/ 4492519 h 4492519"/>
              <a:gd name="connsiteX6" fmla="*/ 653473 w 3920759"/>
              <a:gd name="connsiteY6" fmla="*/ 4492519 h 4492519"/>
              <a:gd name="connsiteX7" fmla="*/ 0 w 3920759"/>
              <a:gd name="connsiteY7" fmla="*/ 3839046 h 4492519"/>
              <a:gd name="connsiteX8" fmla="*/ 0 w 3920759"/>
              <a:gd name="connsiteY8" fmla="*/ 653473 h 4492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20759" h="4492519">
                <a:moveTo>
                  <a:pt x="0" y="653473"/>
                </a:moveTo>
                <a:cubicBezTo>
                  <a:pt x="0" y="292570"/>
                  <a:pt x="292570" y="0"/>
                  <a:pt x="653473" y="0"/>
                </a:cubicBezTo>
                <a:lnTo>
                  <a:pt x="3267286" y="0"/>
                </a:lnTo>
                <a:cubicBezTo>
                  <a:pt x="3628189" y="0"/>
                  <a:pt x="3920759" y="292570"/>
                  <a:pt x="3920759" y="653473"/>
                </a:cubicBezTo>
                <a:lnTo>
                  <a:pt x="3920759" y="3839046"/>
                </a:lnTo>
                <a:cubicBezTo>
                  <a:pt x="3920759" y="4199949"/>
                  <a:pt x="3628189" y="4492519"/>
                  <a:pt x="3267286" y="4492519"/>
                </a:cubicBezTo>
                <a:lnTo>
                  <a:pt x="653473" y="4492519"/>
                </a:lnTo>
                <a:cubicBezTo>
                  <a:pt x="292570" y="4492519"/>
                  <a:pt x="0" y="4199949"/>
                  <a:pt x="0" y="3839046"/>
                </a:cubicBezTo>
                <a:lnTo>
                  <a:pt x="0" y="65347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98076" tIns="244736" rIns="298076" bIns="244736" numCol="1" spcCol="1270" anchor="ctr" anchorCtr="0">
            <a:noAutofit/>
          </a:bodyPr>
          <a:lstStyle/>
          <a:p>
            <a:pPr marL="0" lvl="0" indent="0" algn="ctr" defTabSz="1244600">
              <a:lnSpc>
                <a:spcPct val="90000"/>
              </a:lnSpc>
              <a:spcBef>
                <a:spcPct val="0"/>
              </a:spcBef>
              <a:spcAft>
                <a:spcPct val="35000"/>
              </a:spcAft>
              <a:buNone/>
            </a:pPr>
            <a:r>
              <a:rPr lang="es-ES" sz="2800" kern="1200" dirty="0"/>
              <a:t>Es un algoritmo matemático  iterativo que permite ir mejorando la solución en cada vuelta. </a:t>
            </a:r>
          </a:p>
          <a:p>
            <a:pPr marL="0" lvl="0" indent="0" algn="ctr" defTabSz="1244600">
              <a:lnSpc>
                <a:spcPct val="90000"/>
              </a:lnSpc>
              <a:spcBef>
                <a:spcPct val="0"/>
              </a:spcBef>
              <a:spcAft>
                <a:spcPct val="35000"/>
              </a:spcAft>
              <a:buNone/>
            </a:pPr>
            <a:r>
              <a:rPr lang="es-ES" sz="2800" kern="1200" dirty="0"/>
              <a:t>El proceso concluye cuando no es posible seguir mejorando. </a:t>
            </a:r>
            <a:endParaRPr lang="es-PE" sz="2800" kern="1200" dirty="0"/>
          </a:p>
        </p:txBody>
      </p:sp>
      <p:sp>
        <p:nvSpPr>
          <p:cNvPr id="7" name="Forma libre: forma 6">
            <a:extLst>
              <a:ext uri="{FF2B5EF4-FFF2-40B4-BE49-F238E27FC236}">
                <a16:creationId xmlns:a16="http://schemas.microsoft.com/office/drawing/2014/main" id="{5CF7EFCA-C51F-4B19-A75E-809F1B1C62CA}"/>
              </a:ext>
            </a:extLst>
          </p:cNvPr>
          <p:cNvSpPr/>
          <p:nvPr/>
        </p:nvSpPr>
        <p:spPr>
          <a:xfrm>
            <a:off x="4238259" y="1416424"/>
            <a:ext cx="7584993" cy="2895829"/>
          </a:xfrm>
          <a:custGeom>
            <a:avLst/>
            <a:gdLst>
              <a:gd name="connsiteX0" fmla="*/ 604335 w 3625937"/>
              <a:gd name="connsiteY0" fmla="*/ 0 h 7584993"/>
              <a:gd name="connsiteX1" fmla="*/ 3021602 w 3625937"/>
              <a:gd name="connsiteY1" fmla="*/ 0 h 7584993"/>
              <a:gd name="connsiteX2" fmla="*/ 3625937 w 3625937"/>
              <a:gd name="connsiteY2" fmla="*/ 604335 h 7584993"/>
              <a:gd name="connsiteX3" fmla="*/ 3625937 w 3625937"/>
              <a:gd name="connsiteY3" fmla="*/ 7584993 h 7584993"/>
              <a:gd name="connsiteX4" fmla="*/ 3625937 w 3625937"/>
              <a:gd name="connsiteY4" fmla="*/ 7584993 h 7584993"/>
              <a:gd name="connsiteX5" fmla="*/ 0 w 3625937"/>
              <a:gd name="connsiteY5" fmla="*/ 7584993 h 7584993"/>
              <a:gd name="connsiteX6" fmla="*/ 0 w 3625937"/>
              <a:gd name="connsiteY6" fmla="*/ 7584993 h 7584993"/>
              <a:gd name="connsiteX7" fmla="*/ 0 w 3625937"/>
              <a:gd name="connsiteY7" fmla="*/ 604335 h 7584993"/>
              <a:gd name="connsiteX8" fmla="*/ 604335 w 3625937"/>
              <a:gd name="connsiteY8" fmla="*/ 0 h 7584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25937" h="7584993">
                <a:moveTo>
                  <a:pt x="3625937" y="1264192"/>
                </a:moveTo>
                <a:lnTo>
                  <a:pt x="3625937" y="6320801"/>
                </a:lnTo>
                <a:cubicBezTo>
                  <a:pt x="3625937" y="7018995"/>
                  <a:pt x="3496593" y="7584992"/>
                  <a:pt x="3337040" y="7584992"/>
                </a:cubicBezTo>
                <a:lnTo>
                  <a:pt x="0" y="7584992"/>
                </a:lnTo>
                <a:lnTo>
                  <a:pt x="0" y="7584992"/>
                </a:lnTo>
                <a:lnTo>
                  <a:pt x="0" y="1"/>
                </a:lnTo>
                <a:lnTo>
                  <a:pt x="0" y="1"/>
                </a:lnTo>
                <a:lnTo>
                  <a:pt x="3337040" y="1"/>
                </a:lnTo>
                <a:cubicBezTo>
                  <a:pt x="3496593" y="1"/>
                  <a:pt x="3625937" y="565998"/>
                  <a:pt x="3625937" y="1264192"/>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0" tIns="300829" rIns="424654" bIns="300829" numCol="1" spcCol="1270" anchor="ctr" anchorCtr="0">
            <a:noAutofit/>
          </a:bodyPr>
          <a:lstStyle/>
          <a:p>
            <a:pPr marL="180975" lvl="1" indent="-180975" algn="l" defTabSz="1244600">
              <a:spcBef>
                <a:spcPct val="0"/>
              </a:spcBef>
              <a:spcAft>
                <a:spcPct val="15000"/>
              </a:spcAft>
              <a:buFontTx/>
              <a:buNone/>
            </a:pPr>
            <a:endParaRPr lang="es-PE" sz="2800" kern="1200" dirty="0"/>
          </a:p>
        </p:txBody>
      </p:sp>
      <p:sp>
        <p:nvSpPr>
          <p:cNvPr id="2" name="Rectángulo 1">
            <a:extLst>
              <a:ext uri="{FF2B5EF4-FFF2-40B4-BE49-F238E27FC236}">
                <a16:creationId xmlns:a16="http://schemas.microsoft.com/office/drawing/2014/main" id="{E7856A67-4F78-4D79-A31E-138116B66E23}"/>
              </a:ext>
            </a:extLst>
          </p:cNvPr>
          <p:cNvSpPr/>
          <p:nvPr/>
        </p:nvSpPr>
        <p:spPr>
          <a:xfrm>
            <a:off x="4401670" y="4784042"/>
            <a:ext cx="7413812" cy="867930"/>
          </a:xfrm>
          <a:prstGeom prst="rect">
            <a:avLst/>
          </a:prstGeom>
        </p:spPr>
        <p:txBody>
          <a:bodyPr wrap="square">
            <a:spAutoFit/>
          </a:bodyPr>
          <a:lstStyle/>
          <a:p>
            <a:pPr marL="180975" lvl="1" indent="-180975" defTabSz="1244600">
              <a:lnSpc>
                <a:spcPct val="90000"/>
              </a:lnSpc>
              <a:spcBef>
                <a:spcPct val="0"/>
              </a:spcBef>
              <a:spcAft>
                <a:spcPct val="15000"/>
              </a:spcAft>
            </a:pPr>
            <a:r>
              <a:rPr lang="es-ES_tradnl" sz="2800" dirty="0"/>
              <a:t>3-Se busca el menor negativo y el menor positivo para seleccionar el número </a:t>
            </a:r>
            <a:r>
              <a:rPr lang="es-ES_tradnl" sz="2800" b="1" dirty="0">
                <a:solidFill>
                  <a:srgbClr val="FF0000"/>
                </a:solidFill>
              </a:rPr>
              <a:t>pivote</a:t>
            </a:r>
            <a:r>
              <a:rPr lang="es-ES_tradnl" sz="2800" dirty="0"/>
              <a:t>.</a:t>
            </a:r>
            <a:endParaRPr lang="es-PE" sz="2800" dirty="0"/>
          </a:p>
        </p:txBody>
      </p:sp>
      <p:sp>
        <p:nvSpPr>
          <p:cNvPr id="3" name="Rectángulo 2">
            <a:extLst>
              <a:ext uri="{FF2B5EF4-FFF2-40B4-BE49-F238E27FC236}">
                <a16:creationId xmlns:a16="http://schemas.microsoft.com/office/drawing/2014/main" id="{406684DE-7F05-4CE7-AA4C-3D54C40ECC43}"/>
              </a:ext>
            </a:extLst>
          </p:cNvPr>
          <p:cNvSpPr/>
          <p:nvPr/>
        </p:nvSpPr>
        <p:spPr>
          <a:xfrm>
            <a:off x="4374777" y="4398657"/>
            <a:ext cx="7440705" cy="480131"/>
          </a:xfrm>
          <a:prstGeom prst="rect">
            <a:avLst/>
          </a:prstGeom>
        </p:spPr>
        <p:txBody>
          <a:bodyPr wrap="square">
            <a:spAutoFit/>
          </a:bodyPr>
          <a:lstStyle/>
          <a:p>
            <a:pPr marL="180975" lvl="1" indent="-180975" defTabSz="1244600">
              <a:lnSpc>
                <a:spcPct val="90000"/>
              </a:lnSpc>
              <a:spcBef>
                <a:spcPct val="0"/>
              </a:spcBef>
              <a:spcAft>
                <a:spcPct val="15000"/>
              </a:spcAft>
            </a:pPr>
            <a:r>
              <a:rPr lang="es-ES_tradnl" sz="2800" dirty="0"/>
              <a:t>2-Se inicia la tabla simplex o matriz nueva.</a:t>
            </a:r>
            <a:endParaRPr lang="es-PE" dirty="0"/>
          </a:p>
        </p:txBody>
      </p:sp>
      <p:sp>
        <p:nvSpPr>
          <p:cNvPr id="5" name="Rectángulo 4">
            <a:extLst>
              <a:ext uri="{FF2B5EF4-FFF2-40B4-BE49-F238E27FC236}">
                <a16:creationId xmlns:a16="http://schemas.microsoft.com/office/drawing/2014/main" id="{96CD6341-C499-4C8F-B8FA-D7E3E57624B9}"/>
              </a:ext>
            </a:extLst>
          </p:cNvPr>
          <p:cNvSpPr/>
          <p:nvPr/>
        </p:nvSpPr>
        <p:spPr>
          <a:xfrm>
            <a:off x="4445297" y="1785634"/>
            <a:ext cx="7395882" cy="2613023"/>
          </a:xfrm>
          <a:prstGeom prst="rect">
            <a:avLst/>
          </a:prstGeom>
        </p:spPr>
        <p:txBody>
          <a:bodyPr wrap="square">
            <a:spAutoFit/>
          </a:bodyPr>
          <a:lstStyle/>
          <a:p>
            <a:pPr marL="180975" lvl="1" indent="-180975" defTabSz="1244600">
              <a:lnSpc>
                <a:spcPct val="90000"/>
              </a:lnSpc>
              <a:spcBef>
                <a:spcPct val="0"/>
              </a:spcBef>
              <a:spcAft>
                <a:spcPct val="15000"/>
              </a:spcAft>
            </a:pPr>
            <a:r>
              <a:rPr lang="es-ES_tradnl" sz="2800" dirty="0"/>
              <a:t>1-Se halla el SISTEMA ESTÁNDAR</a:t>
            </a:r>
          </a:p>
          <a:p>
            <a:pPr marL="180975" lvl="1" indent="-180975" defTabSz="1244600">
              <a:lnSpc>
                <a:spcPct val="90000"/>
              </a:lnSpc>
              <a:spcBef>
                <a:spcPct val="0"/>
              </a:spcBef>
              <a:spcAft>
                <a:spcPct val="15000"/>
              </a:spcAft>
            </a:pPr>
            <a:r>
              <a:rPr lang="es-ES_tradnl" sz="2800" dirty="0"/>
              <a:t>    i)  Completando la F.O. con las variables de holgura y las variables artificiales.</a:t>
            </a:r>
            <a:endParaRPr lang="es-PE" sz="2800" dirty="0"/>
          </a:p>
          <a:p>
            <a:pPr marL="180975" lvl="1" indent="-180975" defTabSz="1244600">
              <a:lnSpc>
                <a:spcPct val="90000"/>
              </a:lnSpc>
              <a:spcBef>
                <a:spcPct val="0"/>
              </a:spcBef>
              <a:spcAft>
                <a:spcPct val="15000"/>
              </a:spcAft>
            </a:pPr>
            <a:r>
              <a:rPr lang="es-ES_tradnl" sz="2800" dirty="0"/>
              <a:t>    </a:t>
            </a:r>
            <a:r>
              <a:rPr lang="es-ES_tradnl" sz="2800" dirty="0" err="1"/>
              <a:t>ii</a:t>
            </a:r>
            <a:r>
              <a:rPr lang="es-ES_tradnl" sz="2800" dirty="0"/>
              <a:t>) Convirtiendo las restricciones en igualdades,</a:t>
            </a:r>
          </a:p>
          <a:p>
            <a:pPr marL="180975" lvl="1" indent="-180975" defTabSz="1244600">
              <a:lnSpc>
                <a:spcPct val="90000"/>
              </a:lnSpc>
              <a:spcBef>
                <a:spcPct val="0"/>
              </a:spcBef>
              <a:spcAft>
                <a:spcPct val="15000"/>
              </a:spcAft>
            </a:pPr>
            <a:r>
              <a:rPr lang="es-ES_tradnl" sz="2800" dirty="0"/>
              <a:t>         </a:t>
            </a:r>
            <a:r>
              <a:rPr lang="es-ES_tradnl" sz="2800" dirty="0">
                <a:solidFill>
                  <a:srgbClr val="7030A0"/>
                </a:solidFill>
              </a:rPr>
              <a:t>restando las variables de HOLGURA y sumando  las variables ARTIFICIALES.</a:t>
            </a:r>
            <a:endParaRPr lang="es-PE" sz="2800" dirty="0">
              <a:solidFill>
                <a:srgbClr val="7030A0"/>
              </a:solidFill>
            </a:endParaRPr>
          </a:p>
        </p:txBody>
      </p:sp>
      <p:sp>
        <p:nvSpPr>
          <p:cNvPr id="9" name="Rectángulo 8">
            <a:extLst>
              <a:ext uri="{FF2B5EF4-FFF2-40B4-BE49-F238E27FC236}">
                <a16:creationId xmlns:a16="http://schemas.microsoft.com/office/drawing/2014/main" id="{7CEF9405-4105-4A4C-A889-2A2AE2A59BF9}"/>
              </a:ext>
            </a:extLst>
          </p:cNvPr>
          <p:cNvSpPr/>
          <p:nvPr/>
        </p:nvSpPr>
        <p:spPr>
          <a:xfrm>
            <a:off x="4383741" y="5531225"/>
            <a:ext cx="4138825" cy="480131"/>
          </a:xfrm>
          <a:prstGeom prst="rect">
            <a:avLst/>
          </a:prstGeom>
        </p:spPr>
        <p:txBody>
          <a:bodyPr wrap="none">
            <a:spAutoFit/>
          </a:bodyPr>
          <a:lstStyle/>
          <a:p>
            <a:pPr marL="180975" lvl="1" indent="-180975" defTabSz="1244600">
              <a:lnSpc>
                <a:spcPct val="90000"/>
              </a:lnSpc>
              <a:spcBef>
                <a:spcPct val="0"/>
              </a:spcBef>
              <a:spcAft>
                <a:spcPct val="15000"/>
              </a:spcAft>
            </a:pPr>
            <a:r>
              <a:rPr lang="es-ES_tradnl" sz="2800" dirty="0"/>
              <a:t>4-Se busca la matriz nueva.</a:t>
            </a:r>
            <a:endParaRPr lang="es-PE" sz="2800" dirty="0"/>
          </a:p>
        </p:txBody>
      </p:sp>
      <p:sp>
        <p:nvSpPr>
          <p:cNvPr id="10" name="Rectángulo 9">
            <a:extLst>
              <a:ext uri="{FF2B5EF4-FFF2-40B4-BE49-F238E27FC236}">
                <a16:creationId xmlns:a16="http://schemas.microsoft.com/office/drawing/2014/main" id="{D5C8E215-F02B-4EC7-92EE-4C9676A6E0A9}"/>
              </a:ext>
            </a:extLst>
          </p:cNvPr>
          <p:cNvSpPr/>
          <p:nvPr/>
        </p:nvSpPr>
        <p:spPr>
          <a:xfrm>
            <a:off x="5715000" y="1416424"/>
            <a:ext cx="5244699" cy="480131"/>
          </a:xfrm>
          <a:prstGeom prst="rect">
            <a:avLst/>
          </a:prstGeom>
        </p:spPr>
        <p:txBody>
          <a:bodyPr wrap="square">
            <a:spAutoFit/>
          </a:bodyPr>
          <a:lstStyle/>
          <a:p>
            <a:pPr marL="180975" lvl="1" indent="-180975" defTabSz="1244600">
              <a:lnSpc>
                <a:spcPct val="90000"/>
              </a:lnSpc>
              <a:spcBef>
                <a:spcPct val="0"/>
              </a:spcBef>
              <a:spcAft>
                <a:spcPct val="15000"/>
              </a:spcAft>
            </a:pPr>
            <a:r>
              <a:rPr lang="es-ES" sz="2800" dirty="0">
                <a:solidFill>
                  <a:srgbClr val="FF0000"/>
                </a:solidFill>
              </a:rPr>
              <a:t>PROCEDIMIENTO MINIMIZAR:</a:t>
            </a:r>
            <a:endParaRPr lang="es-PE" sz="2800" dirty="0">
              <a:solidFill>
                <a:srgbClr val="FF0000"/>
              </a:solidFill>
            </a:endParaRPr>
          </a:p>
        </p:txBody>
      </p:sp>
    </p:spTree>
    <p:extLst>
      <p:ext uri="{BB962C8B-B14F-4D97-AF65-F5344CB8AC3E}">
        <p14:creationId xmlns:p14="http://schemas.microsoft.com/office/powerpoint/2010/main" val="2178893838"/>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P spid="2" grpId="0"/>
      <p:bldP spid="3" grpId="0"/>
      <p:bldP spid="5" grpId="0"/>
      <p:bldP spid="9"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2">
            <a:extLst>
              <a:ext uri="{FF2B5EF4-FFF2-40B4-BE49-F238E27FC236}">
                <a16:creationId xmlns:a16="http://schemas.microsoft.com/office/drawing/2014/main" id="{365D2EA3-3F63-40E3-A3F6-DCCD82B61179}"/>
              </a:ext>
            </a:extLst>
          </p:cNvPr>
          <p:cNvGraphicFramePr>
            <a:graphicFrameLocks noGrp="1"/>
          </p:cNvGraphicFramePr>
          <p:nvPr/>
        </p:nvGraphicFramePr>
        <p:xfrm>
          <a:off x="282515" y="1277620"/>
          <a:ext cx="4494202" cy="3108960"/>
        </p:xfrm>
        <a:graphic>
          <a:graphicData uri="http://schemas.openxmlformats.org/drawingml/2006/table">
            <a:tbl>
              <a:tblPr firstRow="1" bandRow="1">
                <a:tableStyleId>{5C22544A-7EE6-4342-B048-85BDC9FD1C3A}</a:tableStyleId>
              </a:tblPr>
              <a:tblGrid>
                <a:gridCol w="4494202">
                  <a:extLst>
                    <a:ext uri="{9D8B030D-6E8A-4147-A177-3AD203B41FA5}">
                      <a16:colId xmlns:a16="http://schemas.microsoft.com/office/drawing/2014/main" val="2922858300"/>
                    </a:ext>
                  </a:extLst>
                </a:gridCol>
              </a:tblGrid>
              <a:tr h="200635">
                <a:tc>
                  <a:txBody>
                    <a:bodyPr/>
                    <a:lstStyle/>
                    <a:p>
                      <a:pPr algn="ctr"/>
                      <a:r>
                        <a:rPr lang="es-ES" sz="3200" b="1" dirty="0"/>
                        <a:t>MODELO MATEMÁTICO</a:t>
                      </a:r>
                      <a:endParaRPr lang="es-PE" sz="3200" b="1" dirty="0"/>
                    </a:p>
                  </a:txBody>
                  <a:tcPr/>
                </a:tc>
                <a:extLst>
                  <a:ext uri="{0D108BD9-81ED-4DB2-BD59-A6C34878D82A}">
                    <a16:rowId xmlns:a16="http://schemas.microsoft.com/office/drawing/2014/main" val="1447742525"/>
                  </a:ext>
                </a:extLst>
              </a:tr>
              <a:tr h="1841721">
                <a:tc>
                  <a:txBody>
                    <a:bodyPr/>
                    <a:lstStyle/>
                    <a:p>
                      <a:r>
                        <a:rPr lang="es-PE" sz="3200" b="1" kern="1200" dirty="0">
                          <a:solidFill>
                            <a:schemeClr val="dk1"/>
                          </a:solidFill>
                          <a:effectLst/>
                          <a:latin typeface="+mn-lt"/>
                          <a:ea typeface="+mn-ea"/>
                          <a:cs typeface="+mn-cs"/>
                        </a:rPr>
                        <a:t>MIN Z = </a:t>
                      </a:r>
                      <a:r>
                        <a:rPr lang="es-PE" sz="3200" b="1" kern="1200" dirty="0" err="1">
                          <a:solidFill>
                            <a:schemeClr val="dk1"/>
                          </a:solidFill>
                          <a:effectLst/>
                          <a:latin typeface="+mn-lt"/>
                          <a:ea typeface="+mn-ea"/>
                          <a:cs typeface="+mn-cs"/>
                        </a:rPr>
                        <a:t>3X</a:t>
                      </a:r>
                      <a:r>
                        <a:rPr lang="es-PE" sz="3200" b="1" kern="1200" baseline="-25000" dirty="0" err="1">
                          <a:solidFill>
                            <a:schemeClr val="dk1"/>
                          </a:solidFill>
                          <a:effectLst/>
                          <a:latin typeface="+mn-lt"/>
                          <a:ea typeface="+mn-ea"/>
                          <a:cs typeface="+mn-cs"/>
                        </a:rPr>
                        <a:t>1</a:t>
                      </a:r>
                      <a:r>
                        <a:rPr lang="es-PE" sz="3200" b="1" kern="1200" dirty="0">
                          <a:solidFill>
                            <a:schemeClr val="dk1"/>
                          </a:solidFill>
                          <a:effectLst/>
                          <a:latin typeface="+mn-lt"/>
                          <a:ea typeface="+mn-ea"/>
                          <a:cs typeface="+mn-cs"/>
                        </a:rPr>
                        <a:t> + </a:t>
                      </a:r>
                      <a:r>
                        <a:rPr lang="es-PE" sz="3200" b="1" kern="1200" dirty="0" err="1">
                          <a:solidFill>
                            <a:schemeClr val="dk1"/>
                          </a:solidFill>
                          <a:effectLst/>
                          <a:latin typeface="+mn-lt"/>
                          <a:ea typeface="+mn-ea"/>
                          <a:cs typeface="+mn-cs"/>
                        </a:rPr>
                        <a:t>8X</a:t>
                      </a:r>
                      <a:r>
                        <a:rPr lang="es-PE" sz="3200" b="1" kern="1200" baseline="-25000" dirty="0" err="1">
                          <a:solidFill>
                            <a:schemeClr val="dk1"/>
                          </a:solidFill>
                          <a:effectLst/>
                          <a:latin typeface="+mn-lt"/>
                          <a:ea typeface="+mn-ea"/>
                          <a:cs typeface="+mn-cs"/>
                        </a:rPr>
                        <a:t>2</a:t>
                      </a:r>
                      <a:endParaRPr lang="es-PE" sz="3200" b="1" kern="1200" baseline="-25000" dirty="0">
                        <a:solidFill>
                          <a:schemeClr val="dk1"/>
                        </a:solidFill>
                        <a:effectLst/>
                        <a:latin typeface="+mn-lt"/>
                        <a:ea typeface="+mn-ea"/>
                        <a:cs typeface="+mn-cs"/>
                      </a:endParaRPr>
                    </a:p>
                    <a:p>
                      <a:pPr marL="0" algn="l" defTabSz="914400" rtl="0" eaLnBrk="1" latinLnBrk="0" hangingPunct="1"/>
                      <a:r>
                        <a:rPr lang="en-US" sz="3200" b="1" kern="1200" dirty="0" err="1">
                          <a:solidFill>
                            <a:srgbClr val="FF0000"/>
                          </a:solidFill>
                          <a:effectLst/>
                          <a:latin typeface="+mn-lt"/>
                          <a:ea typeface="+mn-ea"/>
                          <a:cs typeface="+mn-cs"/>
                        </a:rPr>
                        <a:t>Sujeto</a:t>
                      </a:r>
                      <a:r>
                        <a:rPr lang="en-US" sz="3200" b="1" kern="1200" dirty="0">
                          <a:solidFill>
                            <a:srgbClr val="FF0000"/>
                          </a:solidFill>
                          <a:effectLst/>
                          <a:latin typeface="+mn-lt"/>
                          <a:ea typeface="+mn-ea"/>
                          <a:cs typeface="+mn-cs"/>
                        </a:rPr>
                        <a:t> a</a:t>
                      </a:r>
                      <a:endParaRPr lang="es-PE" sz="3200" b="1" kern="1200" dirty="0">
                        <a:solidFill>
                          <a:srgbClr val="FF0000"/>
                        </a:solidFill>
                        <a:effectLst/>
                        <a:latin typeface="+mn-lt"/>
                        <a:ea typeface="+mn-ea"/>
                        <a:cs typeface="+mn-cs"/>
                      </a:endParaRPr>
                    </a:p>
                    <a:p>
                      <a:r>
                        <a:rPr lang="en-US" sz="3200" b="1" kern="1200" dirty="0" err="1">
                          <a:solidFill>
                            <a:schemeClr val="dk1"/>
                          </a:solidFill>
                          <a:effectLst/>
                          <a:latin typeface="+mn-lt"/>
                          <a:ea typeface="+mn-ea"/>
                          <a:cs typeface="+mn-cs"/>
                        </a:rPr>
                        <a:t>X</a:t>
                      </a:r>
                      <a:r>
                        <a:rPr lang="en-US" sz="3200" b="1" kern="1200" baseline="-25000" dirty="0" err="1">
                          <a:solidFill>
                            <a:schemeClr val="dk1"/>
                          </a:solidFill>
                          <a:effectLst/>
                          <a:latin typeface="+mn-lt"/>
                          <a:ea typeface="+mn-ea"/>
                          <a:cs typeface="+mn-cs"/>
                        </a:rPr>
                        <a:t>1</a:t>
                      </a:r>
                      <a:r>
                        <a:rPr lang="en-US" sz="3200" b="1" kern="1200" dirty="0">
                          <a:solidFill>
                            <a:schemeClr val="dk1"/>
                          </a:solidFill>
                          <a:effectLst/>
                          <a:latin typeface="+mn-lt"/>
                          <a:ea typeface="+mn-ea"/>
                          <a:cs typeface="+mn-cs"/>
                        </a:rPr>
                        <a:t> + </a:t>
                      </a:r>
                      <a:r>
                        <a:rPr lang="en-US" sz="3200" b="1" kern="1200" dirty="0" err="1">
                          <a:solidFill>
                            <a:schemeClr val="dk1"/>
                          </a:solidFill>
                          <a:effectLst/>
                          <a:latin typeface="+mn-lt"/>
                          <a:ea typeface="+mn-ea"/>
                          <a:cs typeface="+mn-cs"/>
                        </a:rPr>
                        <a:t>4X</a:t>
                      </a:r>
                      <a:r>
                        <a:rPr lang="en-US" sz="3200" b="1" kern="1200" baseline="-25000" dirty="0" err="1">
                          <a:solidFill>
                            <a:schemeClr val="dk1"/>
                          </a:solidFill>
                          <a:effectLst/>
                          <a:latin typeface="+mn-lt"/>
                          <a:ea typeface="+mn-ea"/>
                          <a:cs typeface="+mn-cs"/>
                        </a:rPr>
                        <a:t>2</a:t>
                      </a:r>
                      <a:r>
                        <a:rPr lang="en-US" sz="3200" b="1" kern="1200" dirty="0">
                          <a:solidFill>
                            <a:schemeClr val="dk1"/>
                          </a:solidFill>
                          <a:effectLst/>
                          <a:latin typeface="+mn-lt"/>
                          <a:ea typeface="+mn-ea"/>
                          <a:cs typeface="+mn-cs"/>
                        </a:rPr>
                        <a:t> &gt;= 3.5</a:t>
                      </a:r>
                      <a:endParaRPr lang="es-PE" sz="3200" b="1" kern="1200" dirty="0">
                        <a:solidFill>
                          <a:schemeClr val="dk1"/>
                        </a:solidFill>
                        <a:effectLst/>
                        <a:latin typeface="+mn-lt"/>
                        <a:ea typeface="+mn-ea"/>
                        <a:cs typeface="+mn-cs"/>
                      </a:endParaRPr>
                    </a:p>
                    <a:p>
                      <a:r>
                        <a:rPr lang="en-US" sz="3200" b="1" kern="1200" dirty="0" err="1">
                          <a:solidFill>
                            <a:schemeClr val="dk1"/>
                          </a:solidFill>
                          <a:effectLst/>
                          <a:latin typeface="+mn-lt"/>
                          <a:ea typeface="+mn-ea"/>
                          <a:cs typeface="+mn-cs"/>
                        </a:rPr>
                        <a:t>X</a:t>
                      </a:r>
                      <a:r>
                        <a:rPr lang="en-US" sz="3200" b="1" kern="1200" baseline="-25000" dirty="0" err="1">
                          <a:solidFill>
                            <a:schemeClr val="dk1"/>
                          </a:solidFill>
                          <a:effectLst/>
                          <a:latin typeface="+mn-lt"/>
                          <a:ea typeface="+mn-ea"/>
                          <a:cs typeface="+mn-cs"/>
                        </a:rPr>
                        <a:t>1</a:t>
                      </a:r>
                      <a:r>
                        <a:rPr lang="en-US" sz="3200" b="1" kern="1200" dirty="0">
                          <a:solidFill>
                            <a:schemeClr val="dk1"/>
                          </a:solidFill>
                          <a:effectLst/>
                          <a:latin typeface="+mn-lt"/>
                          <a:ea typeface="+mn-ea"/>
                          <a:cs typeface="+mn-cs"/>
                        </a:rPr>
                        <a:t> + </a:t>
                      </a:r>
                      <a:r>
                        <a:rPr lang="en-US" sz="3200" b="1" kern="1200" dirty="0" err="1">
                          <a:solidFill>
                            <a:schemeClr val="dk1"/>
                          </a:solidFill>
                          <a:effectLst/>
                          <a:latin typeface="+mn-lt"/>
                          <a:ea typeface="+mn-ea"/>
                          <a:cs typeface="+mn-cs"/>
                        </a:rPr>
                        <a:t>2X</a:t>
                      </a:r>
                      <a:r>
                        <a:rPr lang="en-US" sz="3200" b="1" kern="1200" baseline="-25000" dirty="0" err="1">
                          <a:solidFill>
                            <a:schemeClr val="dk1"/>
                          </a:solidFill>
                          <a:effectLst/>
                          <a:latin typeface="+mn-lt"/>
                          <a:ea typeface="+mn-ea"/>
                          <a:cs typeface="+mn-cs"/>
                        </a:rPr>
                        <a:t>2</a:t>
                      </a:r>
                      <a:r>
                        <a:rPr lang="en-US" sz="3200" b="1" kern="1200" dirty="0">
                          <a:solidFill>
                            <a:schemeClr val="dk1"/>
                          </a:solidFill>
                          <a:effectLst/>
                          <a:latin typeface="+mn-lt"/>
                          <a:ea typeface="+mn-ea"/>
                          <a:cs typeface="+mn-cs"/>
                        </a:rPr>
                        <a:t> &gt;= 2.5</a:t>
                      </a:r>
                      <a:endParaRPr lang="es-PE" sz="3200" b="1" kern="1200" dirty="0">
                        <a:solidFill>
                          <a:schemeClr val="dk1"/>
                        </a:solidFill>
                        <a:effectLst/>
                        <a:latin typeface="+mn-lt"/>
                        <a:ea typeface="+mn-ea"/>
                        <a:cs typeface="+mn-cs"/>
                      </a:endParaRPr>
                    </a:p>
                    <a:p>
                      <a:r>
                        <a:rPr lang="en-US" sz="3200" b="1" kern="1200" dirty="0">
                          <a:solidFill>
                            <a:schemeClr val="dk1"/>
                          </a:solidFill>
                          <a:effectLst/>
                          <a:latin typeface="+mn-lt"/>
                          <a:ea typeface="+mn-ea"/>
                          <a:cs typeface="+mn-cs"/>
                        </a:rPr>
                        <a:t>    </a:t>
                      </a:r>
                      <a:r>
                        <a:rPr lang="en-US" sz="3200" b="1" kern="1200" dirty="0" err="1">
                          <a:solidFill>
                            <a:schemeClr val="dk1"/>
                          </a:solidFill>
                          <a:effectLst/>
                          <a:latin typeface="+mn-lt"/>
                          <a:ea typeface="+mn-ea"/>
                          <a:cs typeface="+mn-cs"/>
                        </a:rPr>
                        <a:t>X</a:t>
                      </a:r>
                      <a:r>
                        <a:rPr lang="en-US" sz="3200" b="1" kern="1200" baseline="-25000" dirty="0" err="1">
                          <a:solidFill>
                            <a:schemeClr val="dk1"/>
                          </a:solidFill>
                          <a:effectLst/>
                          <a:latin typeface="+mn-lt"/>
                          <a:ea typeface="+mn-ea"/>
                          <a:cs typeface="+mn-cs"/>
                        </a:rPr>
                        <a:t>1</a:t>
                      </a:r>
                      <a:r>
                        <a:rPr lang="en-US" sz="3200" b="1" kern="1200" dirty="0">
                          <a:solidFill>
                            <a:schemeClr val="dk1"/>
                          </a:solidFill>
                          <a:effectLst/>
                          <a:latin typeface="+mn-lt"/>
                          <a:ea typeface="+mn-ea"/>
                          <a:cs typeface="+mn-cs"/>
                        </a:rPr>
                        <a:t>, </a:t>
                      </a:r>
                      <a:r>
                        <a:rPr lang="en-US" sz="3200" b="1" kern="1200" dirty="0" err="1">
                          <a:solidFill>
                            <a:schemeClr val="dk1"/>
                          </a:solidFill>
                          <a:effectLst/>
                          <a:latin typeface="+mn-lt"/>
                          <a:ea typeface="+mn-ea"/>
                          <a:cs typeface="+mn-cs"/>
                        </a:rPr>
                        <a:t>X</a:t>
                      </a:r>
                      <a:r>
                        <a:rPr lang="en-US" sz="3200" b="1" kern="1200" baseline="-25000" dirty="0" err="1">
                          <a:solidFill>
                            <a:schemeClr val="dk1"/>
                          </a:solidFill>
                          <a:effectLst/>
                          <a:latin typeface="+mn-lt"/>
                          <a:ea typeface="+mn-ea"/>
                          <a:cs typeface="+mn-cs"/>
                        </a:rPr>
                        <a:t>2</a:t>
                      </a:r>
                      <a:r>
                        <a:rPr lang="en-US" sz="3200" b="1" kern="1200" dirty="0">
                          <a:solidFill>
                            <a:schemeClr val="dk1"/>
                          </a:solidFill>
                          <a:effectLst/>
                          <a:latin typeface="+mn-lt"/>
                          <a:ea typeface="+mn-ea"/>
                          <a:cs typeface="+mn-cs"/>
                        </a:rPr>
                        <a:t> &gt;= 0</a:t>
                      </a:r>
                      <a:endParaRPr lang="es-PE" sz="3200" b="1" kern="1200" dirty="0">
                        <a:solidFill>
                          <a:schemeClr val="dk1"/>
                        </a:solidFill>
                        <a:effectLst/>
                        <a:latin typeface="+mn-lt"/>
                        <a:ea typeface="+mn-ea"/>
                        <a:cs typeface="+mn-cs"/>
                      </a:endParaRPr>
                    </a:p>
                  </a:txBody>
                  <a:tcPr/>
                </a:tc>
                <a:extLst>
                  <a:ext uri="{0D108BD9-81ED-4DB2-BD59-A6C34878D82A}">
                    <a16:rowId xmlns:a16="http://schemas.microsoft.com/office/drawing/2014/main" val="1224961864"/>
                  </a:ext>
                </a:extLst>
              </a:tr>
            </a:tbl>
          </a:graphicData>
        </a:graphic>
      </p:graphicFrame>
      <p:sp>
        <p:nvSpPr>
          <p:cNvPr id="3" name="Rectángulo 2">
            <a:extLst>
              <a:ext uri="{FF2B5EF4-FFF2-40B4-BE49-F238E27FC236}">
                <a16:creationId xmlns:a16="http://schemas.microsoft.com/office/drawing/2014/main" id="{31126FEC-DD5C-4F93-BFF5-597886ED47A5}"/>
              </a:ext>
            </a:extLst>
          </p:cNvPr>
          <p:cNvSpPr/>
          <p:nvPr/>
        </p:nvSpPr>
        <p:spPr>
          <a:xfrm>
            <a:off x="6632812" y="4898951"/>
            <a:ext cx="5559187" cy="1815882"/>
          </a:xfrm>
          <a:prstGeom prst="rect">
            <a:avLst/>
          </a:prstGeom>
          <a:solidFill>
            <a:schemeClr val="accent3">
              <a:lumMod val="60000"/>
              <a:lumOff val="40000"/>
            </a:schemeClr>
          </a:solidFill>
        </p:spPr>
        <p:txBody>
          <a:bodyPr wrap="square">
            <a:spAutoFit/>
          </a:bodyPr>
          <a:lstStyle/>
          <a:p>
            <a:r>
              <a:rPr lang="en-US" sz="2800" dirty="0"/>
              <a:t> 1)      8.500000</a:t>
            </a:r>
          </a:p>
          <a:p>
            <a:r>
              <a:rPr lang="en-US" sz="2800" dirty="0"/>
              <a:t>  VARIABLE   VALUE   REDUCED COST</a:t>
            </a:r>
          </a:p>
          <a:p>
            <a:r>
              <a:rPr lang="en-US" sz="2800" dirty="0"/>
              <a:t>        X1         1.500          0.000000</a:t>
            </a:r>
          </a:p>
          <a:p>
            <a:r>
              <a:rPr lang="en-US" sz="2800" dirty="0"/>
              <a:t>        X2         0.500          0.000000</a:t>
            </a:r>
            <a:endParaRPr lang="es-PE" sz="2800" dirty="0"/>
          </a:p>
        </p:txBody>
      </p:sp>
      <p:sp>
        <p:nvSpPr>
          <p:cNvPr id="4" name="Rectángulo 3">
            <a:extLst>
              <a:ext uri="{FF2B5EF4-FFF2-40B4-BE49-F238E27FC236}">
                <a16:creationId xmlns:a16="http://schemas.microsoft.com/office/drawing/2014/main" id="{724CBA8A-43A5-482E-8C4D-B7A41E35EA9C}"/>
              </a:ext>
            </a:extLst>
          </p:cNvPr>
          <p:cNvSpPr/>
          <p:nvPr/>
        </p:nvSpPr>
        <p:spPr>
          <a:xfrm>
            <a:off x="6632812" y="2570698"/>
            <a:ext cx="3326921" cy="1815882"/>
          </a:xfrm>
          <a:prstGeom prst="rect">
            <a:avLst/>
          </a:prstGeom>
          <a:solidFill>
            <a:srgbClr val="FFFF00"/>
          </a:solidFill>
        </p:spPr>
        <p:txBody>
          <a:bodyPr wrap="square">
            <a:spAutoFit/>
          </a:bodyPr>
          <a:lstStyle/>
          <a:p>
            <a:r>
              <a:rPr lang="es-PE" sz="2800" b="1" dirty="0">
                <a:solidFill>
                  <a:schemeClr val="dk1"/>
                </a:solidFill>
              </a:rPr>
              <a:t>MIN  </a:t>
            </a:r>
            <a:r>
              <a:rPr lang="es-PE" sz="2800" b="1" dirty="0" err="1">
                <a:solidFill>
                  <a:schemeClr val="dk1"/>
                </a:solidFill>
              </a:rPr>
              <a:t>3X1</a:t>
            </a:r>
            <a:r>
              <a:rPr lang="es-PE" sz="2800" b="1" dirty="0">
                <a:solidFill>
                  <a:schemeClr val="dk1"/>
                </a:solidFill>
              </a:rPr>
              <a:t> + </a:t>
            </a:r>
            <a:r>
              <a:rPr lang="es-PE" sz="2800" b="1" dirty="0" err="1">
                <a:solidFill>
                  <a:schemeClr val="dk1"/>
                </a:solidFill>
              </a:rPr>
              <a:t>8X2</a:t>
            </a:r>
            <a:endParaRPr lang="es-PE" sz="2800" b="1" dirty="0">
              <a:solidFill>
                <a:schemeClr val="dk1"/>
              </a:solidFill>
            </a:endParaRPr>
          </a:p>
          <a:p>
            <a:r>
              <a:rPr lang="en-US" sz="2800" b="1" dirty="0">
                <a:solidFill>
                  <a:schemeClr val="dk1"/>
                </a:solidFill>
              </a:rPr>
              <a:t>ST</a:t>
            </a:r>
            <a:endParaRPr lang="es-PE" sz="2800" b="1" dirty="0">
              <a:solidFill>
                <a:schemeClr val="dk1"/>
              </a:solidFill>
            </a:endParaRPr>
          </a:p>
          <a:p>
            <a:r>
              <a:rPr lang="en-US" sz="2800" b="1" dirty="0" err="1">
                <a:solidFill>
                  <a:schemeClr val="dk1"/>
                </a:solidFill>
              </a:rPr>
              <a:t>X1</a:t>
            </a:r>
            <a:r>
              <a:rPr lang="en-US" sz="2800" b="1" dirty="0">
                <a:solidFill>
                  <a:schemeClr val="dk1"/>
                </a:solidFill>
              </a:rPr>
              <a:t> + </a:t>
            </a:r>
            <a:r>
              <a:rPr lang="en-US" sz="2800" b="1" dirty="0" err="1">
                <a:solidFill>
                  <a:schemeClr val="dk1"/>
                </a:solidFill>
              </a:rPr>
              <a:t>4X2</a:t>
            </a:r>
            <a:r>
              <a:rPr lang="en-US" sz="2800" b="1" dirty="0">
                <a:solidFill>
                  <a:schemeClr val="dk1"/>
                </a:solidFill>
              </a:rPr>
              <a:t> &gt;= 3.5</a:t>
            </a:r>
            <a:endParaRPr lang="es-PE" sz="2800" b="1" dirty="0">
              <a:solidFill>
                <a:schemeClr val="dk1"/>
              </a:solidFill>
            </a:endParaRPr>
          </a:p>
          <a:p>
            <a:r>
              <a:rPr lang="en-US" sz="2800" b="1" dirty="0" err="1">
                <a:solidFill>
                  <a:schemeClr val="dk1"/>
                </a:solidFill>
              </a:rPr>
              <a:t>X1</a:t>
            </a:r>
            <a:r>
              <a:rPr lang="en-US" sz="2800" b="1" dirty="0">
                <a:solidFill>
                  <a:schemeClr val="dk1"/>
                </a:solidFill>
              </a:rPr>
              <a:t> + </a:t>
            </a:r>
            <a:r>
              <a:rPr lang="en-US" sz="2800" b="1" dirty="0" err="1">
                <a:solidFill>
                  <a:schemeClr val="dk1"/>
                </a:solidFill>
              </a:rPr>
              <a:t>2X2</a:t>
            </a:r>
            <a:r>
              <a:rPr lang="en-US" sz="2800" b="1" dirty="0">
                <a:solidFill>
                  <a:schemeClr val="dk1"/>
                </a:solidFill>
              </a:rPr>
              <a:t> &gt;= 2.5</a:t>
            </a:r>
            <a:endParaRPr lang="es-PE" sz="2800" b="1" dirty="0">
              <a:solidFill>
                <a:schemeClr val="dk1"/>
              </a:solidFill>
            </a:endParaRPr>
          </a:p>
        </p:txBody>
      </p:sp>
      <p:sp>
        <p:nvSpPr>
          <p:cNvPr id="7" name="1 CuadroTexto">
            <a:extLst>
              <a:ext uri="{FF2B5EF4-FFF2-40B4-BE49-F238E27FC236}">
                <a16:creationId xmlns:a16="http://schemas.microsoft.com/office/drawing/2014/main" id="{47A0D40B-8E8C-4908-A9B3-17ED32191908}"/>
              </a:ext>
            </a:extLst>
          </p:cNvPr>
          <p:cNvSpPr txBox="1"/>
          <p:nvPr/>
        </p:nvSpPr>
        <p:spPr>
          <a:xfrm>
            <a:off x="6096000" y="300489"/>
            <a:ext cx="6095999" cy="523220"/>
          </a:xfrm>
          <a:prstGeom prst="rect">
            <a:avLst/>
          </a:prstGeom>
          <a:noFill/>
        </p:spPr>
        <p:txBody>
          <a:bodyPr wrap="square" rtlCol="0">
            <a:spAutoFit/>
          </a:bodyPr>
          <a:lstStyle/>
          <a:p>
            <a:pPr algn="ctr"/>
            <a:r>
              <a:rPr lang="es-ES_tradnl" sz="2800" dirty="0">
                <a:solidFill>
                  <a:schemeClr val="bg1"/>
                </a:solidFill>
                <a:latin typeface="Comic Sans MS" pitchFamily="66" charset="0"/>
              </a:rPr>
              <a:t>Ejercicio 5</a:t>
            </a:r>
            <a:endParaRPr lang="es-AR" sz="2800" dirty="0">
              <a:solidFill>
                <a:schemeClr val="bg1"/>
              </a:solidFill>
              <a:latin typeface="Comic Sans MS" pitchFamily="66" charset="0"/>
            </a:endParaRPr>
          </a:p>
        </p:txBody>
      </p:sp>
      <p:pic>
        <p:nvPicPr>
          <p:cNvPr id="5" name="Picture 13" descr="http://www.siestaesporalgo.com/images/Respuesta.gif">
            <a:extLst>
              <a:ext uri="{FF2B5EF4-FFF2-40B4-BE49-F238E27FC236}">
                <a16:creationId xmlns:a16="http://schemas.microsoft.com/office/drawing/2014/main" id="{5748A402-C2E9-1090-B922-9EDBEA6F5A5F}"/>
              </a:ext>
            </a:extLst>
          </p:cNvPr>
          <p:cNvPicPr>
            <a:picLocks noChangeAspect="1" noChangeArrowheads="1"/>
          </p:cNvPicPr>
          <p:nvPr/>
        </p:nvPicPr>
        <p:blipFill>
          <a:blip r:embed="rId2" cstate="print"/>
          <a:srcRect/>
          <a:stretch>
            <a:fillRect/>
          </a:stretch>
        </p:blipFill>
        <p:spPr bwMode="auto">
          <a:xfrm>
            <a:off x="-1" y="4834794"/>
            <a:ext cx="1446663" cy="1815882"/>
          </a:xfrm>
          <a:prstGeom prst="rect">
            <a:avLst/>
          </a:prstGeom>
          <a:ln>
            <a:noFill/>
          </a:ln>
          <a:effectLst>
            <a:softEdge rad="112500"/>
          </a:effectLst>
        </p:spPr>
      </p:pic>
      <p:graphicFrame>
        <p:nvGraphicFramePr>
          <p:cNvPr id="6" name="Diagrama 5">
            <a:extLst>
              <a:ext uri="{FF2B5EF4-FFF2-40B4-BE49-F238E27FC236}">
                <a16:creationId xmlns:a16="http://schemas.microsoft.com/office/drawing/2014/main" id="{22A90ED8-7D4E-E3D5-6377-C4C792AAC48D}"/>
              </a:ext>
            </a:extLst>
          </p:cNvPr>
          <p:cNvGraphicFramePr/>
          <p:nvPr/>
        </p:nvGraphicFramePr>
        <p:xfrm>
          <a:off x="945457" y="4541446"/>
          <a:ext cx="5559186" cy="15261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59787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Graphic spid="6"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CuadroTexto">
            <a:extLst>
              <a:ext uri="{FF2B5EF4-FFF2-40B4-BE49-F238E27FC236}">
                <a16:creationId xmlns:a16="http://schemas.microsoft.com/office/drawing/2014/main" id="{47A0D40B-8E8C-4908-A9B3-17ED32191908}"/>
              </a:ext>
            </a:extLst>
          </p:cNvPr>
          <p:cNvSpPr txBox="1"/>
          <p:nvPr/>
        </p:nvSpPr>
        <p:spPr>
          <a:xfrm>
            <a:off x="6096000" y="300489"/>
            <a:ext cx="6095999" cy="523220"/>
          </a:xfrm>
          <a:prstGeom prst="rect">
            <a:avLst/>
          </a:prstGeom>
          <a:noFill/>
        </p:spPr>
        <p:txBody>
          <a:bodyPr wrap="square" rtlCol="0">
            <a:spAutoFit/>
          </a:bodyPr>
          <a:lstStyle/>
          <a:p>
            <a:pPr algn="ctr"/>
            <a:r>
              <a:rPr lang="es-ES_tradnl" sz="2800" dirty="0">
                <a:solidFill>
                  <a:schemeClr val="bg1"/>
                </a:solidFill>
                <a:latin typeface="Comic Sans MS" pitchFamily="66" charset="0"/>
              </a:rPr>
              <a:t>Ejercicio 5</a:t>
            </a:r>
            <a:endParaRPr lang="es-AR" sz="2800" dirty="0">
              <a:solidFill>
                <a:schemeClr val="bg1"/>
              </a:solidFill>
              <a:latin typeface="Comic Sans MS" pitchFamily="66" charset="0"/>
            </a:endParaRPr>
          </a:p>
        </p:txBody>
      </p:sp>
      <p:graphicFrame>
        <p:nvGraphicFramePr>
          <p:cNvPr id="8" name="Tabla 2">
            <a:extLst>
              <a:ext uri="{FF2B5EF4-FFF2-40B4-BE49-F238E27FC236}">
                <a16:creationId xmlns:a16="http://schemas.microsoft.com/office/drawing/2014/main" id="{9FAC2E1F-B858-484A-91D4-E5AEE88CAE77}"/>
              </a:ext>
            </a:extLst>
          </p:cNvPr>
          <p:cNvGraphicFramePr>
            <a:graphicFrameLocks noGrp="1"/>
          </p:cNvGraphicFramePr>
          <p:nvPr/>
        </p:nvGraphicFramePr>
        <p:xfrm>
          <a:off x="290497" y="3994866"/>
          <a:ext cx="5831334" cy="1836049"/>
        </p:xfrm>
        <a:graphic>
          <a:graphicData uri="http://schemas.openxmlformats.org/drawingml/2006/table">
            <a:tbl>
              <a:tblPr firstRow="1" bandRow="1">
                <a:tableStyleId>{5C22544A-7EE6-4342-B048-85BDC9FD1C3A}</a:tableStyleId>
              </a:tblPr>
              <a:tblGrid>
                <a:gridCol w="5831334">
                  <a:extLst>
                    <a:ext uri="{9D8B030D-6E8A-4147-A177-3AD203B41FA5}">
                      <a16:colId xmlns:a16="http://schemas.microsoft.com/office/drawing/2014/main" val="2922858300"/>
                    </a:ext>
                  </a:extLst>
                </a:gridCol>
              </a:tblGrid>
              <a:tr h="342294">
                <a:tc>
                  <a:txBody>
                    <a:bodyPr/>
                    <a:lstStyle/>
                    <a:p>
                      <a:pPr algn="ctr"/>
                      <a:r>
                        <a:rPr lang="es-ES" sz="2400" dirty="0"/>
                        <a:t>SISTEMA ESTÁNDAR</a:t>
                      </a:r>
                      <a:endParaRPr lang="es-PE" sz="2400" dirty="0"/>
                    </a:p>
                  </a:txBody>
                  <a:tcPr/>
                </a:tc>
                <a:extLst>
                  <a:ext uri="{0D108BD9-81ED-4DB2-BD59-A6C34878D82A}">
                    <a16:rowId xmlns:a16="http://schemas.microsoft.com/office/drawing/2014/main" val="1447742525"/>
                  </a:ext>
                </a:extLst>
              </a:tr>
              <a:tr h="1378849">
                <a:tc>
                  <a:txBody>
                    <a:bodyPr/>
                    <a:lstStyle/>
                    <a:p>
                      <a:r>
                        <a:rPr lang="en-US" sz="2400" kern="1200" dirty="0">
                          <a:solidFill>
                            <a:schemeClr val="dk1"/>
                          </a:solidFill>
                          <a:effectLst/>
                          <a:latin typeface="+mn-lt"/>
                          <a:ea typeface="+mn-ea"/>
                          <a:cs typeface="+mn-cs"/>
                        </a:rPr>
                        <a:t> Z= </a:t>
                      </a:r>
                      <a:r>
                        <a:rPr lang="en-US" sz="2400" kern="1200" dirty="0" err="1">
                          <a:solidFill>
                            <a:schemeClr val="dk1"/>
                          </a:solidFill>
                          <a:effectLst/>
                          <a:latin typeface="+mn-lt"/>
                          <a:ea typeface="+mn-ea"/>
                          <a:cs typeface="+mn-cs"/>
                        </a:rPr>
                        <a:t>3X</a:t>
                      </a:r>
                      <a:r>
                        <a:rPr lang="en-US" sz="2400" kern="1200" baseline="-25000" dirty="0" err="1">
                          <a:solidFill>
                            <a:schemeClr val="dk1"/>
                          </a:solidFill>
                          <a:effectLst/>
                          <a:latin typeface="+mn-lt"/>
                          <a:ea typeface="+mn-ea"/>
                          <a:cs typeface="+mn-cs"/>
                        </a:rPr>
                        <a:t>1</a:t>
                      </a:r>
                      <a:r>
                        <a:rPr lang="en-US" sz="2400" kern="1200" dirty="0">
                          <a:solidFill>
                            <a:schemeClr val="dk1"/>
                          </a:solidFill>
                          <a:effectLst/>
                          <a:latin typeface="+mn-lt"/>
                          <a:ea typeface="+mn-ea"/>
                          <a:cs typeface="+mn-cs"/>
                        </a:rPr>
                        <a:t> + </a:t>
                      </a:r>
                      <a:r>
                        <a:rPr lang="en-US" sz="2400" kern="1200" dirty="0" err="1">
                          <a:solidFill>
                            <a:schemeClr val="dk1"/>
                          </a:solidFill>
                          <a:effectLst/>
                          <a:latin typeface="+mn-lt"/>
                          <a:ea typeface="+mn-ea"/>
                          <a:cs typeface="+mn-cs"/>
                        </a:rPr>
                        <a:t>8X</a:t>
                      </a:r>
                      <a:r>
                        <a:rPr lang="en-US" sz="2400" kern="1200" baseline="-25000" dirty="0" err="1">
                          <a:solidFill>
                            <a:schemeClr val="dk1"/>
                          </a:solidFill>
                          <a:effectLst/>
                          <a:latin typeface="+mn-lt"/>
                          <a:ea typeface="+mn-ea"/>
                          <a:cs typeface="+mn-cs"/>
                        </a:rPr>
                        <a:t>2</a:t>
                      </a:r>
                      <a:r>
                        <a:rPr lang="en-US" sz="2400" kern="1200" dirty="0">
                          <a:solidFill>
                            <a:schemeClr val="dk1"/>
                          </a:solidFill>
                          <a:effectLst/>
                          <a:latin typeface="+mn-lt"/>
                          <a:ea typeface="+mn-ea"/>
                          <a:cs typeface="+mn-cs"/>
                        </a:rPr>
                        <a:t> + </a:t>
                      </a:r>
                      <a:r>
                        <a:rPr lang="en-US" sz="2400" kern="1200" dirty="0" err="1">
                          <a:solidFill>
                            <a:schemeClr val="dk1"/>
                          </a:solidFill>
                          <a:effectLst/>
                          <a:latin typeface="+mn-lt"/>
                          <a:ea typeface="+mn-ea"/>
                          <a:cs typeface="+mn-cs"/>
                        </a:rPr>
                        <a:t>0</a:t>
                      </a:r>
                      <a:r>
                        <a:rPr lang="en-US" sz="2400" kern="1200" dirty="0" err="1">
                          <a:solidFill>
                            <a:srgbClr val="FF0000"/>
                          </a:solidFill>
                          <a:effectLst/>
                          <a:latin typeface="+mn-lt"/>
                          <a:ea typeface="+mn-ea"/>
                          <a:cs typeface="+mn-cs"/>
                        </a:rPr>
                        <a:t>S</a:t>
                      </a:r>
                      <a:r>
                        <a:rPr lang="en-US" sz="2400" kern="1200" baseline="-25000" dirty="0" err="1">
                          <a:solidFill>
                            <a:srgbClr val="FF0000"/>
                          </a:solidFill>
                          <a:effectLst/>
                          <a:latin typeface="+mn-lt"/>
                          <a:ea typeface="+mn-ea"/>
                          <a:cs typeface="+mn-cs"/>
                        </a:rPr>
                        <a:t>3</a:t>
                      </a:r>
                      <a:r>
                        <a:rPr lang="en-US" sz="2400" kern="1200" dirty="0">
                          <a:solidFill>
                            <a:schemeClr val="dk1"/>
                          </a:solidFill>
                          <a:effectLst/>
                          <a:latin typeface="+mn-lt"/>
                          <a:ea typeface="+mn-ea"/>
                          <a:cs typeface="+mn-cs"/>
                        </a:rPr>
                        <a:t> + </a:t>
                      </a:r>
                      <a:r>
                        <a:rPr lang="en-US" sz="2400" kern="1200" dirty="0" err="1">
                          <a:solidFill>
                            <a:schemeClr val="dk1"/>
                          </a:solidFill>
                          <a:effectLst/>
                          <a:latin typeface="+mn-lt"/>
                          <a:ea typeface="+mn-ea"/>
                          <a:cs typeface="+mn-cs"/>
                        </a:rPr>
                        <a:t>M</a:t>
                      </a:r>
                      <a:r>
                        <a:rPr lang="en-US" sz="2400" kern="1200" dirty="0" err="1">
                          <a:solidFill>
                            <a:srgbClr val="7030A0"/>
                          </a:solidFill>
                          <a:effectLst/>
                          <a:latin typeface="+mn-lt"/>
                          <a:ea typeface="+mn-ea"/>
                          <a:cs typeface="+mn-cs"/>
                        </a:rPr>
                        <a:t>A</a:t>
                      </a:r>
                      <a:r>
                        <a:rPr lang="en-US" sz="2400" kern="1200" baseline="-25000" dirty="0" err="1">
                          <a:solidFill>
                            <a:srgbClr val="7030A0"/>
                          </a:solidFill>
                          <a:effectLst/>
                          <a:latin typeface="+mn-lt"/>
                          <a:ea typeface="+mn-ea"/>
                          <a:cs typeface="+mn-cs"/>
                        </a:rPr>
                        <a:t>4</a:t>
                      </a:r>
                      <a:r>
                        <a:rPr lang="en-US" sz="2400" kern="1200" dirty="0">
                          <a:solidFill>
                            <a:schemeClr val="dk1"/>
                          </a:solidFill>
                          <a:effectLst/>
                          <a:latin typeface="+mn-lt"/>
                          <a:ea typeface="+mn-ea"/>
                          <a:cs typeface="+mn-cs"/>
                        </a:rPr>
                        <a:t> + </a:t>
                      </a:r>
                      <a:r>
                        <a:rPr lang="en-US" sz="2400" kern="1200" dirty="0" err="1">
                          <a:solidFill>
                            <a:schemeClr val="dk1"/>
                          </a:solidFill>
                          <a:effectLst/>
                          <a:latin typeface="+mn-lt"/>
                          <a:ea typeface="+mn-ea"/>
                          <a:cs typeface="+mn-cs"/>
                        </a:rPr>
                        <a:t>0</a:t>
                      </a:r>
                      <a:r>
                        <a:rPr lang="en-US" sz="2400" kern="1200" dirty="0" err="1">
                          <a:solidFill>
                            <a:srgbClr val="FF0000"/>
                          </a:solidFill>
                          <a:effectLst/>
                          <a:latin typeface="+mn-lt"/>
                          <a:ea typeface="+mn-ea"/>
                          <a:cs typeface="+mn-cs"/>
                        </a:rPr>
                        <a:t>S</a:t>
                      </a:r>
                      <a:r>
                        <a:rPr lang="en-US" sz="2400" kern="1200" baseline="-25000" dirty="0" err="1">
                          <a:solidFill>
                            <a:srgbClr val="FF0000"/>
                          </a:solidFill>
                          <a:effectLst/>
                          <a:latin typeface="+mn-lt"/>
                          <a:ea typeface="+mn-ea"/>
                          <a:cs typeface="+mn-cs"/>
                        </a:rPr>
                        <a:t>5</a:t>
                      </a:r>
                      <a:r>
                        <a:rPr lang="en-US" sz="2400" kern="1200" dirty="0">
                          <a:solidFill>
                            <a:schemeClr val="dk1"/>
                          </a:solidFill>
                          <a:effectLst/>
                          <a:latin typeface="+mn-lt"/>
                          <a:ea typeface="+mn-ea"/>
                          <a:cs typeface="+mn-cs"/>
                        </a:rPr>
                        <a:t> + </a:t>
                      </a:r>
                      <a:r>
                        <a:rPr lang="en-US" sz="2400" kern="1200" dirty="0" err="1">
                          <a:solidFill>
                            <a:schemeClr val="dk1"/>
                          </a:solidFill>
                          <a:effectLst/>
                          <a:latin typeface="+mn-lt"/>
                          <a:ea typeface="+mn-ea"/>
                          <a:cs typeface="+mn-cs"/>
                        </a:rPr>
                        <a:t>M</a:t>
                      </a:r>
                      <a:r>
                        <a:rPr lang="en-US" sz="2400" kern="1200" dirty="0" err="1">
                          <a:solidFill>
                            <a:srgbClr val="7030A0"/>
                          </a:solidFill>
                          <a:effectLst/>
                          <a:latin typeface="+mn-lt"/>
                          <a:ea typeface="+mn-ea"/>
                          <a:cs typeface="+mn-cs"/>
                        </a:rPr>
                        <a:t>A</a:t>
                      </a:r>
                      <a:r>
                        <a:rPr lang="en-US" sz="2400" kern="1200" baseline="-25000" dirty="0" err="1">
                          <a:solidFill>
                            <a:srgbClr val="7030A0"/>
                          </a:solidFill>
                          <a:effectLst/>
                          <a:latin typeface="+mn-lt"/>
                          <a:ea typeface="+mn-ea"/>
                          <a:cs typeface="+mn-cs"/>
                        </a:rPr>
                        <a:t>6</a:t>
                      </a:r>
                      <a:endParaRPr lang="es-PE" sz="2400" kern="1200" baseline="-25000" dirty="0">
                        <a:solidFill>
                          <a:srgbClr val="7030A0"/>
                        </a:solidFill>
                        <a:effectLst/>
                        <a:latin typeface="+mn-lt"/>
                        <a:ea typeface="+mn-ea"/>
                        <a:cs typeface="+mn-cs"/>
                      </a:endParaRPr>
                    </a:p>
                    <a:p>
                      <a:r>
                        <a:rPr lang="en-US" sz="2400" kern="1200" dirty="0">
                          <a:solidFill>
                            <a:schemeClr val="dk1"/>
                          </a:solidFill>
                          <a:effectLst/>
                          <a:latin typeface="+mn-lt"/>
                          <a:ea typeface="+mn-ea"/>
                          <a:cs typeface="+mn-cs"/>
                        </a:rPr>
                        <a:t>        </a:t>
                      </a:r>
                      <a:r>
                        <a:rPr lang="en-US" sz="2400" kern="1200" dirty="0" err="1">
                          <a:solidFill>
                            <a:schemeClr val="dk1"/>
                          </a:solidFill>
                          <a:effectLst/>
                          <a:latin typeface="+mn-lt"/>
                          <a:ea typeface="+mn-ea"/>
                          <a:cs typeface="+mn-cs"/>
                        </a:rPr>
                        <a:t>X</a:t>
                      </a:r>
                      <a:r>
                        <a:rPr lang="en-US" sz="2400" kern="1200" baseline="-25000" dirty="0" err="1">
                          <a:solidFill>
                            <a:schemeClr val="dk1"/>
                          </a:solidFill>
                          <a:effectLst/>
                          <a:latin typeface="+mn-lt"/>
                          <a:ea typeface="+mn-ea"/>
                          <a:cs typeface="+mn-cs"/>
                        </a:rPr>
                        <a:t>1</a:t>
                      </a:r>
                      <a:r>
                        <a:rPr lang="en-US" sz="2400" kern="1200" dirty="0">
                          <a:solidFill>
                            <a:schemeClr val="dk1"/>
                          </a:solidFill>
                          <a:effectLst/>
                          <a:latin typeface="+mn-lt"/>
                          <a:ea typeface="+mn-ea"/>
                          <a:cs typeface="+mn-cs"/>
                        </a:rPr>
                        <a:t>  + </a:t>
                      </a:r>
                      <a:r>
                        <a:rPr lang="en-US" sz="2400" kern="1200" dirty="0" err="1">
                          <a:solidFill>
                            <a:schemeClr val="dk1"/>
                          </a:solidFill>
                          <a:effectLst/>
                          <a:latin typeface="+mn-lt"/>
                          <a:ea typeface="+mn-ea"/>
                          <a:cs typeface="+mn-cs"/>
                        </a:rPr>
                        <a:t>4X</a:t>
                      </a:r>
                      <a:r>
                        <a:rPr lang="en-US" sz="2400" kern="1200" baseline="-25000" dirty="0" err="1">
                          <a:solidFill>
                            <a:schemeClr val="dk1"/>
                          </a:solidFill>
                          <a:effectLst/>
                          <a:latin typeface="+mn-lt"/>
                          <a:ea typeface="+mn-ea"/>
                          <a:cs typeface="+mn-cs"/>
                        </a:rPr>
                        <a:t>2</a:t>
                      </a:r>
                      <a:r>
                        <a:rPr lang="en-US" sz="2400" kern="1200" dirty="0">
                          <a:solidFill>
                            <a:schemeClr val="dk1"/>
                          </a:solidFill>
                          <a:effectLst/>
                          <a:latin typeface="+mn-lt"/>
                          <a:ea typeface="+mn-ea"/>
                          <a:cs typeface="+mn-cs"/>
                        </a:rPr>
                        <a:t> </a:t>
                      </a:r>
                      <a:r>
                        <a:rPr lang="en-US" sz="2400" kern="1200" dirty="0">
                          <a:solidFill>
                            <a:schemeClr val="tx1"/>
                          </a:solidFill>
                          <a:effectLst/>
                          <a:latin typeface="+mn-lt"/>
                          <a:ea typeface="+mn-ea"/>
                          <a:cs typeface="+mn-cs"/>
                        </a:rPr>
                        <a:t>-</a:t>
                      </a:r>
                      <a:r>
                        <a:rPr lang="en-US" sz="2400" kern="1200" dirty="0">
                          <a:solidFill>
                            <a:srgbClr val="FF0000"/>
                          </a:solidFill>
                          <a:effectLst/>
                          <a:latin typeface="+mn-lt"/>
                          <a:ea typeface="+mn-ea"/>
                          <a:cs typeface="+mn-cs"/>
                        </a:rPr>
                        <a:t>   </a:t>
                      </a:r>
                      <a:r>
                        <a:rPr lang="en-US" sz="2400" kern="1200" dirty="0" err="1">
                          <a:solidFill>
                            <a:srgbClr val="FF0000"/>
                          </a:solidFill>
                          <a:effectLst/>
                          <a:latin typeface="+mn-lt"/>
                          <a:ea typeface="+mn-ea"/>
                          <a:cs typeface="+mn-cs"/>
                        </a:rPr>
                        <a:t>S</a:t>
                      </a:r>
                      <a:r>
                        <a:rPr lang="en-US" sz="2400" kern="1200" baseline="-25000" dirty="0" err="1">
                          <a:solidFill>
                            <a:srgbClr val="FF0000"/>
                          </a:solidFill>
                          <a:effectLst/>
                          <a:latin typeface="+mn-lt"/>
                          <a:ea typeface="+mn-ea"/>
                          <a:cs typeface="+mn-cs"/>
                        </a:rPr>
                        <a:t>3</a:t>
                      </a:r>
                      <a:r>
                        <a:rPr lang="en-US" sz="2400" kern="1200" dirty="0">
                          <a:solidFill>
                            <a:srgbClr val="FF0000"/>
                          </a:solidFill>
                          <a:effectLst/>
                          <a:latin typeface="+mn-lt"/>
                          <a:ea typeface="+mn-ea"/>
                          <a:cs typeface="+mn-cs"/>
                        </a:rPr>
                        <a:t>  </a:t>
                      </a:r>
                      <a:r>
                        <a:rPr lang="en-US" sz="2400" kern="1200" dirty="0">
                          <a:solidFill>
                            <a:schemeClr val="dk1"/>
                          </a:solidFill>
                          <a:effectLst/>
                          <a:latin typeface="+mn-lt"/>
                          <a:ea typeface="+mn-ea"/>
                          <a:cs typeface="+mn-cs"/>
                        </a:rPr>
                        <a:t>+     </a:t>
                      </a:r>
                      <a:r>
                        <a:rPr lang="en-US" sz="2400" kern="1200" dirty="0" err="1">
                          <a:solidFill>
                            <a:srgbClr val="7030A0"/>
                          </a:solidFill>
                          <a:effectLst/>
                          <a:latin typeface="+mn-lt"/>
                          <a:ea typeface="+mn-ea"/>
                          <a:cs typeface="+mn-cs"/>
                        </a:rPr>
                        <a:t>A</a:t>
                      </a:r>
                      <a:r>
                        <a:rPr lang="en-US" sz="2400" kern="1200" baseline="-25000" dirty="0" err="1">
                          <a:solidFill>
                            <a:srgbClr val="7030A0"/>
                          </a:solidFill>
                          <a:effectLst/>
                          <a:latin typeface="+mn-lt"/>
                          <a:ea typeface="+mn-ea"/>
                          <a:cs typeface="+mn-cs"/>
                        </a:rPr>
                        <a:t>4</a:t>
                      </a:r>
                      <a:r>
                        <a:rPr lang="en-US" sz="2400" kern="1200" dirty="0">
                          <a:solidFill>
                            <a:schemeClr val="dk1"/>
                          </a:solidFill>
                          <a:effectLst/>
                          <a:latin typeface="+mn-lt"/>
                          <a:ea typeface="+mn-ea"/>
                          <a:cs typeface="+mn-cs"/>
                        </a:rPr>
                        <a:t>                        = 3.5</a:t>
                      </a:r>
                      <a:endParaRPr lang="es-PE" sz="2400" kern="1200" dirty="0">
                        <a:solidFill>
                          <a:schemeClr val="dk1"/>
                        </a:solidFill>
                        <a:effectLst/>
                        <a:latin typeface="+mn-lt"/>
                        <a:ea typeface="+mn-ea"/>
                        <a:cs typeface="+mn-cs"/>
                      </a:endParaRPr>
                    </a:p>
                    <a:p>
                      <a:r>
                        <a:rPr lang="en-US" sz="2400" kern="1200" dirty="0">
                          <a:solidFill>
                            <a:schemeClr val="dk1"/>
                          </a:solidFill>
                          <a:effectLst/>
                          <a:latin typeface="+mn-lt"/>
                          <a:ea typeface="+mn-ea"/>
                          <a:cs typeface="+mn-cs"/>
                        </a:rPr>
                        <a:t>        </a:t>
                      </a:r>
                      <a:r>
                        <a:rPr lang="en-US" sz="2400" kern="1200" dirty="0" err="1">
                          <a:solidFill>
                            <a:schemeClr val="dk1"/>
                          </a:solidFill>
                          <a:effectLst/>
                          <a:latin typeface="+mn-lt"/>
                          <a:ea typeface="+mn-ea"/>
                          <a:cs typeface="+mn-cs"/>
                        </a:rPr>
                        <a:t>X</a:t>
                      </a:r>
                      <a:r>
                        <a:rPr lang="en-US" sz="2400" kern="1200" baseline="-25000" dirty="0" err="1">
                          <a:solidFill>
                            <a:schemeClr val="dk1"/>
                          </a:solidFill>
                          <a:effectLst/>
                          <a:latin typeface="+mn-lt"/>
                          <a:ea typeface="+mn-ea"/>
                          <a:cs typeface="+mn-cs"/>
                        </a:rPr>
                        <a:t>1</a:t>
                      </a:r>
                      <a:r>
                        <a:rPr lang="en-US" sz="2400" kern="1200" dirty="0">
                          <a:solidFill>
                            <a:schemeClr val="dk1"/>
                          </a:solidFill>
                          <a:effectLst/>
                          <a:latin typeface="+mn-lt"/>
                          <a:ea typeface="+mn-ea"/>
                          <a:cs typeface="+mn-cs"/>
                        </a:rPr>
                        <a:t>  + </a:t>
                      </a:r>
                      <a:r>
                        <a:rPr lang="en-US" sz="2400" kern="1200" dirty="0" err="1">
                          <a:solidFill>
                            <a:schemeClr val="tx1"/>
                          </a:solidFill>
                          <a:effectLst/>
                          <a:latin typeface="+mn-lt"/>
                          <a:ea typeface="+mn-ea"/>
                          <a:cs typeface="+mn-cs"/>
                        </a:rPr>
                        <a:t>2X</a:t>
                      </a:r>
                      <a:r>
                        <a:rPr lang="en-US" sz="2400" kern="1200" baseline="-25000" dirty="0" err="1">
                          <a:solidFill>
                            <a:schemeClr val="tx1"/>
                          </a:solidFill>
                          <a:effectLst/>
                          <a:latin typeface="+mn-lt"/>
                          <a:ea typeface="+mn-ea"/>
                          <a:cs typeface="+mn-cs"/>
                        </a:rPr>
                        <a:t>2</a:t>
                      </a:r>
                      <a:r>
                        <a:rPr lang="en-US" sz="2400" kern="1200" dirty="0">
                          <a:solidFill>
                            <a:schemeClr val="tx1"/>
                          </a:solidFill>
                          <a:effectLst/>
                          <a:latin typeface="+mn-lt"/>
                          <a:ea typeface="+mn-ea"/>
                          <a:cs typeface="+mn-cs"/>
                        </a:rPr>
                        <a:t>                        -</a:t>
                      </a:r>
                      <a:r>
                        <a:rPr lang="en-US" sz="2400" kern="1200" dirty="0">
                          <a:solidFill>
                            <a:srgbClr val="FF0000"/>
                          </a:solidFill>
                          <a:effectLst/>
                          <a:latin typeface="+mn-lt"/>
                          <a:ea typeface="+mn-ea"/>
                          <a:cs typeface="+mn-cs"/>
                        </a:rPr>
                        <a:t>   </a:t>
                      </a:r>
                      <a:r>
                        <a:rPr lang="en-US" sz="2400" kern="1200" dirty="0" err="1">
                          <a:solidFill>
                            <a:srgbClr val="FF0000"/>
                          </a:solidFill>
                          <a:effectLst/>
                          <a:latin typeface="+mn-lt"/>
                          <a:ea typeface="+mn-ea"/>
                          <a:cs typeface="+mn-cs"/>
                        </a:rPr>
                        <a:t>S</a:t>
                      </a:r>
                      <a:r>
                        <a:rPr lang="en-US" sz="2400" kern="1200" baseline="-25000" dirty="0" err="1">
                          <a:solidFill>
                            <a:srgbClr val="FF0000"/>
                          </a:solidFill>
                          <a:effectLst/>
                          <a:latin typeface="+mn-lt"/>
                          <a:ea typeface="+mn-ea"/>
                          <a:cs typeface="+mn-cs"/>
                        </a:rPr>
                        <a:t>5</a:t>
                      </a:r>
                      <a:r>
                        <a:rPr lang="en-US" sz="2400" kern="1200" baseline="-25000" dirty="0">
                          <a:solidFill>
                            <a:schemeClr val="dk1"/>
                          </a:solidFill>
                          <a:effectLst/>
                          <a:latin typeface="+mn-lt"/>
                          <a:ea typeface="+mn-ea"/>
                          <a:cs typeface="+mn-cs"/>
                        </a:rPr>
                        <a:t>  </a:t>
                      </a:r>
                      <a:r>
                        <a:rPr lang="en-US" sz="2400" kern="1200" dirty="0">
                          <a:solidFill>
                            <a:schemeClr val="dk1"/>
                          </a:solidFill>
                          <a:effectLst/>
                          <a:latin typeface="+mn-lt"/>
                          <a:ea typeface="+mn-ea"/>
                          <a:cs typeface="+mn-cs"/>
                        </a:rPr>
                        <a:t>+    </a:t>
                      </a:r>
                      <a:r>
                        <a:rPr lang="en-US" sz="2400" kern="1200" dirty="0" err="1">
                          <a:solidFill>
                            <a:srgbClr val="7030A0"/>
                          </a:solidFill>
                          <a:effectLst/>
                          <a:latin typeface="+mn-lt"/>
                          <a:ea typeface="+mn-ea"/>
                          <a:cs typeface="+mn-cs"/>
                        </a:rPr>
                        <a:t>A</a:t>
                      </a:r>
                      <a:r>
                        <a:rPr lang="en-US" sz="2400" kern="1200" baseline="-25000" dirty="0" err="1">
                          <a:solidFill>
                            <a:srgbClr val="7030A0"/>
                          </a:solidFill>
                          <a:effectLst/>
                          <a:latin typeface="+mn-lt"/>
                          <a:ea typeface="+mn-ea"/>
                          <a:cs typeface="+mn-cs"/>
                        </a:rPr>
                        <a:t>6</a:t>
                      </a:r>
                      <a:r>
                        <a:rPr lang="en-US" sz="2400" kern="1200" dirty="0">
                          <a:solidFill>
                            <a:schemeClr val="dk1"/>
                          </a:solidFill>
                          <a:effectLst/>
                          <a:latin typeface="+mn-lt"/>
                          <a:ea typeface="+mn-ea"/>
                          <a:cs typeface="+mn-cs"/>
                        </a:rPr>
                        <a:t>   = 2.5</a:t>
                      </a:r>
                      <a:endParaRPr lang="es-PE" sz="2400" dirty="0"/>
                    </a:p>
                  </a:txBody>
                  <a:tcPr/>
                </a:tc>
                <a:extLst>
                  <a:ext uri="{0D108BD9-81ED-4DB2-BD59-A6C34878D82A}">
                    <a16:rowId xmlns:a16="http://schemas.microsoft.com/office/drawing/2014/main" val="1224961864"/>
                  </a:ext>
                </a:extLst>
              </a:tr>
            </a:tbl>
          </a:graphicData>
        </a:graphic>
      </p:graphicFrame>
      <p:graphicFrame>
        <p:nvGraphicFramePr>
          <p:cNvPr id="11" name="Tabla 11">
            <a:extLst>
              <a:ext uri="{FF2B5EF4-FFF2-40B4-BE49-F238E27FC236}">
                <a16:creationId xmlns:a16="http://schemas.microsoft.com/office/drawing/2014/main" id="{B125D2E0-D3F8-4E44-B831-825D75E3A0C3}"/>
              </a:ext>
            </a:extLst>
          </p:cNvPr>
          <p:cNvGraphicFramePr>
            <a:graphicFrameLocks noGrp="1"/>
          </p:cNvGraphicFramePr>
          <p:nvPr/>
        </p:nvGraphicFramePr>
        <p:xfrm>
          <a:off x="6245524" y="1271755"/>
          <a:ext cx="5795034" cy="2194560"/>
        </p:xfrm>
        <a:graphic>
          <a:graphicData uri="http://schemas.openxmlformats.org/drawingml/2006/table">
            <a:tbl>
              <a:tblPr firstRow="1" bandRow="1">
                <a:tableStyleId>{5C22544A-7EE6-4342-B048-85BDC9FD1C3A}</a:tableStyleId>
              </a:tblPr>
              <a:tblGrid>
                <a:gridCol w="1481258">
                  <a:extLst>
                    <a:ext uri="{9D8B030D-6E8A-4147-A177-3AD203B41FA5}">
                      <a16:colId xmlns:a16="http://schemas.microsoft.com/office/drawing/2014/main" val="3515989413"/>
                    </a:ext>
                  </a:extLst>
                </a:gridCol>
                <a:gridCol w="4313776">
                  <a:extLst>
                    <a:ext uri="{9D8B030D-6E8A-4147-A177-3AD203B41FA5}">
                      <a16:colId xmlns:a16="http://schemas.microsoft.com/office/drawing/2014/main" val="3584734411"/>
                    </a:ext>
                  </a:extLst>
                </a:gridCol>
              </a:tblGrid>
              <a:tr h="370840">
                <a:tc>
                  <a:txBody>
                    <a:bodyPr/>
                    <a:lstStyle/>
                    <a:p>
                      <a:pPr algn="ctr"/>
                      <a:r>
                        <a:rPr lang="es-ES" sz="2400" b="1" dirty="0">
                          <a:latin typeface="Arial Narrow" panose="020B0606020202030204" pitchFamily="34" charset="0"/>
                        </a:rPr>
                        <a:t>Signo de restricción</a:t>
                      </a:r>
                      <a:endParaRPr lang="es-PE" sz="2400" b="1" dirty="0">
                        <a:latin typeface="Arial Narrow" panose="020B0606020202030204" pitchFamily="34" charset="0"/>
                      </a:endParaRPr>
                    </a:p>
                  </a:txBody>
                  <a:tcPr/>
                </a:tc>
                <a:tc>
                  <a:txBody>
                    <a:bodyPr/>
                    <a:lstStyle/>
                    <a:p>
                      <a:pPr algn="ctr"/>
                      <a:r>
                        <a:rPr lang="es-ES" sz="2400" b="1" dirty="0">
                          <a:latin typeface="Arial Narrow" panose="020B0606020202030204" pitchFamily="34" charset="0"/>
                        </a:rPr>
                        <a:t>Tipo de variable</a:t>
                      </a:r>
                      <a:endParaRPr lang="es-PE" sz="2400" b="1" dirty="0">
                        <a:latin typeface="Arial Narrow" panose="020B0606020202030204" pitchFamily="34" charset="0"/>
                      </a:endParaRPr>
                    </a:p>
                  </a:txBody>
                  <a:tcPr/>
                </a:tc>
                <a:extLst>
                  <a:ext uri="{0D108BD9-81ED-4DB2-BD59-A6C34878D82A}">
                    <a16:rowId xmlns:a16="http://schemas.microsoft.com/office/drawing/2014/main" val="1203155380"/>
                  </a:ext>
                </a:extLst>
              </a:tr>
              <a:tr h="370840">
                <a:tc>
                  <a:txBody>
                    <a:bodyPr/>
                    <a:lstStyle/>
                    <a:p>
                      <a:pPr algn="ctr"/>
                      <a:r>
                        <a:rPr lang="es-PE" sz="2400" b="1" dirty="0">
                          <a:latin typeface="Arial Narrow" panose="020B0606020202030204" pitchFamily="34" charset="0"/>
                        </a:rPr>
                        <a:t>≤</a:t>
                      </a:r>
                    </a:p>
                  </a:txBody>
                  <a:tcPr/>
                </a:tc>
                <a:tc>
                  <a:txBody>
                    <a:bodyPr/>
                    <a:lstStyle/>
                    <a:p>
                      <a:pPr algn="ctr"/>
                      <a:r>
                        <a:rPr lang="es-ES" sz="2400" b="1" dirty="0">
                          <a:latin typeface="Arial Narrow" panose="020B0606020202030204" pitchFamily="34" charset="0"/>
                        </a:rPr>
                        <a:t>+Variable de holgura</a:t>
                      </a:r>
                      <a:endParaRPr lang="es-PE" sz="2400" b="1" dirty="0">
                        <a:latin typeface="Arial Narrow" panose="020B0606020202030204" pitchFamily="34" charset="0"/>
                      </a:endParaRPr>
                    </a:p>
                  </a:txBody>
                  <a:tcPr/>
                </a:tc>
                <a:extLst>
                  <a:ext uri="{0D108BD9-81ED-4DB2-BD59-A6C34878D82A}">
                    <a16:rowId xmlns:a16="http://schemas.microsoft.com/office/drawing/2014/main" val="3842676272"/>
                  </a:ext>
                </a:extLst>
              </a:tr>
              <a:tr h="0">
                <a:tc>
                  <a:txBody>
                    <a:bodyPr/>
                    <a:lstStyle/>
                    <a:p>
                      <a:pPr algn="ctr"/>
                      <a:r>
                        <a:rPr lang="es-PE" sz="2400" b="1" dirty="0">
                          <a:latin typeface="Arial Narrow" panose="020B0606020202030204" pitchFamily="34" charset="0"/>
                        </a:rPr>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2000" b="1" dirty="0">
                          <a:latin typeface="Arial Narrow" panose="020B0606020202030204" pitchFamily="34" charset="0"/>
                        </a:rPr>
                        <a:t>-Variable de holgura + Variable artificial</a:t>
                      </a:r>
                      <a:endParaRPr lang="es-PE" sz="2000" b="1" dirty="0">
                        <a:latin typeface="Arial Narrow" panose="020B0606020202030204" pitchFamily="34" charset="0"/>
                      </a:endParaRPr>
                    </a:p>
                  </a:txBody>
                  <a:tcPr/>
                </a:tc>
                <a:extLst>
                  <a:ext uri="{0D108BD9-81ED-4DB2-BD59-A6C34878D82A}">
                    <a16:rowId xmlns:a16="http://schemas.microsoft.com/office/drawing/2014/main" val="4170045262"/>
                  </a:ext>
                </a:extLst>
              </a:tr>
              <a:tr h="370840">
                <a:tc>
                  <a:txBody>
                    <a:bodyPr/>
                    <a:lstStyle/>
                    <a:p>
                      <a:pPr algn="ctr"/>
                      <a:r>
                        <a:rPr lang="es-ES" sz="2400" b="1" dirty="0">
                          <a:latin typeface="Arial Narrow" panose="020B0606020202030204" pitchFamily="34" charset="0"/>
                        </a:rPr>
                        <a:t>=</a:t>
                      </a:r>
                      <a:endParaRPr lang="es-PE" sz="2400" b="1" dirty="0">
                        <a:latin typeface="Arial Narrow" panose="020B0606020202030204" pitchFamily="34" charset="0"/>
                      </a:endParaRPr>
                    </a:p>
                  </a:txBody>
                  <a:tcPr/>
                </a:tc>
                <a:tc>
                  <a:txBody>
                    <a:bodyPr/>
                    <a:lstStyle/>
                    <a:p>
                      <a:pPr algn="ctr"/>
                      <a:r>
                        <a:rPr lang="es-ES" sz="2400" b="1" dirty="0">
                          <a:latin typeface="Arial Narrow" panose="020B0606020202030204" pitchFamily="34" charset="0"/>
                        </a:rPr>
                        <a:t>+Variable artificial</a:t>
                      </a:r>
                      <a:endParaRPr lang="es-PE" sz="2400" b="1" dirty="0">
                        <a:latin typeface="Arial Narrow" panose="020B0606020202030204" pitchFamily="34" charset="0"/>
                      </a:endParaRPr>
                    </a:p>
                  </a:txBody>
                  <a:tcPr/>
                </a:tc>
                <a:extLst>
                  <a:ext uri="{0D108BD9-81ED-4DB2-BD59-A6C34878D82A}">
                    <a16:rowId xmlns:a16="http://schemas.microsoft.com/office/drawing/2014/main" val="1201392955"/>
                  </a:ext>
                </a:extLst>
              </a:tr>
            </a:tbl>
          </a:graphicData>
        </a:graphic>
      </p:graphicFrame>
      <p:graphicFrame>
        <p:nvGraphicFramePr>
          <p:cNvPr id="13" name="Tabla 2">
            <a:extLst>
              <a:ext uri="{FF2B5EF4-FFF2-40B4-BE49-F238E27FC236}">
                <a16:creationId xmlns:a16="http://schemas.microsoft.com/office/drawing/2014/main" id="{35DC6BBE-642B-4022-9988-DCEF396314B0}"/>
              </a:ext>
            </a:extLst>
          </p:cNvPr>
          <p:cNvGraphicFramePr>
            <a:graphicFrameLocks noGrp="1"/>
          </p:cNvGraphicFramePr>
          <p:nvPr/>
        </p:nvGraphicFramePr>
        <p:xfrm>
          <a:off x="292846" y="1277620"/>
          <a:ext cx="5813486" cy="2377440"/>
        </p:xfrm>
        <a:graphic>
          <a:graphicData uri="http://schemas.openxmlformats.org/drawingml/2006/table">
            <a:tbl>
              <a:tblPr firstRow="1" bandRow="1">
                <a:tableStyleId>{5C22544A-7EE6-4342-B048-85BDC9FD1C3A}</a:tableStyleId>
              </a:tblPr>
              <a:tblGrid>
                <a:gridCol w="5813486">
                  <a:extLst>
                    <a:ext uri="{9D8B030D-6E8A-4147-A177-3AD203B41FA5}">
                      <a16:colId xmlns:a16="http://schemas.microsoft.com/office/drawing/2014/main" val="2922858300"/>
                    </a:ext>
                  </a:extLst>
                </a:gridCol>
              </a:tblGrid>
              <a:tr h="200635">
                <a:tc>
                  <a:txBody>
                    <a:bodyPr/>
                    <a:lstStyle/>
                    <a:p>
                      <a:pPr algn="ctr"/>
                      <a:r>
                        <a:rPr lang="es-ES" sz="2400" dirty="0"/>
                        <a:t>MODELO MATEMÁTICO</a:t>
                      </a:r>
                      <a:endParaRPr lang="es-PE" sz="2400" dirty="0"/>
                    </a:p>
                  </a:txBody>
                  <a:tcPr/>
                </a:tc>
                <a:extLst>
                  <a:ext uri="{0D108BD9-81ED-4DB2-BD59-A6C34878D82A}">
                    <a16:rowId xmlns:a16="http://schemas.microsoft.com/office/drawing/2014/main" val="1447742525"/>
                  </a:ext>
                </a:extLst>
              </a:tr>
              <a:tr h="1841721">
                <a:tc>
                  <a:txBody>
                    <a:bodyPr/>
                    <a:lstStyle/>
                    <a:p>
                      <a:r>
                        <a:rPr lang="es-PE" sz="2400" kern="1200" dirty="0">
                          <a:solidFill>
                            <a:schemeClr val="dk1"/>
                          </a:solidFill>
                          <a:effectLst/>
                          <a:latin typeface="+mn-lt"/>
                          <a:ea typeface="+mn-ea"/>
                          <a:cs typeface="+mn-cs"/>
                        </a:rPr>
                        <a:t>MIN Z = </a:t>
                      </a:r>
                      <a:r>
                        <a:rPr lang="es-PE" sz="2400" kern="1200" dirty="0" err="1">
                          <a:solidFill>
                            <a:schemeClr val="dk1"/>
                          </a:solidFill>
                          <a:effectLst/>
                          <a:latin typeface="+mn-lt"/>
                          <a:ea typeface="+mn-ea"/>
                          <a:cs typeface="+mn-cs"/>
                        </a:rPr>
                        <a:t>3X</a:t>
                      </a:r>
                      <a:r>
                        <a:rPr lang="es-PE" sz="2400" kern="1200" baseline="-25000" dirty="0" err="1">
                          <a:solidFill>
                            <a:schemeClr val="dk1"/>
                          </a:solidFill>
                          <a:effectLst/>
                          <a:latin typeface="+mn-lt"/>
                          <a:ea typeface="+mn-ea"/>
                          <a:cs typeface="+mn-cs"/>
                        </a:rPr>
                        <a:t>1</a:t>
                      </a:r>
                      <a:r>
                        <a:rPr lang="es-PE" sz="2400" kern="1200" dirty="0">
                          <a:solidFill>
                            <a:schemeClr val="dk1"/>
                          </a:solidFill>
                          <a:effectLst/>
                          <a:latin typeface="+mn-lt"/>
                          <a:ea typeface="+mn-ea"/>
                          <a:cs typeface="+mn-cs"/>
                        </a:rPr>
                        <a:t> + </a:t>
                      </a:r>
                      <a:r>
                        <a:rPr lang="es-PE" sz="2400" kern="1200" dirty="0" err="1">
                          <a:solidFill>
                            <a:schemeClr val="dk1"/>
                          </a:solidFill>
                          <a:effectLst/>
                          <a:latin typeface="+mn-lt"/>
                          <a:ea typeface="+mn-ea"/>
                          <a:cs typeface="+mn-cs"/>
                        </a:rPr>
                        <a:t>8X</a:t>
                      </a:r>
                      <a:r>
                        <a:rPr lang="es-PE" sz="2400" kern="1200" baseline="-25000" dirty="0" err="1">
                          <a:solidFill>
                            <a:schemeClr val="dk1"/>
                          </a:solidFill>
                          <a:effectLst/>
                          <a:latin typeface="+mn-lt"/>
                          <a:ea typeface="+mn-ea"/>
                          <a:cs typeface="+mn-cs"/>
                        </a:rPr>
                        <a:t>2</a:t>
                      </a:r>
                      <a:endParaRPr lang="es-PE" sz="2400" kern="1200" baseline="-25000" dirty="0">
                        <a:solidFill>
                          <a:schemeClr val="dk1"/>
                        </a:solidFill>
                        <a:effectLst/>
                        <a:latin typeface="+mn-lt"/>
                        <a:ea typeface="+mn-ea"/>
                        <a:cs typeface="+mn-cs"/>
                      </a:endParaRPr>
                    </a:p>
                    <a:p>
                      <a:r>
                        <a:rPr lang="en-US" sz="2400" kern="1200" dirty="0">
                          <a:solidFill>
                            <a:srgbClr val="FF0000"/>
                          </a:solidFill>
                          <a:effectLst/>
                          <a:latin typeface="+mn-lt"/>
                          <a:ea typeface="+mn-ea"/>
                          <a:cs typeface="+mn-cs"/>
                        </a:rPr>
                        <a:t>SA</a:t>
                      </a:r>
                      <a:endParaRPr lang="es-PE" sz="2400" kern="1200" dirty="0">
                        <a:solidFill>
                          <a:srgbClr val="FF0000"/>
                        </a:solidFill>
                        <a:effectLst/>
                        <a:latin typeface="+mn-lt"/>
                        <a:ea typeface="+mn-ea"/>
                        <a:cs typeface="+mn-cs"/>
                      </a:endParaRPr>
                    </a:p>
                    <a:p>
                      <a:r>
                        <a:rPr lang="en-US" sz="2400" kern="1200" dirty="0" err="1">
                          <a:solidFill>
                            <a:schemeClr val="dk1"/>
                          </a:solidFill>
                          <a:effectLst/>
                          <a:latin typeface="+mn-lt"/>
                          <a:ea typeface="+mn-ea"/>
                          <a:cs typeface="+mn-cs"/>
                        </a:rPr>
                        <a:t>X</a:t>
                      </a:r>
                      <a:r>
                        <a:rPr lang="en-US" sz="2400" kern="1200" baseline="-25000" dirty="0" err="1">
                          <a:solidFill>
                            <a:schemeClr val="dk1"/>
                          </a:solidFill>
                          <a:effectLst/>
                          <a:latin typeface="+mn-lt"/>
                          <a:ea typeface="+mn-ea"/>
                          <a:cs typeface="+mn-cs"/>
                        </a:rPr>
                        <a:t>1</a:t>
                      </a:r>
                      <a:r>
                        <a:rPr lang="en-US" sz="2400" kern="1200" dirty="0">
                          <a:solidFill>
                            <a:schemeClr val="dk1"/>
                          </a:solidFill>
                          <a:effectLst/>
                          <a:latin typeface="+mn-lt"/>
                          <a:ea typeface="+mn-ea"/>
                          <a:cs typeface="+mn-cs"/>
                        </a:rPr>
                        <a:t> + </a:t>
                      </a:r>
                      <a:r>
                        <a:rPr lang="en-US" sz="2400" kern="1200" dirty="0" err="1">
                          <a:solidFill>
                            <a:schemeClr val="dk1"/>
                          </a:solidFill>
                          <a:effectLst/>
                          <a:latin typeface="+mn-lt"/>
                          <a:ea typeface="+mn-ea"/>
                          <a:cs typeface="+mn-cs"/>
                        </a:rPr>
                        <a:t>4X</a:t>
                      </a:r>
                      <a:r>
                        <a:rPr lang="en-US" sz="2400" kern="1200" baseline="-25000" dirty="0" err="1">
                          <a:solidFill>
                            <a:schemeClr val="dk1"/>
                          </a:solidFill>
                          <a:effectLst/>
                          <a:latin typeface="+mn-lt"/>
                          <a:ea typeface="+mn-ea"/>
                          <a:cs typeface="+mn-cs"/>
                        </a:rPr>
                        <a:t>2</a:t>
                      </a:r>
                      <a:r>
                        <a:rPr lang="en-US" sz="2400" kern="1200" dirty="0">
                          <a:solidFill>
                            <a:schemeClr val="dk1"/>
                          </a:solidFill>
                          <a:effectLst/>
                          <a:latin typeface="+mn-lt"/>
                          <a:ea typeface="+mn-ea"/>
                          <a:cs typeface="+mn-cs"/>
                        </a:rPr>
                        <a:t> &gt;= 3.5</a:t>
                      </a:r>
                      <a:endParaRPr lang="es-PE" sz="2400" kern="1200" dirty="0">
                        <a:solidFill>
                          <a:schemeClr val="dk1"/>
                        </a:solidFill>
                        <a:effectLst/>
                        <a:latin typeface="+mn-lt"/>
                        <a:ea typeface="+mn-ea"/>
                        <a:cs typeface="+mn-cs"/>
                      </a:endParaRPr>
                    </a:p>
                    <a:p>
                      <a:r>
                        <a:rPr lang="en-US" sz="2400" kern="1200" dirty="0" err="1">
                          <a:solidFill>
                            <a:schemeClr val="dk1"/>
                          </a:solidFill>
                          <a:effectLst/>
                          <a:latin typeface="+mn-lt"/>
                          <a:ea typeface="+mn-ea"/>
                          <a:cs typeface="+mn-cs"/>
                        </a:rPr>
                        <a:t>X</a:t>
                      </a:r>
                      <a:r>
                        <a:rPr lang="en-US" sz="2400" kern="1200" baseline="-25000" dirty="0" err="1">
                          <a:solidFill>
                            <a:schemeClr val="dk1"/>
                          </a:solidFill>
                          <a:effectLst/>
                          <a:latin typeface="+mn-lt"/>
                          <a:ea typeface="+mn-ea"/>
                          <a:cs typeface="+mn-cs"/>
                        </a:rPr>
                        <a:t>1</a:t>
                      </a:r>
                      <a:r>
                        <a:rPr lang="en-US" sz="2400" kern="1200" dirty="0">
                          <a:solidFill>
                            <a:schemeClr val="dk1"/>
                          </a:solidFill>
                          <a:effectLst/>
                          <a:latin typeface="+mn-lt"/>
                          <a:ea typeface="+mn-ea"/>
                          <a:cs typeface="+mn-cs"/>
                        </a:rPr>
                        <a:t> + </a:t>
                      </a:r>
                      <a:r>
                        <a:rPr lang="en-US" sz="2400" kern="1200" dirty="0" err="1">
                          <a:solidFill>
                            <a:schemeClr val="dk1"/>
                          </a:solidFill>
                          <a:effectLst/>
                          <a:latin typeface="+mn-lt"/>
                          <a:ea typeface="+mn-ea"/>
                          <a:cs typeface="+mn-cs"/>
                        </a:rPr>
                        <a:t>2X</a:t>
                      </a:r>
                      <a:r>
                        <a:rPr lang="en-US" sz="2400" kern="1200" baseline="-25000" dirty="0" err="1">
                          <a:solidFill>
                            <a:schemeClr val="dk1"/>
                          </a:solidFill>
                          <a:effectLst/>
                          <a:latin typeface="+mn-lt"/>
                          <a:ea typeface="+mn-ea"/>
                          <a:cs typeface="+mn-cs"/>
                        </a:rPr>
                        <a:t>2</a:t>
                      </a:r>
                      <a:r>
                        <a:rPr lang="en-US" sz="2400" kern="1200" dirty="0">
                          <a:solidFill>
                            <a:schemeClr val="dk1"/>
                          </a:solidFill>
                          <a:effectLst/>
                          <a:latin typeface="+mn-lt"/>
                          <a:ea typeface="+mn-ea"/>
                          <a:cs typeface="+mn-cs"/>
                        </a:rPr>
                        <a:t> &gt;= 2.5</a:t>
                      </a:r>
                      <a:endParaRPr lang="es-PE" sz="2400" kern="1200" dirty="0">
                        <a:solidFill>
                          <a:schemeClr val="dk1"/>
                        </a:solidFill>
                        <a:effectLst/>
                        <a:latin typeface="+mn-lt"/>
                        <a:ea typeface="+mn-ea"/>
                        <a:cs typeface="+mn-cs"/>
                      </a:endParaRPr>
                    </a:p>
                    <a:p>
                      <a:r>
                        <a:rPr lang="en-US" sz="2400" kern="1200" dirty="0">
                          <a:solidFill>
                            <a:schemeClr val="dk1"/>
                          </a:solidFill>
                          <a:effectLst/>
                          <a:latin typeface="+mn-lt"/>
                          <a:ea typeface="+mn-ea"/>
                          <a:cs typeface="+mn-cs"/>
                        </a:rPr>
                        <a:t>    </a:t>
                      </a:r>
                      <a:r>
                        <a:rPr lang="en-US" sz="2400" kern="1200" dirty="0" err="1">
                          <a:solidFill>
                            <a:schemeClr val="dk1"/>
                          </a:solidFill>
                          <a:effectLst/>
                          <a:latin typeface="+mn-lt"/>
                          <a:ea typeface="+mn-ea"/>
                          <a:cs typeface="+mn-cs"/>
                        </a:rPr>
                        <a:t>X</a:t>
                      </a:r>
                      <a:r>
                        <a:rPr lang="en-US" sz="2400" kern="1200" baseline="-25000" dirty="0" err="1">
                          <a:solidFill>
                            <a:schemeClr val="dk1"/>
                          </a:solidFill>
                          <a:effectLst/>
                          <a:latin typeface="+mn-lt"/>
                          <a:ea typeface="+mn-ea"/>
                          <a:cs typeface="+mn-cs"/>
                        </a:rPr>
                        <a:t>1</a:t>
                      </a:r>
                      <a:r>
                        <a:rPr lang="en-US" sz="2400" kern="1200" dirty="0">
                          <a:solidFill>
                            <a:schemeClr val="dk1"/>
                          </a:solidFill>
                          <a:effectLst/>
                          <a:latin typeface="+mn-lt"/>
                          <a:ea typeface="+mn-ea"/>
                          <a:cs typeface="+mn-cs"/>
                        </a:rPr>
                        <a:t>, </a:t>
                      </a:r>
                      <a:r>
                        <a:rPr lang="en-US" sz="2400" kern="1200" dirty="0" err="1">
                          <a:solidFill>
                            <a:schemeClr val="dk1"/>
                          </a:solidFill>
                          <a:effectLst/>
                          <a:latin typeface="+mn-lt"/>
                          <a:ea typeface="+mn-ea"/>
                          <a:cs typeface="+mn-cs"/>
                        </a:rPr>
                        <a:t>X</a:t>
                      </a:r>
                      <a:r>
                        <a:rPr lang="en-US" sz="2400" kern="1200" baseline="-25000" dirty="0" err="1">
                          <a:solidFill>
                            <a:schemeClr val="dk1"/>
                          </a:solidFill>
                          <a:effectLst/>
                          <a:latin typeface="+mn-lt"/>
                          <a:ea typeface="+mn-ea"/>
                          <a:cs typeface="+mn-cs"/>
                        </a:rPr>
                        <a:t>2</a:t>
                      </a:r>
                      <a:r>
                        <a:rPr lang="en-US" sz="2400" kern="1200" dirty="0">
                          <a:solidFill>
                            <a:schemeClr val="dk1"/>
                          </a:solidFill>
                          <a:effectLst/>
                          <a:latin typeface="+mn-lt"/>
                          <a:ea typeface="+mn-ea"/>
                          <a:cs typeface="+mn-cs"/>
                        </a:rPr>
                        <a:t> &gt;= 0</a:t>
                      </a:r>
                    </a:p>
                  </a:txBody>
                  <a:tcPr/>
                </a:tc>
                <a:extLst>
                  <a:ext uri="{0D108BD9-81ED-4DB2-BD59-A6C34878D82A}">
                    <a16:rowId xmlns:a16="http://schemas.microsoft.com/office/drawing/2014/main" val="1224961864"/>
                  </a:ext>
                </a:extLst>
              </a:tr>
            </a:tbl>
          </a:graphicData>
        </a:graphic>
      </p:graphicFrame>
      <p:graphicFrame>
        <p:nvGraphicFramePr>
          <p:cNvPr id="14" name="Tabla 11">
            <a:extLst>
              <a:ext uri="{FF2B5EF4-FFF2-40B4-BE49-F238E27FC236}">
                <a16:creationId xmlns:a16="http://schemas.microsoft.com/office/drawing/2014/main" id="{FF60006E-00C0-4CED-BEB5-A59857CC73B0}"/>
              </a:ext>
            </a:extLst>
          </p:cNvPr>
          <p:cNvGraphicFramePr>
            <a:graphicFrameLocks noGrp="1"/>
          </p:cNvGraphicFramePr>
          <p:nvPr/>
        </p:nvGraphicFramePr>
        <p:xfrm>
          <a:off x="6236898" y="4023575"/>
          <a:ext cx="5795034" cy="1828800"/>
        </p:xfrm>
        <a:graphic>
          <a:graphicData uri="http://schemas.openxmlformats.org/drawingml/2006/table">
            <a:tbl>
              <a:tblPr firstRow="1" bandRow="1">
                <a:tableStyleId>{5C22544A-7EE6-4342-B048-85BDC9FD1C3A}</a:tableStyleId>
              </a:tblPr>
              <a:tblGrid>
                <a:gridCol w="1481258">
                  <a:extLst>
                    <a:ext uri="{9D8B030D-6E8A-4147-A177-3AD203B41FA5}">
                      <a16:colId xmlns:a16="http://schemas.microsoft.com/office/drawing/2014/main" val="3515989413"/>
                    </a:ext>
                  </a:extLst>
                </a:gridCol>
                <a:gridCol w="4313776">
                  <a:extLst>
                    <a:ext uri="{9D8B030D-6E8A-4147-A177-3AD203B41FA5}">
                      <a16:colId xmlns:a16="http://schemas.microsoft.com/office/drawing/2014/main" val="3584734411"/>
                    </a:ext>
                  </a:extLst>
                </a:gridCol>
              </a:tblGrid>
              <a:tr h="370840">
                <a:tc>
                  <a:txBody>
                    <a:bodyPr/>
                    <a:lstStyle/>
                    <a:p>
                      <a:pPr algn="ctr"/>
                      <a:r>
                        <a:rPr lang="es-ES" sz="2400" b="1" dirty="0">
                          <a:latin typeface="Arial Narrow" panose="020B0606020202030204" pitchFamily="34" charset="0"/>
                        </a:rPr>
                        <a:t>Variable</a:t>
                      </a:r>
                      <a:endParaRPr lang="es-PE" sz="2400" b="1" dirty="0">
                        <a:latin typeface="Arial Narrow" panose="020B0606020202030204" pitchFamily="34" charset="0"/>
                      </a:endParaRPr>
                    </a:p>
                  </a:txBody>
                  <a:tcPr/>
                </a:tc>
                <a:tc>
                  <a:txBody>
                    <a:bodyPr/>
                    <a:lstStyle/>
                    <a:p>
                      <a:pPr algn="ctr"/>
                      <a:r>
                        <a:rPr lang="es-ES" sz="2400" b="1" dirty="0">
                          <a:latin typeface="Arial Narrow" panose="020B0606020202030204" pitchFamily="34" charset="0"/>
                        </a:rPr>
                        <a:t>Ejemplo</a:t>
                      </a:r>
                      <a:endParaRPr lang="es-PE" sz="2400" b="1" dirty="0">
                        <a:latin typeface="Arial Narrow" panose="020B0606020202030204" pitchFamily="34" charset="0"/>
                      </a:endParaRPr>
                    </a:p>
                  </a:txBody>
                  <a:tcPr/>
                </a:tc>
                <a:extLst>
                  <a:ext uri="{0D108BD9-81ED-4DB2-BD59-A6C34878D82A}">
                    <a16:rowId xmlns:a16="http://schemas.microsoft.com/office/drawing/2014/main" val="1203155380"/>
                  </a:ext>
                </a:extLst>
              </a:tr>
              <a:tr h="370840">
                <a:tc>
                  <a:txBody>
                    <a:bodyPr/>
                    <a:lstStyle/>
                    <a:p>
                      <a:pPr algn="ctr"/>
                      <a:r>
                        <a:rPr lang="es-PE" sz="2400" b="1" dirty="0">
                          <a:latin typeface="Arial Narrow" panose="020B0606020202030204" pitchFamily="34" charset="0"/>
                        </a:rPr>
                        <a:t>decisión</a:t>
                      </a:r>
                    </a:p>
                  </a:txBody>
                  <a:tcPr/>
                </a:tc>
                <a:tc>
                  <a:txBody>
                    <a:bodyPr/>
                    <a:lstStyle/>
                    <a:p>
                      <a:pPr algn="ctr"/>
                      <a:r>
                        <a:rPr lang="en-US" sz="2400" kern="1200" dirty="0">
                          <a:solidFill>
                            <a:schemeClr val="dk1"/>
                          </a:solidFill>
                          <a:effectLst/>
                          <a:latin typeface="+mn-lt"/>
                          <a:ea typeface="+mn-ea"/>
                          <a:cs typeface="+mn-cs"/>
                        </a:rPr>
                        <a:t> </a:t>
                      </a:r>
                      <a:r>
                        <a:rPr lang="en-US" sz="2400" kern="1200" dirty="0" err="1">
                          <a:solidFill>
                            <a:schemeClr val="dk1"/>
                          </a:solidFill>
                          <a:effectLst/>
                          <a:latin typeface="+mn-lt"/>
                          <a:ea typeface="+mn-ea"/>
                          <a:cs typeface="+mn-cs"/>
                        </a:rPr>
                        <a:t>X</a:t>
                      </a:r>
                      <a:r>
                        <a:rPr lang="en-US" sz="2400" kern="1200" baseline="-25000" dirty="0" err="1">
                          <a:solidFill>
                            <a:schemeClr val="dk1"/>
                          </a:solidFill>
                          <a:effectLst/>
                          <a:latin typeface="+mn-lt"/>
                          <a:ea typeface="+mn-ea"/>
                          <a:cs typeface="+mn-cs"/>
                        </a:rPr>
                        <a:t>1</a:t>
                      </a:r>
                      <a:r>
                        <a:rPr lang="en-US" sz="2400" kern="1200" dirty="0">
                          <a:solidFill>
                            <a:schemeClr val="dk1"/>
                          </a:solidFill>
                          <a:effectLst/>
                          <a:latin typeface="+mn-lt"/>
                          <a:ea typeface="+mn-ea"/>
                          <a:cs typeface="+mn-cs"/>
                        </a:rPr>
                        <a:t>, </a:t>
                      </a:r>
                      <a:r>
                        <a:rPr lang="en-US" sz="2400" kern="1200" dirty="0" err="1">
                          <a:solidFill>
                            <a:schemeClr val="dk1"/>
                          </a:solidFill>
                          <a:effectLst/>
                          <a:latin typeface="+mn-lt"/>
                          <a:ea typeface="+mn-ea"/>
                          <a:cs typeface="+mn-cs"/>
                        </a:rPr>
                        <a:t>X</a:t>
                      </a:r>
                      <a:r>
                        <a:rPr lang="en-US" sz="2400" kern="1200" baseline="-25000" dirty="0" err="1">
                          <a:solidFill>
                            <a:schemeClr val="dk1"/>
                          </a:solidFill>
                          <a:effectLst/>
                          <a:latin typeface="+mn-lt"/>
                          <a:ea typeface="+mn-ea"/>
                          <a:cs typeface="+mn-cs"/>
                        </a:rPr>
                        <a:t>2</a:t>
                      </a:r>
                      <a:r>
                        <a:rPr lang="en-US" sz="2400" kern="1200" dirty="0">
                          <a:solidFill>
                            <a:schemeClr val="dk1"/>
                          </a:solidFill>
                          <a:effectLst/>
                          <a:latin typeface="+mn-lt"/>
                          <a:ea typeface="+mn-ea"/>
                          <a:cs typeface="+mn-cs"/>
                        </a:rPr>
                        <a:t> </a:t>
                      </a:r>
                      <a:endParaRPr lang="es-PE" sz="2400" b="1" dirty="0">
                        <a:latin typeface="Arial Narrow" panose="020B0606020202030204" pitchFamily="34" charset="0"/>
                      </a:endParaRPr>
                    </a:p>
                  </a:txBody>
                  <a:tcPr/>
                </a:tc>
                <a:extLst>
                  <a:ext uri="{0D108BD9-81ED-4DB2-BD59-A6C34878D82A}">
                    <a16:rowId xmlns:a16="http://schemas.microsoft.com/office/drawing/2014/main" val="3842676272"/>
                  </a:ext>
                </a:extLst>
              </a:tr>
              <a:tr h="0">
                <a:tc>
                  <a:txBody>
                    <a:bodyPr/>
                    <a:lstStyle/>
                    <a:p>
                      <a:pPr algn="ctr"/>
                      <a:r>
                        <a:rPr lang="es-PE" sz="2400" b="1" dirty="0">
                          <a:latin typeface="Arial Narrow" panose="020B0606020202030204" pitchFamily="34" charset="0"/>
                        </a:rPr>
                        <a:t>holgura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mn-cs"/>
                        </a:rPr>
                        <a:t> </a:t>
                      </a:r>
                      <a:r>
                        <a:rPr kumimoji="0" lang="en-US" sz="2400" b="0" i="0" u="none" strike="noStrike" kern="1200" cap="none" spc="0" normalizeH="0" baseline="0" noProof="0" dirty="0" err="1">
                          <a:ln>
                            <a:noFill/>
                          </a:ln>
                          <a:solidFill>
                            <a:srgbClr val="FF0000"/>
                          </a:solidFill>
                          <a:effectLst/>
                          <a:uLnTx/>
                          <a:uFillTx/>
                          <a:latin typeface="Calibri" panose="020F0502020204030204"/>
                          <a:ea typeface="+mn-ea"/>
                          <a:cs typeface="+mn-cs"/>
                        </a:rPr>
                        <a:t>S</a:t>
                      </a:r>
                      <a:r>
                        <a:rPr kumimoji="0" lang="en-US" sz="2400" b="0" i="0" u="none" strike="noStrike" kern="1200" cap="none" spc="0" normalizeH="0" baseline="-25000" noProof="0" dirty="0" err="1">
                          <a:ln>
                            <a:noFill/>
                          </a:ln>
                          <a:solidFill>
                            <a:srgbClr val="FF0000"/>
                          </a:solidFill>
                          <a:effectLst/>
                          <a:uLnTx/>
                          <a:uFillTx/>
                          <a:latin typeface="Calibri" panose="020F0502020204030204"/>
                          <a:ea typeface="+mn-ea"/>
                          <a:cs typeface="+mn-cs"/>
                        </a:rPr>
                        <a:t>1</a:t>
                      </a:r>
                      <a:r>
                        <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mn-cs"/>
                        </a:rPr>
                        <a:t>, </a:t>
                      </a:r>
                      <a:r>
                        <a:rPr kumimoji="0" lang="en-US" sz="2400" b="0" i="0" u="none" strike="noStrike" kern="1200" cap="none" spc="0" normalizeH="0" baseline="0" noProof="0" dirty="0" err="1">
                          <a:ln>
                            <a:noFill/>
                          </a:ln>
                          <a:solidFill>
                            <a:srgbClr val="FF0000"/>
                          </a:solidFill>
                          <a:effectLst/>
                          <a:uLnTx/>
                          <a:uFillTx/>
                          <a:latin typeface="Calibri" panose="020F0502020204030204"/>
                          <a:ea typeface="+mn-ea"/>
                          <a:cs typeface="+mn-cs"/>
                        </a:rPr>
                        <a:t>S</a:t>
                      </a:r>
                      <a:r>
                        <a:rPr kumimoji="0" lang="en-US" sz="2400" b="0" i="0" u="none" strike="noStrike" kern="1200" cap="none" spc="0" normalizeH="0" baseline="-25000" noProof="0" dirty="0" err="1">
                          <a:ln>
                            <a:noFill/>
                          </a:ln>
                          <a:solidFill>
                            <a:srgbClr val="FF0000"/>
                          </a:solidFill>
                          <a:effectLst/>
                          <a:uLnTx/>
                          <a:uFillTx/>
                          <a:latin typeface="Calibri" panose="020F0502020204030204"/>
                          <a:ea typeface="+mn-ea"/>
                          <a:cs typeface="+mn-cs"/>
                        </a:rPr>
                        <a:t>2</a:t>
                      </a:r>
                      <a:r>
                        <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mn-cs"/>
                        </a:rPr>
                        <a:t> </a:t>
                      </a:r>
                      <a:endParaRPr kumimoji="0" lang="es-PE" sz="2400" b="1" i="0" u="none" strike="noStrike" kern="1200" cap="none" spc="0" normalizeH="0" baseline="0" noProof="0" dirty="0">
                        <a:ln>
                          <a:noFill/>
                        </a:ln>
                        <a:solidFill>
                          <a:srgbClr val="FF0000"/>
                        </a:solidFill>
                        <a:effectLst/>
                        <a:uLnTx/>
                        <a:uFillTx/>
                        <a:latin typeface="Arial Narrow" panose="020B0606020202030204" pitchFamily="34" charset="0"/>
                        <a:ea typeface="+mn-ea"/>
                        <a:cs typeface="+mn-cs"/>
                      </a:endParaRPr>
                    </a:p>
                  </a:txBody>
                  <a:tcPr/>
                </a:tc>
                <a:extLst>
                  <a:ext uri="{0D108BD9-81ED-4DB2-BD59-A6C34878D82A}">
                    <a16:rowId xmlns:a16="http://schemas.microsoft.com/office/drawing/2014/main" val="4170045262"/>
                  </a:ext>
                </a:extLst>
              </a:tr>
              <a:tr h="370840">
                <a:tc>
                  <a:txBody>
                    <a:bodyPr/>
                    <a:lstStyle/>
                    <a:p>
                      <a:pPr algn="ctr"/>
                      <a:r>
                        <a:rPr lang="es-ES" sz="2400" b="1" dirty="0">
                          <a:latin typeface="Arial Narrow" panose="020B0606020202030204" pitchFamily="34" charset="0"/>
                        </a:rPr>
                        <a:t>artificial</a:t>
                      </a:r>
                      <a:endParaRPr lang="es-PE" sz="2400" b="1" dirty="0">
                        <a:latin typeface="Arial Narrow" panose="020B0606020202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7030A0"/>
                          </a:solidFill>
                          <a:effectLst/>
                          <a:uLnTx/>
                          <a:uFillTx/>
                          <a:latin typeface="Calibri" panose="020F0502020204030204"/>
                          <a:ea typeface="+mn-ea"/>
                          <a:cs typeface="+mn-cs"/>
                        </a:rPr>
                        <a:t> A</a:t>
                      </a:r>
                      <a:r>
                        <a:rPr kumimoji="0" lang="en-US" sz="2400" b="0" i="0" u="none" strike="noStrike" kern="1200" cap="none" spc="0" normalizeH="0" baseline="-25000" noProof="0" dirty="0">
                          <a:ln>
                            <a:noFill/>
                          </a:ln>
                          <a:solidFill>
                            <a:srgbClr val="7030A0"/>
                          </a:solidFill>
                          <a:effectLst/>
                          <a:uLnTx/>
                          <a:uFillTx/>
                          <a:latin typeface="Calibri" panose="020F0502020204030204"/>
                          <a:ea typeface="+mn-ea"/>
                          <a:cs typeface="+mn-cs"/>
                        </a:rPr>
                        <a:t>1</a:t>
                      </a:r>
                      <a:r>
                        <a:rPr kumimoji="0" lang="en-US" sz="2400" b="0" i="0" u="none" strike="noStrike" kern="1200" cap="none" spc="0" normalizeH="0" baseline="0" noProof="0" dirty="0">
                          <a:ln>
                            <a:noFill/>
                          </a:ln>
                          <a:solidFill>
                            <a:srgbClr val="7030A0"/>
                          </a:solidFill>
                          <a:effectLst/>
                          <a:uLnTx/>
                          <a:uFillTx/>
                          <a:latin typeface="Calibri" panose="020F0502020204030204"/>
                          <a:ea typeface="+mn-ea"/>
                          <a:cs typeface="+mn-cs"/>
                        </a:rPr>
                        <a:t>, </a:t>
                      </a:r>
                      <a:r>
                        <a:rPr kumimoji="0" lang="en-US" sz="2400" b="0" i="0" u="none" strike="noStrike" kern="1200" cap="none" spc="0" normalizeH="0" baseline="0" noProof="0" dirty="0" err="1">
                          <a:ln>
                            <a:noFill/>
                          </a:ln>
                          <a:solidFill>
                            <a:srgbClr val="7030A0"/>
                          </a:solidFill>
                          <a:effectLst/>
                          <a:uLnTx/>
                          <a:uFillTx/>
                          <a:latin typeface="Calibri" panose="020F0502020204030204"/>
                          <a:ea typeface="+mn-ea"/>
                          <a:cs typeface="+mn-cs"/>
                        </a:rPr>
                        <a:t>A</a:t>
                      </a:r>
                      <a:r>
                        <a:rPr kumimoji="0" lang="en-US" sz="2400" b="0" i="0" u="none" strike="noStrike" kern="1200" cap="none" spc="0" normalizeH="0" baseline="-25000" noProof="0" dirty="0" err="1">
                          <a:ln>
                            <a:noFill/>
                          </a:ln>
                          <a:solidFill>
                            <a:srgbClr val="7030A0"/>
                          </a:solidFill>
                          <a:effectLst/>
                          <a:uLnTx/>
                          <a:uFillTx/>
                          <a:latin typeface="Calibri" panose="020F0502020204030204"/>
                          <a:ea typeface="+mn-ea"/>
                          <a:cs typeface="+mn-cs"/>
                        </a:rPr>
                        <a:t>2</a:t>
                      </a:r>
                      <a:r>
                        <a:rPr kumimoji="0" lang="en-US" sz="2400" b="0" i="0" u="none" strike="noStrike" kern="1200" cap="none" spc="0" normalizeH="0" baseline="0" noProof="0" dirty="0">
                          <a:ln>
                            <a:noFill/>
                          </a:ln>
                          <a:solidFill>
                            <a:srgbClr val="7030A0"/>
                          </a:solidFill>
                          <a:effectLst/>
                          <a:uLnTx/>
                          <a:uFillTx/>
                          <a:latin typeface="Calibri" panose="020F0502020204030204"/>
                          <a:ea typeface="+mn-ea"/>
                          <a:cs typeface="+mn-cs"/>
                        </a:rPr>
                        <a:t> </a:t>
                      </a:r>
                      <a:endParaRPr kumimoji="0" lang="es-PE" sz="2400" b="1" i="0" u="none" strike="noStrike" kern="1200" cap="none" spc="0" normalizeH="0" baseline="0" noProof="0" dirty="0">
                        <a:ln>
                          <a:noFill/>
                        </a:ln>
                        <a:solidFill>
                          <a:srgbClr val="7030A0"/>
                        </a:solidFill>
                        <a:effectLst/>
                        <a:uLnTx/>
                        <a:uFillTx/>
                        <a:latin typeface="Arial Narrow" panose="020B0606020202030204" pitchFamily="34" charset="0"/>
                        <a:ea typeface="+mn-ea"/>
                        <a:cs typeface="+mn-cs"/>
                      </a:endParaRPr>
                    </a:p>
                  </a:txBody>
                  <a:tcPr/>
                </a:tc>
                <a:extLst>
                  <a:ext uri="{0D108BD9-81ED-4DB2-BD59-A6C34878D82A}">
                    <a16:rowId xmlns:a16="http://schemas.microsoft.com/office/drawing/2014/main" val="1201392955"/>
                  </a:ext>
                </a:extLst>
              </a:tr>
            </a:tbl>
          </a:graphicData>
        </a:graphic>
      </p:graphicFrame>
    </p:spTree>
    <p:extLst>
      <p:ext uri="{BB962C8B-B14F-4D97-AF65-F5344CB8AC3E}">
        <p14:creationId xmlns:p14="http://schemas.microsoft.com/office/powerpoint/2010/main" val="880712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CuadroTexto">
            <a:extLst>
              <a:ext uri="{FF2B5EF4-FFF2-40B4-BE49-F238E27FC236}">
                <a16:creationId xmlns:a16="http://schemas.microsoft.com/office/drawing/2014/main" id="{C8829EF0-06E0-4AB4-B577-323BA05A42F5}"/>
              </a:ext>
            </a:extLst>
          </p:cNvPr>
          <p:cNvSpPr txBox="1"/>
          <p:nvPr/>
        </p:nvSpPr>
        <p:spPr>
          <a:xfrm>
            <a:off x="6096000" y="300489"/>
            <a:ext cx="6095999" cy="523220"/>
          </a:xfrm>
          <a:prstGeom prst="rect">
            <a:avLst/>
          </a:prstGeom>
          <a:noFill/>
        </p:spPr>
        <p:txBody>
          <a:bodyPr wrap="square" rtlCol="0">
            <a:spAutoFit/>
          </a:bodyPr>
          <a:lstStyle/>
          <a:p>
            <a:pPr algn="ctr"/>
            <a:r>
              <a:rPr lang="es-ES_tradnl" sz="2800" dirty="0">
                <a:solidFill>
                  <a:schemeClr val="bg1"/>
                </a:solidFill>
                <a:latin typeface="Comic Sans MS" pitchFamily="66" charset="0"/>
              </a:rPr>
              <a:t>Ejercicio 5</a:t>
            </a:r>
            <a:endParaRPr lang="es-AR" sz="2800" dirty="0">
              <a:solidFill>
                <a:schemeClr val="bg1"/>
              </a:solidFill>
              <a:latin typeface="Comic Sans MS" pitchFamily="66" charset="0"/>
            </a:endParaRPr>
          </a:p>
        </p:txBody>
      </p:sp>
      <p:graphicFrame>
        <p:nvGraphicFramePr>
          <p:cNvPr id="2" name="Tabla 1">
            <a:extLst>
              <a:ext uri="{FF2B5EF4-FFF2-40B4-BE49-F238E27FC236}">
                <a16:creationId xmlns:a16="http://schemas.microsoft.com/office/drawing/2014/main" id="{7E7E1311-514E-4AEE-AFFD-2F676AA16460}"/>
              </a:ext>
            </a:extLst>
          </p:cNvPr>
          <p:cNvGraphicFramePr>
            <a:graphicFrameLocks noGrp="1"/>
          </p:cNvGraphicFramePr>
          <p:nvPr>
            <p:extLst>
              <p:ext uri="{D42A27DB-BD31-4B8C-83A1-F6EECF244321}">
                <p14:modId xmlns:p14="http://schemas.microsoft.com/office/powerpoint/2010/main" val="1944718666"/>
              </p:ext>
            </p:extLst>
          </p:nvPr>
        </p:nvGraphicFramePr>
        <p:xfrm>
          <a:off x="163608" y="1341997"/>
          <a:ext cx="11856208" cy="5397767"/>
        </p:xfrm>
        <a:graphic>
          <a:graphicData uri="http://schemas.openxmlformats.org/drawingml/2006/table">
            <a:tbl>
              <a:tblPr>
                <a:tableStyleId>{5C22544A-7EE6-4342-B048-85BDC9FD1C3A}</a:tableStyleId>
              </a:tblPr>
              <a:tblGrid>
                <a:gridCol w="1046136">
                  <a:extLst>
                    <a:ext uri="{9D8B030D-6E8A-4147-A177-3AD203B41FA5}">
                      <a16:colId xmlns:a16="http://schemas.microsoft.com/office/drawing/2014/main" val="103241707"/>
                    </a:ext>
                  </a:extLst>
                </a:gridCol>
                <a:gridCol w="1046136">
                  <a:extLst>
                    <a:ext uri="{9D8B030D-6E8A-4147-A177-3AD203B41FA5}">
                      <a16:colId xmlns:a16="http://schemas.microsoft.com/office/drawing/2014/main" val="2713558971"/>
                    </a:ext>
                  </a:extLst>
                </a:gridCol>
                <a:gridCol w="1046136">
                  <a:extLst>
                    <a:ext uri="{9D8B030D-6E8A-4147-A177-3AD203B41FA5}">
                      <a16:colId xmlns:a16="http://schemas.microsoft.com/office/drawing/2014/main" val="3993793485"/>
                    </a:ext>
                  </a:extLst>
                </a:gridCol>
                <a:gridCol w="1046136">
                  <a:extLst>
                    <a:ext uri="{9D8B030D-6E8A-4147-A177-3AD203B41FA5}">
                      <a16:colId xmlns:a16="http://schemas.microsoft.com/office/drawing/2014/main" val="2752947316"/>
                    </a:ext>
                  </a:extLst>
                </a:gridCol>
                <a:gridCol w="1046136">
                  <a:extLst>
                    <a:ext uri="{9D8B030D-6E8A-4147-A177-3AD203B41FA5}">
                      <a16:colId xmlns:a16="http://schemas.microsoft.com/office/drawing/2014/main" val="1839162297"/>
                    </a:ext>
                  </a:extLst>
                </a:gridCol>
                <a:gridCol w="1046136">
                  <a:extLst>
                    <a:ext uri="{9D8B030D-6E8A-4147-A177-3AD203B41FA5}">
                      <a16:colId xmlns:a16="http://schemas.microsoft.com/office/drawing/2014/main" val="1826029279"/>
                    </a:ext>
                  </a:extLst>
                </a:gridCol>
                <a:gridCol w="1394848">
                  <a:extLst>
                    <a:ext uri="{9D8B030D-6E8A-4147-A177-3AD203B41FA5}">
                      <a16:colId xmlns:a16="http://schemas.microsoft.com/office/drawing/2014/main" val="1694348188"/>
                    </a:ext>
                  </a:extLst>
                </a:gridCol>
                <a:gridCol w="945394">
                  <a:extLst>
                    <a:ext uri="{9D8B030D-6E8A-4147-A177-3AD203B41FA5}">
                      <a16:colId xmlns:a16="http://schemas.microsoft.com/office/drawing/2014/main" val="762263087"/>
                    </a:ext>
                  </a:extLst>
                </a:gridCol>
                <a:gridCol w="1069383">
                  <a:extLst>
                    <a:ext uri="{9D8B030D-6E8A-4147-A177-3AD203B41FA5}">
                      <a16:colId xmlns:a16="http://schemas.microsoft.com/office/drawing/2014/main" val="2424980691"/>
                    </a:ext>
                  </a:extLst>
                </a:gridCol>
                <a:gridCol w="777694">
                  <a:extLst>
                    <a:ext uri="{9D8B030D-6E8A-4147-A177-3AD203B41FA5}">
                      <a16:colId xmlns:a16="http://schemas.microsoft.com/office/drawing/2014/main" val="2635134013"/>
                    </a:ext>
                  </a:extLst>
                </a:gridCol>
                <a:gridCol w="1392073">
                  <a:extLst>
                    <a:ext uri="{9D8B030D-6E8A-4147-A177-3AD203B41FA5}">
                      <a16:colId xmlns:a16="http://schemas.microsoft.com/office/drawing/2014/main" val="3766197824"/>
                    </a:ext>
                  </a:extLst>
                </a:gridCol>
              </a:tblGrid>
              <a:tr h="365167">
                <a:tc gridSpan="2">
                  <a:txBody>
                    <a:bodyPr/>
                    <a:lstStyle/>
                    <a:p>
                      <a:pPr algn="ctr" fontAlgn="ctr"/>
                      <a:r>
                        <a:rPr lang="es-PE" sz="2200" b="0" u="none" strike="noStrike">
                          <a:effectLst/>
                        </a:rPr>
                        <a:t>C</a:t>
                      </a:r>
                      <a:r>
                        <a:rPr lang="es-PE" sz="2200" b="0" u="none" strike="noStrike" baseline="-25000">
                          <a:effectLst/>
                        </a:rPr>
                        <a:t>j</a:t>
                      </a:r>
                      <a:endParaRPr lang="es-PE" sz="2200" b="0" i="0" u="none" strike="noStrike">
                        <a:solidFill>
                          <a:srgbClr val="000000"/>
                        </a:solidFill>
                        <a:effectLst/>
                        <a:latin typeface="Arial" panose="020B0604020202020204" pitchFamily="34" charset="0"/>
                      </a:endParaRPr>
                    </a:p>
                  </a:txBody>
                  <a:tcPr marL="0" marR="0" marT="0" marB="0" anchor="ctr"/>
                </a:tc>
                <a:tc hMerge="1">
                  <a:txBody>
                    <a:bodyPr/>
                    <a:lstStyle/>
                    <a:p>
                      <a:endParaRPr lang="es-PE"/>
                    </a:p>
                  </a:txBody>
                  <a:tcPr/>
                </a:tc>
                <a:tc>
                  <a:txBody>
                    <a:bodyPr/>
                    <a:lstStyle/>
                    <a:p>
                      <a:pPr algn="ctr" fontAlgn="ctr"/>
                      <a:r>
                        <a:rPr lang="es-PE" sz="2200" b="0" u="none" strike="noStrike">
                          <a:effectLst/>
                        </a:rPr>
                        <a:t>3</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8</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rowSpan="2">
                  <a:txBody>
                    <a:bodyPr/>
                    <a:lstStyle/>
                    <a:p>
                      <a:pPr algn="ctr" fontAlgn="ctr"/>
                      <a:r>
                        <a:rPr lang="es-PE" sz="2200" b="0" u="none" strike="noStrike">
                          <a:effectLst/>
                        </a:rPr>
                        <a:t>B</a:t>
                      </a:r>
                      <a:r>
                        <a:rPr lang="es-PE" sz="2200" b="0" u="none" strike="noStrike" baseline="-25000">
                          <a:effectLst/>
                        </a:rPr>
                        <a:t>i</a:t>
                      </a:r>
                      <a:endParaRPr lang="es-PE" sz="2200" b="0" i="0" u="none" strike="noStrike">
                        <a:solidFill>
                          <a:srgbClr val="000000"/>
                        </a:solidFill>
                        <a:effectLst/>
                        <a:latin typeface="Arial" panose="020B0604020202020204" pitchFamily="34" charset="0"/>
                      </a:endParaRPr>
                    </a:p>
                  </a:txBody>
                  <a:tcPr marL="0" marR="0" marT="0" marB="0" anchor="ctr">
                    <a:solidFill>
                      <a:srgbClr val="CC3300"/>
                    </a:solidFill>
                  </a:tcPr>
                </a:tc>
                <a:tc rowSpan="2">
                  <a:txBody>
                    <a:bodyPr/>
                    <a:lstStyle/>
                    <a:p>
                      <a:pPr algn="ctr" fontAlgn="ctr"/>
                      <a:r>
                        <a:rPr lang="es-PE" sz="2200" b="0" u="none" strike="noStrike">
                          <a:effectLst/>
                        </a:rPr>
                        <a:t>Ɵ</a:t>
                      </a:r>
                      <a:r>
                        <a:rPr lang="es-PE" sz="2200" b="0" u="none" strike="noStrike" baseline="-25000">
                          <a:effectLst/>
                        </a:rPr>
                        <a:t>i</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23446908"/>
                  </a:ext>
                </a:extLst>
              </a:tr>
              <a:tr h="431560">
                <a:tc>
                  <a:txBody>
                    <a:bodyPr/>
                    <a:lstStyle/>
                    <a:p>
                      <a:pPr algn="ctr" fontAlgn="ctr"/>
                      <a:r>
                        <a:rPr lang="es-PE" sz="2200" b="0" u="none" strike="noStrike" dirty="0" err="1">
                          <a:effectLst/>
                        </a:rPr>
                        <a:t>C</a:t>
                      </a:r>
                      <a:r>
                        <a:rPr lang="es-PE" sz="2200" b="0" u="none" strike="noStrike" baseline="-25000" dirty="0" err="1">
                          <a:effectLst/>
                        </a:rPr>
                        <a:t>B</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X</a:t>
                      </a:r>
                      <a:r>
                        <a:rPr lang="es-PE" sz="2200" b="0" u="none" strike="noStrike" baseline="-25000" dirty="0" err="1">
                          <a:effectLst/>
                        </a:rPr>
                        <a:t>B</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X</a:t>
                      </a:r>
                      <a:r>
                        <a:rPr lang="es-PE" sz="2200" b="0" u="none" strike="noStrike" baseline="-25000" dirty="0" err="1">
                          <a:effectLst/>
                        </a:rPr>
                        <a:t>1</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X</a:t>
                      </a:r>
                      <a:r>
                        <a:rPr lang="es-PE" sz="2200" b="0" u="none" strike="noStrike" baseline="-25000" dirty="0" err="1">
                          <a:effectLst/>
                        </a:rPr>
                        <a:t>2</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S</a:t>
                      </a:r>
                      <a:r>
                        <a:rPr lang="es-PE" sz="2200" b="0" u="none" strike="noStrike" baseline="-25000" dirty="0" err="1">
                          <a:effectLst/>
                        </a:rPr>
                        <a:t>3</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A</a:t>
                      </a:r>
                      <a:r>
                        <a:rPr lang="es-PE" sz="2200" b="0" u="none" strike="noStrike" baseline="-25000" dirty="0" err="1">
                          <a:effectLst/>
                        </a:rPr>
                        <a:t>4</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S</a:t>
                      </a:r>
                      <a:r>
                        <a:rPr lang="es-PE" sz="2200" b="0" u="none" strike="noStrike" baseline="-25000" dirty="0" err="1">
                          <a:effectLst/>
                        </a:rPr>
                        <a:t>5</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A</a:t>
                      </a:r>
                      <a:r>
                        <a:rPr lang="es-PE" sz="2200" b="0" u="none" strike="noStrike" baseline="-25000" dirty="0" err="1">
                          <a:effectLst/>
                        </a:rPr>
                        <a:t>6</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vMerge="1">
                  <a:txBody>
                    <a:bodyPr/>
                    <a:lstStyle/>
                    <a:p>
                      <a:endParaRPr lang="es-PE"/>
                    </a:p>
                  </a:txBody>
                  <a:tcPr/>
                </a:tc>
                <a:tc vMerge="1">
                  <a:txBody>
                    <a:bodyPr/>
                    <a:lstStyle/>
                    <a:p>
                      <a:endParaRPr lang="es-PE"/>
                    </a:p>
                  </a:txBody>
                  <a:tcP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170506230"/>
                  </a:ext>
                </a:extLst>
              </a:tr>
              <a:tr h="431560">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A</a:t>
                      </a:r>
                      <a:r>
                        <a:rPr lang="es-PE" sz="2200" b="0" u="none" strike="noStrike" baseline="-25000">
                          <a:effectLst/>
                        </a:rPr>
                        <a:t>4</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dirty="0">
                          <a:effectLst/>
                        </a:rPr>
                        <a:t>1</a:t>
                      </a:r>
                      <a:endParaRPr lang="es-PE" sz="2200" b="0" i="0" u="none" strike="noStrike" dirty="0">
                        <a:solidFill>
                          <a:srgbClr val="000000"/>
                        </a:solidFill>
                        <a:effectLst/>
                        <a:latin typeface="Arial" panose="020B0604020202020204" pitchFamily="34" charset="0"/>
                      </a:endParaRPr>
                    </a:p>
                  </a:txBody>
                  <a:tcPr marL="0" marR="0" marT="0" marB="0" anchor="ctr">
                    <a:solidFill>
                      <a:srgbClr val="92D050"/>
                    </a:solidFill>
                  </a:tcPr>
                </a:tc>
                <a:tc>
                  <a:txBody>
                    <a:bodyPr/>
                    <a:lstStyle/>
                    <a:p>
                      <a:pPr algn="ctr" fontAlgn="b"/>
                      <a:r>
                        <a:rPr lang="es-PE" sz="2200" b="0" u="none" strike="noStrike" dirty="0">
                          <a:effectLst/>
                        </a:rPr>
                        <a:t>4</a:t>
                      </a:r>
                      <a:endParaRPr lang="es-PE" sz="2200" b="0" i="0" u="none" strike="noStrike" dirty="0">
                        <a:solidFill>
                          <a:srgbClr val="000000"/>
                        </a:solidFill>
                        <a:effectLst/>
                        <a:latin typeface="Calibri" panose="020F0502020204030204" pitchFamily="34" charset="0"/>
                      </a:endParaRPr>
                    </a:p>
                  </a:txBody>
                  <a:tcPr marL="0" marR="0" marT="0" marB="0" anchor="ctr">
                    <a:solidFill>
                      <a:srgbClr val="92D050"/>
                    </a:solidFill>
                  </a:tcPr>
                </a:tc>
                <a:tc>
                  <a:txBody>
                    <a:bodyPr/>
                    <a:lstStyle/>
                    <a:p>
                      <a:pPr algn="ctr" fontAlgn="ctr"/>
                      <a:r>
                        <a:rPr lang="es-PE" sz="2200" b="0" u="none" strike="noStrike" dirty="0">
                          <a:effectLst/>
                        </a:rPr>
                        <a:t>-1</a:t>
                      </a:r>
                      <a:endParaRPr lang="es-PE" sz="2200" b="0" i="0" u="none" strike="noStrike" dirty="0">
                        <a:solidFill>
                          <a:srgbClr val="000000"/>
                        </a:solidFill>
                        <a:effectLst/>
                        <a:latin typeface="Arial" panose="020B0604020202020204" pitchFamily="34" charset="0"/>
                      </a:endParaRPr>
                    </a:p>
                  </a:txBody>
                  <a:tcPr marL="0" marR="0" marT="0" marB="0" anchor="ctr">
                    <a:solidFill>
                      <a:srgbClr val="92D050"/>
                    </a:solidFill>
                  </a:tcPr>
                </a:tc>
                <a:tc>
                  <a:txBody>
                    <a:bodyPr/>
                    <a:lstStyle/>
                    <a:p>
                      <a:pPr algn="ctr" fontAlgn="ctr"/>
                      <a:r>
                        <a:rPr lang="es-PE" sz="2200" b="0" u="none" strike="noStrike" dirty="0">
                          <a:effectLst/>
                        </a:rPr>
                        <a:t>1</a:t>
                      </a:r>
                      <a:endParaRPr lang="es-PE" sz="2200" b="0" i="0" u="none" strike="noStrike" dirty="0">
                        <a:solidFill>
                          <a:srgbClr val="000000"/>
                        </a:solidFill>
                        <a:effectLst/>
                        <a:latin typeface="Arial" panose="020B0604020202020204" pitchFamily="34" charset="0"/>
                      </a:endParaRPr>
                    </a:p>
                  </a:txBody>
                  <a:tcPr marL="0" marR="0" marT="0" marB="0" anchor="ctr">
                    <a:solidFill>
                      <a:srgbClr val="92D050"/>
                    </a:solidFill>
                  </a:tcPr>
                </a:tc>
                <a:tc>
                  <a:txBody>
                    <a:bodyPr/>
                    <a:lstStyle/>
                    <a:p>
                      <a:pPr algn="ctr" fontAlgn="ctr"/>
                      <a:r>
                        <a:rPr lang="es-PE" sz="2200" b="0" u="none" strike="noStrike" dirty="0">
                          <a:effectLst/>
                        </a:rPr>
                        <a:t>0</a:t>
                      </a:r>
                      <a:endParaRPr lang="es-PE" sz="2200" b="0" i="0" u="none" strike="noStrike" dirty="0">
                        <a:solidFill>
                          <a:srgbClr val="000000"/>
                        </a:solidFill>
                        <a:effectLst/>
                        <a:latin typeface="Arial" panose="020B0604020202020204" pitchFamily="34" charset="0"/>
                      </a:endParaRPr>
                    </a:p>
                  </a:txBody>
                  <a:tcPr marL="0" marR="0" marT="0" marB="0" anchor="ctr">
                    <a:solidFill>
                      <a:srgbClr val="92D050"/>
                    </a:solidFill>
                  </a:tcPr>
                </a:tc>
                <a:tc>
                  <a:txBody>
                    <a:bodyPr/>
                    <a:lstStyle/>
                    <a:p>
                      <a:pPr algn="ctr" fontAlgn="ctr"/>
                      <a:r>
                        <a:rPr lang="es-PE" sz="2200" b="0" u="none" strike="noStrike" dirty="0">
                          <a:effectLst/>
                        </a:rPr>
                        <a:t>0</a:t>
                      </a:r>
                      <a:endParaRPr lang="es-PE" sz="2200" b="0" i="0" u="none" strike="noStrike" dirty="0">
                        <a:solidFill>
                          <a:srgbClr val="000000"/>
                        </a:solidFill>
                        <a:effectLst/>
                        <a:latin typeface="Arial" panose="020B0604020202020204" pitchFamily="34" charset="0"/>
                      </a:endParaRPr>
                    </a:p>
                  </a:txBody>
                  <a:tcPr marL="0" marR="0" marT="0" marB="0" anchor="ctr">
                    <a:solidFill>
                      <a:srgbClr val="92D050"/>
                    </a:solidFill>
                  </a:tcPr>
                </a:tc>
                <a:tc>
                  <a:txBody>
                    <a:bodyPr/>
                    <a:lstStyle/>
                    <a:p>
                      <a:pPr algn="ctr" fontAlgn="ctr"/>
                      <a:r>
                        <a:rPr lang="es-PE" sz="2200" b="0" u="none" strike="noStrike" dirty="0">
                          <a:effectLst/>
                        </a:rPr>
                        <a:t>3,5</a:t>
                      </a: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0,875</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315720709"/>
                  </a:ext>
                </a:extLst>
              </a:tr>
              <a:tr h="431560">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dirty="0" err="1">
                          <a:effectLst/>
                        </a:rPr>
                        <a:t>A</a:t>
                      </a:r>
                      <a:r>
                        <a:rPr lang="es-PE" sz="2200" b="0" u="none" strike="noStrike" baseline="-25000" dirty="0" err="1">
                          <a:effectLst/>
                        </a:rPr>
                        <a:t>6</a:t>
                      </a: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1</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dirty="0">
                          <a:effectLst/>
                        </a:rPr>
                        <a:t>2</a:t>
                      </a:r>
                      <a:endParaRPr lang="es-PE" sz="2200" b="0" i="0" u="none" strike="noStrike" dirty="0">
                        <a:solidFill>
                          <a:srgbClr val="000000"/>
                        </a:solidFill>
                        <a:effectLst/>
                        <a:latin typeface="Arial" panose="020B0604020202020204" pitchFamily="34" charset="0"/>
                      </a:endParaRPr>
                    </a:p>
                  </a:txBody>
                  <a:tcPr marL="0" marR="0" marT="0" marB="0" anchor="ctr">
                    <a:solidFill>
                      <a:srgbClr val="92D050"/>
                    </a:solidFill>
                  </a:tcP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-1</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1</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2,5</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1,25</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346822395"/>
                  </a:ext>
                </a:extLst>
              </a:tr>
              <a:tr h="331970">
                <a:tc gridSpan="2">
                  <a:txBody>
                    <a:bodyPr/>
                    <a:lstStyle/>
                    <a:p>
                      <a:pPr algn="ctr" fontAlgn="ctr"/>
                      <a:r>
                        <a:rPr lang="es-PE" sz="2200" b="0" u="none" strike="noStrike" dirty="0" err="1">
                          <a:effectLst/>
                        </a:rPr>
                        <a:t>Z</a:t>
                      </a:r>
                      <a:r>
                        <a:rPr lang="es-PE" sz="2200" b="0" u="none" strike="noStrike" kern="1200" baseline="-25000" dirty="0" err="1">
                          <a:solidFill>
                            <a:schemeClr val="dk1"/>
                          </a:solidFill>
                          <a:effectLst/>
                          <a:latin typeface="+mn-lt"/>
                          <a:ea typeface="+mn-ea"/>
                          <a:cs typeface="+mn-cs"/>
                        </a:rPr>
                        <a:t>j</a:t>
                      </a:r>
                      <a:endParaRPr lang="es-PE" sz="2200" b="0" u="none" strike="noStrike" kern="1200" baseline="-25000" dirty="0">
                        <a:solidFill>
                          <a:schemeClr val="dk1"/>
                        </a:solidFill>
                        <a:effectLst/>
                        <a:latin typeface="+mn-lt"/>
                        <a:ea typeface="+mn-ea"/>
                        <a:cs typeface="+mn-cs"/>
                      </a:endParaRPr>
                    </a:p>
                  </a:txBody>
                  <a:tcPr marL="0" marR="0" marT="0" marB="0" anchor="ctr"/>
                </a:tc>
                <a:tc hMerge="1">
                  <a:txBody>
                    <a:bodyPr/>
                    <a:lstStyle/>
                    <a:p>
                      <a:endParaRPr lang="es-PE"/>
                    </a:p>
                  </a:txBody>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 </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66025097"/>
                  </a:ext>
                </a:extLst>
              </a:tr>
              <a:tr h="331970">
                <a:tc gridSpan="2">
                  <a:txBody>
                    <a:bodyPr/>
                    <a:lstStyle/>
                    <a:p>
                      <a:pPr algn="ctr" fontAlgn="ctr"/>
                      <a:r>
                        <a:rPr lang="es-PE" sz="2200" b="0" u="none" strike="noStrike" dirty="0" err="1">
                          <a:effectLst/>
                        </a:rPr>
                        <a:t>C</a:t>
                      </a:r>
                      <a:r>
                        <a:rPr lang="es-PE" sz="2200" b="0" u="none" strike="noStrike" kern="1200" baseline="-25000" dirty="0" err="1">
                          <a:solidFill>
                            <a:schemeClr val="dk1"/>
                          </a:solidFill>
                          <a:effectLst/>
                          <a:latin typeface="+mn-lt"/>
                          <a:ea typeface="+mn-ea"/>
                          <a:cs typeface="+mn-cs"/>
                        </a:rPr>
                        <a:t>j</a:t>
                      </a:r>
                      <a:r>
                        <a:rPr lang="es-PE" sz="2200" b="0" u="none" strike="noStrike" dirty="0" err="1">
                          <a:effectLst/>
                        </a:rPr>
                        <a:t>-Z</a:t>
                      </a:r>
                      <a:r>
                        <a:rPr lang="es-PE" sz="2200" b="0" u="none" strike="noStrike" kern="1200" baseline="-25000" dirty="0" err="1">
                          <a:solidFill>
                            <a:schemeClr val="dk1"/>
                          </a:solidFill>
                          <a:effectLst/>
                          <a:latin typeface="+mn-lt"/>
                          <a:ea typeface="+mn-ea"/>
                          <a:cs typeface="+mn-cs"/>
                        </a:rPr>
                        <a:t>j</a:t>
                      </a:r>
                      <a:endParaRPr lang="es-PE" sz="2200" b="0" u="none" strike="noStrike" kern="1200" baseline="-25000" dirty="0">
                        <a:solidFill>
                          <a:schemeClr val="dk1"/>
                        </a:solidFill>
                        <a:effectLst/>
                        <a:latin typeface="+mn-lt"/>
                        <a:ea typeface="+mn-ea"/>
                        <a:cs typeface="+mn-cs"/>
                      </a:endParaRPr>
                    </a:p>
                  </a:txBody>
                  <a:tcPr marL="0" marR="0" marT="0" marB="0" anchor="ctr"/>
                </a:tc>
                <a:tc hMerge="1">
                  <a:txBody>
                    <a:bodyPr/>
                    <a:lstStyle/>
                    <a:p>
                      <a:endParaRPr lang="es-PE"/>
                    </a:p>
                  </a:txBody>
                  <a:tcP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 </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563915384"/>
                  </a:ext>
                </a:extLst>
              </a:tr>
              <a:tr h="431560">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b"/>
                      <a:endParaRPr lang="es-PE" sz="2200" b="0" i="0" u="none" strike="noStrike" dirty="0">
                        <a:solidFill>
                          <a:srgbClr val="000000"/>
                        </a:solidFill>
                        <a:effectLst/>
                        <a:latin typeface="Calibri" panose="020F050202020403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FF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l" fontAlgn="b"/>
                      <a:endParaRPr lang="es-PE" sz="2200" b="0" i="0" u="none" strike="noStrike" dirty="0">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extLst>
                  <a:ext uri="{0D108BD9-81ED-4DB2-BD59-A6C34878D82A}">
                    <a16:rowId xmlns:a16="http://schemas.microsoft.com/office/drawing/2014/main" val="612912277"/>
                  </a:ext>
                </a:extLst>
              </a:tr>
              <a:tr h="431560">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l" fontAlgn="b"/>
                      <a:endParaRPr lang="es-PE" sz="2200" b="0" i="0" u="none" strike="noStrike" dirty="0">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extLst>
                  <a:ext uri="{0D108BD9-81ED-4DB2-BD59-A6C34878D82A}">
                    <a16:rowId xmlns:a16="http://schemas.microsoft.com/office/drawing/2014/main" val="1816668780"/>
                  </a:ext>
                </a:extLst>
              </a:tr>
              <a:tr h="331970">
                <a:tc gridSpan="2">
                  <a:txBody>
                    <a:bodyPr/>
                    <a:lstStyle/>
                    <a:p>
                      <a:pPr algn="ctr" fontAlgn="ctr"/>
                      <a:endParaRPr lang="es-PE" sz="2200" b="0" u="none" strike="noStrike" kern="1200" baseline="-25000" dirty="0">
                        <a:solidFill>
                          <a:schemeClr val="dk1"/>
                        </a:solidFill>
                        <a:effectLst/>
                        <a:latin typeface="+mn-lt"/>
                        <a:ea typeface="+mn-ea"/>
                        <a:cs typeface="+mn-cs"/>
                      </a:endParaRPr>
                    </a:p>
                  </a:txBody>
                  <a:tcPr marL="0" marR="0" marT="0" marB="0" anchor="ctr">
                    <a:solidFill>
                      <a:schemeClr val="accent1">
                        <a:lumMod val="40000"/>
                        <a:lumOff val="60000"/>
                      </a:schemeClr>
                    </a:solidFill>
                  </a:tcPr>
                </a:tc>
                <a:tc hMerge="1">
                  <a:txBody>
                    <a:bodyPr/>
                    <a:lstStyle/>
                    <a:p>
                      <a:endParaRPr lang="es-PE"/>
                    </a:p>
                  </a:txBody>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l" fontAlgn="b"/>
                      <a:endParaRPr lang="es-PE" sz="2200" b="0" i="0" u="none" strike="noStrike" dirty="0">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extLst>
                  <a:ext uri="{0D108BD9-81ED-4DB2-BD59-A6C34878D82A}">
                    <a16:rowId xmlns:a16="http://schemas.microsoft.com/office/drawing/2014/main" val="1253183336"/>
                  </a:ext>
                </a:extLst>
              </a:tr>
              <a:tr h="331970">
                <a:tc gridSpan="2">
                  <a:txBody>
                    <a:bodyPr/>
                    <a:lstStyle/>
                    <a:p>
                      <a:pPr algn="ctr" fontAlgn="ctr"/>
                      <a:endParaRPr lang="es-PE" sz="2200" b="0" u="none" strike="noStrike" kern="1200" baseline="-25000" dirty="0">
                        <a:solidFill>
                          <a:schemeClr val="dk1"/>
                        </a:solidFill>
                        <a:effectLst/>
                        <a:latin typeface="+mn-lt"/>
                        <a:ea typeface="+mn-ea"/>
                        <a:cs typeface="+mn-cs"/>
                      </a:endParaRPr>
                    </a:p>
                  </a:txBody>
                  <a:tcPr marL="0" marR="0" marT="0" marB="0" anchor="ctr">
                    <a:solidFill>
                      <a:schemeClr val="accent1">
                        <a:lumMod val="40000"/>
                        <a:lumOff val="60000"/>
                      </a:schemeClr>
                    </a:solidFill>
                  </a:tcPr>
                </a:tc>
                <a:tc hMerge="1">
                  <a:txBody>
                    <a:bodyPr/>
                    <a:lstStyle/>
                    <a:p>
                      <a:endParaRPr lang="es-PE"/>
                    </a:p>
                  </a:txBody>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l" fontAlgn="b"/>
                      <a:endParaRPr lang="es-PE" sz="2200" b="0" i="0" u="none" strike="noStrike" dirty="0">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extLst>
                  <a:ext uri="{0D108BD9-81ED-4DB2-BD59-A6C34878D82A}">
                    <a16:rowId xmlns:a16="http://schemas.microsoft.com/office/drawing/2014/main" val="2450144534"/>
                  </a:ext>
                </a:extLst>
              </a:tr>
              <a:tr h="431560">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l" fontAlgn="b"/>
                      <a:endParaRPr lang="es-PE" sz="22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006646892"/>
                  </a:ext>
                </a:extLst>
              </a:tr>
              <a:tr h="431560">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endParaRPr lang="es-PE" sz="2000" b="0" i="0" u="none" strike="noStrike" dirty="0">
                        <a:solidFill>
                          <a:srgbClr val="FF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endParaRPr lang="es-PE" sz="22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54685625"/>
                  </a:ext>
                </a:extLst>
              </a:tr>
              <a:tr h="331970">
                <a:tc gridSpan="2">
                  <a:txBody>
                    <a:bodyPr/>
                    <a:lstStyle/>
                    <a:p>
                      <a:pPr algn="ctr" fontAlgn="ctr"/>
                      <a:endParaRPr lang="es-PE" sz="2200" b="0" u="none" strike="noStrike" kern="1200" baseline="-25000" dirty="0">
                        <a:solidFill>
                          <a:schemeClr val="dk1"/>
                        </a:solidFill>
                        <a:effectLst/>
                        <a:latin typeface="+mn-lt"/>
                        <a:ea typeface="+mn-ea"/>
                        <a:cs typeface="+mn-cs"/>
                      </a:endParaRPr>
                    </a:p>
                  </a:txBody>
                  <a:tcPr marL="0" marR="0" marT="0" marB="0" anchor="ctr"/>
                </a:tc>
                <a:tc hMerge="1">
                  <a:txBody>
                    <a:bodyPr/>
                    <a:lstStyle/>
                    <a:p>
                      <a:endParaRPr lang="es-PE"/>
                    </a:p>
                  </a:txBody>
                  <a:tcP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s-PE" sz="2200" b="0" u="none" strike="noStrike">
                          <a:effectLst/>
                        </a:rPr>
                        <a:t> </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587712061"/>
                  </a:ext>
                </a:extLst>
              </a:tr>
              <a:tr h="331970">
                <a:tc gridSpan="2">
                  <a:txBody>
                    <a:bodyPr/>
                    <a:lstStyle/>
                    <a:p>
                      <a:pPr algn="ctr" fontAlgn="ctr"/>
                      <a:endParaRPr lang="es-PE" sz="2200" b="0" u="none" strike="noStrike" kern="1200" baseline="-25000" dirty="0">
                        <a:solidFill>
                          <a:schemeClr val="dk1"/>
                        </a:solidFill>
                        <a:effectLst/>
                        <a:latin typeface="+mn-lt"/>
                        <a:ea typeface="+mn-ea"/>
                        <a:cs typeface="+mn-cs"/>
                      </a:endParaRPr>
                    </a:p>
                  </a:txBody>
                  <a:tcPr marL="0" marR="0" marT="0" marB="0" anchor="ctr"/>
                </a:tc>
                <a:tc hMerge="1">
                  <a:txBody>
                    <a:bodyPr/>
                    <a:lstStyle/>
                    <a:p>
                      <a:endParaRPr lang="es-PE"/>
                    </a:p>
                  </a:txBody>
                  <a:tcP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s-PE" sz="2200" b="0" u="none" strike="noStrike">
                          <a:effectLst/>
                        </a:rPr>
                        <a:t> </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dirty="0">
                          <a:effectLst/>
                        </a:rPr>
                        <a:t> </a:t>
                      </a:r>
                      <a:endParaRPr lang="es-PE" sz="22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835176111"/>
                  </a:ext>
                </a:extLst>
              </a:tr>
            </a:tbl>
          </a:graphicData>
        </a:graphic>
      </p:graphicFrame>
      <p:sp>
        <p:nvSpPr>
          <p:cNvPr id="6" name="Elipse 5">
            <a:extLst>
              <a:ext uri="{FF2B5EF4-FFF2-40B4-BE49-F238E27FC236}">
                <a16:creationId xmlns:a16="http://schemas.microsoft.com/office/drawing/2014/main" id="{F61CFB0E-0D31-425C-B482-3C3B268674CF}"/>
              </a:ext>
            </a:extLst>
          </p:cNvPr>
          <p:cNvSpPr/>
          <p:nvPr/>
        </p:nvSpPr>
        <p:spPr>
          <a:xfrm>
            <a:off x="3619216" y="2118634"/>
            <a:ext cx="379985" cy="45954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s-PE" sz="2000"/>
          </a:p>
        </p:txBody>
      </p:sp>
    </p:spTree>
    <p:extLst>
      <p:ext uri="{BB962C8B-B14F-4D97-AF65-F5344CB8AC3E}">
        <p14:creationId xmlns:p14="http://schemas.microsoft.com/office/powerpoint/2010/main" val="1472001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CuadroTexto">
            <a:extLst>
              <a:ext uri="{FF2B5EF4-FFF2-40B4-BE49-F238E27FC236}">
                <a16:creationId xmlns:a16="http://schemas.microsoft.com/office/drawing/2014/main" id="{C8829EF0-06E0-4AB4-B577-323BA05A42F5}"/>
              </a:ext>
            </a:extLst>
          </p:cNvPr>
          <p:cNvSpPr txBox="1"/>
          <p:nvPr/>
        </p:nvSpPr>
        <p:spPr>
          <a:xfrm>
            <a:off x="6096000" y="300489"/>
            <a:ext cx="6095999" cy="523220"/>
          </a:xfrm>
          <a:prstGeom prst="rect">
            <a:avLst/>
          </a:prstGeom>
          <a:noFill/>
        </p:spPr>
        <p:txBody>
          <a:bodyPr wrap="square" rtlCol="0">
            <a:spAutoFit/>
          </a:bodyPr>
          <a:lstStyle/>
          <a:p>
            <a:pPr algn="ctr"/>
            <a:r>
              <a:rPr lang="es-ES_tradnl" sz="2800" dirty="0">
                <a:solidFill>
                  <a:schemeClr val="bg1"/>
                </a:solidFill>
                <a:latin typeface="Comic Sans MS" pitchFamily="66" charset="0"/>
              </a:rPr>
              <a:t>Ejercicio 5</a:t>
            </a:r>
            <a:endParaRPr lang="es-AR" sz="2800" dirty="0">
              <a:solidFill>
                <a:schemeClr val="bg1"/>
              </a:solidFill>
              <a:latin typeface="Comic Sans MS" pitchFamily="66" charset="0"/>
            </a:endParaRPr>
          </a:p>
        </p:txBody>
      </p:sp>
      <p:sp>
        <p:nvSpPr>
          <p:cNvPr id="5" name="Elipse 4">
            <a:extLst>
              <a:ext uri="{FF2B5EF4-FFF2-40B4-BE49-F238E27FC236}">
                <a16:creationId xmlns:a16="http://schemas.microsoft.com/office/drawing/2014/main" id="{36F908FE-5D67-41D7-9ED8-7ACD442C4E00}"/>
              </a:ext>
            </a:extLst>
          </p:cNvPr>
          <p:cNvSpPr/>
          <p:nvPr/>
        </p:nvSpPr>
        <p:spPr>
          <a:xfrm>
            <a:off x="4741067" y="285936"/>
            <a:ext cx="379985" cy="45954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s-PE" sz="2000"/>
          </a:p>
        </p:txBody>
      </p:sp>
      <p:graphicFrame>
        <p:nvGraphicFramePr>
          <p:cNvPr id="2" name="Tabla 1">
            <a:extLst>
              <a:ext uri="{FF2B5EF4-FFF2-40B4-BE49-F238E27FC236}">
                <a16:creationId xmlns:a16="http://schemas.microsoft.com/office/drawing/2014/main" id="{7E7E1311-514E-4AEE-AFFD-2F676AA16460}"/>
              </a:ext>
            </a:extLst>
          </p:cNvPr>
          <p:cNvGraphicFramePr>
            <a:graphicFrameLocks noGrp="1"/>
          </p:cNvGraphicFramePr>
          <p:nvPr/>
        </p:nvGraphicFramePr>
        <p:xfrm>
          <a:off x="163608" y="1341997"/>
          <a:ext cx="11856208" cy="5397767"/>
        </p:xfrm>
        <a:graphic>
          <a:graphicData uri="http://schemas.openxmlformats.org/drawingml/2006/table">
            <a:tbl>
              <a:tblPr>
                <a:tableStyleId>{5C22544A-7EE6-4342-B048-85BDC9FD1C3A}</a:tableStyleId>
              </a:tblPr>
              <a:tblGrid>
                <a:gridCol w="1046136">
                  <a:extLst>
                    <a:ext uri="{9D8B030D-6E8A-4147-A177-3AD203B41FA5}">
                      <a16:colId xmlns:a16="http://schemas.microsoft.com/office/drawing/2014/main" val="103241707"/>
                    </a:ext>
                  </a:extLst>
                </a:gridCol>
                <a:gridCol w="1046136">
                  <a:extLst>
                    <a:ext uri="{9D8B030D-6E8A-4147-A177-3AD203B41FA5}">
                      <a16:colId xmlns:a16="http://schemas.microsoft.com/office/drawing/2014/main" val="2713558971"/>
                    </a:ext>
                  </a:extLst>
                </a:gridCol>
                <a:gridCol w="1046136">
                  <a:extLst>
                    <a:ext uri="{9D8B030D-6E8A-4147-A177-3AD203B41FA5}">
                      <a16:colId xmlns:a16="http://schemas.microsoft.com/office/drawing/2014/main" val="3993793485"/>
                    </a:ext>
                  </a:extLst>
                </a:gridCol>
                <a:gridCol w="1046136">
                  <a:extLst>
                    <a:ext uri="{9D8B030D-6E8A-4147-A177-3AD203B41FA5}">
                      <a16:colId xmlns:a16="http://schemas.microsoft.com/office/drawing/2014/main" val="2752947316"/>
                    </a:ext>
                  </a:extLst>
                </a:gridCol>
                <a:gridCol w="1046136">
                  <a:extLst>
                    <a:ext uri="{9D8B030D-6E8A-4147-A177-3AD203B41FA5}">
                      <a16:colId xmlns:a16="http://schemas.microsoft.com/office/drawing/2014/main" val="1839162297"/>
                    </a:ext>
                  </a:extLst>
                </a:gridCol>
                <a:gridCol w="1046136">
                  <a:extLst>
                    <a:ext uri="{9D8B030D-6E8A-4147-A177-3AD203B41FA5}">
                      <a16:colId xmlns:a16="http://schemas.microsoft.com/office/drawing/2014/main" val="1826029279"/>
                    </a:ext>
                  </a:extLst>
                </a:gridCol>
                <a:gridCol w="1394848">
                  <a:extLst>
                    <a:ext uri="{9D8B030D-6E8A-4147-A177-3AD203B41FA5}">
                      <a16:colId xmlns:a16="http://schemas.microsoft.com/office/drawing/2014/main" val="1694348188"/>
                    </a:ext>
                  </a:extLst>
                </a:gridCol>
                <a:gridCol w="945394">
                  <a:extLst>
                    <a:ext uri="{9D8B030D-6E8A-4147-A177-3AD203B41FA5}">
                      <a16:colId xmlns:a16="http://schemas.microsoft.com/office/drawing/2014/main" val="762263087"/>
                    </a:ext>
                  </a:extLst>
                </a:gridCol>
                <a:gridCol w="1069383">
                  <a:extLst>
                    <a:ext uri="{9D8B030D-6E8A-4147-A177-3AD203B41FA5}">
                      <a16:colId xmlns:a16="http://schemas.microsoft.com/office/drawing/2014/main" val="2424980691"/>
                    </a:ext>
                  </a:extLst>
                </a:gridCol>
                <a:gridCol w="777694">
                  <a:extLst>
                    <a:ext uri="{9D8B030D-6E8A-4147-A177-3AD203B41FA5}">
                      <a16:colId xmlns:a16="http://schemas.microsoft.com/office/drawing/2014/main" val="2635134013"/>
                    </a:ext>
                  </a:extLst>
                </a:gridCol>
                <a:gridCol w="1392073">
                  <a:extLst>
                    <a:ext uri="{9D8B030D-6E8A-4147-A177-3AD203B41FA5}">
                      <a16:colId xmlns:a16="http://schemas.microsoft.com/office/drawing/2014/main" val="3766197824"/>
                    </a:ext>
                  </a:extLst>
                </a:gridCol>
              </a:tblGrid>
              <a:tr h="365167">
                <a:tc gridSpan="2">
                  <a:txBody>
                    <a:bodyPr/>
                    <a:lstStyle/>
                    <a:p>
                      <a:pPr algn="ctr" fontAlgn="ctr"/>
                      <a:r>
                        <a:rPr lang="es-PE" sz="2200" b="0" u="none" strike="noStrike">
                          <a:effectLst/>
                        </a:rPr>
                        <a:t>C</a:t>
                      </a:r>
                      <a:r>
                        <a:rPr lang="es-PE" sz="2200" b="0" u="none" strike="noStrike" baseline="-25000">
                          <a:effectLst/>
                        </a:rPr>
                        <a:t>j</a:t>
                      </a:r>
                      <a:endParaRPr lang="es-PE" sz="2200" b="0" i="0" u="none" strike="noStrike">
                        <a:solidFill>
                          <a:srgbClr val="000000"/>
                        </a:solidFill>
                        <a:effectLst/>
                        <a:latin typeface="Arial" panose="020B0604020202020204" pitchFamily="34" charset="0"/>
                      </a:endParaRPr>
                    </a:p>
                  </a:txBody>
                  <a:tcPr marL="0" marR="0" marT="0" marB="0" anchor="ctr"/>
                </a:tc>
                <a:tc hMerge="1">
                  <a:txBody>
                    <a:bodyPr/>
                    <a:lstStyle/>
                    <a:p>
                      <a:endParaRPr lang="es-PE"/>
                    </a:p>
                  </a:txBody>
                  <a:tcPr/>
                </a:tc>
                <a:tc>
                  <a:txBody>
                    <a:bodyPr/>
                    <a:lstStyle/>
                    <a:p>
                      <a:pPr algn="ctr" fontAlgn="ctr"/>
                      <a:r>
                        <a:rPr lang="es-PE" sz="2200" b="0" u="none" strike="noStrike">
                          <a:effectLst/>
                        </a:rPr>
                        <a:t>3</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8</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rowSpan="2">
                  <a:txBody>
                    <a:bodyPr/>
                    <a:lstStyle/>
                    <a:p>
                      <a:pPr algn="ctr" fontAlgn="ctr"/>
                      <a:r>
                        <a:rPr lang="es-PE" sz="2200" b="0" u="none" strike="noStrike">
                          <a:effectLst/>
                        </a:rPr>
                        <a:t>B</a:t>
                      </a:r>
                      <a:r>
                        <a:rPr lang="es-PE" sz="2200" b="0" u="none" strike="noStrike" baseline="-25000">
                          <a:effectLst/>
                        </a:rPr>
                        <a:t>i</a:t>
                      </a:r>
                      <a:endParaRPr lang="es-PE" sz="2200" b="0" i="0" u="none" strike="noStrike">
                        <a:solidFill>
                          <a:srgbClr val="000000"/>
                        </a:solidFill>
                        <a:effectLst/>
                        <a:latin typeface="Arial" panose="020B0604020202020204" pitchFamily="34" charset="0"/>
                      </a:endParaRPr>
                    </a:p>
                  </a:txBody>
                  <a:tcPr marL="0" marR="0" marT="0" marB="0" anchor="ctr">
                    <a:solidFill>
                      <a:srgbClr val="CC3300"/>
                    </a:solidFill>
                  </a:tcPr>
                </a:tc>
                <a:tc rowSpan="2">
                  <a:txBody>
                    <a:bodyPr/>
                    <a:lstStyle/>
                    <a:p>
                      <a:pPr algn="ctr" fontAlgn="ctr"/>
                      <a:r>
                        <a:rPr lang="es-PE" sz="2200" b="0" u="none" strike="noStrike">
                          <a:effectLst/>
                        </a:rPr>
                        <a:t>Ɵ</a:t>
                      </a:r>
                      <a:r>
                        <a:rPr lang="es-PE" sz="2200" b="0" u="none" strike="noStrike" baseline="-25000">
                          <a:effectLst/>
                        </a:rPr>
                        <a:t>i</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23446908"/>
                  </a:ext>
                </a:extLst>
              </a:tr>
              <a:tr h="431560">
                <a:tc>
                  <a:txBody>
                    <a:bodyPr/>
                    <a:lstStyle/>
                    <a:p>
                      <a:pPr algn="ctr" fontAlgn="ctr"/>
                      <a:r>
                        <a:rPr lang="es-PE" sz="2200" b="0" u="none" strike="noStrike" dirty="0" err="1">
                          <a:effectLst/>
                        </a:rPr>
                        <a:t>C</a:t>
                      </a:r>
                      <a:r>
                        <a:rPr lang="es-PE" sz="2200" b="0" u="none" strike="noStrike" baseline="-25000" dirty="0" err="1">
                          <a:effectLst/>
                        </a:rPr>
                        <a:t>B</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X</a:t>
                      </a:r>
                      <a:r>
                        <a:rPr lang="es-PE" sz="2200" b="0" u="none" strike="noStrike" baseline="-25000" dirty="0" err="1">
                          <a:effectLst/>
                        </a:rPr>
                        <a:t>B</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X</a:t>
                      </a:r>
                      <a:r>
                        <a:rPr lang="es-PE" sz="2200" b="0" u="none" strike="noStrike" baseline="-25000" dirty="0" err="1">
                          <a:effectLst/>
                        </a:rPr>
                        <a:t>1</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X</a:t>
                      </a:r>
                      <a:r>
                        <a:rPr lang="es-PE" sz="2200" b="0" u="none" strike="noStrike" baseline="-25000" dirty="0" err="1">
                          <a:effectLst/>
                        </a:rPr>
                        <a:t>2</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S</a:t>
                      </a:r>
                      <a:r>
                        <a:rPr lang="es-PE" sz="2200" b="0" u="none" strike="noStrike" baseline="-25000" dirty="0" err="1">
                          <a:effectLst/>
                        </a:rPr>
                        <a:t>3</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A</a:t>
                      </a:r>
                      <a:r>
                        <a:rPr lang="es-PE" sz="2200" b="0" u="none" strike="noStrike" baseline="-25000" dirty="0" err="1">
                          <a:effectLst/>
                        </a:rPr>
                        <a:t>4</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S</a:t>
                      </a:r>
                      <a:r>
                        <a:rPr lang="es-PE" sz="2200" b="0" u="none" strike="noStrike" baseline="-25000" dirty="0" err="1">
                          <a:effectLst/>
                        </a:rPr>
                        <a:t>5</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A</a:t>
                      </a:r>
                      <a:r>
                        <a:rPr lang="es-PE" sz="2200" b="0" u="none" strike="noStrike" baseline="-25000" dirty="0" err="1">
                          <a:effectLst/>
                        </a:rPr>
                        <a:t>6</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vMerge="1">
                  <a:txBody>
                    <a:bodyPr/>
                    <a:lstStyle/>
                    <a:p>
                      <a:endParaRPr lang="es-PE"/>
                    </a:p>
                  </a:txBody>
                  <a:tcPr/>
                </a:tc>
                <a:tc vMerge="1">
                  <a:txBody>
                    <a:bodyPr/>
                    <a:lstStyle/>
                    <a:p>
                      <a:endParaRPr lang="es-PE"/>
                    </a:p>
                  </a:txBody>
                  <a:tcP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170506230"/>
                  </a:ext>
                </a:extLst>
              </a:tr>
              <a:tr h="431560">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A</a:t>
                      </a:r>
                      <a:r>
                        <a:rPr lang="es-PE" sz="2200" b="0" u="none" strike="noStrike" baseline="-25000">
                          <a:effectLst/>
                        </a:rPr>
                        <a:t>4</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dirty="0">
                          <a:effectLst/>
                        </a:rPr>
                        <a:t>1</a:t>
                      </a: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ctr" fontAlgn="b"/>
                      <a:r>
                        <a:rPr lang="es-PE" sz="2200" b="0" u="none" strike="noStrike" dirty="0">
                          <a:effectLst/>
                        </a:rPr>
                        <a:t>4</a:t>
                      </a:r>
                      <a:endParaRPr lang="es-PE" sz="2200" b="0" i="0" u="none" strike="noStrike" dirty="0">
                        <a:solidFill>
                          <a:srgbClr val="000000"/>
                        </a:solidFill>
                        <a:effectLst/>
                        <a:latin typeface="Calibri" panose="020F0502020204030204" pitchFamily="34" charset="0"/>
                      </a:endParaRPr>
                    </a:p>
                  </a:txBody>
                  <a:tcPr marL="0" marR="0" marT="0" marB="0" anchor="ctr">
                    <a:solidFill>
                      <a:srgbClr val="92D050"/>
                    </a:solidFill>
                  </a:tcPr>
                </a:tc>
                <a:tc>
                  <a:txBody>
                    <a:bodyPr/>
                    <a:lstStyle/>
                    <a:p>
                      <a:pPr algn="ctr" fontAlgn="ctr"/>
                      <a:r>
                        <a:rPr lang="es-PE" sz="2200" b="0" u="none" strike="noStrike" dirty="0">
                          <a:effectLst/>
                        </a:rPr>
                        <a:t>-1</a:t>
                      </a: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dirty="0">
                          <a:effectLst/>
                        </a:rPr>
                        <a:t>1</a:t>
                      </a: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dirty="0">
                          <a:effectLst/>
                        </a:rPr>
                        <a:t>0</a:t>
                      </a: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dirty="0">
                          <a:effectLst/>
                        </a:rPr>
                        <a:t>0</a:t>
                      </a: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dirty="0">
                          <a:effectLst/>
                        </a:rPr>
                        <a:t>3,5</a:t>
                      </a: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0,875</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315720709"/>
                  </a:ext>
                </a:extLst>
              </a:tr>
              <a:tr h="431560">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A</a:t>
                      </a:r>
                      <a:r>
                        <a:rPr lang="es-PE" sz="2200" b="0" u="none" strike="noStrike" baseline="-25000">
                          <a:effectLst/>
                        </a:rPr>
                        <a:t>6</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1</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dirty="0">
                          <a:effectLst/>
                        </a:rPr>
                        <a:t>2</a:t>
                      </a:r>
                      <a:endParaRPr lang="es-PE" sz="2200" b="0" i="0" u="none" strike="noStrike" dirty="0">
                        <a:solidFill>
                          <a:srgbClr val="000000"/>
                        </a:solidFill>
                        <a:effectLst/>
                        <a:latin typeface="Arial" panose="020B0604020202020204" pitchFamily="34" charset="0"/>
                      </a:endParaRPr>
                    </a:p>
                  </a:txBody>
                  <a:tcPr marL="0" marR="0" marT="0" marB="0" anchor="ctr">
                    <a:solidFill>
                      <a:srgbClr val="92D050"/>
                    </a:solidFill>
                  </a:tcP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-1</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1</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2,5</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1,25</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346822395"/>
                  </a:ext>
                </a:extLst>
              </a:tr>
              <a:tr h="331970">
                <a:tc gridSpan="2">
                  <a:txBody>
                    <a:bodyPr/>
                    <a:lstStyle/>
                    <a:p>
                      <a:pPr algn="ctr" fontAlgn="ctr"/>
                      <a:r>
                        <a:rPr lang="es-PE" sz="2200" b="0" u="none" strike="noStrike" dirty="0" err="1">
                          <a:effectLst/>
                        </a:rPr>
                        <a:t>Z</a:t>
                      </a:r>
                      <a:r>
                        <a:rPr lang="es-PE" sz="2200" b="0" u="none" strike="noStrike" kern="1200" baseline="-25000" dirty="0" err="1">
                          <a:solidFill>
                            <a:schemeClr val="dk1"/>
                          </a:solidFill>
                          <a:effectLst/>
                          <a:latin typeface="+mn-lt"/>
                          <a:ea typeface="+mn-ea"/>
                          <a:cs typeface="+mn-cs"/>
                        </a:rPr>
                        <a:t>j</a:t>
                      </a:r>
                      <a:endParaRPr lang="es-PE" sz="2200" b="0" u="none" strike="noStrike" kern="1200" baseline="-25000" dirty="0">
                        <a:solidFill>
                          <a:schemeClr val="dk1"/>
                        </a:solidFill>
                        <a:effectLst/>
                        <a:latin typeface="+mn-lt"/>
                        <a:ea typeface="+mn-ea"/>
                        <a:cs typeface="+mn-cs"/>
                      </a:endParaRPr>
                    </a:p>
                  </a:txBody>
                  <a:tcPr marL="0" marR="0" marT="0" marB="0" anchor="ctr"/>
                </a:tc>
                <a:tc hMerge="1">
                  <a:txBody>
                    <a:bodyPr/>
                    <a:lstStyle/>
                    <a:p>
                      <a:endParaRPr lang="es-PE"/>
                    </a:p>
                  </a:txBody>
                  <a:tcPr/>
                </a:tc>
                <a:tc>
                  <a:txBody>
                    <a:bodyPr/>
                    <a:lstStyle/>
                    <a:p>
                      <a:pPr algn="ctr" fontAlgn="ctr"/>
                      <a:r>
                        <a:rPr lang="es-PE" sz="2200" b="0" u="none" strike="noStrike">
                          <a:effectLst/>
                        </a:rPr>
                        <a:t>2M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6M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 -M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 -M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6M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 </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66025097"/>
                  </a:ext>
                </a:extLst>
              </a:tr>
              <a:tr h="331970">
                <a:tc gridSpan="2">
                  <a:txBody>
                    <a:bodyPr/>
                    <a:lstStyle/>
                    <a:p>
                      <a:pPr algn="ctr" fontAlgn="ctr"/>
                      <a:r>
                        <a:rPr lang="es-PE" sz="2200" b="0" u="none" strike="noStrike" dirty="0" err="1">
                          <a:effectLst/>
                        </a:rPr>
                        <a:t>C</a:t>
                      </a:r>
                      <a:r>
                        <a:rPr lang="es-PE" sz="2200" b="0" u="none" strike="noStrike" kern="1200" baseline="-25000" dirty="0" err="1">
                          <a:solidFill>
                            <a:schemeClr val="dk1"/>
                          </a:solidFill>
                          <a:effectLst/>
                          <a:latin typeface="+mn-lt"/>
                          <a:ea typeface="+mn-ea"/>
                          <a:cs typeface="+mn-cs"/>
                        </a:rPr>
                        <a:t>j</a:t>
                      </a:r>
                      <a:r>
                        <a:rPr lang="es-PE" sz="2200" b="0" u="none" strike="noStrike" dirty="0" err="1">
                          <a:effectLst/>
                        </a:rPr>
                        <a:t>-Z</a:t>
                      </a:r>
                      <a:r>
                        <a:rPr lang="es-PE" sz="2200" b="0" u="none" strike="noStrike" kern="1200" baseline="-25000" dirty="0" err="1">
                          <a:solidFill>
                            <a:schemeClr val="dk1"/>
                          </a:solidFill>
                          <a:effectLst/>
                          <a:latin typeface="+mn-lt"/>
                          <a:ea typeface="+mn-ea"/>
                          <a:cs typeface="+mn-cs"/>
                        </a:rPr>
                        <a:t>j</a:t>
                      </a:r>
                      <a:endParaRPr lang="es-PE" sz="2200" b="0" u="none" strike="noStrike" kern="1200" baseline="-25000" dirty="0">
                        <a:solidFill>
                          <a:schemeClr val="dk1"/>
                        </a:solidFill>
                        <a:effectLst/>
                        <a:latin typeface="+mn-lt"/>
                        <a:ea typeface="+mn-ea"/>
                        <a:cs typeface="+mn-cs"/>
                      </a:endParaRPr>
                    </a:p>
                  </a:txBody>
                  <a:tcPr marL="0" marR="0" marT="0" marB="0" anchor="ctr"/>
                </a:tc>
                <a:tc hMerge="1">
                  <a:txBody>
                    <a:bodyPr/>
                    <a:lstStyle/>
                    <a:p>
                      <a:endParaRPr lang="es-PE"/>
                    </a:p>
                  </a:txBody>
                  <a:tcPr/>
                </a:tc>
                <a:tc>
                  <a:txBody>
                    <a:bodyPr/>
                    <a:lstStyle/>
                    <a:p>
                      <a:pPr algn="ctr" fontAlgn="ctr"/>
                      <a:r>
                        <a:rPr lang="es-PE" sz="2200" b="0" u="none" strike="noStrike">
                          <a:effectLst/>
                        </a:rPr>
                        <a:t>3-2M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8-6M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 </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 </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563915384"/>
                  </a:ext>
                </a:extLst>
              </a:tr>
              <a:tr h="431560">
                <a:tc>
                  <a:txBody>
                    <a:bodyPr/>
                    <a:lstStyle/>
                    <a:p>
                      <a:pPr algn="ctr" fontAlgn="ctr"/>
                      <a:r>
                        <a:rPr lang="es-PE" sz="2200" b="0" u="none" strike="noStrike" dirty="0">
                          <a:effectLst/>
                        </a:rPr>
                        <a:t>8</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X</a:t>
                      </a:r>
                      <a:r>
                        <a:rPr lang="es-PE" sz="2200" b="0" u="none" strike="noStrike" baseline="-25000">
                          <a:effectLst/>
                        </a:rPr>
                        <a:t>2</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b"/>
                      <a:r>
                        <a:rPr lang="es-PE" sz="2200" b="0" u="none" strike="noStrike" dirty="0">
                          <a:effectLst/>
                        </a:rPr>
                        <a:t>0,25</a:t>
                      </a:r>
                      <a:endParaRPr lang="es-PE" sz="2200" b="0" i="0" u="none" strike="noStrike" dirty="0">
                        <a:solidFill>
                          <a:srgbClr val="000000"/>
                        </a:solidFill>
                        <a:effectLst/>
                        <a:latin typeface="Calibri" panose="020F050202020403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dirty="0">
                          <a:solidFill>
                            <a:srgbClr val="FF0000"/>
                          </a:solidFill>
                          <a:effectLst/>
                        </a:rPr>
                        <a:t>1,00</a:t>
                      </a:r>
                      <a:endParaRPr lang="es-PE" sz="2200" b="0" i="0" u="none" strike="noStrike" dirty="0">
                        <a:solidFill>
                          <a:srgbClr val="FF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-0,25</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0,25</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0,00</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0,00</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0,88</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3,5</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extLst>
                  <a:ext uri="{0D108BD9-81ED-4DB2-BD59-A6C34878D82A}">
                    <a16:rowId xmlns:a16="http://schemas.microsoft.com/office/drawing/2014/main" val="612912277"/>
                  </a:ext>
                </a:extLst>
              </a:tr>
              <a:tr h="431560">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l" fontAlgn="b"/>
                      <a:r>
                        <a:rPr lang="es-PE" sz="2200" b="0" u="none" strike="noStrike" dirty="0">
                          <a:effectLst/>
                        </a:rPr>
                        <a:t> -</a:t>
                      </a:r>
                      <a:r>
                        <a:rPr lang="es-PE" sz="2200" b="0" u="none" strike="noStrike" dirty="0" err="1">
                          <a:effectLst/>
                        </a:rPr>
                        <a:t>2R1+R2</a:t>
                      </a:r>
                      <a:endParaRPr lang="es-PE" sz="2200" b="0" i="0" u="none" strike="noStrike" dirty="0">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extLst>
                  <a:ext uri="{0D108BD9-81ED-4DB2-BD59-A6C34878D82A}">
                    <a16:rowId xmlns:a16="http://schemas.microsoft.com/office/drawing/2014/main" val="1816668780"/>
                  </a:ext>
                </a:extLst>
              </a:tr>
              <a:tr h="331970">
                <a:tc gridSpan="2">
                  <a:txBody>
                    <a:bodyPr/>
                    <a:lstStyle/>
                    <a:p>
                      <a:pPr algn="ctr" fontAlgn="ctr"/>
                      <a:r>
                        <a:rPr lang="es-PE" sz="2200" b="0" u="none" strike="noStrike" dirty="0" err="1">
                          <a:effectLst/>
                        </a:rPr>
                        <a:t>Z</a:t>
                      </a:r>
                      <a:r>
                        <a:rPr lang="es-PE" sz="2200" b="0" u="none" strike="noStrike" kern="1200" baseline="-25000" dirty="0" err="1">
                          <a:solidFill>
                            <a:schemeClr val="dk1"/>
                          </a:solidFill>
                          <a:effectLst/>
                          <a:latin typeface="+mn-lt"/>
                          <a:ea typeface="+mn-ea"/>
                          <a:cs typeface="+mn-cs"/>
                        </a:rPr>
                        <a:t>j</a:t>
                      </a:r>
                      <a:endParaRPr lang="es-PE" sz="2200" b="0" u="none" strike="noStrike" kern="1200" baseline="-25000" dirty="0">
                        <a:solidFill>
                          <a:schemeClr val="dk1"/>
                        </a:solidFill>
                        <a:effectLst/>
                        <a:latin typeface="+mn-lt"/>
                        <a:ea typeface="+mn-ea"/>
                        <a:cs typeface="+mn-cs"/>
                      </a:endParaRPr>
                    </a:p>
                  </a:txBody>
                  <a:tcPr marL="0" marR="0" marT="0" marB="0" anchor="ctr">
                    <a:solidFill>
                      <a:schemeClr val="accent1">
                        <a:lumMod val="40000"/>
                        <a:lumOff val="60000"/>
                      </a:schemeClr>
                    </a:solidFill>
                  </a:tcPr>
                </a:tc>
                <a:tc hMerge="1">
                  <a:txBody>
                    <a:bodyPr/>
                    <a:lstStyle/>
                    <a:p>
                      <a:endParaRPr lang="es-PE"/>
                    </a:p>
                  </a:txBody>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extLst>
                  <a:ext uri="{0D108BD9-81ED-4DB2-BD59-A6C34878D82A}">
                    <a16:rowId xmlns:a16="http://schemas.microsoft.com/office/drawing/2014/main" val="1253183336"/>
                  </a:ext>
                </a:extLst>
              </a:tr>
              <a:tr h="331970">
                <a:tc gridSpan="2">
                  <a:txBody>
                    <a:bodyPr/>
                    <a:lstStyle/>
                    <a:p>
                      <a:pPr algn="ctr" fontAlgn="ctr"/>
                      <a:r>
                        <a:rPr lang="es-PE" sz="2200" b="0" u="none" strike="noStrike" dirty="0" err="1">
                          <a:effectLst/>
                        </a:rPr>
                        <a:t>C</a:t>
                      </a:r>
                      <a:r>
                        <a:rPr lang="es-PE" sz="2200" b="0" u="none" strike="noStrike" kern="1200" baseline="-25000" dirty="0" err="1">
                          <a:solidFill>
                            <a:schemeClr val="dk1"/>
                          </a:solidFill>
                          <a:effectLst/>
                          <a:latin typeface="+mn-lt"/>
                          <a:ea typeface="+mn-ea"/>
                          <a:cs typeface="+mn-cs"/>
                        </a:rPr>
                        <a:t>j</a:t>
                      </a:r>
                      <a:r>
                        <a:rPr lang="es-PE" sz="2200" b="0" u="none" strike="noStrike" dirty="0" err="1">
                          <a:effectLst/>
                        </a:rPr>
                        <a:t>-Z</a:t>
                      </a:r>
                      <a:r>
                        <a:rPr lang="es-PE" sz="2200" b="0" u="none" strike="noStrike" kern="1200" baseline="-25000" dirty="0" err="1">
                          <a:solidFill>
                            <a:schemeClr val="dk1"/>
                          </a:solidFill>
                          <a:effectLst/>
                          <a:latin typeface="+mn-lt"/>
                          <a:ea typeface="+mn-ea"/>
                          <a:cs typeface="+mn-cs"/>
                        </a:rPr>
                        <a:t>j</a:t>
                      </a:r>
                      <a:endParaRPr lang="es-PE" sz="2200" b="0" u="none" strike="noStrike" kern="1200" baseline="-25000" dirty="0">
                        <a:solidFill>
                          <a:schemeClr val="dk1"/>
                        </a:solidFill>
                        <a:effectLst/>
                        <a:latin typeface="+mn-lt"/>
                        <a:ea typeface="+mn-ea"/>
                        <a:cs typeface="+mn-cs"/>
                      </a:endParaRPr>
                    </a:p>
                  </a:txBody>
                  <a:tcPr marL="0" marR="0" marT="0" marB="0" anchor="ctr">
                    <a:solidFill>
                      <a:schemeClr val="accent1">
                        <a:lumMod val="40000"/>
                        <a:lumOff val="60000"/>
                      </a:schemeClr>
                    </a:solidFill>
                  </a:tcPr>
                </a:tc>
                <a:tc hMerge="1">
                  <a:txBody>
                    <a:bodyPr/>
                    <a:lstStyle/>
                    <a:p>
                      <a:endParaRPr lang="es-PE"/>
                    </a:p>
                  </a:txBody>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l" fontAlgn="b"/>
                      <a:r>
                        <a:rPr lang="es-PE" sz="2200" b="0" u="none" strike="noStrike" dirty="0">
                          <a:effectLst/>
                        </a:rPr>
                        <a:t> </a:t>
                      </a:r>
                      <a:endParaRPr lang="es-PE" sz="2200" b="0" i="0" u="none" strike="noStrike" dirty="0">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extLst>
                  <a:ext uri="{0D108BD9-81ED-4DB2-BD59-A6C34878D82A}">
                    <a16:rowId xmlns:a16="http://schemas.microsoft.com/office/drawing/2014/main" val="2450144534"/>
                  </a:ext>
                </a:extLst>
              </a:tr>
              <a:tr h="431560">
                <a:tc>
                  <a:txBody>
                    <a:bodyPr/>
                    <a:lstStyle/>
                    <a:p>
                      <a:pPr algn="ctr" fontAlgn="ctr"/>
                      <a:endParaRPr lang="es-PE" sz="2200" b="0" u="none" strike="noStrike" dirty="0">
                        <a:effectLst/>
                      </a:endParaRPr>
                    </a:p>
                  </a:txBody>
                  <a:tcPr marL="0" marR="0" marT="0" marB="0" anchor="ct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l" fontAlgn="b"/>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006646892"/>
                  </a:ext>
                </a:extLst>
              </a:tr>
              <a:tr h="431560">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endParaRPr lang="es-PE" sz="2000" b="0" i="0" u="none" strike="noStrike" dirty="0">
                        <a:solidFill>
                          <a:srgbClr val="FF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54685625"/>
                  </a:ext>
                </a:extLst>
              </a:tr>
              <a:tr h="331970">
                <a:tc gridSpan="2">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tc>
                <a:tc hMerge="1">
                  <a:txBody>
                    <a:bodyPr/>
                    <a:lstStyle/>
                    <a:p>
                      <a:endParaRPr lang="es-PE"/>
                    </a:p>
                  </a:txBody>
                  <a:tcP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l" fontAlgn="b"/>
                      <a:endParaRPr lang="es-PE" sz="22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587712061"/>
                  </a:ext>
                </a:extLst>
              </a:tr>
              <a:tr h="331970">
                <a:tc gridSpan="2">
                  <a:txBody>
                    <a:bodyPr/>
                    <a:lstStyle/>
                    <a:p>
                      <a:pPr algn="ctr" fontAlgn="ctr"/>
                      <a:endParaRPr lang="es-PE" sz="2200" b="0" i="0" u="none" strike="noStrike">
                        <a:solidFill>
                          <a:srgbClr val="000000"/>
                        </a:solidFill>
                        <a:effectLst/>
                        <a:latin typeface="Arial" panose="020B0604020202020204" pitchFamily="34" charset="0"/>
                      </a:endParaRPr>
                    </a:p>
                  </a:txBody>
                  <a:tcPr marL="0" marR="0" marT="0" marB="0" anchor="ctr"/>
                </a:tc>
                <a:tc hMerge="1">
                  <a:txBody>
                    <a:bodyPr/>
                    <a:lstStyle/>
                    <a:p>
                      <a:endParaRPr lang="es-PE"/>
                    </a:p>
                  </a:txBody>
                  <a:tcP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l" fontAlgn="b"/>
                      <a:endParaRPr lang="es-PE" sz="22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835176111"/>
                  </a:ext>
                </a:extLst>
              </a:tr>
            </a:tbl>
          </a:graphicData>
        </a:graphic>
      </p:graphicFrame>
      <p:sp>
        <p:nvSpPr>
          <p:cNvPr id="6" name="Elipse 5">
            <a:extLst>
              <a:ext uri="{FF2B5EF4-FFF2-40B4-BE49-F238E27FC236}">
                <a16:creationId xmlns:a16="http://schemas.microsoft.com/office/drawing/2014/main" id="{F61CFB0E-0D31-425C-B482-3C3B268674CF}"/>
              </a:ext>
            </a:extLst>
          </p:cNvPr>
          <p:cNvSpPr/>
          <p:nvPr/>
        </p:nvSpPr>
        <p:spPr>
          <a:xfrm>
            <a:off x="3619216" y="2118634"/>
            <a:ext cx="379985" cy="45954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s-PE" sz="2000"/>
          </a:p>
        </p:txBody>
      </p:sp>
    </p:spTree>
    <p:extLst>
      <p:ext uri="{BB962C8B-B14F-4D97-AF65-F5344CB8AC3E}">
        <p14:creationId xmlns:p14="http://schemas.microsoft.com/office/powerpoint/2010/main" val="1455094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CuadroTexto">
            <a:extLst>
              <a:ext uri="{FF2B5EF4-FFF2-40B4-BE49-F238E27FC236}">
                <a16:creationId xmlns:a16="http://schemas.microsoft.com/office/drawing/2014/main" id="{C8829EF0-06E0-4AB4-B577-323BA05A42F5}"/>
              </a:ext>
            </a:extLst>
          </p:cNvPr>
          <p:cNvSpPr txBox="1"/>
          <p:nvPr/>
        </p:nvSpPr>
        <p:spPr>
          <a:xfrm>
            <a:off x="6096000" y="300489"/>
            <a:ext cx="6095999" cy="523220"/>
          </a:xfrm>
          <a:prstGeom prst="rect">
            <a:avLst/>
          </a:prstGeom>
          <a:noFill/>
        </p:spPr>
        <p:txBody>
          <a:bodyPr wrap="square" rtlCol="0">
            <a:spAutoFit/>
          </a:bodyPr>
          <a:lstStyle/>
          <a:p>
            <a:pPr algn="ctr"/>
            <a:r>
              <a:rPr lang="es-ES_tradnl" sz="2800" dirty="0">
                <a:solidFill>
                  <a:schemeClr val="bg1"/>
                </a:solidFill>
                <a:latin typeface="Comic Sans MS" pitchFamily="66" charset="0"/>
              </a:rPr>
              <a:t>Ejercicio 5</a:t>
            </a:r>
            <a:endParaRPr lang="es-AR" sz="2800" dirty="0">
              <a:solidFill>
                <a:schemeClr val="bg1"/>
              </a:solidFill>
              <a:latin typeface="Comic Sans MS" pitchFamily="66" charset="0"/>
            </a:endParaRPr>
          </a:p>
        </p:txBody>
      </p:sp>
      <p:sp>
        <p:nvSpPr>
          <p:cNvPr id="5" name="Elipse 4">
            <a:extLst>
              <a:ext uri="{FF2B5EF4-FFF2-40B4-BE49-F238E27FC236}">
                <a16:creationId xmlns:a16="http://schemas.microsoft.com/office/drawing/2014/main" id="{36F908FE-5D67-41D7-9ED8-7ACD442C4E00}"/>
              </a:ext>
            </a:extLst>
          </p:cNvPr>
          <p:cNvSpPr/>
          <p:nvPr/>
        </p:nvSpPr>
        <p:spPr>
          <a:xfrm>
            <a:off x="4741067" y="285936"/>
            <a:ext cx="379985" cy="45954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s-PE" sz="2000"/>
          </a:p>
        </p:txBody>
      </p:sp>
      <p:graphicFrame>
        <p:nvGraphicFramePr>
          <p:cNvPr id="2" name="Tabla 1">
            <a:extLst>
              <a:ext uri="{FF2B5EF4-FFF2-40B4-BE49-F238E27FC236}">
                <a16:creationId xmlns:a16="http://schemas.microsoft.com/office/drawing/2014/main" id="{7E7E1311-514E-4AEE-AFFD-2F676AA16460}"/>
              </a:ext>
            </a:extLst>
          </p:cNvPr>
          <p:cNvGraphicFramePr>
            <a:graphicFrameLocks noGrp="1"/>
          </p:cNvGraphicFramePr>
          <p:nvPr/>
        </p:nvGraphicFramePr>
        <p:xfrm>
          <a:off x="163608" y="1341997"/>
          <a:ext cx="11856208" cy="5397767"/>
        </p:xfrm>
        <a:graphic>
          <a:graphicData uri="http://schemas.openxmlformats.org/drawingml/2006/table">
            <a:tbl>
              <a:tblPr>
                <a:tableStyleId>{5C22544A-7EE6-4342-B048-85BDC9FD1C3A}</a:tableStyleId>
              </a:tblPr>
              <a:tblGrid>
                <a:gridCol w="1046136">
                  <a:extLst>
                    <a:ext uri="{9D8B030D-6E8A-4147-A177-3AD203B41FA5}">
                      <a16:colId xmlns:a16="http://schemas.microsoft.com/office/drawing/2014/main" val="103241707"/>
                    </a:ext>
                  </a:extLst>
                </a:gridCol>
                <a:gridCol w="1046136">
                  <a:extLst>
                    <a:ext uri="{9D8B030D-6E8A-4147-A177-3AD203B41FA5}">
                      <a16:colId xmlns:a16="http://schemas.microsoft.com/office/drawing/2014/main" val="2713558971"/>
                    </a:ext>
                  </a:extLst>
                </a:gridCol>
                <a:gridCol w="1046136">
                  <a:extLst>
                    <a:ext uri="{9D8B030D-6E8A-4147-A177-3AD203B41FA5}">
                      <a16:colId xmlns:a16="http://schemas.microsoft.com/office/drawing/2014/main" val="3993793485"/>
                    </a:ext>
                  </a:extLst>
                </a:gridCol>
                <a:gridCol w="1046136">
                  <a:extLst>
                    <a:ext uri="{9D8B030D-6E8A-4147-A177-3AD203B41FA5}">
                      <a16:colId xmlns:a16="http://schemas.microsoft.com/office/drawing/2014/main" val="2752947316"/>
                    </a:ext>
                  </a:extLst>
                </a:gridCol>
                <a:gridCol w="1046136">
                  <a:extLst>
                    <a:ext uri="{9D8B030D-6E8A-4147-A177-3AD203B41FA5}">
                      <a16:colId xmlns:a16="http://schemas.microsoft.com/office/drawing/2014/main" val="1839162297"/>
                    </a:ext>
                  </a:extLst>
                </a:gridCol>
                <a:gridCol w="1046136">
                  <a:extLst>
                    <a:ext uri="{9D8B030D-6E8A-4147-A177-3AD203B41FA5}">
                      <a16:colId xmlns:a16="http://schemas.microsoft.com/office/drawing/2014/main" val="1826029279"/>
                    </a:ext>
                  </a:extLst>
                </a:gridCol>
                <a:gridCol w="1394848">
                  <a:extLst>
                    <a:ext uri="{9D8B030D-6E8A-4147-A177-3AD203B41FA5}">
                      <a16:colId xmlns:a16="http://schemas.microsoft.com/office/drawing/2014/main" val="1694348188"/>
                    </a:ext>
                  </a:extLst>
                </a:gridCol>
                <a:gridCol w="945394">
                  <a:extLst>
                    <a:ext uri="{9D8B030D-6E8A-4147-A177-3AD203B41FA5}">
                      <a16:colId xmlns:a16="http://schemas.microsoft.com/office/drawing/2014/main" val="762263087"/>
                    </a:ext>
                  </a:extLst>
                </a:gridCol>
                <a:gridCol w="1069383">
                  <a:extLst>
                    <a:ext uri="{9D8B030D-6E8A-4147-A177-3AD203B41FA5}">
                      <a16:colId xmlns:a16="http://schemas.microsoft.com/office/drawing/2014/main" val="2424980691"/>
                    </a:ext>
                  </a:extLst>
                </a:gridCol>
                <a:gridCol w="777694">
                  <a:extLst>
                    <a:ext uri="{9D8B030D-6E8A-4147-A177-3AD203B41FA5}">
                      <a16:colId xmlns:a16="http://schemas.microsoft.com/office/drawing/2014/main" val="2635134013"/>
                    </a:ext>
                  </a:extLst>
                </a:gridCol>
                <a:gridCol w="1392073">
                  <a:extLst>
                    <a:ext uri="{9D8B030D-6E8A-4147-A177-3AD203B41FA5}">
                      <a16:colId xmlns:a16="http://schemas.microsoft.com/office/drawing/2014/main" val="3766197824"/>
                    </a:ext>
                  </a:extLst>
                </a:gridCol>
              </a:tblGrid>
              <a:tr h="365167">
                <a:tc gridSpan="2">
                  <a:txBody>
                    <a:bodyPr/>
                    <a:lstStyle/>
                    <a:p>
                      <a:pPr algn="ctr" fontAlgn="ctr"/>
                      <a:r>
                        <a:rPr lang="es-PE" sz="2200" b="0" u="none" strike="noStrike">
                          <a:effectLst/>
                        </a:rPr>
                        <a:t>C</a:t>
                      </a:r>
                      <a:r>
                        <a:rPr lang="es-PE" sz="2200" b="0" u="none" strike="noStrike" baseline="-25000">
                          <a:effectLst/>
                        </a:rPr>
                        <a:t>j</a:t>
                      </a:r>
                      <a:endParaRPr lang="es-PE" sz="2200" b="0" i="0" u="none" strike="noStrike">
                        <a:solidFill>
                          <a:srgbClr val="000000"/>
                        </a:solidFill>
                        <a:effectLst/>
                        <a:latin typeface="Arial" panose="020B0604020202020204" pitchFamily="34" charset="0"/>
                      </a:endParaRPr>
                    </a:p>
                  </a:txBody>
                  <a:tcPr marL="0" marR="0" marT="0" marB="0" anchor="ctr"/>
                </a:tc>
                <a:tc hMerge="1">
                  <a:txBody>
                    <a:bodyPr/>
                    <a:lstStyle/>
                    <a:p>
                      <a:endParaRPr lang="es-PE"/>
                    </a:p>
                  </a:txBody>
                  <a:tcPr/>
                </a:tc>
                <a:tc>
                  <a:txBody>
                    <a:bodyPr/>
                    <a:lstStyle/>
                    <a:p>
                      <a:pPr algn="ctr" fontAlgn="ctr"/>
                      <a:r>
                        <a:rPr lang="es-PE" sz="2200" b="0" u="none" strike="noStrike">
                          <a:effectLst/>
                        </a:rPr>
                        <a:t>3</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8</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rowSpan="2">
                  <a:txBody>
                    <a:bodyPr/>
                    <a:lstStyle/>
                    <a:p>
                      <a:pPr algn="ctr" fontAlgn="ctr"/>
                      <a:r>
                        <a:rPr lang="es-PE" sz="2200" b="0" u="none" strike="noStrike">
                          <a:effectLst/>
                        </a:rPr>
                        <a:t>B</a:t>
                      </a:r>
                      <a:r>
                        <a:rPr lang="es-PE" sz="2200" b="0" u="none" strike="noStrike" baseline="-25000">
                          <a:effectLst/>
                        </a:rPr>
                        <a:t>i</a:t>
                      </a:r>
                      <a:endParaRPr lang="es-PE" sz="2200" b="0" i="0" u="none" strike="noStrike">
                        <a:solidFill>
                          <a:srgbClr val="000000"/>
                        </a:solidFill>
                        <a:effectLst/>
                        <a:latin typeface="Arial" panose="020B0604020202020204" pitchFamily="34" charset="0"/>
                      </a:endParaRPr>
                    </a:p>
                  </a:txBody>
                  <a:tcPr marL="0" marR="0" marT="0" marB="0" anchor="ctr">
                    <a:solidFill>
                      <a:srgbClr val="CC3300"/>
                    </a:solidFill>
                  </a:tcPr>
                </a:tc>
                <a:tc rowSpan="2">
                  <a:txBody>
                    <a:bodyPr/>
                    <a:lstStyle/>
                    <a:p>
                      <a:pPr algn="ctr" fontAlgn="ctr"/>
                      <a:r>
                        <a:rPr lang="es-PE" sz="2200" b="0" u="none" strike="noStrike">
                          <a:effectLst/>
                        </a:rPr>
                        <a:t>Ɵ</a:t>
                      </a:r>
                      <a:r>
                        <a:rPr lang="es-PE" sz="2200" b="0" u="none" strike="noStrike" baseline="-25000">
                          <a:effectLst/>
                        </a:rPr>
                        <a:t>i</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23446908"/>
                  </a:ext>
                </a:extLst>
              </a:tr>
              <a:tr h="431560">
                <a:tc>
                  <a:txBody>
                    <a:bodyPr/>
                    <a:lstStyle/>
                    <a:p>
                      <a:pPr algn="ctr" fontAlgn="ctr"/>
                      <a:r>
                        <a:rPr lang="es-PE" sz="2200" b="0" u="none" strike="noStrike" dirty="0" err="1">
                          <a:effectLst/>
                        </a:rPr>
                        <a:t>C</a:t>
                      </a:r>
                      <a:r>
                        <a:rPr lang="es-PE" sz="2200" b="0" u="none" strike="noStrike" baseline="-25000" dirty="0" err="1">
                          <a:effectLst/>
                        </a:rPr>
                        <a:t>B</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X</a:t>
                      </a:r>
                      <a:r>
                        <a:rPr lang="es-PE" sz="2200" b="0" u="none" strike="noStrike" baseline="-25000" dirty="0" err="1">
                          <a:effectLst/>
                        </a:rPr>
                        <a:t>B</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X</a:t>
                      </a:r>
                      <a:r>
                        <a:rPr lang="es-PE" sz="2200" b="0" u="none" strike="noStrike" baseline="-25000" dirty="0" err="1">
                          <a:effectLst/>
                        </a:rPr>
                        <a:t>1</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X</a:t>
                      </a:r>
                      <a:r>
                        <a:rPr lang="es-PE" sz="2200" b="0" u="none" strike="noStrike" baseline="-25000" dirty="0" err="1">
                          <a:effectLst/>
                        </a:rPr>
                        <a:t>2</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S</a:t>
                      </a:r>
                      <a:r>
                        <a:rPr lang="es-PE" sz="2200" b="0" u="none" strike="noStrike" baseline="-25000" dirty="0" err="1">
                          <a:effectLst/>
                        </a:rPr>
                        <a:t>3</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A</a:t>
                      </a:r>
                      <a:r>
                        <a:rPr lang="es-PE" sz="2200" b="0" u="none" strike="noStrike" baseline="-25000" dirty="0" err="1">
                          <a:effectLst/>
                        </a:rPr>
                        <a:t>4</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S</a:t>
                      </a:r>
                      <a:r>
                        <a:rPr lang="es-PE" sz="2200" b="0" u="none" strike="noStrike" baseline="-25000" dirty="0" err="1">
                          <a:effectLst/>
                        </a:rPr>
                        <a:t>5</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A</a:t>
                      </a:r>
                      <a:r>
                        <a:rPr lang="es-PE" sz="2200" b="0" u="none" strike="noStrike" baseline="-25000" dirty="0" err="1">
                          <a:effectLst/>
                        </a:rPr>
                        <a:t>6</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vMerge="1">
                  <a:txBody>
                    <a:bodyPr/>
                    <a:lstStyle/>
                    <a:p>
                      <a:endParaRPr lang="es-PE"/>
                    </a:p>
                  </a:txBody>
                  <a:tcPr/>
                </a:tc>
                <a:tc vMerge="1">
                  <a:txBody>
                    <a:bodyPr/>
                    <a:lstStyle/>
                    <a:p>
                      <a:endParaRPr lang="es-PE"/>
                    </a:p>
                  </a:txBody>
                  <a:tcP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170506230"/>
                  </a:ext>
                </a:extLst>
              </a:tr>
              <a:tr h="431560">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A</a:t>
                      </a:r>
                      <a:r>
                        <a:rPr lang="es-PE" sz="2200" b="0" u="none" strike="noStrike" baseline="-25000">
                          <a:effectLst/>
                        </a:rPr>
                        <a:t>4</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1</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b"/>
                      <a:r>
                        <a:rPr lang="es-PE" sz="2200" b="0" u="none" strike="noStrike" dirty="0">
                          <a:effectLst/>
                        </a:rPr>
                        <a:t>4</a:t>
                      </a:r>
                      <a:endParaRPr lang="es-PE" sz="2200" b="0" i="0" u="none" strike="noStrike" dirty="0">
                        <a:solidFill>
                          <a:srgbClr val="000000"/>
                        </a:solidFill>
                        <a:effectLst/>
                        <a:latin typeface="Calibri" panose="020F0502020204030204" pitchFamily="34" charset="0"/>
                      </a:endParaRPr>
                    </a:p>
                  </a:txBody>
                  <a:tcPr marL="0" marR="0" marT="0" marB="0" anchor="ctr">
                    <a:solidFill>
                      <a:srgbClr val="92D050"/>
                    </a:solidFill>
                  </a:tcPr>
                </a:tc>
                <a:tc>
                  <a:txBody>
                    <a:bodyPr/>
                    <a:lstStyle/>
                    <a:p>
                      <a:pPr algn="ctr" fontAlgn="ctr"/>
                      <a:r>
                        <a:rPr lang="es-PE" sz="2200" b="0" u="none" strike="noStrike">
                          <a:effectLst/>
                        </a:rPr>
                        <a:t>-1</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1</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3,5</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0,875</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315720709"/>
                  </a:ext>
                </a:extLst>
              </a:tr>
              <a:tr h="431560">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A</a:t>
                      </a:r>
                      <a:r>
                        <a:rPr lang="es-PE" sz="2200" b="0" u="none" strike="noStrike" baseline="-25000">
                          <a:effectLst/>
                        </a:rPr>
                        <a:t>6</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1</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dirty="0">
                          <a:effectLst/>
                        </a:rPr>
                        <a:t>2</a:t>
                      </a:r>
                      <a:endParaRPr lang="es-PE" sz="2200" b="0" i="0" u="none" strike="noStrike" dirty="0">
                        <a:solidFill>
                          <a:srgbClr val="000000"/>
                        </a:solidFill>
                        <a:effectLst/>
                        <a:latin typeface="Arial" panose="020B0604020202020204" pitchFamily="34" charset="0"/>
                      </a:endParaRPr>
                    </a:p>
                  </a:txBody>
                  <a:tcPr marL="0" marR="0" marT="0" marB="0" anchor="ctr">
                    <a:solidFill>
                      <a:srgbClr val="92D050"/>
                    </a:solidFill>
                  </a:tcP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-1</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1</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2,5</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1,25</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346822395"/>
                  </a:ext>
                </a:extLst>
              </a:tr>
              <a:tr h="331970">
                <a:tc gridSpan="2">
                  <a:txBody>
                    <a:bodyPr/>
                    <a:lstStyle/>
                    <a:p>
                      <a:pPr algn="ctr" fontAlgn="ctr"/>
                      <a:r>
                        <a:rPr lang="es-PE" sz="2200" b="0" u="none" strike="noStrike" dirty="0" err="1">
                          <a:effectLst/>
                        </a:rPr>
                        <a:t>Z</a:t>
                      </a:r>
                      <a:r>
                        <a:rPr lang="es-PE" sz="2200" b="0" u="none" strike="noStrike" kern="1200" baseline="-25000" dirty="0" err="1">
                          <a:solidFill>
                            <a:schemeClr val="dk1"/>
                          </a:solidFill>
                          <a:effectLst/>
                          <a:latin typeface="+mn-lt"/>
                          <a:ea typeface="+mn-ea"/>
                          <a:cs typeface="+mn-cs"/>
                        </a:rPr>
                        <a:t>j</a:t>
                      </a:r>
                      <a:endParaRPr lang="es-PE" sz="2200" b="0" u="none" strike="noStrike" kern="1200" baseline="-25000" dirty="0">
                        <a:solidFill>
                          <a:schemeClr val="dk1"/>
                        </a:solidFill>
                        <a:effectLst/>
                        <a:latin typeface="+mn-lt"/>
                        <a:ea typeface="+mn-ea"/>
                        <a:cs typeface="+mn-cs"/>
                      </a:endParaRPr>
                    </a:p>
                  </a:txBody>
                  <a:tcPr marL="0" marR="0" marT="0" marB="0" anchor="ctr"/>
                </a:tc>
                <a:tc hMerge="1">
                  <a:txBody>
                    <a:bodyPr/>
                    <a:lstStyle/>
                    <a:p>
                      <a:endParaRPr lang="es-PE"/>
                    </a:p>
                  </a:txBody>
                  <a:tcPr/>
                </a:tc>
                <a:tc>
                  <a:txBody>
                    <a:bodyPr/>
                    <a:lstStyle/>
                    <a:p>
                      <a:pPr algn="ctr" fontAlgn="ctr"/>
                      <a:r>
                        <a:rPr lang="es-PE" sz="2200" b="0" u="none" strike="noStrike">
                          <a:effectLst/>
                        </a:rPr>
                        <a:t>2M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6M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 -M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 -M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6M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 </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66025097"/>
                  </a:ext>
                </a:extLst>
              </a:tr>
              <a:tr h="331970">
                <a:tc gridSpan="2">
                  <a:txBody>
                    <a:bodyPr/>
                    <a:lstStyle/>
                    <a:p>
                      <a:pPr algn="ctr" fontAlgn="ctr"/>
                      <a:r>
                        <a:rPr lang="es-PE" sz="2200" b="0" u="none" strike="noStrike" dirty="0" err="1">
                          <a:effectLst/>
                        </a:rPr>
                        <a:t>C</a:t>
                      </a:r>
                      <a:r>
                        <a:rPr lang="es-PE" sz="2200" b="0" u="none" strike="noStrike" kern="1200" baseline="-25000" dirty="0" err="1">
                          <a:solidFill>
                            <a:schemeClr val="dk1"/>
                          </a:solidFill>
                          <a:effectLst/>
                          <a:latin typeface="+mn-lt"/>
                          <a:ea typeface="+mn-ea"/>
                          <a:cs typeface="+mn-cs"/>
                        </a:rPr>
                        <a:t>j</a:t>
                      </a:r>
                      <a:r>
                        <a:rPr lang="es-PE" sz="2200" b="0" u="none" strike="noStrike" dirty="0" err="1">
                          <a:effectLst/>
                        </a:rPr>
                        <a:t>-Z</a:t>
                      </a:r>
                      <a:r>
                        <a:rPr lang="es-PE" sz="2200" b="0" u="none" strike="noStrike" kern="1200" baseline="-25000" dirty="0" err="1">
                          <a:solidFill>
                            <a:schemeClr val="dk1"/>
                          </a:solidFill>
                          <a:effectLst/>
                          <a:latin typeface="+mn-lt"/>
                          <a:ea typeface="+mn-ea"/>
                          <a:cs typeface="+mn-cs"/>
                        </a:rPr>
                        <a:t>j</a:t>
                      </a:r>
                      <a:endParaRPr lang="es-PE" sz="2200" b="0" u="none" strike="noStrike" kern="1200" baseline="-25000" dirty="0">
                        <a:solidFill>
                          <a:schemeClr val="dk1"/>
                        </a:solidFill>
                        <a:effectLst/>
                        <a:latin typeface="+mn-lt"/>
                        <a:ea typeface="+mn-ea"/>
                        <a:cs typeface="+mn-cs"/>
                      </a:endParaRPr>
                    </a:p>
                  </a:txBody>
                  <a:tcPr marL="0" marR="0" marT="0" marB="0" anchor="ctr"/>
                </a:tc>
                <a:tc hMerge="1">
                  <a:txBody>
                    <a:bodyPr/>
                    <a:lstStyle/>
                    <a:p>
                      <a:endParaRPr lang="es-PE"/>
                    </a:p>
                  </a:txBody>
                  <a:tcPr/>
                </a:tc>
                <a:tc>
                  <a:txBody>
                    <a:bodyPr/>
                    <a:lstStyle/>
                    <a:p>
                      <a:pPr algn="ctr" fontAlgn="ctr"/>
                      <a:r>
                        <a:rPr lang="es-PE" sz="2200" b="0" u="none" strike="noStrike">
                          <a:effectLst/>
                        </a:rPr>
                        <a:t>3-2M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8-6M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 </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 </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563915384"/>
                  </a:ext>
                </a:extLst>
              </a:tr>
              <a:tr h="431560">
                <a:tc>
                  <a:txBody>
                    <a:bodyPr/>
                    <a:lstStyle/>
                    <a:p>
                      <a:pPr algn="ctr" fontAlgn="ctr"/>
                      <a:r>
                        <a:rPr lang="es-PE" sz="2200" b="0" u="none" strike="noStrike" dirty="0">
                          <a:effectLst/>
                        </a:rPr>
                        <a:t>8</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X</a:t>
                      </a:r>
                      <a:r>
                        <a:rPr lang="es-PE" sz="2200" b="0" u="none" strike="noStrike" baseline="-25000">
                          <a:effectLst/>
                        </a:rPr>
                        <a:t>2</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b"/>
                      <a:r>
                        <a:rPr lang="es-PE" sz="2200" b="0" u="none" strike="noStrike" dirty="0">
                          <a:effectLst/>
                        </a:rPr>
                        <a:t>0,25</a:t>
                      </a:r>
                      <a:endParaRPr lang="es-PE" sz="2200" b="0" i="0" u="none" strike="noStrike" dirty="0">
                        <a:solidFill>
                          <a:srgbClr val="000000"/>
                        </a:solidFill>
                        <a:effectLst/>
                        <a:latin typeface="Calibri" panose="020F0502020204030204" pitchFamily="34" charset="0"/>
                      </a:endParaRPr>
                    </a:p>
                  </a:txBody>
                  <a:tcPr marL="0" marR="0" marT="0" marB="0" anchor="ctr">
                    <a:solidFill>
                      <a:srgbClr val="92D050"/>
                    </a:solidFill>
                  </a:tcPr>
                </a:tc>
                <a:tc>
                  <a:txBody>
                    <a:bodyPr/>
                    <a:lstStyle/>
                    <a:p>
                      <a:pPr algn="ctr" fontAlgn="ctr"/>
                      <a:r>
                        <a:rPr lang="es-PE" sz="2200" b="0" u="none" strike="noStrike" dirty="0">
                          <a:solidFill>
                            <a:srgbClr val="FF0000"/>
                          </a:solidFill>
                          <a:effectLst/>
                        </a:rPr>
                        <a:t>1,00</a:t>
                      </a:r>
                      <a:endParaRPr lang="es-PE" sz="2200" b="0" i="0" u="none" strike="noStrike" dirty="0">
                        <a:solidFill>
                          <a:srgbClr val="FF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-0,25</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0,25</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0,00</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0,00</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0,88</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3,5</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extLst>
                  <a:ext uri="{0D108BD9-81ED-4DB2-BD59-A6C34878D82A}">
                    <a16:rowId xmlns:a16="http://schemas.microsoft.com/office/drawing/2014/main" val="612912277"/>
                  </a:ext>
                </a:extLst>
              </a:tr>
              <a:tr h="431560">
                <a:tc>
                  <a:txBody>
                    <a:bodyPr/>
                    <a:lstStyle/>
                    <a:p>
                      <a:pPr algn="ctr" fontAlgn="ctr"/>
                      <a:r>
                        <a:rPr lang="es-PE" sz="2200" b="0" u="none" strike="noStrike" dirty="0">
                          <a:effectLst/>
                        </a:rPr>
                        <a:t>M</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dirty="0" err="1">
                          <a:effectLst/>
                        </a:rPr>
                        <a:t>A</a:t>
                      </a:r>
                      <a:r>
                        <a:rPr lang="es-PE" sz="2200" b="0" u="none" strike="noStrike" baseline="-25000" dirty="0" err="1">
                          <a:effectLst/>
                        </a:rPr>
                        <a:t>6</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dirty="0">
                          <a:effectLst/>
                        </a:rPr>
                        <a:t>0,50</a:t>
                      </a:r>
                      <a:endParaRPr lang="es-PE" sz="2200" b="0" i="0" u="none" strike="noStrike" dirty="0">
                        <a:solidFill>
                          <a:srgbClr val="000000"/>
                        </a:solidFill>
                        <a:effectLst/>
                        <a:latin typeface="Arial" panose="020B0604020202020204" pitchFamily="34" charset="0"/>
                      </a:endParaRPr>
                    </a:p>
                  </a:txBody>
                  <a:tcPr marL="0" marR="0" marT="0" marB="0" anchor="ctr">
                    <a:solidFill>
                      <a:srgbClr val="92D050"/>
                    </a:solidFill>
                  </a:tcPr>
                </a:tc>
                <a:tc>
                  <a:txBody>
                    <a:bodyPr/>
                    <a:lstStyle/>
                    <a:p>
                      <a:pPr algn="ctr" fontAlgn="ctr"/>
                      <a:r>
                        <a:rPr lang="es-PE" sz="2200" b="0" u="none" strike="noStrike">
                          <a:effectLst/>
                        </a:rPr>
                        <a:t>0,00</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0,50</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-0,50</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-1,00</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1,00</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0,75</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1,5</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l" fontAlgn="b"/>
                      <a:r>
                        <a:rPr lang="es-PE" sz="2200" b="0" u="none" strike="noStrike" dirty="0">
                          <a:effectLst/>
                        </a:rPr>
                        <a:t> -</a:t>
                      </a:r>
                      <a:r>
                        <a:rPr lang="es-PE" sz="2200" b="0" u="none" strike="noStrike" dirty="0" err="1">
                          <a:effectLst/>
                        </a:rPr>
                        <a:t>2R1+R2</a:t>
                      </a:r>
                      <a:endParaRPr lang="es-PE" sz="2200" b="0" i="0" u="none" strike="noStrike" dirty="0">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extLst>
                  <a:ext uri="{0D108BD9-81ED-4DB2-BD59-A6C34878D82A}">
                    <a16:rowId xmlns:a16="http://schemas.microsoft.com/office/drawing/2014/main" val="1816668780"/>
                  </a:ext>
                </a:extLst>
              </a:tr>
              <a:tr h="331970">
                <a:tc gridSpan="2">
                  <a:txBody>
                    <a:bodyPr/>
                    <a:lstStyle/>
                    <a:p>
                      <a:pPr algn="ctr" fontAlgn="ctr"/>
                      <a:r>
                        <a:rPr lang="es-PE" sz="2200" b="0" u="none" strike="noStrike" dirty="0" err="1">
                          <a:effectLst/>
                        </a:rPr>
                        <a:t>Z</a:t>
                      </a:r>
                      <a:r>
                        <a:rPr lang="es-PE" sz="2200" b="0" u="none" strike="noStrike" kern="1200" baseline="-25000" dirty="0" err="1">
                          <a:solidFill>
                            <a:schemeClr val="dk1"/>
                          </a:solidFill>
                          <a:effectLst/>
                          <a:latin typeface="+mn-lt"/>
                          <a:ea typeface="+mn-ea"/>
                          <a:cs typeface="+mn-cs"/>
                        </a:rPr>
                        <a:t>j</a:t>
                      </a:r>
                      <a:endParaRPr lang="es-PE" sz="2200" b="0" u="none" strike="noStrike" kern="1200" baseline="-25000" dirty="0">
                        <a:solidFill>
                          <a:schemeClr val="dk1"/>
                        </a:solidFill>
                        <a:effectLst/>
                        <a:latin typeface="+mn-lt"/>
                        <a:ea typeface="+mn-ea"/>
                        <a:cs typeface="+mn-cs"/>
                      </a:endParaRPr>
                    </a:p>
                  </a:txBody>
                  <a:tcPr marL="0" marR="0" marT="0" marB="0" anchor="ctr">
                    <a:solidFill>
                      <a:schemeClr val="accent1">
                        <a:lumMod val="40000"/>
                        <a:lumOff val="60000"/>
                      </a:schemeClr>
                    </a:solidFill>
                  </a:tcPr>
                </a:tc>
                <a:tc hMerge="1">
                  <a:txBody>
                    <a:bodyPr/>
                    <a:lstStyle/>
                    <a:p>
                      <a:endParaRPr lang="es-PE"/>
                    </a:p>
                  </a:txBody>
                  <a:tcPr/>
                </a:tc>
                <a:tc>
                  <a:txBody>
                    <a:bodyPr/>
                    <a:lstStyle/>
                    <a:p>
                      <a:pPr algn="ctr" fontAlgn="ctr"/>
                      <a:r>
                        <a:rPr lang="es-PE" sz="2200" b="0" u="none" strike="noStrike" dirty="0" err="1">
                          <a:effectLst/>
                        </a:rPr>
                        <a:t>2+0,5M</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8,00</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 -2+0,5M</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2-0,5M</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 -M</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7+0,75M</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 </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extLst>
                  <a:ext uri="{0D108BD9-81ED-4DB2-BD59-A6C34878D82A}">
                    <a16:rowId xmlns:a16="http://schemas.microsoft.com/office/drawing/2014/main" val="1253183336"/>
                  </a:ext>
                </a:extLst>
              </a:tr>
              <a:tr h="331970">
                <a:tc gridSpan="2">
                  <a:txBody>
                    <a:bodyPr/>
                    <a:lstStyle/>
                    <a:p>
                      <a:pPr algn="ctr" fontAlgn="ctr"/>
                      <a:r>
                        <a:rPr lang="es-PE" sz="2200" b="0" u="none" strike="noStrike" dirty="0" err="1">
                          <a:effectLst/>
                        </a:rPr>
                        <a:t>C</a:t>
                      </a:r>
                      <a:r>
                        <a:rPr lang="es-PE" sz="2200" b="0" u="none" strike="noStrike" kern="1200" baseline="-25000" dirty="0" err="1">
                          <a:solidFill>
                            <a:schemeClr val="dk1"/>
                          </a:solidFill>
                          <a:effectLst/>
                          <a:latin typeface="+mn-lt"/>
                          <a:ea typeface="+mn-ea"/>
                          <a:cs typeface="+mn-cs"/>
                        </a:rPr>
                        <a:t>j</a:t>
                      </a:r>
                      <a:r>
                        <a:rPr lang="es-PE" sz="2200" b="0" u="none" strike="noStrike" dirty="0" err="1">
                          <a:effectLst/>
                        </a:rPr>
                        <a:t>-Z</a:t>
                      </a:r>
                      <a:r>
                        <a:rPr lang="es-PE" sz="2200" b="0" u="none" strike="noStrike" kern="1200" baseline="-25000" dirty="0" err="1">
                          <a:solidFill>
                            <a:schemeClr val="dk1"/>
                          </a:solidFill>
                          <a:effectLst/>
                          <a:latin typeface="+mn-lt"/>
                          <a:ea typeface="+mn-ea"/>
                          <a:cs typeface="+mn-cs"/>
                        </a:rPr>
                        <a:t>j</a:t>
                      </a:r>
                      <a:endParaRPr lang="es-PE" sz="2200" b="0" u="none" strike="noStrike" kern="1200" baseline="-25000" dirty="0">
                        <a:solidFill>
                          <a:schemeClr val="dk1"/>
                        </a:solidFill>
                        <a:effectLst/>
                        <a:latin typeface="+mn-lt"/>
                        <a:ea typeface="+mn-ea"/>
                        <a:cs typeface="+mn-cs"/>
                      </a:endParaRPr>
                    </a:p>
                  </a:txBody>
                  <a:tcPr marL="0" marR="0" marT="0" marB="0" anchor="ctr">
                    <a:solidFill>
                      <a:schemeClr val="accent1">
                        <a:lumMod val="40000"/>
                        <a:lumOff val="60000"/>
                      </a:schemeClr>
                    </a:solidFill>
                  </a:tcPr>
                </a:tc>
                <a:tc hMerge="1">
                  <a:txBody>
                    <a:bodyPr/>
                    <a:lstStyle/>
                    <a:p>
                      <a:endParaRPr lang="es-PE"/>
                    </a:p>
                  </a:txBody>
                  <a:tcPr/>
                </a:tc>
                <a:tc>
                  <a:txBody>
                    <a:bodyPr/>
                    <a:lstStyle/>
                    <a:p>
                      <a:pPr algn="ctr" fontAlgn="ctr"/>
                      <a:r>
                        <a:rPr lang="es-PE" sz="2200" b="0" u="none" strike="noStrike" dirty="0">
                          <a:effectLst/>
                        </a:rPr>
                        <a:t> 1-</a:t>
                      </a:r>
                      <a:r>
                        <a:rPr lang="es-PE" sz="2200" b="0" u="none" strike="noStrike" dirty="0" err="1">
                          <a:effectLst/>
                        </a:rPr>
                        <a:t>0,5M</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dirty="0">
                          <a:effectLst/>
                        </a:rPr>
                        <a:t>0,00</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dirty="0">
                          <a:effectLst/>
                        </a:rPr>
                        <a:t> 2-</a:t>
                      </a:r>
                      <a:r>
                        <a:rPr lang="es-PE" sz="2200" b="0" u="none" strike="noStrike" dirty="0" err="1">
                          <a:effectLst/>
                        </a:rPr>
                        <a:t>0,5M</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dirty="0">
                          <a:effectLst/>
                        </a:rPr>
                        <a:t> -</a:t>
                      </a:r>
                      <a:r>
                        <a:rPr lang="es-PE" sz="2200" b="0" u="none" strike="noStrike" dirty="0" err="1">
                          <a:effectLst/>
                        </a:rPr>
                        <a:t>2+1,5M</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dirty="0">
                          <a:effectLst/>
                        </a:rPr>
                        <a:t>M</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dirty="0">
                          <a:effectLst/>
                        </a:rPr>
                        <a:t>0,00</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dirty="0">
                          <a:effectLst/>
                        </a:rPr>
                        <a:t> </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dirty="0">
                          <a:effectLst/>
                        </a:rPr>
                        <a:t> </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l" fontAlgn="b"/>
                      <a:r>
                        <a:rPr lang="es-PE" sz="2200" b="0" u="none" strike="noStrike" dirty="0">
                          <a:effectLst/>
                        </a:rPr>
                        <a:t> </a:t>
                      </a:r>
                      <a:endParaRPr lang="es-PE" sz="2200" b="0" i="0" u="none" strike="noStrike" dirty="0">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extLst>
                  <a:ext uri="{0D108BD9-81ED-4DB2-BD59-A6C34878D82A}">
                    <a16:rowId xmlns:a16="http://schemas.microsoft.com/office/drawing/2014/main" val="2450144534"/>
                  </a:ext>
                </a:extLst>
              </a:tr>
              <a:tr h="431560">
                <a:tc>
                  <a:txBody>
                    <a:bodyPr/>
                    <a:lstStyle/>
                    <a:p>
                      <a:pPr algn="ctr" fontAlgn="ctr"/>
                      <a:r>
                        <a:rPr lang="es-PE" sz="2200" b="0" u="none" strike="noStrike" dirty="0">
                          <a:effectLst/>
                        </a:rPr>
                        <a:t>8</a:t>
                      </a: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X</a:t>
                      </a:r>
                      <a:r>
                        <a:rPr lang="es-PE" sz="2200" b="0" u="none" strike="noStrike" baseline="-25000">
                          <a:effectLst/>
                        </a:rPr>
                        <a:t>2</a:t>
                      </a: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s-PE" sz="2200" b="0" u="none" strike="noStrike" dirty="0">
                          <a:effectLst/>
                        </a:rPr>
                        <a:t> </a:t>
                      </a: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-0,25R2+R1</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006646892"/>
                  </a:ext>
                </a:extLst>
              </a:tr>
              <a:tr h="431560">
                <a:tc>
                  <a:txBody>
                    <a:bodyPr/>
                    <a:lstStyle/>
                    <a:p>
                      <a:pPr algn="ctr" fontAlgn="ctr"/>
                      <a:r>
                        <a:rPr lang="es-PE" sz="2200" b="0" u="none" strike="noStrike">
                          <a:effectLst/>
                        </a:rPr>
                        <a:t>3</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X</a:t>
                      </a:r>
                      <a:r>
                        <a:rPr lang="es-PE" sz="2200" b="0" u="none" strike="noStrike" baseline="-25000">
                          <a:effectLst/>
                        </a:rPr>
                        <a:t>1</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000" b="0" i="0" u="none" strike="noStrike" dirty="0">
                          <a:solidFill>
                            <a:srgbClr val="FF0000"/>
                          </a:solidFill>
                          <a:effectLst/>
                          <a:latin typeface="Arial" panose="020B0604020202020204" pitchFamily="34" charset="0"/>
                        </a:rPr>
                        <a:t>1,0</a:t>
                      </a: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0,0</a:t>
                      </a: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1,0</a:t>
                      </a: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-1,0</a:t>
                      </a: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-2,0</a:t>
                      </a: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2,0</a:t>
                      </a: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1,5</a:t>
                      </a:r>
                    </a:p>
                  </a:txBody>
                  <a:tcPr marL="9525" marR="9525" marT="9525" marB="0" anchor="ctr"/>
                </a:tc>
                <a:tc>
                  <a:txBody>
                    <a:bodyPr/>
                    <a:lstStyle/>
                    <a:p>
                      <a:pPr algn="ctr" fontAlgn="ctr"/>
                      <a:r>
                        <a:rPr lang="es-PE" sz="2200" b="0" u="none" strike="noStrike">
                          <a:effectLst/>
                        </a:rPr>
                        <a:t> </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54685625"/>
                  </a:ext>
                </a:extLst>
              </a:tr>
              <a:tr h="331970">
                <a:tc gridSpan="2">
                  <a:txBody>
                    <a:bodyPr/>
                    <a:lstStyle/>
                    <a:p>
                      <a:pPr algn="ctr" fontAlgn="ctr"/>
                      <a:r>
                        <a:rPr lang="es-PE" sz="2200" b="0" u="none" strike="noStrike" dirty="0" err="1">
                          <a:effectLst/>
                        </a:rPr>
                        <a:t>Z</a:t>
                      </a:r>
                      <a:r>
                        <a:rPr lang="es-PE" sz="2200" b="0" u="none" strike="noStrike" kern="1200" baseline="-25000" dirty="0" err="1">
                          <a:solidFill>
                            <a:schemeClr val="dk1"/>
                          </a:solidFill>
                          <a:effectLst/>
                          <a:latin typeface="+mn-lt"/>
                          <a:ea typeface="+mn-ea"/>
                          <a:cs typeface="+mn-cs"/>
                        </a:rPr>
                        <a:t>j</a:t>
                      </a:r>
                      <a:endParaRPr lang="es-PE" sz="2200" b="0" u="none" strike="noStrike" kern="1200" baseline="-25000" dirty="0">
                        <a:solidFill>
                          <a:schemeClr val="dk1"/>
                        </a:solidFill>
                        <a:effectLst/>
                        <a:latin typeface="+mn-lt"/>
                        <a:ea typeface="+mn-ea"/>
                        <a:cs typeface="+mn-cs"/>
                      </a:endParaRPr>
                    </a:p>
                  </a:txBody>
                  <a:tcPr marL="0" marR="0" marT="0" marB="0" anchor="ctr"/>
                </a:tc>
                <a:tc hMerge="1">
                  <a:txBody>
                    <a:bodyPr/>
                    <a:lstStyle/>
                    <a:p>
                      <a:endParaRPr lang="es-PE"/>
                    </a:p>
                  </a:txBody>
                  <a:tcP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s-PE" sz="2200" b="0" u="none" strike="noStrike">
                          <a:effectLst/>
                        </a:rPr>
                        <a:t> </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587712061"/>
                  </a:ext>
                </a:extLst>
              </a:tr>
              <a:tr h="331970">
                <a:tc gridSpan="2">
                  <a:txBody>
                    <a:bodyPr/>
                    <a:lstStyle/>
                    <a:p>
                      <a:pPr algn="ctr" fontAlgn="ctr"/>
                      <a:r>
                        <a:rPr lang="es-PE" sz="2200" b="0" u="none" strike="noStrike" dirty="0" err="1">
                          <a:effectLst/>
                        </a:rPr>
                        <a:t>C</a:t>
                      </a:r>
                      <a:r>
                        <a:rPr lang="es-PE" sz="2200" b="0" u="none" strike="noStrike" kern="1200" baseline="-25000" dirty="0" err="1">
                          <a:solidFill>
                            <a:schemeClr val="dk1"/>
                          </a:solidFill>
                          <a:effectLst/>
                          <a:latin typeface="+mn-lt"/>
                          <a:ea typeface="+mn-ea"/>
                          <a:cs typeface="+mn-cs"/>
                        </a:rPr>
                        <a:t>j</a:t>
                      </a:r>
                      <a:r>
                        <a:rPr lang="es-PE" sz="2200" b="0" u="none" strike="noStrike" dirty="0" err="1">
                          <a:effectLst/>
                        </a:rPr>
                        <a:t>-Z</a:t>
                      </a:r>
                      <a:r>
                        <a:rPr lang="es-PE" sz="2200" b="0" u="none" strike="noStrike" kern="1200" baseline="-25000" dirty="0" err="1">
                          <a:solidFill>
                            <a:schemeClr val="dk1"/>
                          </a:solidFill>
                          <a:effectLst/>
                          <a:latin typeface="+mn-lt"/>
                          <a:ea typeface="+mn-ea"/>
                          <a:cs typeface="+mn-cs"/>
                        </a:rPr>
                        <a:t>j</a:t>
                      </a:r>
                      <a:endParaRPr lang="es-PE" sz="2200" b="0" u="none" strike="noStrike" kern="1200" baseline="-25000" dirty="0">
                        <a:solidFill>
                          <a:schemeClr val="dk1"/>
                        </a:solidFill>
                        <a:effectLst/>
                        <a:latin typeface="+mn-lt"/>
                        <a:ea typeface="+mn-ea"/>
                        <a:cs typeface="+mn-cs"/>
                      </a:endParaRPr>
                    </a:p>
                  </a:txBody>
                  <a:tcPr marL="0" marR="0" marT="0" marB="0" anchor="ctr"/>
                </a:tc>
                <a:tc hMerge="1">
                  <a:txBody>
                    <a:bodyPr/>
                    <a:lstStyle/>
                    <a:p>
                      <a:endParaRPr lang="es-PE"/>
                    </a:p>
                  </a:txBody>
                  <a:tcP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s-PE" sz="2200" b="0" u="none" strike="noStrike">
                          <a:effectLst/>
                        </a:rPr>
                        <a:t> </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dirty="0">
                          <a:effectLst/>
                        </a:rPr>
                        <a:t> </a:t>
                      </a:r>
                      <a:endParaRPr lang="es-PE" sz="22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835176111"/>
                  </a:ext>
                </a:extLst>
              </a:tr>
            </a:tbl>
          </a:graphicData>
        </a:graphic>
      </p:graphicFrame>
      <p:sp>
        <p:nvSpPr>
          <p:cNvPr id="6" name="Elipse 5">
            <a:extLst>
              <a:ext uri="{FF2B5EF4-FFF2-40B4-BE49-F238E27FC236}">
                <a16:creationId xmlns:a16="http://schemas.microsoft.com/office/drawing/2014/main" id="{F61CFB0E-0D31-425C-B482-3C3B268674CF}"/>
              </a:ext>
            </a:extLst>
          </p:cNvPr>
          <p:cNvSpPr/>
          <p:nvPr/>
        </p:nvSpPr>
        <p:spPr>
          <a:xfrm>
            <a:off x="3619216" y="2118634"/>
            <a:ext cx="379985" cy="45954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s-PE" sz="2000"/>
          </a:p>
        </p:txBody>
      </p:sp>
      <p:sp>
        <p:nvSpPr>
          <p:cNvPr id="9" name="Elipse 8">
            <a:extLst>
              <a:ext uri="{FF2B5EF4-FFF2-40B4-BE49-F238E27FC236}">
                <a16:creationId xmlns:a16="http://schemas.microsoft.com/office/drawing/2014/main" id="{221AD390-D25E-4125-9AE2-630B77EE8391}"/>
              </a:ext>
            </a:extLst>
          </p:cNvPr>
          <p:cNvSpPr/>
          <p:nvPr/>
        </p:nvSpPr>
        <p:spPr>
          <a:xfrm>
            <a:off x="2486272" y="4099840"/>
            <a:ext cx="379985" cy="45954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s-PE" sz="2000"/>
          </a:p>
        </p:txBody>
      </p:sp>
    </p:spTree>
    <p:extLst>
      <p:ext uri="{BB962C8B-B14F-4D97-AF65-F5344CB8AC3E}">
        <p14:creationId xmlns:p14="http://schemas.microsoft.com/office/powerpoint/2010/main" val="3085542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CuadroTexto">
            <a:extLst>
              <a:ext uri="{FF2B5EF4-FFF2-40B4-BE49-F238E27FC236}">
                <a16:creationId xmlns:a16="http://schemas.microsoft.com/office/drawing/2014/main" id="{C8829EF0-06E0-4AB4-B577-323BA05A42F5}"/>
              </a:ext>
            </a:extLst>
          </p:cNvPr>
          <p:cNvSpPr txBox="1"/>
          <p:nvPr/>
        </p:nvSpPr>
        <p:spPr>
          <a:xfrm>
            <a:off x="6096000" y="300489"/>
            <a:ext cx="6095999" cy="523220"/>
          </a:xfrm>
          <a:prstGeom prst="rect">
            <a:avLst/>
          </a:prstGeom>
          <a:noFill/>
        </p:spPr>
        <p:txBody>
          <a:bodyPr wrap="square" rtlCol="0">
            <a:spAutoFit/>
          </a:bodyPr>
          <a:lstStyle/>
          <a:p>
            <a:pPr algn="ctr"/>
            <a:r>
              <a:rPr lang="es-ES_tradnl" sz="2800" dirty="0">
                <a:solidFill>
                  <a:schemeClr val="bg1"/>
                </a:solidFill>
                <a:latin typeface="Comic Sans MS" pitchFamily="66" charset="0"/>
              </a:rPr>
              <a:t>Ejercicio 5</a:t>
            </a:r>
            <a:endParaRPr lang="es-AR" sz="2800" dirty="0">
              <a:solidFill>
                <a:schemeClr val="bg1"/>
              </a:solidFill>
              <a:latin typeface="Comic Sans MS" pitchFamily="66" charset="0"/>
            </a:endParaRPr>
          </a:p>
        </p:txBody>
      </p:sp>
      <p:graphicFrame>
        <p:nvGraphicFramePr>
          <p:cNvPr id="2" name="Tabla 1">
            <a:extLst>
              <a:ext uri="{FF2B5EF4-FFF2-40B4-BE49-F238E27FC236}">
                <a16:creationId xmlns:a16="http://schemas.microsoft.com/office/drawing/2014/main" id="{7E7E1311-514E-4AEE-AFFD-2F676AA16460}"/>
              </a:ext>
            </a:extLst>
          </p:cNvPr>
          <p:cNvGraphicFramePr>
            <a:graphicFrameLocks noGrp="1"/>
          </p:cNvGraphicFramePr>
          <p:nvPr>
            <p:extLst>
              <p:ext uri="{D42A27DB-BD31-4B8C-83A1-F6EECF244321}">
                <p14:modId xmlns:p14="http://schemas.microsoft.com/office/powerpoint/2010/main" val="2495605430"/>
              </p:ext>
            </p:extLst>
          </p:nvPr>
        </p:nvGraphicFramePr>
        <p:xfrm>
          <a:off x="163608" y="1364031"/>
          <a:ext cx="11856208" cy="5397767"/>
        </p:xfrm>
        <a:graphic>
          <a:graphicData uri="http://schemas.openxmlformats.org/drawingml/2006/table">
            <a:tbl>
              <a:tblPr>
                <a:tableStyleId>{5C22544A-7EE6-4342-B048-85BDC9FD1C3A}</a:tableStyleId>
              </a:tblPr>
              <a:tblGrid>
                <a:gridCol w="1046136">
                  <a:extLst>
                    <a:ext uri="{9D8B030D-6E8A-4147-A177-3AD203B41FA5}">
                      <a16:colId xmlns:a16="http://schemas.microsoft.com/office/drawing/2014/main" val="103241707"/>
                    </a:ext>
                  </a:extLst>
                </a:gridCol>
                <a:gridCol w="1046136">
                  <a:extLst>
                    <a:ext uri="{9D8B030D-6E8A-4147-A177-3AD203B41FA5}">
                      <a16:colId xmlns:a16="http://schemas.microsoft.com/office/drawing/2014/main" val="2713558971"/>
                    </a:ext>
                  </a:extLst>
                </a:gridCol>
                <a:gridCol w="1046136">
                  <a:extLst>
                    <a:ext uri="{9D8B030D-6E8A-4147-A177-3AD203B41FA5}">
                      <a16:colId xmlns:a16="http://schemas.microsoft.com/office/drawing/2014/main" val="3993793485"/>
                    </a:ext>
                  </a:extLst>
                </a:gridCol>
                <a:gridCol w="1046136">
                  <a:extLst>
                    <a:ext uri="{9D8B030D-6E8A-4147-A177-3AD203B41FA5}">
                      <a16:colId xmlns:a16="http://schemas.microsoft.com/office/drawing/2014/main" val="2752947316"/>
                    </a:ext>
                  </a:extLst>
                </a:gridCol>
                <a:gridCol w="1046136">
                  <a:extLst>
                    <a:ext uri="{9D8B030D-6E8A-4147-A177-3AD203B41FA5}">
                      <a16:colId xmlns:a16="http://schemas.microsoft.com/office/drawing/2014/main" val="1839162297"/>
                    </a:ext>
                  </a:extLst>
                </a:gridCol>
                <a:gridCol w="1046136">
                  <a:extLst>
                    <a:ext uri="{9D8B030D-6E8A-4147-A177-3AD203B41FA5}">
                      <a16:colId xmlns:a16="http://schemas.microsoft.com/office/drawing/2014/main" val="1826029279"/>
                    </a:ext>
                  </a:extLst>
                </a:gridCol>
                <a:gridCol w="1394848">
                  <a:extLst>
                    <a:ext uri="{9D8B030D-6E8A-4147-A177-3AD203B41FA5}">
                      <a16:colId xmlns:a16="http://schemas.microsoft.com/office/drawing/2014/main" val="1694348188"/>
                    </a:ext>
                  </a:extLst>
                </a:gridCol>
                <a:gridCol w="945394">
                  <a:extLst>
                    <a:ext uri="{9D8B030D-6E8A-4147-A177-3AD203B41FA5}">
                      <a16:colId xmlns:a16="http://schemas.microsoft.com/office/drawing/2014/main" val="762263087"/>
                    </a:ext>
                  </a:extLst>
                </a:gridCol>
                <a:gridCol w="1069383">
                  <a:extLst>
                    <a:ext uri="{9D8B030D-6E8A-4147-A177-3AD203B41FA5}">
                      <a16:colId xmlns:a16="http://schemas.microsoft.com/office/drawing/2014/main" val="2424980691"/>
                    </a:ext>
                  </a:extLst>
                </a:gridCol>
                <a:gridCol w="777694">
                  <a:extLst>
                    <a:ext uri="{9D8B030D-6E8A-4147-A177-3AD203B41FA5}">
                      <a16:colId xmlns:a16="http://schemas.microsoft.com/office/drawing/2014/main" val="2635134013"/>
                    </a:ext>
                  </a:extLst>
                </a:gridCol>
                <a:gridCol w="1392073">
                  <a:extLst>
                    <a:ext uri="{9D8B030D-6E8A-4147-A177-3AD203B41FA5}">
                      <a16:colId xmlns:a16="http://schemas.microsoft.com/office/drawing/2014/main" val="3766197824"/>
                    </a:ext>
                  </a:extLst>
                </a:gridCol>
              </a:tblGrid>
              <a:tr h="365167">
                <a:tc gridSpan="2">
                  <a:txBody>
                    <a:bodyPr/>
                    <a:lstStyle/>
                    <a:p>
                      <a:pPr algn="ctr" fontAlgn="ctr"/>
                      <a:r>
                        <a:rPr lang="es-PE" sz="2200" b="0" u="none" strike="noStrike">
                          <a:effectLst/>
                        </a:rPr>
                        <a:t>C</a:t>
                      </a:r>
                      <a:r>
                        <a:rPr lang="es-PE" sz="2200" b="0" u="none" strike="noStrike" baseline="-25000">
                          <a:effectLst/>
                        </a:rPr>
                        <a:t>j</a:t>
                      </a:r>
                      <a:endParaRPr lang="es-PE" sz="2200" b="0" i="0" u="none" strike="noStrike">
                        <a:solidFill>
                          <a:srgbClr val="000000"/>
                        </a:solidFill>
                        <a:effectLst/>
                        <a:latin typeface="Arial" panose="020B0604020202020204" pitchFamily="34" charset="0"/>
                      </a:endParaRPr>
                    </a:p>
                  </a:txBody>
                  <a:tcPr marL="0" marR="0" marT="0" marB="0" anchor="ctr"/>
                </a:tc>
                <a:tc hMerge="1">
                  <a:txBody>
                    <a:bodyPr/>
                    <a:lstStyle/>
                    <a:p>
                      <a:endParaRPr lang="es-PE"/>
                    </a:p>
                  </a:txBody>
                  <a:tcPr/>
                </a:tc>
                <a:tc>
                  <a:txBody>
                    <a:bodyPr/>
                    <a:lstStyle/>
                    <a:p>
                      <a:pPr algn="ctr" fontAlgn="ctr"/>
                      <a:r>
                        <a:rPr lang="es-PE" sz="2200" b="0" u="none" strike="noStrike">
                          <a:effectLst/>
                        </a:rPr>
                        <a:t>3</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8</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rowSpan="2">
                  <a:txBody>
                    <a:bodyPr/>
                    <a:lstStyle/>
                    <a:p>
                      <a:pPr algn="ctr" fontAlgn="ctr"/>
                      <a:r>
                        <a:rPr lang="es-PE" sz="2200" b="0" u="none" strike="noStrike">
                          <a:effectLst/>
                        </a:rPr>
                        <a:t>B</a:t>
                      </a:r>
                      <a:r>
                        <a:rPr lang="es-PE" sz="2200" b="0" u="none" strike="noStrike" baseline="-25000">
                          <a:effectLst/>
                        </a:rPr>
                        <a:t>i</a:t>
                      </a:r>
                      <a:endParaRPr lang="es-PE" sz="2200" b="0" i="0" u="none" strike="noStrike">
                        <a:solidFill>
                          <a:srgbClr val="000000"/>
                        </a:solidFill>
                        <a:effectLst/>
                        <a:latin typeface="Arial" panose="020B0604020202020204" pitchFamily="34" charset="0"/>
                      </a:endParaRPr>
                    </a:p>
                  </a:txBody>
                  <a:tcPr marL="0" marR="0" marT="0" marB="0" anchor="ctr">
                    <a:solidFill>
                      <a:srgbClr val="CC3300"/>
                    </a:solidFill>
                  </a:tcPr>
                </a:tc>
                <a:tc rowSpan="2">
                  <a:txBody>
                    <a:bodyPr/>
                    <a:lstStyle/>
                    <a:p>
                      <a:pPr algn="ctr" fontAlgn="ctr"/>
                      <a:r>
                        <a:rPr lang="es-PE" sz="2200" b="0" u="none" strike="noStrike" dirty="0" err="1">
                          <a:effectLst/>
                        </a:rPr>
                        <a:t>Ɵ</a:t>
                      </a:r>
                      <a:r>
                        <a:rPr lang="es-PE" sz="2200" b="0" u="none" strike="noStrike" baseline="-25000" dirty="0" err="1">
                          <a:effectLst/>
                        </a:rPr>
                        <a:t>i</a:t>
                      </a: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23446908"/>
                  </a:ext>
                </a:extLst>
              </a:tr>
              <a:tr h="431560">
                <a:tc>
                  <a:txBody>
                    <a:bodyPr/>
                    <a:lstStyle/>
                    <a:p>
                      <a:pPr algn="ctr" fontAlgn="ctr"/>
                      <a:r>
                        <a:rPr lang="es-PE" sz="2200" b="0" u="none" strike="noStrike" dirty="0" err="1">
                          <a:effectLst/>
                        </a:rPr>
                        <a:t>C</a:t>
                      </a:r>
                      <a:r>
                        <a:rPr lang="es-PE" sz="2200" b="0" u="none" strike="noStrike" baseline="-25000" dirty="0" err="1">
                          <a:effectLst/>
                        </a:rPr>
                        <a:t>B</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X</a:t>
                      </a:r>
                      <a:r>
                        <a:rPr lang="es-PE" sz="2200" b="0" u="none" strike="noStrike" baseline="-25000" dirty="0" err="1">
                          <a:effectLst/>
                        </a:rPr>
                        <a:t>B</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X</a:t>
                      </a:r>
                      <a:r>
                        <a:rPr lang="es-PE" sz="2200" b="0" u="none" strike="noStrike" baseline="-25000" dirty="0" err="1">
                          <a:effectLst/>
                        </a:rPr>
                        <a:t>1</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X</a:t>
                      </a:r>
                      <a:r>
                        <a:rPr lang="es-PE" sz="2200" b="0" u="none" strike="noStrike" baseline="-25000" dirty="0" err="1">
                          <a:effectLst/>
                        </a:rPr>
                        <a:t>2</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S</a:t>
                      </a:r>
                      <a:r>
                        <a:rPr lang="es-PE" sz="2200" b="0" u="none" strike="noStrike" baseline="-25000" dirty="0" err="1">
                          <a:effectLst/>
                        </a:rPr>
                        <a:t>3</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A</a:t>
                      </a:r>
                      <a:r>
                        <a:rPr lang="es-PE" sz="2200" b="0" u="none" strike="noStrike" baseline="-25000" dirty="0" err="1">
                          <a:effectLst/>
                        </a:rPr>
                        <a:t>4</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S</a:t>
                      </a:r>
                      <a:r>
                        <a:rPr lang="es-PE" sz="2200" b="0" u="none" strike="noStrike" baseline="-25000" dirty="0" err="1">
                          <a:effectLst/>
                        </a:rPr>
                        <a:t>5</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a:txBody>
                    <a:bodyPr/>
                    <a:lstStyle/>
                    <a:p>
                      <a:pPr algn="ctr" fontAlgn="ctr"/>
                      <a:r>
                        <a:rPr lang="es-PE" sz="2200" b="0" u="none" strike="noStrike" dirty="0" err="1">
                          <a:effectLst/>
                        </a:rPr>
                        <a:t>A</a:t>
                      </a:r>
                      <a:r>
                        <a:rPr lang="es-PE" sz="2200" b="0" u="none" strike="noStrike" baseline="-25000" dirty="0" err="1">
                          <a:effectLst/>
                        </a:rPr>
                        <a:t>6</a:t>
                      </a:r>
                      <a:endParaRPr lang="es-PE" sz="2200" b="0" i="0" u="none" strike="noStrike" dirty="0">
                        <a:solidFill>
                          <a:srgbClr val="000000"/>
                        </a:solidFill>
                        <a:effectLst/>
                        <a:latin typeface="Arial" panose="020B0604020202020204" pitchFamily="34" charset="0"/>
                      </a:endParaRPr>
                    </a:p>
                  </a:txBody>
                  <a:tcPr marL="0" marR="0" marT="0" marB="0" anchor="ctr">
                    <a:solidFill>
                      <a:srgbClr val="CC3300"/>
                    </a:solidFill>
                  </a:tcPr>
                </a:tc>
                <a:tc vMerge="1">
                  <a:txBody>
                    <a:bodyPr/>
                    <a:lstStyle/>
                    <a:p>
                      <a:endParaRPr lang="es-PE"/>
                    </a:p>
                  </a:txBody>
                  <a:tcPr/>
                </a:tc>
                <a:tc vMerge="1">
                  <a:txBody>
                    <a:bodyPr/>
                    <a:lstStyle/>
                    <a:p>
                      <a:endParaRPr lang="es-PE"/>
                    </a:p>
                  </a:txBody>
                  <a:tcP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170506230"/>
                  </a:ext>
                </a:extLst>
              </a:tr>
              <a:tr h="431560">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A</a:t>
                      </a:r>
                      <a:r>
                        <a:rPr lang="es-PE" sz="2200" b="0" u="none" strike="noStrike" baseline="-25000">
                          <a:effectLst/>
                        </a:rPr>
                        <a:t>4</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1</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b"/>
                      <a:r>
                        <a:rPr lang="es-PE" sz="2200" b="0" u="none" strike="noStrike" dirty="0">
                          <a:effectLst/>
                        </a:rPr>
                        <a:t>4</a:t>
                      </a:r>
                      <a:endParaRPr lang="es-PE" sz="2200" b="0" i="0" u="none" strike="noStrike" dirty="0">
                        <a:solidFill>
                          <a:srgbClr val="000000"/>
                        </a:solidFill>
                        <a:effectLst/>
                        <a:latin typeface="Calibri" panose="020F0502020204030204" pitchFamily="34" charset="0"/>
                      </a:endParaRPr>
                    </a:p>
                  </a:txBody>
                  <a:tcPr marL="0" marR="0" marT="0" marB="0" anchor="ctr">
                    <a:solidFill>
                      <a:srgbClr val="92D050"/>
                    </a:solidFill>
                  </a:tcPr>
                </a:tc>
                <a:tc>
                  <a:txBody>
                    <a:bodyPr/>
                    <a:lstStyle/>
                    <a:p>
                      <a:pPr algn="ctr" fontAlgn="ctr"/>
                      <a:r>
                        <a:rPr lang="es-PE" sz="2200" b="0" u="none" strike="noStrike">
                          <a:effectLst/>
                        </a:rPr>
                        <a:t>-1</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1</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3,5</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dirty="0">
                          <a:effectLst/>
                        </a:rPr>
                        <a:t>0,875</a:t>
                      </a: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315720709"/>
                  </a:ext>
                </a:extLst>
              </a:tr>
              <a:tr h="431560">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A</a:t>
                      </a:r>
                      <a:r>
                        <a:rPr lang="es-PE" sz="2200" b="0" u="none" strike="noStrike" baseline="-25000">
                          <a:effectLst/>
                        </a:rPr>
                        <a:t>6</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1</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dirty="0">
                          <a:effectLst/>
                        </a:rPr>
                        <a:t>2</a:t>
                      </a:r>
                      <a:endParaRPr lang="es-PE" sz="2200" b="0" i="0" u="none" strike="noStrike" dirty="0">
                        <a:solidFill>
                          <a:srgbClr val="000000"/>
                        </a:solidFill>
                        <a:effectLst/>
                        <a:latin typeface="Arial" panose="020B0604020202020204" pitchFamily="34" charset="0"/>
                      </a:endParaRPr>
                    </a:p>
                  </a:txBody>
                  <a:tcPr marL="0" marR="0" marT="0" marB="0" anchor="ctr">
                    <a:solidFill>
                      <a:srgbClr val="92D050"/>
                    </a:solidFill>
                  </a:tcP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-1</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1</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2,5</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dirty="0">
                          <a:effectLst/>
                        </a:rPr>
                        <a:t>1,25</a:t>
                      </a: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346822395"/>
                  </a:ext>
                </a:extLst>
              </a:tr>
              <a:tr h="331970">
                <a:tc gridSpan="2">
                  <a:txBody>
                    <a:bodyPr/>
                    <a:lstStyle/>
                    <a:p>
                      <a:pPr algn="ctr" fontAlgn="ctr"/>
                      <a:r>
                        <a:rPr lang="es-PE" sz="2200" b="0" u="none" strike="noStrike" dirty="0" err="1">
                          <a:effectLst/>
                        </a:rPr>
                        <a:t>Z</a:t>
                      </a:r>
                      <a:r>
                        <a:rPr lang="es-PE" sz="2200" b="0" u="none" strike="noStrike" kern="1200" baseline="-25000" dirty="0" err="1">
                          <a:solidFill>
                            <a:schemeClr val="dk1"/>
                          </a:solidFill>
                          <a:effectLst/>
                          <a:latin typeface="+mn-lt"/>
                          <a:ea typeface="+mn-ea"/>
                          <a:cs typeface="+mn-cs"/>
                        </a:rPr>
                        <a:t>j</a:t>
                      </a:r>
                      <a:endParaRPr lang="es-PE" sz="2200" b="0" u="none" strike="noStrike" kern="1200" baseline="-25000" dirty="0">
                        <a:solidFill>
                          <a:schemeClr val="dk1"/>
                        </a:solidFill>
                        <a:effectLst/>
                        <a:latin typeface="+mn-lt"/>
                        <a:ea typeface="+mn-ea"/>
                        <a:cs typeface="+mn-cs"/>
                      </a:endParaRPr>
                    </a:p>
                  </a:txBody>
                  <a:tcPr marL="0" marR="0" marT="0" marB="0" anchor="ctr"/>
                </a:tc>
                <a:tc hMerge="1">
                  <a:txBody>
                    <a:bodyPr/>
                    <a:lstStyle/>
                    <a:p>
                      <a:endParaRPr lang="es-PE"/>
                    </a:p>
                  </a:txBody>
                  <a:tcPr/>
                </a:tc>
                <a:tc>
                  <a:txBody>
                    <a:bodyPr/>
                    <a:lstStyle/>
                    <a:p>
                      <a:pPr algn="ctr" fontAlgn="ctr"/>
                      <a:r>
                        <a:rPr lang="es-PE" sz="2200" b="0" u="none" strike="noStrike">
                          <a:effectLst/>
                        </a:rPr>
                        <a:t>2M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6M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 -M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 -M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6M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dirty="0">
                          <a:effectLst/>
                        </a:rPr>
                        <a:t> </a:t>
                      </a: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66025097"/>
                  </a:ext>
                </a:extLst>
              </a:tr>
              <a:tr h="331970">
                <a:tc gridSpan="2">
                  <a:txBody>
                    <a:bodyPr/>
                    <a:lstStyle/>
                    <a:p>
                      <a:pPr algn="ctr" fontAlgn="ctr"/>
                      <a:r>
                        <a:rPr lang="es-PE" sz="2200" b="0" u="none" strike="noStrike" dirty="0" err="1">
                          <a:effectLst/>
                        </a:rPr>
                        <a:t>C</a:t>
                      </a:r>
                      <a:r>
                        <a:rPr lang="es-PE" sz="2200" b="0" u="none" strike="noStrike" kern="1200" baseline="-25000" dirty="0" err="1">
                          <a:solidFill>
                            <a:schemeClr val="dk1"/>
                          </a:solidFill>
                          <a:effectLst/>
                          <a:latin typeface="+mn-lt"/>
                          <a:ea typeface="+mn-ea"/>
                          <a:cs typeface="+mn-cs"/>
                        </a:rPr>
                        <a:t>j</a:t>
                      </a:r>
                      <a:r>
                        <a:rPr lang="es-PE" sz="2200" b="0" u="none" strike="noStrike" dirty="0" err="1">
                          <a:effectLst/>
                        </a:rPr>
                        <a:t>-Z</a:t>
                      </a:r>
                      <a:r>
                        <a:rPr lang="es-PE" sz="2200" b="0" u="none" strike="noStrike" kern="1200" baseline="-25000" dirty="0" err="1">
                          <a:solidFill>
                            <a:schemeClr val="dk1"/>
                          </a:solidFill>
                          <a:effectLst/>
                          <a:latin typeface="+mn-lt"/>
                          <a:ea typeface="+mn-ea"/>
                          <a:cs typeface="+mn-cs"/>
                        </a:rPr>
                        <a:t>j</a:t>
                      </a:r>
                      <a:endParaRPr lang="es-PE" sz="2200" b="0" u="none" strike="noStrike" kern="1200" baseline="-25000" dirty="0">
                        <a:solidFill>
                          <a:schemeClr val="dk1"/>
                        </a:solidFill>
                        <a:effectLst/>
                        <a:latin typeface="+mn-lt"/>
                        <a:ea typeface="+mn-ea"/>
                        <a:cs typeface="+mn-cs"/>
                      </a:endParaRPr>
                    </a:p>
                  </a:txBody>
                  <a:tcPr marL="0" marR="0" marT="0" marB="0" anchor="ctr"/>
                </a:tc>
                <a:tc hMerge="1">
                  <a:txBody>
                    <a:bodyPr/>
                    <a:lstStyle/>
                    <a:p>
                      <a:endParaRPr lang="es-PE"/>
                    </a:p>
                  </a:txBody>
                  <a:tcPr/>
                </a:tc>
                <a:tc>
                  <a:txBody>
                    <a:bodyPr/>
                    <a:lstStyle/>
                    <a:p>
                      <a:pPr algn="ctr" fontAlgn="ctr"/>
                      <a:r>
                        <a:rPr lang="es-PE" sz="2200" b="0" u="none" strike="noStrike">
                          <a:effectLst/>
                        </a:rPr>
                        <a:t>3-2M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8-6M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0</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a:effectLst/>
                        </a:rPr>
                        <a:t> </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0" u="none" strike="noStrike" dirty="0">
                          <a:effectLst/>
                        </a:rPr>
                        <a:t> </a:t>
                      </a: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563915384"/>
                  </a:ext>
                </a:extLst>
              </a:tr>
              <a:tr h="431560">
                <a:tc>
                  <a:txBody>
                    <a:bodyPr/>
                    <a:lstStyle/>
                    <a:p>
                      <a:pPr algn="ctr" fontAlgn="ctr"/>
                      <a:r>
                        <a:rPr lang="es-PE" sz="2200" b="0" u="none" strike="noStrike" dirty="0">
                          <a:effectLst/>
                        </a:rPr>
                        <a:t>8</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X</a:t>
                      </a:r>
                      <a:r>
                        <a:rPr lang="es-PE" sz="2200" b="0" u="none" strike="noStrike" baseline="-25000">
                          <a:effectLst/>
                        </a:rPr>
                        <a:t>2</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b"/>
                      <a:r>
                        <a:rPr lang="es-PE" sz="2200" b="0" u="none" strike="noStrike" dirty="0">
                          <a:effectLst/>
                        </a:rPr>
                        <a:t>0,25</a:t>
                      </a:r>
                      <a:endParaRPr lang="es-PE" sz="2200" b="0" i="0" u="none" strike="noStrike" dirty="0">
                        <a:solidFill>
                          <a:srgbClr val="000000"/>
                        </a:solidFill>
                        <a:effectLst/>
                        <a:latin typeface="Calibri" panose="020F0502020204030204" pitchFamily="34" charset="0"/>
                      </a:endParaRPr>
                    </a:p>
                  </a:txBody>
                  <a:tcPr marL="0" marR="0" marT="0" marB="0" anchor="ctr">
                    <a:solidFill>
                      <a:srgbClr val="92D050"/>
                    </a:solidFill>
                  </a:tcPr>
                </a:tc>
                <a:tc>
                  <a:txBody>
                    <a:bodyPr/>
                    <a:lstStyle/>
                    <a:p>
                      <a:pPr algn="ctr" fontAlgn="ctr"/>
                      <a:r>
                        <a:rPr lang="es-PE" sz="2200" b="0" u="none" strike="noStrike" dirty="0">
                          <a:solidFill>
                            <a:srgbClr val="FF0000"/>
                          </a:solidFill>
                          <a:effectLst/>
                        </a:rPr>
                        <a:t>1,00</a:t>
                      </a:r>
                      <a:endParaRPr lang="es-PE" sz="2200" b="0" i="0" u="none" strike="noStrike" dirty="0">
                        <a:solidFill>
                          <a:srgbClr val="FF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-0,25</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0,25</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0,00</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0,00</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0,88</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3,5</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extLst>
                  <a:ext uri="{0D108BD9-81ED-4DB2-BD59-A6C34878D82A}">
                    <a16:rowId xmlns:a16="http://schemas.microsoft.com/office/drawing/2014/main" val="612912277"/>
                  </a:ext>
                </a:extLst>
              </a:tr>
              <a:tr h="431560">
                <a:tc>
                  <a:txBody>
                    <a:bodyPr/>
                    <a:lstStyle/>
                    <a:p>
                      <a:pPr algn="ctr" fontAlgn="ctr"/>
                      <a:r>
                        <a:rPr lang="es-PE" sz="2200" b="0" u="none" strike="noStrike" dirty="0">
                          <a:effectLst/>
                        </a:rPr>
                        <a:t>M</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dirty="0" err="1">
                          <a:effectLst/>
                        </a:rPr>
                        <a:t>A</a:t>
                      </a:r>
                      <a:r>
                        <a:rPr lang="es-PE" sz="2200" b="0" u="none" strike="noStrike" baseline="-25000" dirty="0" err="1">
                          <a:effectLst/>
                        </a:rPr>
                        <a:t>6</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dirty="0">
                          <a:effectLst/>
                        </a:rPr>
                        <a:t>0,50</a:t>
                      </a:r>
                      <a:endParaRPr lang="es-PE" sz="2200" b="0" i="0" u="none" strike="noStrike" dirty="0">
                        <a:solidFill>
                          <a:srgbClr val="000000"/>
                        </a:solidFill>
                        <a:effectLst/>
                        <a:latin typeface="Arial" panose="020B0604020202020204" pitchFamily="34" charset="0"/>
                      </a:endParaRPr>
                    </a:p>
                  </a:txBody>
                  <a:tcPr marL="0" marR="0" marT="0" marB="0" anchor="ctr">
                    <a:solidFill>
                      <a:srgbClr val="92D050"/>
                    </a:solidFill>
                  </a:tcPr>
                </a:tc>
                <a:tc>
                  <a:txBody>
                    <a:bodyPr/>
                    <a:lstStyle/>
                    <a:p>
                      <a:pPr algn="ctr" fontAlgn="ctr"/>
                      <a:r>
                        <a:rPr lang="es-PE" sz="2200" b="0" u="none" strike="noStrike">
                          <a:effectLst/>
                        </a:rPr>
                        <a:t>0,00</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0,50</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-0,50</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-1,00</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1,00</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0,75</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1,5</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l" fontAlgn="b"/>
                      <a:r>
                        <a:rPr lang="es-PE" sz="2200" b="0" u="none" strike="noStrike" dirty="0">
                          <a:effectLst/>
                        </a:rPr>
                        <a:t> -</a:t>
                      </a:r>
                      <a:r>
                        <a:rPr lang="es-PE" sz="2200" b="0" u="none" strike="noStrike" dirty="0" err="1">
                          <a:effectLst/>
                        </a:rPr>
                        <a:t>2R1+R2</a:t>
                      </a:r>
                      <a:endParaRPr lang="es-PE" sz="2200" b="0" i="0" u="none" strike="noStrike" dirty="0">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extLst>
                  <a:ext uri="{0D108BD9-81ED-4DB2-BD59-A6C34878D82A}">
                    <a16:rowId xmlns:a16="http://schemas.microsoft.com/office/drawing/2014/main" val="1816668780"/>
                  </a:ext>
                </a:extLst>
              </a:tr>
              <a:tr h="331970">
                <a:tc gridSpan="2">
                  <a:txBody>
                    <a:bodyPr/>
                    <a:lstStyle/>
                    <a:p>
                      <a:pPr algn="ctr" fontAlgn="ctr"/>
                      <a:r>
                        <a:rPr lang="es-PE" sz="2200" b="0" u="none" strike="noStrike" dirty="0" err="1">
                          <a:effectLst/>
                        </a:rPr>
                        <a:t>Z</a:t>
                      </a:r>
                      <a:r>
                        <a:rPr lang="es-PE" sz="2200" b="0" u="none" strike="noStrike" kern="1200" baseline="-25000" dirty="0" err="1">
                          <a:solidFill>
                            <a:schemeClr val="dk1"/>
                          </a:solidFill>
                          <a:effectLst/>
                          <a:latin typeface="+mn-lt"/>
                          <a:ea typeface="+mn-ea"/>
                          <a:cs typeface="+mn-cs"/>
                        </a:rPr>
                        <a:t>j</a:t>
                      </a:r>
                      <a:endParaRPr lang="es-PE" sz="2200" b="0" u="none" strike="noStrike" kern="1200" baseline="-25000" dirty="0">
                        <a:solidFill>
                          <a:schemeClr val="dk1"/>
                        </a:solidFill>
                        <a:effectLst/>
                        <a:latin typeface="+mn-lt"/>
                        <a:ea typeface="+mn-ea"/>
                        <a:cs typeface="+mn-cs"/>
                      </a:endParaRPr>
                    </a:p>
                  </a:txBody>
                  <a:tcPr marL="0" marR="0" marT="0" marB="0" anchor="ctr">
                    <a:solidFill>
                      <a:schemeClr val="accent1">
                        <a:lumMod val="40000"/>
                        <a:lumOff val="60000"/>
                      </a:schemeClr>
                    </a:solidFill>
                  </a:tcPr>
                </a:tc>
                <a:tc hMerge="1">
                  <a:txBody>
                    <a:bodyPr/>
                    <a:lstStyle/>
                    <a:p>
                      <a:endParaRPr lang="es-PE"/>
                    </a:p>
                  </a:txBody>
                  <a:tcPr/>
                </a:tc>
                <a:tc>
                  <a:txBody>
                    <a:bodyPr/>
                    <a:lstStyle/>
                    <a:p>
                      <a:pPr algn="ctr" fontAlgn="ctr"/>
                      <a:r>
                        <a:rPr lang="es-PE" sz="2200" b="0" u="none" strike="noStrike" dirty="0" err="1">
                          <a:effectLst/>
                        </a:rPr>
                        <a:t>2+0,5M</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8,00</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 -2+0,5M</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2-0,5M</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 -M</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M</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7+0,75M</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a:effectLst/>
                        </a:rPr>
                        <a:t> </a:t>
                      </a:r>
                      <a:endParaRPr lang="es-PE" sz="2200" b="0" i="0" u="none" strike="noStrike">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extLst>
                  <a:ext uri="{0D108BD9-81ED-4DB2-BD59-A6C34878D82A}">
                    <a16:rowId xmlns:a16="http://schemas.microsoft.com/office/drawing/2014/main" val="1253183336"/>
                  </a:ext>
                </a:extLst>
              </a:tr>
              <a:tr h="331970">
                <a:tc gridSpan="2">
                  <a:txBody>
                    <a:bodyPr/>
                    <a:lstStyle/>
                    <a:p>
                      <a:pPr algn="ctr" fontAlgn="ctr"/>
                      <a:r>
                        <a:rPr lang="es-PE" sz="2200" b="0" u="none" strike="noStrike" dirty="0" err="1">
                          <a:effectLst/>
                        </a:rPr>
                        <a:t>C</a:t>
                      </a:r>
                      <a:r>
                        <a:rPr lang="es-PE" sz="2200" b="0" u="none" strike="noStrike" kern="1200" baseline="-25000" dirty="0" err="1">
                          <a:solidFill>
                            <a:schemeClr val="dk1"/>
                          </a:solidFill>
                          <a:effectLst/>
                          <a:latin typeface="+mn-lt"/>
                          <a:ea typeface="+mn-ea"/>
                          <a:cs typeface="+mn-cs"/>
                        </a:rPr>
                        <a:t>j</a:t>
                      </a:r>
                      <a:r>
                        <a:rPr lang="es-PE" sz="2200" b="0" u="none" strike="noStrike" dirty="0" err="1">
                          <a:effectLst/>
                        </a:rPr>
                        <a:t>-Z</a:t>
                      </a:r>
                      <a:r>
                        <a:rPr lang="es-PE" sz="2200" b="0" u="none" strike="noStrike" kern="1200" baseline="-25000" dirty="0" err="1">
                          <a:solidFill>
                            <a:schemeClr val="dk1"/>
                          </a:solidFill>
                          <a:effectLst/>
                          <a:latin typeface="+mn-lt"/>
                          <a:ea typeface="+mn-ea"/>
                          <a:cs typeface="+mn-cs"/>
                        </a:rPr>
                        <a:t>j</a:t>
                      </a:r>
                      <a:endParaRPr lang="es-PE" sz="2200" b="0" u="none" strike="noStrike" kern="1200" baseline="-25000" dirty="0">
                        <a:solidFill>
                          <a:schemeClr val="dk1"/>
                        </a:solidFill>
                        <a:effectLst/>
                        <a:latin typeface="+mn-lt"/>
                        <a:ea typeface="+mn-ea"/>
                        <a:cs typeface="+mn-cs"/>
                      </a:endParaRPr>
                    </a:p>
                  </a:txBody>
                  <a:tcPr marL="0" marR="0" marT="0" marB="0" anchor="ctr">
                    <a:solidFill>
                      <a:schemeClr val="accent1">
                        <a:lumMod val="40000"/>
                        <a:lumOff val="60000"/>
                      </a:schemeClr>
                    </a:solidFill>
                  </a:tcPr>
                </a:tc>
                <a:tc hMerge="1">
                  <a:txBody>
                    <a:bodyPr/>
                    <a:lstStyle/>
                    <a:p>
                      <a:endParaRPr lang="es-PE"/>
                    </a:p>
                  </a:txBody>
                  <a:tcPr/>
                </a:tc>
                <a:tc>
                  <a:txBody>
                    <a:bodyPr/>
                    <a:lstStyle/>
                    <a:p>
                      <a:pPr algn="ctr" fontAlgn="ctr"/>
                      <a:r>
                        <a:rPr lang="es-PE" sz="2200" b="0" u="none" strike="noStrike" dirty="0">
                          <a:effectLst/>
                        </a:rPr>
                        <a:t> 1-</a:t>
                      </a:r>
                      <a:r>
                        <a:rPr lang="es-PE" sz="2200" b="0" u="none" strike="noStrike" dirty="0" err="1">
                          <a:effectLst/>
                        </a:rPr>
                        <a:t>0,5M</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dirty="0">
                          <a:effectLst/>
                        </a:rPr>
                        <a:t>0,00</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dirty="0">
                          <a:effectLst/>
                        </a:rPr>
                        <a:t> 2-</a:t>
                      </a:r>
                      <a:r>
                        <a:rPr lang="es-PE" sz="2200" b="0" u="none" strike="noStrike" dirty="0" err="1">
                          <a:effectLst/>
                        </a:rPr>
                        <a:t>0,5M</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dirty="0">
                          <a:effectLst/>
                        </a:rPr>
                        <a:t> -</a:t>
                      </a:r>
                      <a:r>
                        <a:rPr lang="es-PE" sz="2200" b="0" u="none" strike="noStrike" dirty="0" err="1">
                          <a:effectLst/>
                        </a:rPr>
                        <a:t>2+1,5M</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dirty="0">
                          <a:effectLst/>
                        </a:rPr>
                        <a:t>M</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dirty="0">
                          <a:effectLst/>
                        </a:rPr>
                        <a:t>0,00</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dirty="0">
                          <a:effectLst/>
                        </a:rPr>
                        <a:t> </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ctr" fontAlgn="ctr"/>
                      <a:r>
                        <a:rPr lang="es-PE" sz="2200" b="0" u="none" strike="noStrike" dirty="0">
                          <a:effectLst/>
                        </a:rPr>
                        <a:t> </a:t>
                      </a:r>
                      <a:endParaRPr lang="es-PE" sz="2200" b="0" i="0" u="none" strike="noStrike" dirty="0">
                        <a:solidFill>
                          <a:srgbClr val="000000"/>
                        </a:solidFill>
                        <a:effectLst/>
                        <a:latin typeface="Arial" panose="020B0604020202020204" pitchFamily="34" charset="0"/>
                      </a:endParaRPr>
                    </a:p>
                  </a:txBody>
                  <a:tcPr marL="0" marR="0" marT="0" marB="0" anchor="ctr">
                    <a:solidFill>
                      <a:schemeClr val="accent1">
                        <a:lumMod val="40000"/>
                        <a:lumOff val="60000"/>
                      </a:schemeClr>
                    </a:solidFill>
                  </a:tcPr>
                </a:tc>
                <a:tc>
                  <a:txBody>
                    <a:bodyPr/>
                    <a:lstStyle/>
                    <a:p>
                      <a:pPr algn="l" fontAlgn="b"/>
                      <a:r>
                        <a:rPr lang="es-PE" sz="2200" b="0" u="none" strike="noStrike" dirty="0">
                          <a:effectLst/>
                        </a:rPr>
                        <a:t> </a:t>
                      </a:r>
                      <a:endParaRPr lang="es-PE" sz="2200" b="0" i="0" u="none" strike="noStrike" dirty="0">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extLst>
                  <a:ext uri="{0D108BD9-81ED-4DB2-BD59-A6C34878D82A}">
                    <a16:rowId xmlns:a16="http://schemas.microsoft.com/office/drawing/2014/main" val="2450144534"/>
                  </a:ext>
                </a:extLst>
              </a:tr>
              <a:tr h="431560">
                <a:tc>
                  <a:txBody>
                    <a:bodyPr/>
                    <a:lstStyle/>
                    <a:p>
                      <a:pPr algn="ctr" fontAlgn="ctr"/>
                      <a:r>
                        <a:rPr lang="es-PE" sz="2200" b="0" u="none" strike="noStrike">
                          <a:effectLst/>
                        </a:rPr>
                        <a:t>8</a:t>
                      </a: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r>
                        <a:rPr lang="es-PE" sz="2200" b="1" u="none" strike="noStrike" dirty="0">
                          <a:solidFill>
                            <a:srgbClr val="FF0000"/>
                          </a:solidFill>
                          <a:effectLst/>
                        </a:rPr>
                        <a:t>X</a:t>
                      </a:r>
                      <a:r>
                        <a:rPr lang="es-PE" sz="2200" b="1" u="none" strike="noStrike" baseline="-25000" dirty="0">
                          <a:solidFill>
                            <a:srgbClr val="FF0000"/>
                          </a:solidFill>
                          <a:effectLst/>
                        </a:rPr>
                        <a:t>2</a:t>
                      </a:r>
                      <a:endParaRPr lang="es-PE" sz="2200" b="1" i="0" u="none" strike="noStrike" dirty="0">
                        <a:solidFill>
                          <a:srgbClr val="FF0000"/>
                        </a:solidFill>
                        <a:effectLst/>
                        <a:latin typeface="Arial" panose="020B0604020202020204" pitchFamily="34" charset="0"/>
                      </a:endParaRPr>
                    </a:p>
                  </a:txBody>
                  <a:tcPr marL="0" marR="0" marT="0" marB="0" anchor="ctr"/>
                </a:tc>
                <a:tc>
                  <a:txBody>
                    <a:bodyPr/>
                    <a:lstStyle/>
                    <a:p>
                      <a:pPr algn="ctr" fontAlgn="ctr"/>
                      <a:r>
                        <a:rPr lang="es-PE" sz="2000" b="0" i="0" u="none" strike="noStrike">
                          <a:solidFill>
                            <a:srgbClr val="000000"/>
                          </a:solidFill>
                          <a:effectLst/>
                          <a:latin typeface="Arial" panose="020B0604020202020204" pitchFamily="34" charset="0"/>
                        </a:rPr>
                        <a:t>0,0</a:t>
                      </a: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1,0</a:t>
                      </a: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-0,5</a:t>
                      </a: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0,5</a:t>
                      </a: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0,5</a:t>
                      </a: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-0,5</a:t>
                      </a: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s-PE" sz="2000" b="1" i="0" u="none" strike="noStrike" dirty="0">
                          <a:solidFill>
                            <a:srgbClr val="FF0000"/>
                          </a:solidFill>
                          <a:effectLst/>
                          <a:latin typeface="Arial" panose="020B0604020202020204" pitchFamily="34" charset="0"/>
                        </a:rPr>
                        <a:t>0,5</a:t>
                      </a:r>
                    </a:p>
                  </a:txBody>
                  <a:tcPr marL="9525" marR="9525" marT="9525" marB="0" anchor="ctr"/>
                </a:tc>
                <a:tc>
                  <a:txBody>
                    <a:bodyPr/>
                    <a:lstStyle/>
                    <a:p>
                      <a:pPr algn="ctr" fontAlgn="ctr"/>
                      <a:r>
                        <a:rPr lang="es-PE" sz="2200" b="0" u="none" strike="noStrike" dirty="0">
                          <a:effectLst/>
                        </a:rPr>
                        <a:t> </a:t>
                      </a:r>
                      <a:endParaRPr lang="es-PE" sz="2200" b="0" i="0" u="none" strike="noStrike" dirty="0">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-0,25R2+R1</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006646892"/>
                  </a:ext>
                </a:extLst>
              </a:tr>
              <a:tr h="431560">
                <a:tc>
                  <a:txBody>
                    <a:bodyPr/>
                    <a:lstStyle/>
                    <a:p>
                      <a:pPr algn="ctr" fontAlgn="ctr"/>
                      <a:r>
                        <a:rPr lang="es-PE" sz="2200" b="0" u="none" strike="noStrike">
                          <a:effectLst/>
                        </a:rPr>
                        <a:t>3</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200" b="1" u="none" strike="noStrike" dirty="0">
                          <a:solidFill>
                            <a:srgbClr val="FF0000"/>
                          </a:solidFill>
                          <a:effectLst/>
                        </a:rPr>
                        <a:t>X</a:t>
                      </a:r>
                      <a:r>
                        <a:rPr lang="es-PE" sz="2200" b="1" u="none" strike="noStrike" baseline="-25000" dirty="0">
                          <a:solidFill>
                            <a:srgbClr val="FF0000"/>
                          </a:solidFill>
                          <a:effectLst/>
                        </a:rPr>
                        <a:t>1</a:t>
                      </a:r>
                      <a:endParaRPr lang="es-PE" sz="2200" b="1" i="0" u="none" strike="noStrike" dirty="0">
                        <a:solidFill>
                          <a:srgbClr val="FF0000"/>
                        </a:solidFill>
                        <a:effectLst/>
                        <a:latin typeface="Arial" panose="020B0604020202020204" pitchFamily="34" charset="0"/>
                      </a:endParaRPr>
                    </a:p>
                  </a:txBody>
                  <a:tcPr marL="0" marR="0" marT="0" marB="0" anchor="ctr"/>
                </a:tc>
                <a:tc>
                  <a:txBody>
                    <a:bodyPr/>
                    <a:lstStyle/>
                    <a:p>
                      <a:pPr algn="ctr" fontAlgn="ctr"/>
                      <a:r>
                        <a:rPr lang="es-PE" sz="2000" b="0" i="0" u="none" strike="noStrike" dirty="0">
                          <a:solidFill>
                            <a:srgbClr val="FF0000"/>
                          </a:solidFill>
                          <a:effectLst/>
                          <a:latin typeface="Arial" panose="020B0604020202020204" pitchFamily="34" charset="0"/>
                        </a:rPr>
                        <a:t>1,0</a:t>
                      </a: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0,0</a:t>
                      </a: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1,0</a:t>
                      </a: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-1,0</a:t>
                      </a: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-2,0</a:t>
                      </a: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2,0</a:t>
                      </a:r>
                    </a:p>
                  </a:txBody>
                  <a:tcPr marL="9525" marR="9525" marT="9525" marB="0" anchor="ctr"/>
                </a:tc>
                <a:tc>
                  <a:txBody>
                    <a:bodyPr/>
                    <a:lstStyle/>
                    <a:p>
                      <a:pPr algn="ctr" fontAlgn="ctr"/>
                      <a:r>
                        <a:rPr lang="es-PE" sz="2000" b="1" i="0" u="none" strike="noStrike" dirty="0">
                          <a:solidFill>
                            <a:srgbClr val="FF0000"/>
                          </a:solidFill>
                          <a:effectLst/>
                          <a:latin typeface="Arial" panose="020B0604020202020204" pitchFamily="34" charset="0"/>
                        </a:rPr>
                        <a:t>1,5</a:t>
                      </a:r>
                    </a:p>
                  </a:txBody>
                  <a:tcPr marL="9525" marR="9525" marT="9525" marB="0" anchor="ctr"/>
                </a:tc>
                <a:tc>
                  <a:txBody>
                    <a:bodyPr/>
                    <a:lstStyle/>
                    <a:p>
                      <a:pPr algn="ctr" fontAlgn="ctr"/>
                      <a:r>
                        <a:rPr lang="es-PE" sz="2200" b="0" u="none" strike="noStrike">
                          <a:effectLst/>
                        </a:rPr>
                        <a:t> </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54685625"/>
                  </a:ext>
                </a:extLst>
              </a:tr>
              <a:tr h="331970">
                <a:tc gridSpan="2">
                  <a:txBody>
                    <a:bodyPr/>
                    <a:lstStyle/>
                    <a:p>
                      <a:pPr algn="ctr" fontAlgn="ctr"/>
                      <a:r>
                        <a:rPr lang="es-PE" sz="2200" b="1" u="none" strike="noStrike" dirty="0" err="1">
                          <a:solidFill>
                            <a:srgbClr val="FF0000"/>
                          </a:solidFill>
                          <a:effectLst/>
                        </a:rPr>
                        <a:t>Z</a:t>
                      </a:r>
                      <a:r>
                        <a:rPr lang="es-PE" sz="2200" b="1" u="none" strike="noStrike" kern="1200" baseline="-25000" dirty="0" err="1">
                          <a:solidFill>
                            <a:srgbClr val="FF0000"/>
                          </a:solidFill>
                          <a:effectLst/>
                          <a:latin typeface="+mn-lt"/>
                          <a:ea typeface="+mn-ea"/>
                          <a:cs typeface="+mn-cs"/>
                        </a:rPr>
                        <a:t>j</a:t>
                      </a:r>
                      <a:endParaRPr lang="es-PE" sz="2200" b="1" u="none" strike="noStrike" kern="1200" baseline="-25000" dirty="0">
                        <a:solidFill>
                          <a:srgbClr val="FF0000"/>
                        </a:solidFill>
                        <a:effectLst/>
                        <a:latin typeface="+mn-lt"/>
                        <a:ea typeface="+mn-ea"/>
                        <a:cs typeface="+mn-cs"/>
                      </a:endParaRPr>
                    </a:p>
                  </a:txBody>
                  <a:tcPr marL="0" marR="0" marT="0" marB="0" anchor="ctr"/>
                </a:tc>
                <a:tc hMerge="1">
                  <a:txBody>
                    <a:bodyPr/>
                    <a:lstStyle/>
                    <a:p>
                      <a:endParaRPr lang="es-PE"/>
                    </a:p>
                  </a:txBody>
                  <a:tcPr/>
                </a:tc>
                <a:tc>
                  <a:txBody>
                    <a:bodyPr/>
                    <a:lstStyle/>
                    <a:p>
                      <a:pPr algn="ctr" fontAlgn="ctr"/>
                      <a:r>
                        <a:rPr lang="es-PE" sz="2000" b="0" i="0" u="none" strike="noStrike">
                          <a:solidFill>
                            <a:srgbClr val="000000"/>
                          </a:solidFill>
                          <a:effectLst/>
                          <a:latin typeface="Arial" panose="020B0604020202020204" pitchFamily="34" charset="0"/>
                        </a:rPr>
                        <a:t>3,0</a:t>
                      </a: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8,0</a:t>
                      </a: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-1,0</a:t>
                      </a: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1,0</a:t>
                      </a: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-2,0</a:t>
                      </a: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2,0</a:t>
                      </a:r>
                      <a:endParaRPr lang="es-PE"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s-PE" sz="2000" b="1" i="0" u="none" strike="noStrike" dirty="0">
                          <a:solidFill>
                            <a:srgbClr val="FF0000"/>
                          </a:solidFill>
                          <a:effectLst/>
                          <a:latin typeface="Arial" panose="020B0604020202020204" pitchFamily="34" charset="0"/>
                        </a:rPr>
                        <a:t>8,5</a:t>
                      </a:r>
                    </a:p>
                  </a:txBody>
                  <a:tcPr marL="9525" marR="9525" marT="9525" marB="0" anchor="ctr"/>
                </a:tc>
                <a:tc>
                  <a:txBody>
                    <a:bodyPr/>
                    <a:lstStyle/>
                    <a:p>
                      <a:pPr algn="ctr" fontAlgn="ctr"/>
                      <a:r>
                        <a:rPr lang="es-PE" sz="2200" b="0" u="none" strike="noStrike">
                          <a:effectLst/>
                        </a:rPr>
                        <a:t> </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a:effectLst/>
                        </a:rPr>
                        <a:t> </a:t>
                      </a:r>
                      <a:endParaRPr lang="es-PE" sz="2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587712061"/>
                  </a:ext>
                </a:extLst>
              </a:tr>
              <a:tr h="331970">
                <a:tc gridSpan="2">
                  <a:txBody>
                    <a:bodyPr/>
                    <a:lstStyle/>
                    <a:p>
                      <a:pPr algn="ctr" fontAlgn="ctr"/>
                      <a:r>
                        <a:rPr lang="es-PE" sz="2200" b="0" u="none" strike="noStrike" dirty="0" err="1">
                          <a:effectLst/>
                        </a:rPr>
                        <a:t>C</a:t>
                      </a:r>
                      <a:r>
                        <a:rPr lang="es-PE" sz="2200" b="0" u="none" strike="noStrike" kern="1200" baseline="-25000" dirty="0" err="1">
                          <a:solidFill>
                            <a:schemeClr val="dk1"/>
                          </a:solidFill>
                          <a:effectLst/>
                          <a:latin typeface="+mn-lt"/>
                          <a:ea typeface="+mn-ea"/>
                          <a:cs typeface="+mn-cs"/>
                        </a:rPr>
                        <a:t>j</a:t>
                      </a:r>
                      <a:r>
                        <a:rPr lang="es-PE" sz="2200" b="0" u="none" strike="noStrike" dirty="0" err="1">
                          <a:effectLst/>
                        </a:rPr>
                        <a:t>-Z</a:t>
                      </a:r>
                      <a:r>
                        <a:rPr lang="es-PE" sz="2200" b="0" u="none" strike="noStrike" kern="1200" baseline="-25000" dirty="0" err="1">
                          <a:solidFill>
                            <a:schemeClr val="dk1"/>
                          </a:solidFill>
                          <a:effectLst/>
                          <a:latin typeface="+mn-lt"/>
                          <a:ea typeface="+mn-ea"/>
                          <a:cs typeface="+mn-cs"/>
                        </a:rPr>
                        <a:t>j</a:t>
                      </a:r>
                      <a:endParaRPr lang="es-PE" sz="2200" b="0" u="none" strike="noStrike" kern="1200" baseline="-25000" dirty="0">
                        <a:solidFill>
                          <a:schemeClr val="dk1"/>
                        </a:solidFill>
                        <a:effectLst/>
                        <a:latin typeface="+mn-lt"/>
                        <a:ea typeface="+mn-ea"/>
                        <a:cs typeface="+mn-cs"/>
                      </a:endParaRPr>
                    </a:p>
                  </a:txBody>
                  <a:tcPr marL="0" marR="0" marT="0" marB="0" anchor="ctr"/>
                </a:tc>
                <a:tc hMerge="1">
                  <a:txBody>
                    <a:bodyPr/>
                    <a:lstStyle/>
                    <a:p>
                      <a:endParaRPr lang="es-PE"/>
                    </a:p>
                  </a:txBody>
                  <a:tcPr/>
                </a:tc>
                <a:tc>
                  <a:txBody>
                    <a:bodyPr/>
                    <a:lstStyle/>
                    <a:p>
                      <a:pPr algn="ctr" fontAlgn="ctr"/>
                      <a:r>
                        <a:rPr lang="es-PE" sz="2000" b="0" i="0" u="none" strike="noStrike">
                          <a:solidFill>
                            <a:srgbClr val="000000"/>
                          </a:solidFill>
                          <a:effectLst/>
                          <a:latin typeface="Arial" panose="020B0604020202020204" pitchFamily="34" charset="0"/>
                        </a:rPr>
                        <a:t>0,0</a:t>
                      </a: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0,0</a:t>
                      </a: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1,0</a:t>
                      </a: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M-1</a:t>
                      </a: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2,0</a:t>
                      </a:r>
                    </a:p>
                  </a:txBody>
                  <a:tcPr marL="9525" marR="9525" marT="9525" marB="0" anchor="ctr"/>
                </a:tc>
                <a:tc>
                  <a:txBody>
                    <a:bodyPr/>
                    <a:lstStyle/>
                    <a:p>
                      <a:pPr algn="ctr" fontAlgn="ctr"/>
                      <a:r>
                        <a:rPr lang="es-PE" sz="2000" b="0" i="0" u="none" strike="noStrike">
                          <a:solidFill>
                            <a:srgbClr val="000000"/>
                          </a:solidFill>
                          <a:effectLst/>
                          <a:latin typeface="Arial" panose="020B0604020202020204" pitchFamily="34" charset="0"/>
                        </a:rPr>
                        <a:t>M-2</a:t>
                      </a:r>
                    </a:p>
                  </a:txBody>
                  <a:tcPr marL="9525" marR="9525" marT="9525" marB="0" anchor="ctr"/>
                </a:tc>
                <a:tc>
                  <a:txBody>
                    <a:bodyPr/>
                    <a:lstStyle/>
                    <a:p>
                      <a:pPr algn="ctr" fontAlgn="ctr"/>
                      <a:r>
                        <a:rPr lang="es-PE" sz="2000" b="0" i="0" u="none" strike="noStrike" dirty="0">
                          <a:solidFill>
                            <a:srgbClr val="000000"/>
                          </a:solidFill>
                          <a:effectLst/>
                          <a:latin typeface="Arial" panose="020B0604020202020204" pitchFamily="34" charset="0"/>
                        </a:rPr>
                        <a:t> </a:t>
                      </a:r>
                    </a:p>
                  </a:txBody>
                  <a:tcPr marL="9525" marR="9525" marT="9525" marB="0" anchor="ctr"/>
                </a:tc>
                <a:tc>
                  <a:txBody>
                    <a:bodyPr/>
                    <a:lstStyle/>
                    <a:p>
                      <a:pPr algn="ctr" fontAlgn="ctr"/>
                      <a:r>
                        <a:rPr lang="es-PE" sz="2200" b="0" u="none" strike="noStrike">
                          <a:effectLst/>
                        </a:rPr>
                        <a:t> </a:t>
                      </a:r>
                      <a:endParaRPr lang="es-PE" sz="2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200" b="0" u="none" strike="noStrike" dirty="0">
                          <a:effectLst/>
                        </a:rPr>
                        <a:t> </a:t>
                      </a:r>
                      <a:endParaRPr lang="es-PE" sz="22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835176111"/>
                  </a:ext>
                </a:extLst>
              </a:tr>
            </a:tbl>
          </a:graphicData>
        </a:graphic>
      </p:graphicFrame>
      <p:sp>
        <p:nvSpPr>
          <p:cNvPr id="6" name="Elipse 5">
            <a:extLst>
              <a:ext uri="{FF2B5EF4-FFF2-40B4-BE49-F238E27FC236}">
                <a16:creationId xmlns:a16="http://schemas.microsoft.com/office/drawing/2014/main" id="{F61CFB0E-0D31-425C-B482-3C3B268674CF}"/>
              </a:ext>
            </a:extLst>
          </p:cNvPr>
          <p:cNvSpPr/>
          <p:nvPr/>
        </p:nvSpPr>
        <p:spPr>
          <a:xfrm>
            <a:off x="3619216" y="2118634"/>
            <a:ext cx="379985" cy="45954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s-PE" sz="2000"/>
          </a:p>
        </p:txBody>
      </p:sp>
      <p:sp>
        <p:nvSpPr>
          <p:cNvPr id="9" name="Elipse 8">
            <a:extLst>
              <a:ext uri="{FF2B5EF4-FFF2-40B4-BE49-F238E27FC236}">
                <a16:creationId xmlns:a16="http://schemas.microsoft.com/office/drawing/2014/main" id="{221AD390-D25E-4125-9AE2-630B77EE8391}"/>
              </a:ext>
            </a:extLst>
          </p:cNvPr>
          <p:cNvSpPr/>
          <p:nvPr/>
        </p:nvSpPr>
        <p:spPr>
          <a:xfrm>
            <a:off x="2486272" y="4099840"/>
            <a:ext cx="379985" cy="45954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s-PE" sz="2000"/>
          </a:p>
        </p:txBody>
      </p:sp>
      <p:sp>
        <p:nvSpPr>
          <p:cNvPr id="4" name="Rectángulo 3">
            <a:extLst>
              <a:ext uri="{FF2B5EF4-FFF2-40B4-BE49-F238E27FC236}">
                <a16:creationId xmlns:a16="http://schemas.microsoft.com/office/drawing/2014/main" id="{D03FDD23-91C5-4D48-8ECF-9C145A88B15C}"/>
              </a:ext>
            </a:extLst>
          </p:cNvPr>
          <p:cNvSpPr/>
          <p:nvPr/>
        </p:nvSpPr>
        <p:spPr>
          <a:xfrm>
            <a:off x="6055743" y="751819"/>
            <a:ext cx="6136257" cy="461665"/>
          </a:xfrm>
          <a:prstGeom prst="rect">
            <a:avLst/>
          </a:prstGeom>
        </p:spPr>
        <p:txBody>
          <a:bodyPr wrap="square">
            <a:spAutoFit/>
          </a:bodyPr>
          <a:lstStyle/>
          <a:p>
            <a:r>
              <a:rPr lang="es-ES" sz="2400" dirty="0">
                <a:solidFill>
                  <a:schemeClr val="bg1"/>
                </a:solidFill>
                <a:latin typeface="Arial Narrow" panose="020B0606020202030204" pitchFamily="34" charset="0"/>
              </a:rPr>
              <a:t>Se concluye cuando </a:t>
            </a:r>
            <a:r>
              <a:rPr lang="es-PE" sz="2400" dirty="0" err="1">
                <a:solidFill>
                  <a:schemeClr val="bg1"/>
                </a:solidFill>
              </a:rPr>
              <a:t>C</a:t>
            </a:r>
            <a:r>
              <a:rPr lang="es-PE" sz="2400" baseline="-25000" dirty="0" err="1">
                <a:solidFill>
                  <a:schemeClr val="bg1"/>
                </a:solidFill>
              </a:rPr>
              <a:t>j</a:t>
            </a:r>
            <a:r>
              <a:rPr lang="es-PE" sz="2400" dirty="0" err="1">
                <a:solidFill>
                  <a:schemeClr val="bg1"/>
                </a:solidFill>
              </a:rPr>
              <a:t>-Z</a:t>
            </a:r>
            <a:r>
              <a:rPr lang="es-PE" sz="2400" baseline="-25000" dirty="0" err="1">
                <a:solidFill>
                  <a:schemeClr val="bg1"/>
                </a:solidFill>
              </a:rPr>
              <a:t>j</a:t>
            </a:r>
            <a:r>
              <a:rPr lang="es-ES" sz="2400" dirty="0">
                <a:solidFill>
                  <a:schemeClr val="bg1"/>
                </a:solidFill>
                <a:latin typeface="Arial Narrow" panose="020B0606020202030204" pitchFamily="34" charset="0"/>
              </a:rPr>
              <a:t> es mayor o igual a cero. </a:t>
            </a:r>
            <a:endParaRPr lang="es-PE" sz="24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3989565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452104" y="5923992"/>
            <a:ext cx="577342" cy="575767"/>
          </a:xfrm>
          <a:prstGeom prst="rect">
            <a:avLst/>
          </a:prstGeom>
        </p:spPr>
      </p:pic>
      <p:pic>
        <p:nvPicPr>
          <p:cNvPr id="3" name="object 3"/>
          <p:cNvPicPr/>
          <p:nvPr/>
        </p:nvPicPr>
        <p:blipFill>
          <a:blip r:embed="rId3" cstate="print"/>
          <a:stretch>
            <a:fillRect/>
          </a:stretch>
        </p:blipFill>
        <p:spPr>
          <a:xfrm>
            <a:off x="9215628" y="5353811"/>
            <a:ext cx="495300" cy="495300"/>
          </a:xfrm>
          <a:prstGeom prst="rect">
            <a:avLst/>
          </a:prstGeom>
        </p:spPr>
      </p:pic>
      <p:pic>
        <p:nvPicPr>
          <p:cNvPr id="4" name="object 4"/>
          <p:cNvPicPr/>
          <p:nvPr/>
        </p:nvPicPr>
        <p:blipFill>
          <a:blip r:embed="rId4" cstate="print"/>
          <a:stretch>
            <a:fillRect/>
          </a:stretch>
        </p:blipFill>
        <p:spPr>
          <a:xfrm>
            <a:off x="9821926" y="5280026"/>
            <a:ext cx="674624" cy="788149"/>
          </a:xfrm>
          <a:prstGeom prst="rect">
            <a:avLst/>
          </a:prstGeom>
        </p:spPr>
      </p:pic>
      <p:pic>
        <p:nvPicPr>
          <p:cNvPr id="7" name="object 7"/>
          <p:cNvPicPr/>
          <p:nvPr/>
        </p:nvPicPr>
        <p:blipFill>
          <a:blip r:embed="rId5" cstate="print"/>
          <a:stretch>
            <a:fillRect/>
          </a:stretch>
        </p:blipFill>
        <p:spPr>
          <a:xfrm>
            <a:off x="2305813" y="6416040"/>
            <a:ext cx="554735" cy="347402"/>
          </a:xfrm>
          <a:prstGeom prst="rect">
            <a:avLst/>
          </a:prstGeom>
        </p:spPr>
      </p:pic>
      <p:pic>
        <p:nvPicPr>
          <p:cNvPr id="8" name="object 8"/>
          <p:cNvPicPr/>
          <p:nvPr/>
        </p:nvPicPr>
        <p:blipFill>
          <a:blip r:embed="rId6" cstate="print"/>
          <a:stretch>
            <a:fillRect/>
          </a:stretch>
        </p:blipFill>
        <p:spPr>
          <a:xfrm>
            <a:off x="2971800" y="6416040"/>
            <a:ext cx="556132" cy="347402"/>
          </a:xfrm>
          <a:prstGeom prst="rect">
            <a:avLst/>
          </a:prstGeom>
        </p:spPr>
      </p:pic>
      <p:sp>
        <p:nvSpPr>
          <p:cNvPr id="10" name="object 10"/>
          <p:cNvSpPr txBox="1">
            <a:spLocks noGrp="1"/>
          </p:cNvSpPr>
          <p:nvPr>
            <p:ph type="title"/>
          </p:nvPr>
        </p:nvSpPr>
        <p:spPr>
          <a:xfrm>
            <a:off x="6096000" y="4208"/>
            <a:ext cx="6066174" cy="998350"/>
          </a:xfrm>
          <a:prstGeom prst="rect">
            <a:avLst/>
          </a:prstGeom>
        </p:spPr>
        <p:txBody>
          <a:bodyPr vert="horz" wrap="square" lIns="0" tIns="13335" rIns="0" bIns="0" rtlCol="0">
            <a:spAutoFit/>
          </a:bodyPr>
          <a:lstStyle/>
          <a:p>
            <a:pPr marL="12700" algn="ctr">
              <a:lnSpc>
                <a:spcPct val="100000"/>
              </a:lnSpc>
              <a:spcBef>
                <a:spcPts val="105"/>
              </a:spcBef>
            </a:pPr>
            <a:r>
              <a:rPr sz="3200" dirty="0">
                <a:solidFill>
                  <a:schemeClr val="bg1"/>
                </a:solidFill>
                <a:latin typeface="Arial"/>
                <a:cs typeface="Arial"/>
              </a:rPr>
              <a:t>Solución</a:t>
            </a:r>
            <a:r>
              <a:rPr sz="3200" spc="-55" dirty="0">
                <a:solidFill>
                  <a:schemeClr val="bg1"/>
                </a:solidFill>
                <a:latin typeface="Arial"/>
                <a:cs typeface="Arial"/>
              </a:rPr>
              <a:t> </a:t>
            </a:r>
            <a:r>
              <a:rPr sz="3200" dirty="0">
                <a:solidFill>
                  <a:schemeClr val="bg1"/>
                </a:solidFill>
                <a:latin typeface="Arial"/>
                <a:cs typeface="Arial"/>
              </a:rPr>
              <a:t>óptima</a:t>
            </a:r>
            <a:r>
              <a:rPr sz="3200" spc="-55" dirty="0">
                <a:solidFill>
                  <a:schemeClr val="bg1"/>
                </a:solidFill>
                <a:latin typeface="Arial"/>
                <a:cs typeface="Arial"/>
              </a:rPr>
              <a:t> </a:t>
            </a:r>
            <a:r>
              <a:rPr sz="3200" spc="-5" dirty="0">
                <a:solidFill>
                  <a:schemeClr val="bg1"/>
                </a:solidFill>
                <a:latin typeface="Arial"/>
                <a:cs typeface="Arial"/>
              </a:rPr>
              <a:t>única</a:t>
            </a:r>
            <a:r>
              <a:rPr sz="3200" spc="-40" dirty="0">
                <a:solidFill>
                  <a:schemeClr val="bg1"/>
                </a:solidFill>
                <a:latin typeface="Arial"/>
                <a:cs typeface="Arial"/>
              </a:rPr>
              <a:t> </a:t>
            </a:r>
            <a:r>
              <a:rPr sz="3200" dirty="0">
                <a:solidFill>
                  <a:schemeClr val="bg1"/>
                </a:solidFill>
                <a:latin typeface="Arial"/>
                <a:cs typeface="Arial"/>
              </a:rPr>
              <a:t>(minimización)</a:t>
            </a:r>
          </a:p>
        </p:txBody>
      </p:sp>
      <p:grpSp>
        <p:nvGrpSpPr>
          <p:cNvPr id="11" name="object 11"/>
          <p:cNvGrpSpPr/>
          <p:nvPr/>
        </p:nvGrpSpPr>
        <p:grpSpPr>
          <a:xfrm>
            <a:off x="2362200" y="3124200"/>
            <a:ext cx="7848600" cy="1981200"/>
            <a:chOff x="838200" y="3124200"/>
            <a:chExt cx="7848600" cy="1981200"/>
          </a:xfrm>
        </p:grpSpPr>
        <p:sp>
          <p:nvSpPr>
            <p:cNvPr id="12" name="object 12"/>
            <p:cNvSpPr/>
            <p:nvPr/>
          </p:nvSpPr>
          <p:spPr>
            <a:xfrm>
              <a:off x="838200" y="3124200"/>
              <a:ext cx="7848600" cy="1981200"/>
            </a:xfrm>
            <a:custGeom>
              <a:avLst/>
              <a:gdLst/>
              <a:ahLst/>
              <a:cxnLst/>
              <a:rect l="l" t="t" r="r" b="b"/>
              <a:pathLst>
                <a:path w="7848600" h="1981200">
                  <a:moveTo>
                    <a:pt x="7518400" y="0"/>
                  </a:moveTo>
                  <a:lnTo>
                    <a:pt x="330200" y="0"/>
                  </a:lnTo>
                  <a:lnTo>
                    <a:pt x="281406" y="3580"/>
                  </a:lnTo>
                  <a:lnTo>
                    <a:pt x="234835" y="13979"/>
                  </a:lnTo>
                  <a:lnTo>
                    <a:pt x="190998" y="30688"/>
                  </a:lnTo>
                  <a:lnTo>
                    <a:pt x="150404" y="53195"/>
                  </a:lnTo>
                  <a:lnTo>
                    <a:pt x="113566" y="80989"/>
                  </a:lnTo>
                  <a:lnTo>
                    <a:pt x="80994" y="113561"/>
                  </a:lnTo>
                  <a:lnTo>
                    <a:pt x="53198" y="150399"/>
                  </a:lnTo>
                  <a:lnTo>
                    <a:pt x="30690" y="190992"/>
                  </a:lnTo>
                  <a:lnTo>
                    <a:pt x="13980" y="234831"/>
                  </a:lnTo>
                  <a:lnTo>
                    <a:pt x="3580" y="281403"/>
                  </a:lnTo>
                  <a:lnTo>
                    <a:pt x="0" y="330200"/>
                  </a:lnTo>
                  <a:lnTo>
                    <a:pt x="0" y="1651000"/>
                  </a:lnTo>
                  <a:lnTo>
                    <a:pt x="3580" y="1699796"/>
                  </a:lnTo>
                  <a:lnTo>
                    <a:pt x="13980" y="1746368"/>
                  </a:lnTo>
                  <a:lnTo>
                    <a:pt x="30690" y="1790207"/>
                  </a:lnTo>
                  <a:lnTo>
                    <a:pt x="53198" y="1830800"/>
                  </a:lnTo>
                  <a:lnTo>
                    <a:pt x="80994" y="1867638"/>
                  </a:lnTo>
                  <a:lnTo>
                    <a:pt x="113566" y="1900210"/>
                  </a:lnTo>
                  <a:lnTo>
                    <a:pt x="150404" y="1928004"/>
                  </a:lnTo>
                  <a:lnTo>
                    <a:pt x="190998" y="1950511"/>
                  </a:lnTo>
                  <a:lnTo>
                    <a:pt x="234835" y="1967220"/>
                  </a:lnTo>
                  <a:lnTo>
                    <a:pt x="281406" y="1977619"/>
                  </a:lnTo>
                  <a:lnTo>
                    <a:pt x="330200" y="1981200"/>
                  </a:lnTo>
                  <a:lnTo>
                    <a:pt x="7518400" y="1981200"/>
                  </a:lnTo>
                  <a:lnTo>
                    <a:pt x="7567196" y="1977619"/>
                  </a:lnTo>
                  <a:lnTo>
                    <a:pt x="7613768" y="1967220"/>
                  </a:lnTo>
                  <a:lnTo>
                    <a:pt x="7657607" y="1950511"/>
                  </a:lnTo>
                  <a:lnTo>
                    <a:pt x="7698200" y="1928004"/>
                  </a:lnTo>
                  <a:lnTo>
                    <a:pt x="7735038" y="1900210"/>
                  </a:lnTo>
                  <a:lnTo>
                    <a:pt x="7767610" y="1867638"/>
                  </a:lnTo>
                  <a:lnTo>
                    <a:pt x="7795404" y="1830800"/>
                  </a:lnTo>
                  <a:lnTo>
                    <a:pt x="7817911" y="1790207"/>
                  </a:lnTo>
                  <a:lnTo>
                    <a:pt x="7834620" y="1746368"/>
                  </a:lnTo>
                  <a:lnTo>
                    <a:pt x="7845019" y="1699796"/>
                  </a:lnTo>
                  <a:lnTo>
                    <a:pt x="7848600" y="1651000"/>
                  </a:lnTo>
                  <a:lnTo>
                    <a:pt x="7848600" y="330200"/>
                  </a:lnTo>
                  <a:lnTo>
                    <a:pt x="7845019" y="281403"/>
                  </a:lnTo>
                  <a:lnTo>
                    <a:pt x="7834620" y="234831"/>
                  </a:lnTo>
                  <a:lnTo>
                    <a:pt x="7817911" y="190992"/>
                  </a:lnTo>
                  <a:lnTo>
                    <a:pt x="7795404" y="150399"/>
                  </a:lnTo>
                  <a:lnTo>
                    <a:pt x="7767610" y="113561"/>
                  </a:lnTo>
                  <a:lnTo>
                    <a:pt x="7735038" y="80989"/>
                  </a:lnTo>
                  <a:lnTo>
                    <a:pt x="7698200" y="53195"/>
                  </a:lnTo>
                  <a:lnTo>
                    <a:pt x="7657607" y="30688"/>
                  </a:lnTo>
                  <a:lnTo>
                    <a:pt x="7613768" y="13979"/>
                  </a:lnTo>
                  <a:lnTo>
                    <a:pt x="7567196" y="3580"/>
                  </a:lnTo>
                  <a:lnTo>
                    <a:pt x="7518400" y="0"/>
                  </a:lnTo>
                  <a:close/>
                </a:path>
              </a:pathLst>
            </a:custGeom>
            <a:solidFill>
              <a:srgbClr val="FF9933"/>
            </a:solidFill>
          </p:spPr>
          <p:txBody>
            <a:bodyPr wrap="square" lIns="0" tIns="0" rIns="0" bIns="0" rtlCol="0"/>
            <a:lstStyle/>
            <a:p>
              <a:endParaRPr/>
            </a:p>
          </p:txBody>
        </p:sp>
        <p:sp>
          <p:nvSpPr>
            <p:cNvPr id="13" name="object 13"/>
            <p:cNvSpPr/>
            <p:nvPr/>
          </p:nvSpPr>
          <p:spPr>
            <a:xfrm>
              <a:off x="838200" y="3124200"/>
              <a:ext cx="7848600" cy="1981200"/>
            </a:xfrm>
            <a:custGeom>
              <a:avLst/>
              <a:gdLst/>
              <a:ahLst/>
              <a:cxnLst/>
              <a:rect l="l" t="t" r="r" b="b"/>
              <a:pathLst>
                <a:path w="7848600" h="1981200">
                  <a:moveTo>
                    <a:pt x="0" y="330200"/>
                  </a:moveTo>
                  <a:lnTo>
                    <a:pt x="3580" y="281403"/>
                  </a:lnTo>
                  <a:lnTo>
                    <a:pt x="13980" y="234831"/>
                  </a:lnTo>
                  <a:lnTo>
                    <a:pt x="30690" y="190992"/>
                  </a:lnTo>
                  <a:lnTo>
                    <a:pt x="53198" y="150399"/>
                  </a:lnTo>
                  <a:lnTo>
                    <a:pt x="80994" y="113561"/>
                  </a:lnTo>
                  <a:lnTo>
                    <a:pt x="113566" y="80989"/>
                  </a:lnTo>
                  <a:lnTo>
                    <a:pt x="150404" y="53195"/>
                  </a:lnTo>
                  <a:lnTo>
                    <a:pt x="190998" y="30688"/>
                  </a:lnTo>
                  <a:lnTo>
                    <a:pt x="234835" y="13979"/>
                  </a:lnTo>
                  <a:lnTo>
                    <a:pt x="281406" y="3580"/>
                  </a:lnTo>
                  <a:lnTo>
                    <a:pt x="330200" y="0"/>
                  </a:lnTo>
                  <a:lnTo>
                    <a:pt x="7518400" y="0"/>
                  </a:lnTo>
                  <a:lnTo>
                    <a:pt x="7567196" y="3580"/>
                  </a:lnTo>
                  <a:lnTo>
                    <a:pt x="7613768" y="13979"/>
                  </a:lnTo>
                  <a:lnTo>
                    <a:pt x="7657607" y="30688"/>
                  </a:lnTo>
                  <a:lnTo>
                    <a:pt x="7698200" y="53195"/>
                  </a:lnTo>
                  <a:lnTo>
                    <a:pt x="7735038" y="80989"/>
                  </a:lnTo>
                  <a:lnTo>
                    <a:pt x="7767610" y="113561"/>
                  </a:lnTo>
                  <a:lnTo>
                    <a:pt x="7795404" y="150399"/>
                  </a:lnTo>
                  <a:lnTo>
                    <a:pt x="7817911" y="190992"/>
                  </a:lnTo>
                  <a:lnTo>
                    <a:pt x="7834620" y="234831"/>
                  </a:lnTo>
                  <a:lnTo>
                    <a:pt x="7845019" y="281403"/>
                  </a:lnTo>
                  <a:lnTo>
                    <a:pt x="7848600" y="330200"/>
                  </a:lnTo>
                  <a:lnTo>
                    <a:pt x="7848600" y="1651000"/>
                  </a:lnTo>
                  <a:lnTo>
                    <a:pt x="7845019" y="1699796"/>
                  </a:lnTo>
                  <a:lnTo>
                    <a:pt x="7834620" y="1746368"/>
                  </a:lnTo>
                  <a:lnTo>
                    <a:pt x="7817911" y="1790207"/>
                  </a:lnTo>
                  <a:lnTo>
                    <a:pt x="7795404" y="1830800"/>
                  </a:lnTo>
                  <a:lnTo>
                    <a:pt x="7767610" y="1867638"/>
                  </a:lnTo>
                  <a:lnTo>
                    <a:pt x="7735038" y="1900210"/>
                  </a:lnTo>
                  <a:lnTo>
                    <a:pt x="7698200" y="1928004"/>
                  </a:lnTo>
                  <a:lnTo>
                    <a:pt x="7657607" y="1950511"/>
                  </a:lnTo>
                  <a:lnTo>
                    <a:pt x="7613768" y="1967220"/>
                  </a:lnTo>
                  <a:lnTo>
                    <a:pt x="7567196" y="1977619"/>
                  </a:lnTo>
                  <a:lnTo>
                    <a:pt x="7518400" y="1981200"/>
                  </a:lnTo>
                  <a:lnTo>
                    <a:pt x="330200" y="1981200"/>
                  </a:lnTo>
                  <a:lnTo>
                    <a:pt x="281406" y="1977619"/>
                  </a:lnTo>
                  <a:lnTo>
                    <a:pt x="234835" y="1967220"/>
                  </a:lnTo>
                  <a:lnTo>
                    <a:pt x="190998" y="1950511"/>
                  </a:lnTo>
                  <a:lnTo>
                    <a:pt x="150404" y="1928004"/>
                  </a:lnTo>
                  <a:lnTo>
                    <a:pt x="113566" y="1900210"/>
                  </a:lnTo>
                  <a:lnTo>
                    <a:pt x="80994" y="1867638"/>
                  </a:lnTo>
                  <a:lnTo>
                    <a:pt x="53198" y="1830800"/>
                  </a:lnTo>
                  <a:lnTo>
                    <a:pt x="30690" y="1790207"/>
                  </a:lnTo>
                  <a:lnTo>
                    <a:pt x="13980" y="1746368"/>
                  </a:lnTo>
                  <a:lnTo>
                    <a:pt x="3580" y="1699796"/>
                  </a:lnTo>
                  <a:lnTo>
                    <a:pt x="0" y="1651000"/>
                  </a:lnTo>
                  <a:lnTo>
                    <a:pt x="0" y="330200"/>
                  </a:lnTo>
                  <a:close/>
                </a:path>
              </a:pathLst>
            </a:custGeom>
            <a:ln w="12700">
              <a:solidFill>
                <a:srgbClr val="FFFFFF"/>
              </a:solidFill>
            </a:ln>
          </p:spPr>
          <p:txBody>
            <a:bodyPr wrap="square" lIns="0" tIns="0" rIns="0" bIns="0" rtlCol="0"/>
            <a:lstStyle/>
            <a:p>
              <a:endParaRPr/>
            </a:p>
          </p:txBody>
        </p:sp>
      </p:grpSp>
      <p:sp>
        <p:nvSpPr>
          <p:cNvPr id="20" name="object 20"/>
          <p:cNvSpPr txBox="1"/>
          <p:nvPr/>
        </p:nvSpPr>
        <p:spPr>
          <a:xfrm>
            <a:off x="2728367" y="2159889"/>
            <a:ext cx="4239895" cy="391160"/>
          </a:xfrm>
          <a:prstGeom prst="rect">
            <a:avLst/>
          </a:prstGeom>
        </p:spPr>
        <p:txBody>
          <a:bodyPr vert="horz" wrap="square" lIns="0" tIns="12700" rIns="0" bIns="0" rtlCol="0">
            <a:spAutoFit/>
          </a:bodyPr>
          <a:lstStyle/>
          <a:p>
            <a:pPr marL="12700">
              <a:spcBef>
                <a:spcPts val="100"/>
              </a:spcBef>
            </a:pPr>
            <a:r>
              <a:rPr sz="2400" b="1" spc="-5" dirty="0">
                <a:solidFill>
                  <a:srgbClr val="FF0000"/>
                </a:solidFill>
                <a:latin typeface="Arial"/>
                <a:cs typeface="Arial"/>
              </a:rPr>
              <a:t>Cuando</a:t>
            </a:r>
            <a:r>
              <a:rPr sz="2400" b="1" spc="-10" dirty="0">
                <a:solidFill>
                  <a:srgbClr val="FF0000"/>
                </a:solidFill>
                <a:latin typeface="Arial"/>
                <a:cs typeface="Arial"/>
              </a:rPr>
              <a:t> </a:t>
            </a:r>
            <a:r>
              <a:rPr sz="2400" b="1" spc="-5" dirty="0">
                <a:solidFill>
                  <a:srgbClr val="FF0000"/>
                </a:solidFill>
                <a:latin typeface="Arial"/>
                <a:cs typeface="Arial"/>
              </a:rPr>
              <a:t>se</a:t>
            </a:r>
            <a:r>
              <a:rPr sz="2400" b="1" spc="-10" dirty="0">
                <a:solidFill>
                  <a:srgbClr val="FF0000"/>
                </a:solidFill>
                <a:latin typeface="Arial"/>
                <a:cs typeface="Arial"/>
              </a:rPr>
              <a:t> </a:t>
            </a:r>
            <a:r>
              <a:rPr sz="2400" b="1" dirty="0">
                <a:solidFill>
                  <a:srgbClr val="FF0000"/>
                </a:solidFill>
                <a:latin typeface="Arial"/>
                <a:cs typeface="Arial"/>
              </a:rPr>
              <a:t>tiene</a:t>
            </a:r>
            <a:r>
              <a:rPr sz="2400" b="1" spc="-20" dirty="0">
                <a:solidFill>
                  <a:srgbClr val="FF0000"/>
                </a:solidFill>
                <a:latin typeface="Arial"/>
                <a:cs typeface="Arial"/>
              </a:rPr>
              <a:t> </a:t>
            </a:r>
            <a:r>
              <a:rPr sz="2400" b="1" dirty="0">
                <a:solidFill>
                  <a:srgbClr val="FF0000"/>
                </a:solidFill>
                <a:latin typeface="Arial"/>
                <a:cs typeface="Arial"/>
              </a:rPr>
              <a:t>los</a:t>
            </a:r>
            <a:r>
              <a:rPr sz="2400" b="1" spc="-20" dirty="0">
                <a:solidFill>
                  <a:srgbClr val="FF0000"/>
                </a:solidFill>
                <a:latin typeface="Arial"/>
                <a:cs typeface="Arial"/>
              </a:rPr>
              <a:t> </a:t>
            </a:r>
            <a:r>
              <a:rPr sz="2400" b="1" spc="-5" dirty="0">
                <a:solidFill>
                  <a:srgbClr val="FF0000"/>
                </a:solidFill>
                <a:latin typeface="Arial"/>
                <a:cs typeface="Arial"/>
              </a:rPr>
              <a:t>valores </a:t>
            </a:r>
            <a:r>
              <a:rPr sz="2400" b="1" dirty="0">
                <a:solidFill>
                  <a:srgbClr val="FF0000"/>
                </a:solidFill>
                <a:latin typeface="Arial"/>
                <a:cs typeface="Arial"/>
              </a:rPr>
              <a:t>:</a:t>
            </a:r>
            <a:endParaRPr sz="2400" dirty="0">
              <a:solidFill>
                <a:srgbClr val="FF0000"/>
              </a:solidFill>
              <a:latin typeface="Arial"/>
              <a:cs typeface="Arial"/>
            </a:endParaRPr>
          </a:p>
        </p:txBody>
      </p:sp>
      <p:sp>
        <p:nvSpPr>
          <p:cNvPr id="21" name="object 21"/>
          <p:cNvSpPr txBox="1"/>
          <p:nvPr/>
        </p:nvSpPr>
        <p:spPr>
          <a:xfrm>
            <a:off x="2677087" y="3253477"/>
            <a:ext cx="1710689" cy="482600"/>
          </a:xfrm>
          <a:prstGeom prst="rect">
            <a:avLst/>
          </a:prstGeom>
        </p:spPr>
        <p:txBody>
          <a:bodyPr vert="horz" wrap="square" lIns="0" tIns="12700" rIns="0" bIns="0" rtlCol="0">
            <a:spAutoFit/>
          </a:bodyPr>
          <a:lstStyle/>
          <a:p>
            <a:pPr marL="38100">
              <a:spcBef>
                <a:spcPts val="100"/>
              </a:spcBef>
            </a:pPr>
            <a:r>
              <a:rPr sz="3000" b="1" dirty="0" err="1">
                <a:solidFill>
                  <a:srgbClr val="FFFFFF"/>
                </a:solidFill>
                <a:latin typeface="Arial"/>
                <a:cs typeface="Arial"/>
              </a:rPr>
              <a:t>C</a:t>
            </a:r>
            <a:r>
              <a:rPr sz="3000" b="1" baseline="-20833" dirty="0" err="1">
                <a:solidFill>
                  <a:srgbClr val="FFFFFF"/>
                </a:solidFill>
                <a:latin typeface="Arial"/>
                <a:cs typeface="Arial"/>
              </a:rPr>
              <a:t>j</a:t>
            </a:r>
            <a:r>
              <a:rPr sz="3000" b="1" spc="367" baseline="-20833" dirty="0">
                <a:solidFill>
                  <a:srgbClr val="FFFFFF"/>
                </a:solidFill>
                <a:latin typeface="Arial"/>
                <a:cs typeface="Arial"/>
              </a:rPr>
              <a:t> </a:t>
            </a:r>
            <a:r>
              <a:rPr lang="es-PE" sz="3000" b="1" dirty="0">
                <a:solidFill>
                  <a:srgbClr val="FFFFFF"/>
                </a:solidFill>
                <a:latin typeface="Arial"/>
                <a:cs typeface="Arial"/>
              </a:rPr>
              <a:t>-</a:t>
            </a:r>
            <a:r>
              <a:rPr lang="es-PE" sz="3000" b="1" spc="-20" dirty="0">
                <a:solidFill>
                  <a:srgbClr val="FFFFFF"/>
                </a:solidFill>
                <a:latin typeface="Arial"/>
                <a:cs typeface="Arial"/>
              </a:rPr>
              <a:t> </a:t>
            </a:r>
            <a:r>
              <a:rPr lang="es-PE" sz="3000" b="1" dirty="0" err="1">
                <a:solidFill>
                  <a:srgbClr val="FFFFFF"/>
                </a:solidFill>
                <a:latin typeface="Arial"/>
                <a:cs typeface="Arial"/>
              </a:rPr>
              <a:t>Z</a:t>
            </a:r>
            <a:r>
              <a:rPr lang="es-PE" sz="3000" b="1" baseline="-20833" dirty="0" err="1">
                <a:solidFill>
                  <a:srgbClr val="FFFFFF"/>
                </a:solidFill>
                <a:latin typeface="Arial"/>
                <a:cs typeface="Arial"/>
              </a:rPr>
              <a:t>j</a:t>
            </a:r>
            <a:r>
              <a:rPr lang="es-PE" sz="3000" b="1" baseline="-20833" dirty="0">
                <a:solidFill>
                  <a:srgbClr val="FFFFFF"/>
                </a:solidFill>
                <a:latin typeface="Arial"/>
                <a:cs typeface="Arial"/>
              </a:rPr>
              <a:t> </a:t>
            </a:r>
            <a:r>
              <a:rPr sz="3000" b="1" dirty="0">
                <a:solidFill>
                  <a:srgbClr val="FFFFFF"/>
                </a:solidFill>
                <a:latin typeface="Arial"/>
                <a:cs typeface="Arial"/>
              </a:rPr>
              <a:t>=</a:t>
            </a:r>
            <a:r>
              <a:rPr sz="3000" b="1" spc="-20" dirty="0">
                <a:solidFill>
                  <a:srgbClr val="FFFFFF"/>
                </a:solidFill>
                <a:latin typeface="Arial"/>
                <a:cs typeface="Arial"/>
              </a:rPr>
              <a:t> </a:t>
            </a:r>
            <a:r>
              <a:rPr sz="3000" b="1" spc="-5" dirty="0">
                <a:solidFill>
                  <a:srgbClr val="FFFFFF"/>
                </a:solidFill>
                <a:latin typeface="Arial"/>
                <a:cs typeface="Arial"/>
              </a:rPr>
              <a:t>0</a:t>
            </a:r>
            <a:endParaRPr sz="3000" dirty="0">
              <a:latin typeface="Arial"/>
              <a:cs typeface="Arial"/>
            </a:endParaRPr>
          </a:p>
        </p:txBody>
      </p:sp>
      <p:pic>
        <p:nvPicPr>
          <p:cNvPr id="22" name="object 22"/>
          <p:cNvPicPr/>
          <p:nvPr/>
        </p:nvPicPr>
        <p:blipFill>
          <a:blip r:embed="rId7" cstate="print"/>
          <a:stretch>
            <a:fillRect/>
          </a:stretch>
        </p:blipFill>
        <p:spPr>
          <a:xfrm>
            <a:off x="6821424" y="3232404"/>
            <a:ext cx="2932937" cy="683514"/>
          </a:xfrm>
          <a:prstGeom prst="rect">
            <a:avLst/>
          </a:prstGeom>
        </p:spPr>
      </p:pic>
      <p:sp>
        <p:nvSpPr>
          <p:cNvPr id="23" name="object 23"/>
          <p:cNvSpPr txBox="1"/>
          <p:nvPr/>
        </p:nvSpPr>
        <p:spPr>
          <a:xfrm>
            <a:off x="4868418" y="3312414"/>
            <a:ext cx="4938395" cy="391160"/>
          </a:xfrm>
          <a:prstGeom prst="rect">
            <a:avLst/>
          </a:prstGeom>
        </p:spPr>
        <p:txBody>
          <a:bodyPr vert="horz" wrap="square" lIns="0" tIns="12700" rIns="0" bIns="0" rtlCol="0">
            <a:spAutoFit/>
          </a:bodyPr>
          <a:lstStyle/>
          <a:p>
            <a:pPr marL="12700">
              <a:spcBef>
                <a:spcPts val="100"/>
              </a:spcBef>
            </a:pPr>
            <a:r>
              <a:rPr sz="2400" b="1" spc="-5" dirty="0">
                <a:solidFill>
                  <a:srgbClr val="FFFFFF"/>
                </a:solidFill>
                <a:latin typeface="Arial"/>
                <a:cs typeface="Arial"/>
              </a:rPr>
              <a:t>para</a:t>
            </a:r>
            <a:r>
              <a:rPr sz="2400" b="1" spc="-25" dirty="0">
                <a:solidFill>
                  <a:srgbClr val="FFFFFF"/>
                </a:solidFill>
                <a:latin typeface="Arial"/>
                <a:cs typeface="Arial"/>
              </a:rPr>
              <a:t> </a:t>
            </a:r>
            <a:r>
              <a:rPr sz="2400" b="1" dirty="0">
                <a:solidFill>
                  <a:srgbClr val="FFFFFF"/>
                </a:solidFill>
                <a:latin typeface="Arial"/>
                <a:cs typeface="Arial"/>
              </a:rPr>
              <a:t>todas</a:t>
            </a:r>
            <a:r>
              <a:rPr sz="2400" b="1" spc="-10" dirty="0">
                <a:solidFill>
                  <a:srgbClr val="FFFFFF"/>
                </a:solidFill>
                <a:latin typeface="Arial"/>
                <a:cs typeface="Arial"/>
              </a:rPr>
              <a:t> </a:t>
            </a:r>
            <a:r>
              <a:rPr sz="2400" b="1" dirty="0">
                <a:solidFill>
                  <a:srgbClr val="FFFFFF"/>
                </a:solidFill>
                <a:latin typeface="Arial"/>
                <a:cs typeface="Arial"/>
              </a:rPr>
              <a:t>las</a:t>
            </a:r>
            <a:r>
              <a:rPr sz="2400" b="1" spc="-10" dirty="0">
                <a:solidFill>
                  <a:srgbClr val="FFFFFF"/>
                </a:solidFill>
                <a:latin typeface="Arial"/>
                <a:cs typeface="Arial"/>
              </a:rPr>
              <a:t> </a:t>
            </a:r>
            <a:r>
              <a:rPr sz="2400" b="1" i="1" dirty="0">
                <a:solidFill>
                  <a:srgbClr val="FFFFFF"/>
                </a:solidFill>
                <a:latin typeface="Arial"/>
                <a:cs typeface="Arial"/>
              </a:rPr>
              <a:t>variables</a:t>
            </a:r>
            <a:r>
              <a:rPr sz="2400" b="1" i="1" spc="-10" dirty="0">
                <a:solidFill>
                  <a:srgbClr val="FFFFFF"/>
                </a:solidFill>
                <a:latin typeface="Arial"/>
                <a:cs typeface="Arial"/>
              </a:rPr>
              <a:t> </a:t>
            </a:r>
            <a:r>
              <a:rPr sz="2400" b="1" i="1" spc="-5" dirty="0">
                <a:solidFill>
                  <a:srgbClr val="FFFFFF"/>
                </a:solidFill>
                <a:latin typeface="Arial"/>
                <a:cs typeface="Arial"/>
              </a:rPr>
              <a:t>básicas</a:t>
            </a:r>
            <a:r>
              <a:rPr sz="2400" b="1" i="1" dirty="0">
                <a:solidFill>
                  <a:srgbClr val="FFFFFF"/>
                </a:solidFill>
                <a:latin typeface="Arial"/>
                <a:cs typeface="Arial"/>
              </a:rPr>
              <a:t> </a:t>
            </a:r>
            <a:r>
              <a:rPr sz="2400" b="1" spc="-5" dirty="0">
                <a:solidFill>
                  <a:srgbClr val="FFFFFF"/>
                </a:solidFill>
                <a:latin typeface="Arial"/>
                <a:cs typeface="Arial"/>
              </a:rPr>
              <a:t>y</a:t>
            </a:r>
            <a:endParaRPr sz="2400">
              <a:latin typeface="Arial"/>
              <a:cs typeface="Arial"/>
            </a:endParaRPr>
          </a:p>
        </p:txBody>
      </p:sp>
      <p:pic>
        <p:nvPicPr>
          <p:cNvPr id="32" name="object 32"/>
          <p:cNvPicPr/>
          <p:nvPr/>
        </p:nvPicPr>
        <p:blipFill>
          <a:blip r:embed="rId8" cstate="print"/>
          <a:stretch>
            <a:fillRect/>
          </a:stretch>
        </p:blipFill>
        <p:spPr>
          <a:xfrm>
            <a:off x="6742176" y="4219956"/>
            <a:ext cx="3388614" cy="683513"/>
          </a:xfrm>
          <a:prstGeom prst="rect">
            <a:avLst/>
          </a:prstGeom>
        </p:spPr>
      </p:pic>
      <p:sp>
        <p:nvSpPr>
          <p:cNvPr id="33" name="object 33"/>
          <p:cNvSpPr txBox="1"/>
          <p:nvPr/>
        </p:nvSpPr>
        <p:spPr>
          <a:xfrm>
            <a:off x="4787647" y="4299966"/>
            <a:ext cx="5139055" cy="391160"/>
          </a:xfrm>
          <a:prstGeom prst="rect">
            <a:avLst/>
          </a:prstGeom>
        </p:spPr>
        <p:txBody>
          <a:bodyPr vert="horz" wrap="square" lIns="0" tIns="12700" rIns="0" bIns="0" rtlCol="0">
            <a:spAutoFit/>
          </a:bodyPr>
          <a:lstStyle/>
          <a:p>
            <a:pPr marL="12700">
              <a:spcBef>
                <a:spcPts val="100"/>
              </a:spcBef>
            </a:pPr>
            <a:r>
              <a:rPr sz="2400" b="1" spc="-5" dirty="0">
                <a:solidFill>
                  <a:srgbClr val="FFFFFF"/>
                </a:solidFill>
                <a:latin typeface="Arial"/>
                <a:cs typeface="Arial"/>
              </a:rPr>
              <a:t>para</a:t>
            </a:r>
            <a:r>
              <a:rPr sz="2400" b="1" spc="-15" dirty="0">
                <a:solidFill>
                  <a:srgbClr val="FFFFFF"/>
                </a:solidFill>
                <a:latin typeface="Arial"/>
                <a:cs typeface="Arial"/>
              </a:rPr>
              <a:t> </a:t>
            </a:r>
            <a:r>
              <a:rPr sz="2400" b="1" dirty="0">
                <a:solidFill>
                  <a:srgbClr val="FFFFFF"/>
                </a:solidFill>
                <a:latin typeface="Arial"/>
                <a:cs typeface="Arial"/>
              </a:rPr>
              <a:t>todas</a:t>
            </a:r>
            <a:r>
              <a:rPr sz="2400" b="1" spc="-10" dirty="0">
                <a:solidFill>
                  <a:srgbClr val="FFFFFF"/>
                </a:solidFill>
                <a:latin typeface="Arial"/>
                <a:cs typeface="Arial"/>
              </a:rPr>
              <a:t> </a:t>
            </a:r>
            <a:r>
              <a:rPr sz="2400" b="1" dirty="0">
                <a:solidFill>
                  <a:srgbClr val="FFFFFF"/>
                </a:solidFill>
                <a:latin typeface="Arial"/>
                <a:cs typeface="Arial"/>
              </a:rPr>
              <a:t>las</a:t>
            </a:r>
            <a:r>
              <a:rPr sz="2400" b="1" spc="-15" dirty="0">
                <a:solidFill>
                  <a:srgbClr val="FFFFFF"/>
                </a:solidFill>
                <a:latin typeface="Arial"/>
                <a:cs typeface="Arial"/>
              </a:rPr>
              <a:t> </a:t>
            </a:r>
            <a:r>
              <a:rPr sz="2400" b="1" i="1" dirty="0">
                <a:solidFill>
                  <a:srgbClr val="FFFFFF"/>
                </a:solidFill>
                <a:latin typeface="Arial"/>
                <a:cs typeface="Arial"/>
              </a:rPr>
              <a:t>variables</a:t>
            </a:r>
            <a:r>
              <a:rPr sz="2400" b="1" i="1" spc="-10" dirty="0">
                <a:solidFill>
                  <a:srgbClr val="FFFFFF"/>
                </a:solidFill>
                <a:latin typeface="Arial"/>
                <a:cs typeface="Arial"/>
              </a:rPr>
              <a:t> </a:t>
            </a:r>
            <a:r>
              <a:rPr sz="2400" b="1" i="1" dirty="0">
                <a:solidFill>
                  <a:srgbClr val="FFFFFF"/>
                </a:solidFill>
                <a:latin typeface="Arial"/>
                <a:cs typeface="Arial"/>
              </a:rPr>
              <a:t>no</a:t>
            </a:r>
            <a:r>
              <a:rPr sz="2400" b="1" i="1" spc="-20" dirty="0">
                <a:solidFill>
                  <a:srgbClr val="FFFFFF"/>
                </a:solidFill>
                <a:latin typeface="Arial"/>
                <a:cs typeface="Arial"/>
              </a:rPr>
              <a:t> </a:t>
            </a:r>
            <a:r>
              <a:rPr sz="2400" b="1" i="1" spc="-5" dirty="0">
                <a:solidFill>
                  <a:srgbClr val="FFFFFF"/>
                </a:solidFill>
                <a:latin typeface="Arial"/>
                <a:cs typeface="Arial"/>
              </a:rPr>
              <a:t>básicas</a:t>
            </a:r>
            <a:endParaRPr sz="2400">
              <a:latin typeface="Arial"/>
              <a:cs typeface="Arial"/>
            </a:endParaRPr>
          </a:p>
        </p:txBody>
      </p:sp>
      <p:sp>
        <p:nvSpPr>
          <p:cNvPr id="34" name="object 21">
            <a:extLst>
              <a:ext uri="{FF2B5EF4-FFF2-40B4-BE49-F238E27FC236}">
                <a16:creationId xmlns:a16="http://schemas.microsoft.com/office/drawing/2014/main" id="{749CB299-F969-4162-B77B-1C6CECDCFF50}"/>
              </a:ext>
            </a:extLst>
          </p:cNvPr>
          <p:cNvSpPr txBox="1"/>
          <p:nvPr/>
        </p:nvSpPr>
        <p:spPr>
          <a:xfrm>
            <a:off x="2700097" y="4225375"/>
            <a:ext cx="1710689" cy="482600"/>
          </a:xfrm>
          <a:prstGeom prst="rect">
            <a:avLst/>
          </a:prstGeom>
        </p:spPr>
        <p:txBody>
          <a:bodyPr vert="horz" wrap="square" lIns="0" tIns="12700" rIns="0" bIns="0" rtlCol="0">
            <a:spAutoFit/>
          </a:bodyPr>
          <a:lstStyle/>
          <a:p>
            <a:pPr marL="38100">
              <a:spcBef>
                <a:spcPts val="100"/>
              </a:spcBef>
            </a:pPr>
            <a:r>
              <a:rPr sz="3000" b="1" dirty="0" err="1">
                <a:solidFill>
                  <a:srgbClr val="FFFFFF"/>
                </a:solidFill>
                <a:latin typeface="Arial"/>
                <a:cs typeface="Arial"/>
              </a:rPr>
              <a:t>C</a:t>
            </a:r>
            <a:r>
              <a:rPr sz="3000" b="1" baseline="-20833" dirty="0" err="1">
                <a:solidFill>
                  <a:srgbClr val="FFFFFF"/>
                </a:solidFill>
                <a:latin typeface="Arial"/>
                <a:cs typeface="Arial"/>
              </a:rPr>
              <a:t>j</a:t>
            </a:r>
            <a:r>
              <a:rPr sz="3000" b="1" spc="367" baseline="-20833" dirty="0">
                <a:solidFill>
                  <a:srgbClr val="FFFFFF"/>
                </a:solidFill>
                <a:latin typeface="Arial"/>
                <a:cs typeface="Arial"/>
              </a:rPr>
              <a:t> </a:t>
            </a:r>
            <a:r>
              <a:rPr lang="es-PE" sz="3000" b="1" dirty="0">
                <a:solidFill>
                  <a:srgbClr val="FFFFFF"/>
                </a:solidFill>
                <a:latin typeface="Arial"/>
                <a:cs typeface="Arial"/>
              </a:rPr>
              <a:t>-</a:t>
            </a:r>
            <a:r>
              <a:rPr lang="es-PE" sz="3000" b="1" spc="-20" dirty="0">
                <a:solidFill>
                  <a:srgbClr val="FFFFFF"/>
                </a:solidFill>
                <a:latin typeface="Arial"/>
                <a:cs typeface="Arial"/>
              </a:rPr>
              <a:t> </a:t>
            </a:r>
            <a:r>
              <a:rPr lang="es-PE" sz="3000" b="1" dirty="0" err="1">
                <a:solidFill>
                  <a:srgbClr val="FFFFFF"/>
                </a:solidFill>
                <a:latin typeface="Arial"/>
                <a:cs typeface="Arial"/>
              </a:rPr>
              <a:t>Z</a:t>
            </a:r>
            <a:r>
              <a:rPr lang="es-PE" sz="3000" b="1" baseline="-20833" dirty="0" err="1">
                <a:solidFill>
                  <a:srgbClr val="FFFFFF"/>
                </a:solidFill>
                <a:latin typeface="Arial"/>
                <a:cs typeface="Arial"/>
              </a:rPr>
              <a:t>j</a:t>
            </a:r>
            <a:r>
              <a:rPr lang="es-PE" sz="3000" b="1" baseline="-20833" dirty="0">
                <a:solidFill>
                  <a:srgbClr val="FFFFFF"/>
                </a:solidFill>
                <a:latin typeface="Arial"/>
                <a:cs typeface="Arial"/>
              </a:rPr>
              <a:t> </a:t>
            </a:r>
            <a:r>
              <a:rPr lang="es-ES" sz="3000" b="1" dirty="0">
                <a:solidFill>
                  <a:srgbClr val="FFFFFF"/>
                </a:solidFill>
                <a:latin typeface="Arial"/>
                <a:cs typeface="Arial"/>
              </a:rPr>
              <a:t>&gt;</a:t>
            </a:r>
            <a:r>
              <a:rPr sz="3000" b="1" spc="-20" dirty="0">
                <a:solidFill>
                  <a:srgbClr val="FFFFFF"/>
                </a:solidFill>
                <a:latin typeface="Arial"/>
                <a:cs typeface="Arial"/>
              </a:rPr>
              <a:t> </a:t>
            </a:r>
            <a:r>
              <a:rPr sz="3000" b="1" spc="-5" dirty="0">
                <a:solidFill>
                  <a:srgbClr val="FFFFFF"/>
                </a:solidFill>
                <a:latin typeface="Arial"/>
                <a:cs typeface="Arial"/>
              </a:rPr>
              <a:t>0</a:t>
            </a:r>
            <a:endParaRPr sz="3000" dirty="0">
              <a:latin typeface="Arial"/>
              <a:cs typeface="Arial"/>
            </a:endParaRPr>
          </a:p>
        </p:txBody>
      </p:sp>
      <p:sp>
        <p:nvSpPr>
          <p:cNvPr id="35" name="CuadroTexto 34">
            <a:extLst>
              <a:ext uri="{FF2B5EF4-FFF2-40B4-BE49-F238E27FC236}">
                <a16:creationId xmlns:a16="http://schemas.microsoft.com/office/drawing/2014/main" id="{A25E665B-0627-48DE-8740-D3BF288672AE}"/>
              </a:ext>
            </a:extLst>
          </p:cNvPr>
          <p:cNvSpPr txBox="1"/>
          <p:nvPr/>
        </p:nvSpPr>
        <p:spPr>
          <a:xfrm>
            <a:off x="1173192" y="241550"/>
            <a:ext cx="1535502" cy="584775"/>
          </a:xfrm>
          <a:prstGeom prst="rect">
            <a:avLst/>
          </a:prstGeom>
          <a:noFill/>
        </p:spPr>
        <p:txBody>
          <a:bodyPr wrap="square" rtlCol="0">
            <a:spAutoFit/>
          </a:bodyPr>
          <a:lstStyle/>
          <a:p>
            <a:r>
              <a:rPr lang="es-ES" sz="3200" b="1" dirty="0">
                <a:solidFill>
                  <a:srgbClr val="8A0000"/>
                </a:solidFill>
              </a:rPr>
              <a:t>Caso 1</a:t>
            </a:r>
            <a:endParaRPr lang="es-PE" sz="3200" b="1" dirty="0">
              <a:solidFill>
                <a:srgbClr val="8A0000"/>
              </a:solidFill>
            </a:endParaRPr>
          </a:p>
        </p:txBody>
      </p:sp>
    </p:spTree>
    <p:extLst>
      <p:ext uri="{BB962C8B-B14F-4D97-AF65-F5344CB8AC3E}">
        <p14:creationId xmlns:p14="http://schemas.microsoft.com/office/powerpoint/2010/main" val="3331529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2E04D316-E97E-4503-A584-479248A1C7A6}"/>
              </a:ext>
            </a:extLst>
          </p:cNvPr>
          <p:cNvSpPr/>
          <p:nvPr/>
        </p:nvSpPr>
        <p:spPr>
          <a:xfrm>
            <a:off x="288472" y="1343111"/>
            <a:ext cx="5370456" cy="1559209"/>
          </a:xfrm>
          <a:prstGeom prst="rect">
            <a:avLst/>
          </a:prstGeom>
        </p:spPr>
        <p:txBody>
          <a:bodyPr wrap="square">
            <a:spAutoFit/>
          </a:bodyPr>
          <a:lstStyle/>
          <a:p>
            <a:pPr algn="just">
              <a:lnSpc>
                <a:spcPct val="107000"/>
              </a:lnSpc>
              <a:spcAft>
                <a:spcPts val="800"/>
              </a:spcAft>
            </a:pPr>
            <a:r>
              <a:rPr lang="es-PE"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Una compañía minera tiene en operación dos minas. Los minerales de cada una de las minas se separan en 2 grados (tipos) antes embarcarse. La cantidad diaria de producción de las minas y los costos diarios de operación son los siguientes:</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7" name="Tabla 6">
            <a:extLst>
              <a:ext uri="{FF2B5EF4-FFF2-40B4-BE49-F238E27FC236}">
                <a16:creationId xmlns:a16="http://schemas.microsoft.com/office/drawing/2014/main" id="{260C3B41-D44E-4974-BD2C-C4070ED765A0}"/>
              </a:ext>
            </a:extLst>
          </p:cNvPr>
          <p:cNvGraphicFramePr>
            <a:graphicFrameLocks noGrp="1"/>
          </p:cNvGraphicFramePr>
          <p:nvPr/>
        </p:nvGraphicFramePr>
        <p:xfrm>
          <a:off x="264068" y="2938843"/>
          <a:ext cx="5274090" cy="1115572"/>
        </p:xfrm>
        <a:graphic>
          <a:graphicData uri="http://schemas.openxmlformats.org/drawingml/2006/table">
            <a:tbl>
              <a:tblPr firstRow="1" firstCol="1" bandRow="1">
                <a:tableStyleId>{5C22544A-7EE6-4342-B048-85BDC9FD1C3A}</a:tableStyleId>
              </a:tblPr>
              <a:tblGrid>
                <a:gridCol w="1318212">
                  <a:extLst>
                    <a:ext uri="{9D8B030D-6E8A-4147-A177-3AD203B41FA5}">
                      <a16:colId xmlns:a16="http://schemas.microsoft.com/office/drawing/2014/main" val="3415438245"/>
                    </a:ext>
                  </a:extLst>
                </a:gridCol>
                <a:gridCol w="1318212">
                  <a:extLst>
                    <a:ext uri="{9D8B030D-6E8A-4147-A177-3AD203B41FA5}">
                      <a16:colId xmlns:a16="http://schemas.microsoft.com/office/drawing/2014/main" val="2399947806"/>
                    </a:ext>
                  </a:extLst>
                </a:gridCol>
                <a:gridCol w="1318833">
                  <a:extLst>
                    <a:ext uri="{9D8B030D-6E8A-4147-A177-3AD203B41FA5}">
                      <a16:colId xmlns:a16="http://schemas.microsoft.com/office/drawing/2014/main" val="3513376107"/>
                    </a:ext>
                  </a:extLst>
                </a:gridCol>
                <a:gridCol w="1318833">
                  <a:extLst>
                    <a:ext uri="{9D8B030D-6E8A-4147-A177-3AD203B41FA5}">
                      <a16:colId xmlns:a16="http://schemas.microsoft.com/office/drawing/2014/main" val="1894850813"/>
                    </a:ext>
                  </a:extLst>
                </a:gridCol>
              </a:tblGrid>
              <a:tr h="564150">
                <a:tc>
                  <a:txBody>
                    <a:bodyPr/>
                    <a:lstStyle/>
                    <a:p>
                      <a:pPr algn="ctr">
                        <a:lnSpc>
                          <a:spcPct val="107000"/>
                        </a:lnSpc>
                        <a:spcAft>
                          <a:spcPts val="800"/>
                        </a:spcAft>
                      </a:pPr>
                      <a:r>
                        <a:rPr lang="es-PE" sz="1200">
                          <a:effectLst/>
                        </a:rPr>
                        <a:t> </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s-PE" sz="1200">
                          <a:effectLst/>
                        </a:rPr>
                        <a:t>Mineral Grado Alto (ton/día)</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s-PE" sz="1200">
                          <a:effectLst/>
                        </a:rPr>
                        <a:t>Mineral Grado Bajo (ton/día)</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s-PE" sz="1200">
                          <a:effectLst/>
                        </a:rPr>
                        <a:t>Costo miles $/día</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02201824"/>
                  </a:ext>
                </a:extLst>
              </a:tr>
              <a:tr h="275711">
                <a:tc>
                  <a:txBody>
                    <a:bodyPr/>
                    <a:lstStyle/>
                    <a:p>
                      <a:pPr algn="ctr">
                        <a:lnSpc>
                          <a:spcPct val="107000"/>
                        </a:lnSpc>
                        <a:spcAft>
                          <a:spcPts val="800"/>
                        </a:spcAft>
                      </a:pPr>
                      <a:r>
                        <a:rPr lang="es-PE" sz="1200">
                          <a:effectLst/>
                        </a:rPr>
                        <a:t>Mina I</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s-PE" sz="1200">
                          <a:effectLst/>
                        </a:rPr>
                        <a:t>4</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s-PE" sz="1200">
                          <a:effectLst/>
                        </a:rPr>
                        <a:t>4</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s-PE" sz="1200" dirty="0">
                          <a:effectLst/>
                        </a:rPr>
                        <a:t>20</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498029395"/>
                  </a:ext>
                </a:extLst>
              </a:tr>
              <a:tr h="275711">
                <a:tc>
                  <a:txBody>
                    <a:bodyPr/>
                    <a:lstStyle/>
                    <a:p>
                      <a:pPr algn="ctr">
                        <a:lnSpc>
                          <a:spcPct val="107000"/>
                        </a:lnSpc>
                        <a:spcAft>
                          <a:spcPts val="800"/>
                        </a:spcAft>
                      </a:pPr>
                      <a:r>
                        <a:rPr lang="es-PE" sz="1200">
                          <a:effectLst/>
                        </a:rPr>
                        <a:t>Mina II</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s-PE" sz="1200">
                          <a:effectLst/>
                        </a:rPr>
                        <a:t>6</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s-PE" sz="1200">
                          <a:effectLst/>
                        </a:rPr>
                        <a:t>4</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s-PE" sz="1200" dirty="0">
                          <a:effectLst/>
                        </a:rPr>
                        <a:t>22</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84936335"/>
                  </a:ext>
                </a:extLst>
              </a:tr>
            </a:tbl>
          </a:graphicData>
        </a:graphic>
      </p:graphicFrame>
      <p:sp>
        <p:nvSpPr>
          <p:cNvPr id="8" name="Rectángulo 7">
            <a:extLst>
              <a:ext uri="{FF2B5EF4-FFF2-40B4-BE49-F238E27FC236}">
                <a16:creationId xmlns:a16="http://schemas.microsoft.com/office/drawing/2014/main" id="{FBD08DF3-7079-4EDE-9B2F-6A742DC32E2C}"/>
              </a:ext>
            </a:extLst>
          </p:cNvPr>
          <p:cNvSpPr/>
          <p:nvPr/>
        </p:nvSpPr>
        <p:spPr>
          <a:xfrm>
            <a:off x="239485" y="4248371"/>
            <a:ext cx="5384938" cy="2151936"/>
          </a:xfrm>
          <a:prstGeom prst="rect">
            <a:avLst/>
          </a:prstGeom>
        </p:spPr>
        <p:txBody>
          <a:bodyPr wrap="square">
            <a:spAutoFit/>
          </a:bodyPr>
          <a:lstStyle/>
          <a:p>
            <a:pPr algn="just">
              <a:lnSpc>
                <a:spcPct val="107000"/>
              </a:lnSpc>
              <a:spcAft>
                <a:spcPts val="800"/>
              </a:spcAft>
            </a:pPr>
            <a:r>
              <a:rPr lang="es-PE"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La compañía se comprometió a entregar 50 toneladas de mineral de grado alto y 40 toneladas de mineral de grado bajo para fines de la próxima semana (7 días disponibles de operación). Determinar la cantidad de días que las minas deberían estar en operación durante la próxima semana con el método simplex.</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1 CuadroTexto">
            <a:extLst>
              <a:ext uri="{FF2B5EF4-FFF2-40B4-BE49-F238E27FC236}">
                <a16:creationId xmlns:a16="http://schemas.microsoft.com/office/drawing/2014/main" id="{8AA50D2F-BA6F-49F2-9906-39BF9FBD18A0}"/>
              </a:ext>
            </a:extLst>
          </p:cNvPr>
          <p:cNvSpPr txBox="1"/>
          <p:nvPr/>
        </p:nvSpPr>
        <p:spPr>
          <a:xfrm>
            <a:off x="6096000" y="300489"/>
            <a:ext cx="6095999" cy="523220"/>
          </a:xfrm>
          <a:prstGeom prst="rect">
            <a:avLst/>
          </a:prstGeom>
          <a:noFill/>
        </p:spPr>
        <p:txBody>
          <a:bodyPr wrap="square" rtlCol="0">
            <a:spAutoFit/>
          </a:bodyPr>
          <a:lstStyle/>
          <a:p>
            <a:pPr algn="ctr"/>
            <a:r>
              <a:rPr lang="es-ES_tradnl" sz="2800" dirty="0">
                <a:solidFill>
                  <a:schemeClr val="bg1"/>
                </a:solidFill>
                <a:latin typeface="Comic Sans MS" pitchFamily="66" charset="0"/>
              </a:rPr>
              <a:t>Ejercicio 6</a:t>
            </a:r>
            <a:endParaRPr lang="es-AR" sz="2800" dirty="0">
              <a:solidFill>
                <a:schemeClr val="bg1"/>
              </a:solidFill>
              <a:latin typeface="Comic Sans MS" pitchFamily="66" charset="0"/>
            </a:endParaRPr>
          </a:p>
        </p:txBody>
      </p:sp>
      <p:graphicFrame>
        <p:nvGraphicFramePr>
          <p:cNvPr id="10" name="Tabla 2">
            <a:extLst>
              <a:ext uri="{FF2B5EF4-FFF2-40B4-BE49-F238E27FC236}">
                <a16:creationId xmlns:a16="http://schemas.microsoft.com/office/drawing/2014/main" id="{14F62D25-2907-4B26-985C-44F2A108B319}"/>
              </a:ext>
            </a:extLst>
          </p:cNvPr>
          <p:cNvGraphicFramePr>
            <a:graphicFrameLocks noGrp="1"/>
          </p:cNvGraphicFramePr>
          <p:nvPr>
            <p:extLst>
              <p:ext uri="{D42A27DB-BD31-4B8C-83A1-F6EECF244321}">
                <p14:modId xmlns:p14="http://schemas.microsoft.com/office/powerpoint/2010/main" val="1223344479"/>
              </p:ext>
            </p:extLst>
          </p:nvPr>
        </p:nvGraphicFramePr>
        <p:xfrm>
          <a:off x="6441869" y="1238795"/>
          <a:ext cx="5750130" cy="1465807"/>
        </p:xfrm>
        <a:graphic>
          <a:graphicData uri="http://schemas.openxmlformats.org/drawingml/2006/table">
            <a:tbl>
              <a:tblPr firstRow="1" bandRow="1">
                <a:tableStyleId>{5C22544A-7EE6-4342-B048-85BDC9FD1C3A}</a:tableStyleId>
              </a:tblPr>
              <a:tblGrid>
                <a:gridCol w="5750130">
                  <a:extLst>
                    <a:ext uri="{9D8B030D-6E8A-4147-A177-3AD203B41FA5}">
                      <a16:colId xmlns:a16="http://schemas.microsoft.com/office/drawing/2014/main" val="2922858300"/>
                    </a:ext>
                  </a:extLst>
                </a:gridCol>
              </a:tblGrid>
              <a:tr h="188200">
                <a:tc>
                  <a:txBody>
                    <a:bodyPr/>
                    <a:lstStyle/>
                    <a:p>
                      <a:pPr algn="ctr"/>
                      <a:r>
                        <a:rPr lang="es-ES" sz="2800" dirty="0"/>
                        <a:t>MODELO MATEMÁTICO</a:t>
                      </a:r>
                      <a:endParaRPr lang="es-PE" sz="2800" dirty="0"/>
                    </a:p>
                  </a:txBody>
                  <a:tcPr/>
                </a:tc>
                <a:extLst>
                  <a:ext uri="{0D108BD9-81ED-4DB2-BD59-A6C34878D82A}">
                    <a16:rowId xmlns:a16="http://schemas.microsoft.com/office/drawing/2014/main" val="1447742525"/>
                  </a:ext>
                </a:extLst>
              </a:tr>
              <a:tr h="947647">
                <a:tc>
                  <a:txBody>
                    <a:bodyPr/>
                    <a:lstStyle/>
                    <a:p>
                      <a:pPr marL="400050" indent="-400050">
                        <a:buAutoNum type="romanUcPeriod"/>
                      </a:pPr>
                      <a:r>
                        <a:rPr lang="es-PE" sz="2800" kern="1200" dirty="0">
                          <a:solidFill>
                            <a:srgbClr val="FF0000"/>
                          </a:solidFill>
                          <a:effectLst/>
                          <a:latin typeface="+mn-lt"/>
                          <a:ea typeface="+mn-ea"/>
                          <a:cs typeface="+mn-cs"/>
                        </a:rPr>
                        <a:t>Identificación de las variables</a:t>
                      </a:r>
                    </a:p>
                    <a:p>
                      <a:pPr marL="0" indent="0">
                        <a:buNone/>
                      </a:pPr>
                      <a:r>
                        <a:rPr lang="es-PE" sz="2400" kern="1200" dirty="0" err="1">
                          <a:solidFill>
                            <a:schemeClr val="dk1"/>
                          </a:solidFill>
                          <a:effectLst/>
                          <a:latin typeface="Arial Narrow" panose="020B0606020202030204" pitchFamily="34" charset="0"/>
                          <a:ea typeface="+mn-ea"/>
                          <a:cs typeface="+mn-cs"/>
                        </a:rPr>
                        <a:t>X</a:t>
                      </a:r>
                      <a:r>
                        <a:rPr lang="es-PE" sz="2400" kern="1200" baseline="-25000" dirty="0" err="1">
                          <a:solidFill>
                            <a:schemeClr val="dk1"/>
                          </a:solidFill>
                          <a:effectLst/>
                          <a:latin typeface="Arial Narrow" panose="020B0606020202030204" pitchFamily="34" charset="0"/>
                          <a:ea typeface="+mn-ea"/>
                          <a:cs typeface="+mn-cs"/>
                        </a:rPr>
                        <a:t>j</a:t>
                      </a:r>
                      <a:r>
                        <a:rPr lang="es-PE" sz="2400" kern="1200" dirty="0">
                          <a:solidFill>
                            <a:schemeClr val="dk1"/>
                          </a:solidFill>
                          <a:effectLst/>
                          <a:latin typeface="Arial Narrow" panose="020B0606020202030204" pitchFamily="34" charset="0"/>
                          <a:ea typeface="+mn-ea"/>
                          <a:cs typeface="+mn-cs"/>
                        </a:rPr>
                        <a:t>: días/</a:t>
                      </a:r>
                      <a:r>
                        <a:rPr lang="es-PE" sz="2400" kern="1200" dirty="0" err="1">
                          <a:solidFill>
                            <a:schemeClr val="dk1"/>
                          </a:solidFill>
                          <a:effectLst/>
                          <a:latin typeface="Arial Narrow" panose="020B0606020202030204" pitchFamily="34" charset="0"/>
                          <a:ea typeface="+mn-ea"/>
                          <a:cs typeface="+mn-cs"/>
                        </a:rPr>
                        <a:t>sem</a:t>
                      </a:r>
                      <a:r>
                        <a:rPr lang="es-PE" sz="2400" kern="1200" dirty="0">
                          <a:solidFill>
                            <a:schemeClr val="dk1"/>
                          </a:solidFill>
                          <a:effectLst/>
                          <a:latin typeface="Arial Narrow" panose="020B0606020202030204" pitchFamily="34" charset="0"/>
                          <a:ea typeface="+mn-ea"/>
                          <a:cs typeface="+mn-cs"/>
                        </a:rPr>
                        <a:t> en operaciones </a:t>
                      </a:r>
                      <a:r>
                        <a:rPr lang="es-PE" sz="2400" kern="1200" dirty="0">
                          <a:solidFill>
                            <a:schemeClr val="dk1"/>
                          </a:solidFill>
                          <a:effectLst/>
                          <a:latin typeface="+mn-lt"/>
                          <a:ea typeface="+mn-ea"/>
                          <a:cs typeface="+mn-cs"/>
                        </a:rPr>
                        <a:t>la mina j (j = 1 y 2).</a:t>
                      </a:r>
                    </a:p>
                  </a:txBody>
                  <a:tcPr>
                    <a:solidFill>
                      <a:schemeClr val="accent3">
                        <a:lumMod val="60000"/>
                        <a:lumOff val="40000"/>
                      </a:schemeClr>
                    </a:solidFill>
                  </a:tcPr>
                </a:tc>
                <a:extLst>
                  <a:ext uri="{0D108BD9-81ED-4DB2-BD59-A6C34878D82A}">
                    <a16:rowId xmlns:a16="http://schemas.microsoft.com/office/drawing/2014/main" val="1224961864"/>
                  </a:ext>
                </a:extLst>
              </a:tr>
            </a:tbl>
          </a:graphicData>
        </a:graphic>
      </p:graphicFrame>
      <p:sp>
        <p:nvSpPr>
          <p:cNvPr id="3" name="CuadroTexto 2">
            <a:extLst>
              <a:ext uri="{FF2B5EF4-FFF2-40B4-BE49-F238E27FC236}">
                <a16:creationId xmlns:a16="http://schemas.microsoft.com/office/drawing/2014/main" id="{C4E1F015-813B-E904-1EFE-1EE5C065203A}"/>
              </a:ext>
            </a:extLst>
          </p:cNvPr>
          <p:cNvSpPr txBox="1"/>
          <p:nvPr/>
        </p:nvSpPr>
        <p:spPr>
          <a:xfrm>
            <a:off x="6441868" y="3767972"/>
            <a:ext cx="5750131" cy="2677656"/>
          </a:xfrm>
          <a:prstGeom prst="rect">
            <a:avLst/>
          </a:prstGeom>
          <a:solidFill>
            <a:schemeClr val="accent3">
              <a:lumMod val="60000"/>
              <a:lumOff val="4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sz="2800" kern="1200" dirty="0">
                <a:solidFill>
                  <a:srgbClr val="FF0000"/>
                </a:solidFill>
                <a:effectLst/>
                <a:latin typeface="+mn-lt"/>
                <a:ea typeface="+mn-ea"/>
                <a:cs typeface="+mn-cs"/>
              </a:rPr>
              <a:t>III.    Identificación de las restricciones</a:t>
            </a:r>
          </a:p>
          <a:p>
            <a:r>
              <a:rPr lang="es-PE" sz="2800" kern="1200" dirty="0">
                <a:solidFill>
                  <a:schemeClr val="dk1"/>
                </a:solidFill>
                <a:effectLst/>
                <a:latin typeface="+mn-lt"/>
                <a:ea typeface="+mn-ea"/>
                <a:cs typeface="+mn-cs"/>
              </a:rPr>
              <a:t>        </a:t>
            </a:r>
            <a:r>
              <a:rPr lang="en-US" sz="2800" kern="1200" dirty="0">
                <a:solidFill>
                  <a:schemeClr val="dk1"/>
                </a:solidFill>
                <a:effectLst/>
                <a:latin typeface="+mn-lt"/>
                <a:ea typeface="+mn-ea"/>
                <a:cs typeface="+mn-cs"/>
              </a:rPr>
              <a:t>4X</a:t>
            </a:r>
            <a:r>
              <a:rPr lang="en-US" sz="2800" kern="1200" baseline="-25000" dirty="0">
                <a:solidFill>
                  <a:schemeClr val="dk1"/>
                </a:solidFill>
                <a:effectLst/>
                <a:latin typeface="+mn-lt"/>
                <a:ea typeface="+mn-ea"/>
                <a:cs typeface="+mn-cs"/>
              </a:rPr>
              <a:t>1</a:t>
            </a:r>
            <a:r>
              <a:rPr lang="en-US" sz="2800" kern="1200" dirty="0">
                <a:solidFill>
                  <a:schemeClr val="dk1"/>
                </a:solidFill>
                <a:effectLst/>
                <a:latin typeface="+mn-lt"/>
                <a:ea typeface="+mn-ea"/>
                <a:cs typeface="+mn-cs"/>
              </a:rPr>
              <a:t> + 6X</a:t>
            </a:r>
            <a:r>
              <a:rPr lang="en-US" sz="2800" kern="1200" baseline="-25000" dirty="0">
                <a:solidFill>
                  <a:schemeClr val="dk1"/>
                </a:solidFill>
                <a:effectLst/>
                <a:latin typeface="+mn-lt"/>
                <a:ea typeface="+mn-ea"/>
                <a:cs typeface="+mn-cs"/>
              </a:rPr>
              <a:t>2</a:t>
            </a:r>
            <a:r>
              <a:rPr lang="en-US" sz="2800" kern="1200" dirty="0">
                <a:solidFill>
                  <a:schemeClr val="dk1"/>
                </a:solidFill>
                <a:effectLst/>
                <a:latin typeface="+mn-lt"/>
                <a:ea typeface="+mn-ea"/>
                <a:cs typeface="+mn-cs"/>
              </a:rPr>
              <a:t> ≥ 50</a:t>
            </a:r>
            <a:endParaRPr lang="es-PE" sz="2800" kern="1200" dirty="0">
              <a:solidFill>
                <a:schemeClr val="dk1"/>
              </a:solidFill>
              <a:effectLst/>
              <a:latin typeface="+mn-lt"/>
              <a:ea typeface="+mn-ea"/>
              <a:cs typeface="+mn-cs"/>
            </a:endParaRPr>
          </a:p>
          <a:p>
            <a:r>
              <a:rPr lang="en-US" sz="2800" kern="1200" dirty="0">
                <a:solidFill>
                  <a:schemeClr val="dk1"/>
                </a:solidFill>
                <a:effectLst/>
                <a:latin typeface="+mn-lt"/>
                <a:ea typeface="+mn-ea"/>
                <a:cs typeface="+mn-cs"/>
              </a:rPr>
              <a:t>        4X</a:t>
            </a:r>
            <a:r>
              <a:rPr lang="en-US" sz="2800" kern="1200" baseline="-25000" dirty="0">
                <a:solidFill>
                  <a:schemeClr val="dk1"/>
                </a:solidFill>
                <a:effectLst/>
                <a:latin typeface="+mn-lt"/>
                <a:ea typeface="+mn-ea"/>
                <a:cs typeface="+mn-cs"/>
              </a:rPr>
              <a:t>1</a:t>
            </a:r>
            <a:r>
              <a:rPr lang="en-US" sz="2800" kern="1200" dirty="0">
                <a:solidFill>
                  <a:schemeClr val="dk1"/>
                </a:solidFill>
                <a:effectLst/>
                <a:latin typeface="+mn-lt"/>
                <a:ea typeface="+mn-ea"/>
                <a:cs typeface="+mn-cs"/>
              </a:rPr>
              <a:t> + 4X</a:t>
            </a:r>
            <a:r>
              <a:rPr lang="en-US" sz="2800" kern="1200" baseline="-25000" dirty="0">
                <a:solidFill>
                  <a:schemeClr val="dk1"/>
                </a:solidFill>
                <a:effectLst/>
                <a:latin typeface="+mn-lt"/>
                <a:ea typeface="+mn-ea"/>
                <a:cs typeface="+mn-cs"/>
              </a:rPr>
              <a:t>2</a:t>
            </a:r>
            <a:r>
              <a:rPr lang="en-US" sz="2800" kern="1200" dirty="0">
                <a:solidFill>
                  <a:schemeClr val="dk1"/>
                </a:solidFill>
                <a:effectLst/>
                <a:latin typeface="+mn-lt"/>
                <a:ea typeface="+mn-ea"/>
                <a:cs typeface="+mn-cs"/>
              </a:rPr>
              <a:t> ≥ 40</a:t>
            </a:r>
            <a:endParaRPr lang="es-PE" sz="2800" kern="1200" dirty="0">
              <a:solidFill>
                <a:schemeClr val="dk1"/>
              </a:solidFill>
              <a:effectLst/>
              <a:latin typeface="+mn-lt"/>
              <a:ea typeface="+mn-ea"/>
              <a:cs typeface="+mn-cs"/>
            </a:endParaRPr>
          </a:p>
          <a:p>
            <a:r>
              <a:rPr lang="en-US" sz="2800" kern="1200" dirty="0">
                <a:solidFill>
                  <a:schemeClr val="dk1"/>
                </a:solidFill>
                <a:effectLst/>
                <a:latin typeface="+mn-lt"/>
                <a:ea typeface="+mn-ea"/>
                <a:cs typeface="+mn-cs"/>
              </a:rPr>
              <a:t>        1X</a:t>
            </a:r>
            <a:r>
              <a:rPr lang="en-US" sz="2800" kern="1200" baseline="-25000" dirty="0">
                <a:solidFill>
                  <a:schemeClr val="dk1"/>
                </a:solidFill>
                <a:effectLst/>
                <a:latin typeface="+mn-lt"/>
                <a:ea typeface="+mn-ea"/>
                <a:cs typeface="+mn-cs"/>
              </a:rPr>
              <a:t>1</a:t>
            </a:r>
            <a:r>
              <a:rPr lang="en-US" sz="2800" kern="1200" dirty="0">
                <a:solidFill>
                  <a:schemeClr val="dk1"/>
                </a:solidFill>
                <a:effectLst/>
                <a:latin typeface="+mn-lt"/>
                <a:ea typeface="+mn-ea"/>
                <a:cs typeface="+mn-cs"/>
              </a:rPr>
              <a:t>           ≤  7</a:t>
            </a:r>
            <a:endParaRPr lang="es-PE" sz="2800" kern="1200" dirty="0">
              <a:solidFill>
                <a:schemeClr val="dk1"/>
              </a:solidFill>
              <a:effectLst/>
              <a:latin typeface="+mn-lt"/>
              <a:ea typeface="+mn-ea"/>
              <a:cs typeface="+mn-cs"/>
            </a:endParaRPr>
          </a:p>
          <a:p>
            <a:r>
              <a:rPr lang="en-US" sz="2800" kern="1200" dirty="0">
                <a:solidFill>
                  <a:schemeClr val="dk1"/>
                </a:solidFill>
                <a:effectLst/>
                <a:latin typeface="+mn-lt"/>
                <a:ea typeface="+mn-ea"/>
                <a:cs typeface="+mn-cs"/>
              </a:rPr>
              <a:t>                   1X</a:t>
            </a:r>
            <a:r>
              <a:rPr lang="en-US" sz="2800" kern="1200" baseline="-25000" dirty="0">
                <a:solidFill>
                  <a:schemeClr val="dk1"/>
                </a:solidFill>
                <a:effectLst/>
                <a:latin typeface="+mn-lt"/>
                <a:ea typeface="+mn-ea"/>
                <a:cs typeface="+mn-cs"/>
              </a:rPr>
              <a:t>2</a:t>
            </a:r>
            <a:r>
              <a:rPr lang="en-US" sz="2800" kern="1200" dirty="0">
                <a:solidFill>
                  <a:schemeClr val="dk1"/>
                </a:solidFill>
                <a:effectLst/>
                <a:latin typeface="+mn-lt"/>
                <a:ea typeface="+mn-ea"/>
                <a:cs typeface="+mn-cs"/>
              </a:rPr>
              <a:t>≤  7</a:t>
            </a:r>
            <a:endParaRPr lang="es-PE" sz="2800" kern="1200" dirty="0">
              <a:solidFill>
                <a:schemeClr val="dk1"/>
              </a:solidFill>
              <a:effectLst/>
              <a:latin typeface="+mn-lt"/>
              <a:ea typeface="+mn-ea"/>
              <a:cs typeface="+mn-cs"/>
            </a:endParaRPr>
          </a:p>
          <a:p>
            <a:r>
              <a:rPr lang="en-US" sz="2800" kern="1200" baseline="-25000" dirty="0">
                <a:solidFill>
                  <a:schemeClr val="dk1"/>
                </a:solidFill>
                <a:effectLst/>
                <a:latin typeface="+mn-lt"/>
                <a:ea typeface="+mn-ea"/>
                <a:cs typeface="+mn-cs"/>
              </a:rPr>
              <a:t> </a:t>
            </a:r>
            <a:r>
              <a:rPr lang="en-US" sz="2800" kern="1200" dirty="0">
                <a:solidFill>
                  <a:schemeClr val="dk1"/>
                </a:solidFill>
                <a:effectLst/>
                <a:latin typeface="+mn-lt"/>
                <a:ea typeface="+mn-ea"/>
                <a:cs typeface="+mn-cs"/>
              </a:rPr>
              <a:t>            	X</a:t>
            </a:r>
            <a:r>
              <a:rPr lang="en-US" sz="2800" kern="1200" baseline="-25000" dirty="0">
                <a:solidFill>
                  <a:schemeClr val="dk1"/>
                </a:solidFill>
                <a:effectLst/>
                <a:latin typeface="+mn-lt"/>
                <a:ea typeface="+mn-ea"/>
                <a:cs typeface="+mn-cs"/>
              </a:rPr>
              <a:t>J</a:t>
            </a:r>
            <a:r>
              <a:rPr lang="en-US" sz="2800" kern="1200" dirty="0">
                <a:solidFill>
                  <a:schemeClr val="dk1"/>
                </a:solidFill>
                <a:effectLst/>
                <a:latin typeface="+mn-lt"/>
                <a:ea typeface="+mn-ea"/>
                <a:cs typeface="+mn-cs"/>
              </a:rPr>
              <a:t> ≥ 0, ENTERO</a:t>
            </a:r>
            <a:endParaRPr lang="es-PE" sz="2800" kern="1200" dirty="0">
              <a:solidFill>
                <a:schemeClr val="dk1"/>
              </a:solidFill>
              <a:effectLst/>
              <a:latin typeface="+mn-lt"/>
              <a:ea typeface="+mn-ea"/>
              <a:cs typeface="+mn-cs"/>
            </a:endParaRPr>
          </a:p>
        </p:txBody>
      </p:sp>
      <p:sp>
        <p:nvSpPr>
          <p:cNvPr id="5" name="CuadroTexto 4">
            <a:extLst>
              <a:ext uri="{FF2B5EF4-FFF2-40B4-BE49-F238E27FC236}">
                <a16:creationId xmlns:a16="http://schemas.microsoft.com/office/drawing/2014/main" id="{88055FB8-54F6-06B4-949C-462068028056}"/>
              </a:ext>
            </a:extLst>
          </p:cNvPr>
          <p:cNvSpPr txBox="1"/>
          <p:nvPr/>
        </p:nvSpPr>
        <p:spPr>
          <a:xfrm>
            <a:off x="6441869" y="2802505"/>
            <a:ext cx="5750130" cy="954107"/>
          </a:xfrm>
          <a:prstGeom prst="rect">
            <a:avLst/>
          </a:prstGeom>
          <a:solidFill>
            <a:schemeClr val="accent3">
              <a:lumMod val="60000"/>
              <a:lumOff val="4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sz="2800" kern="1200" dirty="0">
                <a:solidFill>
                  <a:srgbClr val="FF0000"/>
                </a:solidFill>
                <a:effectLst/>
                <a:latin typeface="+mn-lt"/>
                <a:ea typeface="+mn-ea"/>
                <a:cs typeface="+mn-cs"/>
              </a:rPr>
              <a:t>II.     Identificación de la </a:t>
            </a:r>
            <a:r>
              <a:rPr lang="es-PE" sz="2800" kern="1200" dirty="0" err="1">
                <a:solidFill>
                  <a:srgbClr val="FF0000"/>
                </a:solidFill>
                <a:effectLst/>
                <a:latin typeface="+mn-lt"/>
                <a:ea typeface="+mn-ea"/>
                <a:cs typeface="+mn-cs"/>
              </a:rPr>
              <a:t>Funcion</a:t>
            </a:r>
            <a:r>
              <a:rPr lang="es-PE" sz="2800" kern="1200" dirty="0">
                <a:solidFill>
                  <a:srgbClr val="FF0000"/>
                </a:solidFill>
                <a:effectLst/>
                <a:latin typeface="+mn-lt"/>
                <a:ea typeface="+mn-ea"/>
                <a:cs typeface="+mn-cs"/>
              </a:rPr>
              <a:t> O.</a:t>
            </a:r>
          </a:p>
          <a:p>
            <a:r>
              <a:rPr lang="es-PE" sz="2800" kern="1200" dirty="0">
                <a:solidFill>
                  <a:schemeClr val="dk1"/>
                </a:solidFill>
                <a:effectLst/>
                <a:latin typeface="+mn-lt"/>
                <a:ea typeface="+mn-ea"/>
                <a:cs typeface="+mn-cs"/>
              </a:rPr>
              <a:t>        MIN 20X</a:t>
            </a:r>
            <a:r>
              <a:rPr lang="es-PE" sz="2800" kern="1200" baseline="-25000" dirty="0">
                <a:solidFill>
                  <a:schemeClr val="dk1"/>
                </a:solidFill>
                <a:effectLst/>
                <a:latin typeface="+mn-lt"/>
                <a:ea typeface="+mn-ea"/>
                <a:cs typeface="+mn-cs"/>
              </a:rPr>
              <a:t>1</a:t>
            </a:r>
            <a:r>
              <a:rPr lang="es-PE" sz="2800" kern="1200" dirty="0">
                <a:solidFill>
                  <a:schemeClr val="dk1"/>
                </a:solidFill>
                <a:effectLst/>
                <a:latin typeface="+mn-lt"/>
                <a:ea typeface="+mn-ea"/>
                <a:cs typeface="+mn-cs"/>
              </a:rPr>
              <a:t> + 22X</a:t>
            </a:r>
            <a:r>
              <a:rPr lang="es-PE" sz="2800" kern="1200" baseline="-25000" dirty="0">
                <a:solidFill>
                  <a:schemeClr val="dk1"/>
                </a:solidFill>
                <a:effectLst/>
                <a:latin typeface="+mn-lt"/>
                <a:ea typeface="+mn-ea"/>
                <a:cs typeface="+mn-cs"/>
              </a:rPr>
              <a:t>2</a:t>
            </a:r>
            <a:r>
              <a:rPr lang="es-PE" sz="2800" kern="1200" dirty="0">
                <a:solidFill>
                  <a:schemeClr val="dk1"/>
                </a:solidFill>
                <a:effectLst/>
                <a:latin typeface="+mn-lt"/>
                <a:ea typeface="+mn-ea"/>
                <a:cs typeface="+mn-cs"/>
              </a:rPr>
              <a:t>   </a:t>
            </a:r>
          </a:p>
        </p:txBody>
      </p:sp>
    </p:spTree>
    <p:extLst>
      <p:ext uri="{BB962C8B-B14F-4D97-AF65-F5344CB8AC3E}">
        <p14:creationId xmlns:p14="http://schemas.microsoft.com/office/powerpoint/2010/main" val="1066087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69443C96-D7AE-9FA3-99AE-27ABF7388200}"/>
              </a:ext>
            </a:extLst>
          </p:cNvPr>
          <p:cNvSpPr txBox="1"/>
          <p:nvPr/>
        </p:nvSpPr>
        <p:spPr>
          <a:xfrm>
            <a:off x="6087534" y="1809171"/>
            <a:ext cx="6104466" cy="3539430"/>
          </a:xfrm>
          <a:prstGeom prst="rect">
            <a:avLst/>
          </a:prstGeom>
          <a:noFill/>
        </p:spPr>
        <p:txBody>
          <a:bodyPr wrap="square">
            <a:spAutoFit/>
          </a:bodyPr>
          <a:lstStyle/>
          <a:p>
            <a:endParaRPr lang="es-PE" sz="2800" dirty="0"/>
          </a:p>
          <a:p>
            <a:r>
              <a:rPr lang="es-PE" sz="2800" dirty="0"/>
              <a:t>        OBJECTIVE FUNCTION VALUE</a:t>
            </a:r>
          </a:p>
          <a:p>
            <a:endParaRPr lang="es-PE" sz="2800" dirty="0"/>
          </a:p>
          <a:p>
            <a:r>
              <a:rPr lang="es-PE" sz="2800" dirty="0"/>
              <a:t>        1)      210.0000</a:t>
            </a:r>
          </a:p>
          <a:p>
            <a:endParaRPr lang="es-PE" sz="2800" dirty="0"/>
          </a:p>
          <a:p>
            <a:r>
              <a:rPr lang="es-PE" sz="2800" dirty="0"/>
              <a:t>  VARIABLE        VALUE    REDUCED COST</a:t>
            </a:r>
          </a:p>
          <a:p>
            <a:r>
              <a:rPr lang="es-PE" sz="2800" dirty="0"/>
              <a:t>        X1         5.000000         20.000000</a:t>
            </a:r>
          </a:p>
          <a:p>
            <a:r>
              <a:rPr lang="es-PE" sz="2800" dirty="0"/>
              <a:t>        X2         5.000000         22.000000</a:t>
            </a:r>
          </a:p>
        </p:txBody>
      </p:sp>
      <p:sp>
        <p:nvSpPr>
          <p:cNvPr id="7" name="CuadroTexto 6">
            <a:extLst>
              <a:ext uri="{FF2B5EF4-FFF2-40B4-BE49-F238E27FC236}">
                <a16:creationId xmlns:a16="http://schemas.microsoft.com/office/drawing/2014/main" id="{62EDEF5F-FB9F-B0BC-BFBE-CB5C2BC77A90}"/>
              </a:ext>
            </a:extLst>
          </p:cNvPr>
          <p:cNvSpPr txBox="1"/>
          <p:nvPr/>
        </p:nvSpPr>
        <p:spPr>
          <a:xfrm>
            <a:off x="1752600" y="1809171"/>
            <a:ext cx="3691467" cy="3970318"/>
          </a:xfrm>
          <a:prstGeom prst="rect">
            <a:avLst/>
          </a:prstGeom>
          <a:noFill/>
        </p:spPr>
        <p:txBody>
          <a:bodyPr wrap="square">
            <a:spAutoFit/>
          </a:bodyPr>
          <a:lstStyle/>
          <a:p>
            <a:r>
              <a:rPr lang="es-PE" sz="2800" dirty="0"/>
              <a:t>MIN 20X1+22X2</a:t>
            </a:r>
          </a:p>
          <a:p>
            <a:r>
              <a:rPr lang="es-PE" sz="2800" dirty="0"/>
              <a:t>ST</a:t>
            </a:r>
          </a:p>
          <a:p>
            <a:r>
              <a:rPr lang="es-PE" sz="2800" dirty="0"/>
              <a:t>4X1 + 6X2 &gt;= 50</a:t>
            </a:r>
          </a:p>
          <a:p>
            <a:r>
              <a:rPr lang="es-PE" sz="2800" dirty="0"/>
              <a:t>4X1 + 4X2 =&gt; 40</a:t>
            </a:r>
          </a:p>
          <a:p>
            <a:r>
              <a:rPr lang="es-PE" sz="2800" dirty="0"/>
              <a:t>1X1           &lt;=  7</a:t>
            </a:r>
          </a:p>
          <a:p>
            <a:r>
              <a:rPr lang="es-PE" sz="2800" dirty="0"/>
              <a:t>           1X2&lt;=  7</a:t>
            </a:r>
          </a:p>
          <a:p>
            <a:r>
              <a:rPr lang="es-PE" sz="2800" dirty="0"/>
              <a:t>END </a:t>
            </a:r>
          </a:p>
          <a:p>
            <a:r>
              <a:rPr lang="es-PE" sz="2800" dirty="0"/>
              <a:t>GIN x1</a:t>
            </a:r>
          </a:p>
          <a:p>
            <a:r>
              <a:rPr lang="es-PE" sz="2800" dirty="0"/>
              <a:t>GIN x2</a:t>
            </a:r>
          </a:p>
        </p:txBody>
      </p:sp>
    </p:spTree>
    <p:extLst>
      <p:ext uri="{BB962C8B-B14F-4D97-AF65-F5344CB8AC3E}">
        <p14:creationId xmlns:p14="http://schemas.microsoft.com/office/powerpoint/2010/main" val="1067368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CuadroTexto">
            <a:extLst>
              <a:ext uri="{FF2B5EF4-FFF2-40B4-BE49-F238E27FC236}">
                <a16:creationId xmlns:a16="http://schemas.microsoft.com/office/drawing/2014/main" id="{47A0D40B-8E8C-4908-A9B3-17ED32191908}"/>
              </a:ext>
            </a:extLst>
          </p:cNvPr>
          <p:cNvSpPr txBox="1"/>
          <p:nvPr/>
        </p:nvSpPr>
        <p:spPr>
          <a:xfrm>
            <a:off x="6096000" y="300489"/>
            <a:ext cx="6095999" cy="523220"/>
          </a:xfrm>
          <a:prstGeom prst="rect">
            <a:avLst/>
          </a:prstGeom>
          <a:noFill/>
        </p:spPr>
        <p:txBody>
          <a:bodyPr wrap="square" rtlCol="0">
            <a:spAutoFit/>
          </a:bodyPr>
          <a:lstStyle/>
          <a:p>
            <a:pPr algn="ctr"/>
            <a:r>
              <a:rPr lang="es-ES_tradnl" sz="2800" dirty="0">
                <a:solidFill>
                  <a:schemeClr val="bg1"/>
                </a:solidFill>
                <a:latin typeface="Comic Sans MS" pitchFamily="66" charset="0"/>
              </a:rPr>
              <a:t>Ejercicio 6</a:t>
            </a:r>
            <a:endParaRPr lang="es-AR" sz="2800" dirty="0">
              <a:solidFill>
                <a:schemeClr val="bg1"/>
              </a:solidFill>
              <a:latin typeface="Comic Sans MS" pitchFamily="66" charset="0"/>
            </a:endParaRPr>
          </a:p>
        </p:txBody>
      </p:sp>
      <p:graphicFrame>
        <p:nvGraphicFramePr>
          <p:cNvPr id="11" name="Tabla 2">
            <a:extLst>
              <a:ext uri="{FF2B5EF4-FFF2-40B4-BE49-F238E27FC236}">
                <a16:creationId xmlns:a16="http://schemas.microsoft.com/office/drawing/2014/main" id="{2B2F3A37-FB39-4DA6-A129-8D3824719524}"/>
              </a:ext>
            </a:extLst>
          </p:cNvPr>
          <p:cNvGraphicFramePr>
            <a:graphicFrameLocks noGrp="1"/>
          </p:cNvGraphicFramePr>
          <p:nvPr>
            <p:extLst>
              <p:ext uri="{D42A27DB-BD31-4B8C-83A1-F6EECF244321}">
                <p14:modId xmlns:p14="http://schemas.microsoft.com/office/powerpoint/2010/main" val="519970538"/>
              </p:ext>
            </p:extLst>
          </p:nvPr>
        </p:nvGraphicFramePr>
        <p:xfrm>
          <a:off x="1" y="3423870"/>
          <a:ext cx="6002867" cy="2377440"/>
        </p:xfrm>
        <a:graphic>
          <a:graphicData uri="http://schemas.openxmlformats.org/drawingml/2006/table">
            <a:tbl>
              <a:tblPr firstRow="1" bandRow="1">
                <a:tableStyleId>{5C22544A-7EE6-4342-B048-85BDC9FD1C3A}</a:tableStyleId>
              </a:tblPr>
              <a:tblGrid>
                <a:gridCol w="6002867">
                  <a:extLst>
                    <a:ext uri="{9D8B030D-6E8A-4147-A177-3AD203B41FA5}">
                      <a16:colId xmlns:a16="http://schemas.microsoft.com/office/drawing/2014/main" val="2922858300"/>
                    </a:ext>
                  </a:extLst>
                </a:gridCol>
              </a:tblGrid>
              <a:tr h="342294">
                <a:tc>
                  <a:txBody>
                    <a:bodyPr/>
                    <a:lstStyle/>
                    <a:p>
                      <a:pPr algn="ctr"/>
                      <a:r>
                        <a:rPr lang="es-ES" sz="2400" b="1" dirty="0"/>
                        <a:t>SISTEMA ESTÁNDAR</a:t>
                      </a:r>
                      <a:endParaRPr lang="es-PE" sz="2400" b="1" dirty="0"/>
                    </a:p>
                  </a:txBody>
                  <a:tcPr/>
                </a:tc>
                <a:extLst>
                  <a:ext uri="{0D108BD9-81ED-4DB2-BD59-A6C34878D82A}">
                    <a16:rowId xmlns:a16="http://schemas.microsoft.com/office/drawing/2014/main" val="1447742525"/>
                  </a:ext>
                </a:extLst>
              </a:tr>
              <a:tr h="1378849">
                <a:tc>
                  <a:txBody>
                    <a:bodyPr/>
                    <a:lstStyle/>
                    <a:p>
                      <a:r>
                        <a:rPr lang="en-US" sz="2400" b="1" kern="1200" dirty="0">
                          <a:solidFill>
                            <a:schemeClr val="dk1"/>
                          </a:solidFill>
                          <a:effectLst/>
                          <a:latin typeface="+mn-lt"/>
                          <a:ea typeface="+mn-ea"/>
                          <a:cs typeface="+mn-cs"/>
                        </a:rPr>
                        <a:t> Z= </a:t>
                      </a:r>
                      <a:r>
                        <a:rPr lang="en-US" sz="2400" b="1" kern="1200" dirty="0" err="1">
                          <a:solidFill>
                            <a:schemeClr val="dk1"/>
                          </a:solidFill>
                          <a:effectLst/>
                          <a:latin typeface="+mn-lt"/>
                          <a:ea typeface="+mn-ea"/>
                          <a:cs typeface="+mn-cs"/>
                        </a:rPr>
                        <a:t>20X</a:t>
                      </a:r>
                      <a:r>
                        <a:rPr lang="en-US" sz="2400" b="1" kern="1200" baseline="-25000" dirty="0" err="1">
                          <a:solidFill>
                            <a:schemeClr val="dk1"/>
                          </a:solidFill>
                          <a:effectLst/>
                          <a:latin typeface="+mn-lt"/>
                          <a:ea typeface="+mn-ea"/>
                          <a:cs typeface="+mn-cs"/>
                        </a:rPr>
                        <a:t>1</a:t>
                      </a:r>
                      <a:r>
                        <a:rPr lang="en-US" sz="2400" b="1" kern="1200" dirty="0">
                          <a:solidFill>
                            <a:schemeClr val="dk1"/>
                          </a:solidFill>
                          <a:effectLst/>
                          <a:latin typeface="+mn-lt"/>
                          <a:ea typeface="+mn-ea"/>
                          <a:cs typeface="+mn-cs"/>
                        </a:rPr>
                        <a:t> + </a:t>
                      </a:r>
                      <a:r>
                        <a:rPr lang="en-US" sz="2400" b="1" kern="1200" dirty="0" err="1">
                          <a:solidFill>
                            <a:schemeClr val="dk1"/>
                          </a:solidFill>
                          <a:effectLst/>
                          <a:latin typeface="+mn-lt"/>
                          <a:ea typeface="+mn-ea"/>
                          <a:cs typeface="+mn-cs"/>
                        </a:rPr>
                        <a:t>22X</a:t>
                      </a:r>
                      <a:r>
                        <a:rPr lang="en-US" sz="2400" b="1" kern="1200" baseline="-25000" dirty="0" err="1">
                          <a:solidFill>
                            <a:schemeClr val="dk1"/>
                          </a:solidFill>
                          <a:effectLst/>
                          <a:latin typeface="+mn-lt"/>
                          <a:ea typeface="+mn-ea"/>
                          <a:cs typeface="+mn-cs"/>
                        </a:rPr>
                        <a:t>2</a:t>
                      </a:r>
                      <a:r>
                        <a:rPr lang="en-US" sz="2400" b="1" kern="1200" dirty="0">
                          <a:solidFill>
                            <a:schemeClr val="dk1"/>
                          </a:solidFill>
                          <a:effectLst/>
                          <a:latin typeface="+mn-lt"/>
                          <a:ea typeface="+mn-ea"/>
                          <a:cs typeface="+mn-cs"/>
                        </a:rPr>
                        <a:t> + </a:t>
                      </a:r>
                      <a:r>
                        <a:rPr lang="en-US" sz="2400" b="1" kern="1200" dirty="0" err="1">
                          <a:solidFill>
                            <a:schemeClr val="dk1"/>
                          </a:solidFill>
                          <a:effectLst/>
                          <a:latin typeface="+mn-lt"/>
                          <a:ea typeface="+mn-ea"/>
                          <a:cs typeface="+mn-cs"/>
                        </a:rPr>
                        <a:t>0</a:t>
                      </a:r>
                      <a:r>
                        <a:rPr lang="en-US" sz="2400" b="1" kern="1200" dirty="0" err="1">
                          <a:solidFill>
                            <a:srgbClr val="FF0000"/>
                          </a:solidFill>
                          <a:effectLst/>
                          <a:latin typeface="+mn-lt"/>
                          <a:ea typeface="+mn-ea"/>
                          <a:cs typeface="+mn-cs"/>
                        </a:rPr>
                        <a:t>S</a:t>
                      </a:r>
                      <a:r>
                        <a:rPr lang="en-US" sz="2400" b="1" kern="1200" baseline="-25000" dirty="0" err="1">
                          <a:solidFill>
                            <a:srgbClr val="FF0000"/>
                          </a:solidFill>
                          <a:effectLst/>
                          <a:latin typeface="+mn-lt"/>
                          <a:ea typeface="+mn-ea"/>
                          <a:cs typeface="+mn-cs"/>
                        </a:rPr>
                        <a:t>2</a:t>
                      </a:r>
                      <a:r>
                        <a:rPr lang="en-US" sz="2400" b="1" kern="1200" dirty="0">
                          <a:solidFill>
                            <a:schemeClr val="dk1"/>
                          </a:solidFill>
                          <a:effectLst/>
                          <a:latin typeface="+mn-lt"/>
                          <a:ea typeface="+mn-ea"/>
                          <a:cs typeface="+mn-cs"/>
                        </a:rPr>
                        <a:t> + </a:t>
                      </a:r>
                      <a:r>
                        <a:rPr lang="en-US" sz="2400" b="1" kern="1200" dirty="0" err="1">
                          <a:solidFill>
                            <a:schemeClr val="dk1"/>
                          </a:solidFill>
                          <a:effectLst/>
                          <a:latin typeface="+mn-lt"/>
                          <a:ea typeface="+mn-ea"/>
                          <a:cs typeface="+mn-cs"/>
                        </a:rPr>
                        <a:t>M</a:t>
                      </a:r>
                      <a:r>
                        <a:rPr lang="en-US" sz="2400" b="1" kern="1200" dirty="0" err="1">
                          <a:solidFill>
                            <a:srgbClr val="7030A0"/>
                          </a:solidFill>
                          <a:effectLst/>
                          <a:latin typeface="+mn-lt"/>
                          <a:ea typeface="+mn-ea"/>
                          <a:cs typeface="+mn-cs"/>
                        </a:rPr>
                        <a:t>A</a:t>
                      </a:r>
                      <a:r>
                        <a:rPr lang="en-US" sz="2400" b="1" kern="1200" baseline="-25000" dirty="0" err="1">
                          <a:solidFill>
                            <a:srgbClr val="7030A0"/>
                          </a:solidFill>
                          <a:effectLst/>
                          <a:latin typeface="+mn-lt"/>
                          <a:ea typeface="+mn-ea"/>
                          <a:cs typeface="+mn-cs"/>
                        </a:rPr>
                        <a:t>2</a:t>
                      </a:r>
                      <a:r>
                        <a:rPr lang="en-US" sz="2400" b="1" kern="1200" dirty="0">
                          <a:solidFill>
                            <a:schemeClr val="dk1"/>
                          </a:solidFill>
                          <a:effectLst/>
                          <a:latin typeface="+mn-lt"/>
                          <a:ea typeface="+mn-ea"/>
                          <a:cs typeface="+mn-cs"/>
                        </a:rPr>
                        <a:t> + </a:t>
                      </a:r>
                      <a:r>
                        <a:rPr lang="en-US" sz="2400" b="1" kern="1200" dirty="0" err="1">
                          <a:solidFill>
                            <a:schemeClr val="dk1"/>
                          </a:solidFill>
                          <a:effectLst/>
                          <a:latin typeface="+mn-lt"/>
                          <a:ea typeface="+mn-ea"/>
                          <a:cs typeface="+mn-cs"/>
                        </a:rPr>
                        <a:t>0</a:t>
                      </a:r>
                      <a:r>
                        <a:rPr lang="en-US" sz="2400" b="1" kern="1200" dirty="0" err="1">
                          <a:solidFill>
                            <a:srgbClr val="FF0000"/>
                          </a:solidFill>
                          <a:effectLst/>
                          <a:latin typeface="+mn-lt"/>
                          <a:ea typeface="+mn-ea"/>
                          <a:cs typeface="+mn-cs"/>
                        </a:rPr>
                        <a:t>S</a:t>
                      </a:r>
                      <a:r>
                        <a:rPr lang="en-US" sz="2400" b="1" kern="1200" baseline="-25000" dirty="0" err="1">
                          <a:solidFill>
                            <a:srgbClr val="FF0000"/>
                          </a:solidFill>
                          <a:effectLst/>
                          <a:latin typeface="+mn-lt"/>
                          <a:ea typeface="+mn-ea"/>
                          <a:cs typeface="+mn-cs"/>
                        </a:rPr>
                        <a:t>3</a:t>
                      </a:r>
                      <a:r>
                        <a:rPr lang="en-US" sz="2400" b="1" kern="1200" dirty="0">
                          <a:solidFill>
                            <a:schemeClr val="dk1"/>
                          </a:solidFill>
                          <a:effectLst/>
                          <a:latin typeface="+mn-lt"/>
                          <a:ea typeface="+mn-ea"/>
                          <a:cs typeface="+mn-cs"/>
                        </a:rPr>
                        <a:t> + </a:t>
                      </a:r>
                      <a:r>
                        <a:rPr lang="en-US" sz="2400" b="1" kern="1200" dirty="0" err="1">
                          <a:solidFill>
                            <a:schemeClr val="dk1"/>
                          </a:solidFill>
                          <a:effectLst/>
                          <a:latin typeface="+mn-lt"/>
                          <a:ea typeface="+mn-ea"/>
                          <a:cs typeface="+mn-cs"/>
                        </a:rPr>
                        <a:t>M</a:t>
                      </a:r>
                      <a:r>
                        <a:rPr lang="en-US" sz="2400" b="1" kern="1200" dirty="0" err="1">
                          <a:solidFill>
                            <a:srgbClr val="7030A0"/>
                          </a:solidFill>
                          <a:effectLst/>
                          <a:latin typeface="+mn-lt"/>
                          <a:ea typeface="+mn-ea"/>
                          <a:cs typeface="+mn-cs"/>
                        </a:rPr>
                        <a:t>A</a:t>
                      </a:r>
                      <a:r>
                        <a:rPr lang="en-US" sz="2400" b="1" kern="1200" baseline="-25000" dirty="0" err="1">
                          <a:solidFill>
                            <a:srgbClr val="7030A0"/>
                          </a:solidFill>
                          <a:effectLst/>
                          <a:latin typeface="+mn-lt"/>
                          <a:ea typeface="+mn-ea"/>
                          <a:cs typeface="+mn-cs"/>
                        </a:rPr>
                        <a:t>3</a:t>
                      </a:r>
                      <a:endParaRPr lang="es-PE" sz="2400" b="1" kern="1200" baseline="-25000" dirty="0">
                        <a:solidFill>
                          <a:srgbClr val="7030A0"/>
                        </a:solidFill>
                        <a:effectLst/>
                        <a:latin typeface="+mn-lt"/>
                        <a:ea typeface="+mn-ea"/>
                        <a:cs typeface="+mn-cs"/>
                      </a:endParaRPr>
                    </a:p>
                    <a:p>
                      <a:r>
                        <a:rPr lang="en-US" sz="2400" b="1" kern="1200" dirty="0">
                          <a:solidFill>
                            <a:schemeClr val="dk1"/>
                          </a:solidFill>
                          <a:effectLst/>
                          <a:latin typeface="+mn-lt"/>
                          <a:ea typeface="+mn-ea"/>
                          <a:cs typeface="+mn-cs"/>
                        </a:rPr>
                        <a:t>        </a:t>
                      </a:r>
                      <a:r>
                        <a:rPr lang="en-US" sz="2400" b="1" kern="1200" dirty="0" err="1">
                          <a:solidFill>
                            <a:schemeClr val="dk1"/>
                          </a:solidFill>
                          <a:effectLst/>
                          <a:latin typeface="+mn-lt"/>
                          <a:ea typeface="+mn-ea"/>
                          <a:cs typeface="+mn-cs"/>
                        </a:rPr>
                        <a:t>4X</a:t>
                      </a:r>
                      <a:r>
                        <a:rPr lang="en-US" sz="2400" b="1" kern="1200" baseline="-25000" dirty="0" err="1">
                          <a:solidFill>
                            <a:schemeClr val="dk1"/>
                          </a:solidFill>
                          <a:effectLst/>
                          <a:latin typeface="+mn-lt"/>
                          <a:ea typeface="+mn-ea"/>
                          <a:cs typeface="+mn-cs"/>
                        </a:rPr>
                        <a:t>1</a:t>
                      </a:r>
                      <a:r>
                        <a:rPr lang="en-US" sz="2400" b="1" kern="1200" dirty="0">
                          <a:solidFill>
                            <a:schemeClr val="dk1"/>
                          </a:solidFill>
                          <a:effectLst/>
                          <a:latin typeface="+mn-lt"/>
                          <a:ea typeface="+mn-ea"/>
                          <a:cs typeface="+mn-cs"/>
                        </a:rPr>
                        <a:t>  + </a:t>
                      </a:r>
                      <a:r>
                        <a:rPr lang="en-US" sz="2400" b="1" kern="1200" dirty="0" err="1">
                          <a:solidFill>
                            <a:schemeClr val="dk1"/>
                          </a:solidFill>
                          <a:effectLst/>
                          <a:latin typeface="+mn-lt"/>
                          <a:ea typeface="+mn-ea"/>
                          <a:cs typeface="+mn-cs"/>
                        </a:rPr>
                        <a:t>6X</a:t>
                      </a:r>
                      <a:r>
                        <a:rPr lang="en-US" sz="2400" b="1" kern="1200" baseline="-25000" dirty="0" err="1">
                          <a:solidFill>
                            <a:schemeClr val="dk1"/>
                          </a:solidFill>
                          <a:effectLst/>
                          <a:latin typeface="+mn-lt"/>
                          <a:ea typeface="+mn-ea"/>
                          <a:cs typeface="+mn-cs"/>
                        </a:rPr>
                        <a:t>2</a:t>
                      </a:r>
                      <a:r>
                        <a:rPr lang="en-US" sz="2400" b="1" kern="1200" dirty="0">
                          <a:solidFill>
                            <a:schemeClr val="dk1"/>
                          </a:solidFill>
                          <a:effectLst/>
                          <a:latin typeface="+mn-lt"/>
                          <a:ea typeface="+mn-ea"/>
                          <a:cs typeface="+mn-cs"/>
                        </a:rPr>
                        <a:t> </a:t>
                      </a:r>
                      <a:r>
                        <a:rPr lang="en-US" sz="2400" b="1" kern="1200" dirty="0">
                          <a:solidFill>
                            <a:schemeClr val="tx1"/>
                          </a:solidFill>
                          <a:effectLst/>
                          <a:latin typeface="+mn-lt"/>
                          <a:ea typeface="+mn-ea"/>
                          <a:cs typeface="+mn-cs"/>
                        </a:rPr>
                        <a:t>-</a:t>
                      </a:r>
                      <a:r>
                        <a:rPr lang="en-US" sz="2400" b="1" kern="1200" dirty="0">
                          <a:solidFill>
                            <a:srgbClr val="FF0000"/>
                          </a:solidFill>
                          <a:effectLst/>
                          <a:latin typeface="+mn-lt"/>
                          <a:ea typeface="+mn-ea"/>
                          <a:cs typeface="+mn-cs"/>
                        </a:rPr>
                        <a:t>  </a:t>
                      </a:r>
                      <a:r>
                        <a:rPr lang="en-US" sz="2400" b="1" kern="1200" dirty="0" err="1">
                          <a:solidFill>
                            <a:srgbClr val="FF0000"/>
                          </a:solidFill>
                          <a:effectLst/>
                          <a:latin typeface="+mn-lt"/>
                          <a:ea typeface="+mn-ea"/>
                          <a:cs typeface="+mn-cs"/>
                        </a:rPr>
                        <a:t>S</a:t>
                      </a:r>
                      <a:r>
                        <a:rPr lang="en-US" sz="2400" b="1" kern="1200" baseline="-25000" dirty="0" err="1">
                          <a:solidFill>
                            <a:srgbClr val="FF0000"/>
                          </a:solidFill>
                          <a:effectLst/>
                          <a:latin typeface="+mn-lt"/>
                          <a:ea typeface="+mn-ea"/>
                          <a:cs typeface="+mn-cs"/>
                        </a:rPr>
                        <a:t>2</a:t>
                      </a:r>
                      <a:r>
                        <a:rPr lang="en-US" sz="2400" b="1" kern="1200" dirty="0">
                          <a:solidFill>
                            <a:srgbClr val="FF0000"/>
                          </a:solidFill>
                          <a:effectLst/>
                          <a:latin typeface="+mn-lt"/>
                          <a:ea typeface="+mn-ea"/>
                          <a:cs typeface="+mn-cs"/>
                        </a:rPr>
                        <a:t>  </a:t>
                      </a:r>
                      <a:r>
                        <a:rPr lang="en-US" sz="2400" b="1" kern="1200" dirty="0">
                          <a:solidFill>
                            <a:schemeClr val="dk1"/>
                          </a:solidFill>
                          <a:effectLst/>
                          <a:latin typeface="+mn-lt"/>
                          <a:ea typeface="+mn-ea"/>
                          <a:cs typeface="+mn-cs"/>
                        </a:rPr>
                        <a:t>+   </a:t>
                      </a:r>
                      <a:r>
                        <a:rPr lang="en-US" sz="2400" b="1" kern="1200" dirty="0" err="1">
                          <a:solidFill>
                            <a:srgbClr val="7030A0"/>
                          </a:solidFill>
                          <a:effectLst/>
                          <a:latin typeface="+mn-lt"/>
                          <a:ea typeface="+mn-ea"/>
                          <a:cs typeface="+mn-cs"/>
                        </a:rPr>
                        <a:t>A</a:t>
                      </a:r>
                      <a:r>
                        <a:rPr lang="en-US" sz="2400" b="1" kern="1200" baseline="-25000" dirty="0" err="1">
                          <a:solidFill>
                            <a:srgbClr val="7030A0"/>
                          </a:solidFill>
                          <a:effectLst/>
                          <a:latin typeface="+mn-lt"/>
                          <a:ea typeface="+mn-ea"/>
                          <a:cs typeface="+mn-cs"/>
                        </a:rPr>
                        <a:t>2</a:t>
                      </a:r>
                      <a:r>
                        <a:rPr lang="en-US" sz="2400" b="1" kern="1200" dirty="0">
                          <a:solidFill>
                            <a:schemeClr val="dk1"/>
                          </a:solidFill>
                          <a:effectLst/>
                          <a:latin typeface="+mn-lt"/>
                          <a:ea typeface="+mn-ea"/>
                          <a:cs typeface="+mn-cs"/>
                        </a:rPr>
                        <a:t>                              = 40</a:t>
                      </a:r>
                      <a:endParaRPr lang="es-PE" sz="2400" b="1" kern="1200" dirty="0">
                        <a:solidFill>
                          <a:schemeClr val="dk1"/>
                        </a:solidFill>
                        <a:effectLst/>
                        <a:latin typeface="+mn-lt"/>
                        <a:ea typeface="+mn-ea"/>
                        <a:cs typeface="+mn-cs"/>
                      </a:endParaRPr>
                    </a:p>
                    <a:p>
                      <a:r>
                        <a:rPr lang="en-US" sz="2400" b="1" kern="1200" dirty="0">
                          <a:solidFill>
                            <a:schemeClr val="dk1"/>
                          </a:solidFill>
                          <a:effectLst/>
                          <a:latin typeface="+mn-lt"/>
                          <a:ea typeface="+mn-ea"/>
                          <a:cs typeface="+mn-cs"/>
                        </a:rPr>
                        <a:t>        </a:t>
                      </a:r>
                      <a:r>
                        <a:rPr lang="en-US" sz="2400" b="1" kern="1200" dirty="0" err="1">
                          <a:solidFill>
                            <a:schemeClr val="dk1"/>
                          </a:solidFill>
                          <a:effectLst/>
                          <a:latin typeface="+mn-lt"/>
                          <a:ea typeface="+mn-ea"/>
                          <a:cs typeface="+mn-cs"/>
                        </a:rPr>
                        <a:t>4X</a:t>
                      </a:r>
                      <a:r>
                        <a:rPr lang="en-US" sz="2400" b="1" kern="1200" baseline="-25000" dirty="0" err="1">
                          <a:solidFill>
                            <a:schemeClr val="dk1"/>
                          </a:solidFill>
                          <a:effectLst/>
                          <a:latin typeface="+mn-lt"/>
                          <a:ea typeface="+mn-ea"/>
                          <a:cs typeface="+mn-cs"/>
                        </a:rPr>
                        <a:t>1</a:t>
                      </a:r>
                      <a:r>
                        <a:rPr lang="en-US" sz="2400" b="1" kern="1200" dirty="0">
                          <a:solidFill>
                            <a:schemeClr val="dk1"/>
                          </a:solidFill>
                          <a:effectLst/>
                          <a:latin typeface="+mn-lt"/>
                          <a:ea typeface="+mn-ea"/>
                          <a:cs typeface="+mn-cs"/>
                        </a:rPr>
                        <a:t>  + </a:t>
                      </a:r>
                      <a:r>
                        <a:rPr lang="en-US" sz="2400" b="1" kern="1200" dirty="0" err="1">
                          <a:solidFill>
                            <a:schemeClr val="dk1"/>
                          </a:solidFill>
                          <a:effectLst/>
                          <a:latin typeface="+mn-lt"/>
                          <a:ea typeface="+mn-ea"/>
                          <a:cs typeface="+mn-cs"/>
                        </a:rPr>
                        <a:t>4</a:t>
                      </a:r>
                      <a:r>
                        <a:rPr lang="en-US" sz="2400" b="1" kern="1200" dirty="0" err="1">
                          <a:solidFill>
                            <a:schemeClr val="tx1"/>
                          </a:solidFill>
                          <a:effectLst/>
                          <a:latin typeface="+mn-lt"/>
                          <a:ea typeface="+mn-ea"/>
                          <a:cs typeface="+mn-cs"/>
                        </a:rPr>
                        <a:t>X</a:t>
                      </a:r>
                      <a:r>
                        <a:rPr lang="en-US" sz="2400" b="1" kern="1200" baseline="-25000" dirty="0" err="1">
                          <a:solidFill>
                            <a:schemeClr val="tx1"/>
                          </a:solidFill>
                          <a:effectLst/>
                          <a:latin typeface="+mn-lt"/>
                          <a:ea typeface="+mn-ea"/>
                          <a:cs typeface="+mn-cs"/>
                        </a:rPr>
                        <a:t>2</a:t>
                      </a:r>
                      <a:r>
                        <a:rPr lang="en-US" sz="2400" b="1" kern="1200" dirty="0">
                          <a:solidFill>
                            <a:schemeClr val="tx1"/>
                          </a:solidFill>
                          <a:effectLst/>
                          <a:latin typeface="+mn-lt"/>
                          <a:ea typeface="+mn-ea"/>
                          <a:cs typeface="+mn-cs"/>
                        </a:rPr>
                        <a:t>                     -</a:t>
                      </a:r>
                      <a:r>
                        <a:rPr lang="en-US" sz="2400" b="1" kern="1200" dirty="0">
                          <a:solidFill>
                            <a:srgbClr val="FF0000"/>
                          </a:solidFill>
                          <a:effectLst/>
                          <a:latin typeface="+mn-lt"/>
                          <a:ea typeface="+mn-ea"/>
                          <a:cs typeface="+mn-cs"/>
                        </a:rPr>
                        <a:t>    </a:t>
                      </a:r>
                      <a:r>
                        <a:rPr lang="en-US" sz="2400" b="1" kern="1200" dirty="0" err="1">
                          <a:solidFill>
                            <a:srgbClr val="FF0000"/>
                          </a:solidFill>
                          <a:effectLst/>
                          <a:latin typeface="+mn-lt"/>
                          <a:ea typeface="+mn-ea"/>
                          <a:cs typeface="+mn-cs"/>
                        </a:rPr>
                        <a:t>S</a:t>
                      </a:r>
                      <a:r>
                        <a:rPr lang="en-US" sz="2400" b="1" kern="1200" baseline="-25000" dirty="0" err="1">
                          <a:solidFill>
                            <a:srgbClr val="FF0000"/>
                          </a:solidFill>
                          <a:effectLst/>
                          <a:latin typeface="+mn-lt"/>
                          <a:ea typeface="+mn-ea"/>
                          <a:cs typeface="+mn-cs"/>
                        </a:rPr>
                        <a:t>3</a:t>
                      </a:r>
                      <a:r>
                        <a:rPr lang="en-US" sz="2400" b="1" kern="1200" baseline="-25000" dirty="0">
                          <a:solidFill>
                            <a:schemeClr val="dk1"/>
                          </a:solidFill>
                          <a:effectLst/>
                          <a:latin typeface="+mn-lt"/>
                          <a:ea typeface="+mn-ea"/>
                          <a:cs typeface="+mn-cs"/>
                        </a:rPr>
                        <a:t>  </a:t>
                      </a:r>
                      <a:r>
                        <a:rPr lang="en-US" sz="2400" b="1" kern="1200" dirty="0">
                          <a:solidFill>
                            <a:schemeClr val="dk1"/>
                          </a:solidFill>
                          <a:effectLst/>
                          <a:latin typeface="+mn-lt"/>
                          <a:ea typeface="+mn-ea"/>
                          <a:cs typeface="+mn-cs"/>
                        </a:rPr>
                        <a:t>+    </a:t>
                      </a:r>
                      <a:r>
                        <a:rPr lang="en-US" sz="2400" b="1" kern="1200" dirty="0" err="1">
                          <a:solidFill>
                            <a:srgbClr val="7030A0"/>
                          </a:solidFill>
                          <a:effectLst/>
                          <a:latin typeface="+mn-lt"/>
                          <a:ea typeface="+mn-ea"/>
                          <a:cs typeface="+mn-cs"/>
                        </a:rPr>
                        <a:t>A</a:t>
                      </a:r>
                      <a:r>
                        <a:rPr lang="en-US" sz="2400" b="1" kern="1200" baseline="-25000" dirty="0" err="1">
                          <a:solidFill>
                            <a:srgbClr val="7030A0"/>
                          </a:solidFill>
                          <a:effectLst/>
                          <a:latin typeface="+mn-lt"/>
                          <a:ea typeface="+mn-ea"/>
                          <a:cs typeface="+mn-cs"/>
                        </a:rPr>
                        <a:t>3</a:t>
                      </a:r>
                      <a:r>
                        <a:rPr lang="en-US" sz="2400" b="1" kern="1200" dirty="0">
                          <a:solidFill>
                            <a:schemeClr val="dk1"/>
                          </a:solidFill>
                          <a:effectLst/>
                          <a:latin typeface="+mn-lt"/>
                          <a:ea typeface="+mn-ea"/>
                          <a:cs typeface="+mn-cs"/>
                        </a:rPr>
                        <a:t>       = 2.5</a:t>
                      </a:r>
                    </a:p>
                    <a:p>
                      <a:r>
                        <a:rPr lang="en-US" sz="2400" b="1" kern="1200" dirty="0">
                          <a:solidFill>
                            <a:schemeClr val="dk1"/>
                          </a:solidFill>
                          <a:effectLst/>
                          <a:latin typeface="+mn-lt"/>
                          <a:ea typeface="+mn-ea"/>
                          <a:cs typeface="+mn-cs"/>
                        </a:rPr>
                        <a:t>        </a:t>
                      </a:r>
                      <a:r>
                        <a:rPr lang="en-US" sz="2400" b="1" kern="1200" dirty="0" err="1">
                          <a:solidFill>
                            <a:schemeClr val="dk1"/>
                          </a:solidFill>
                          <a:effectLst/>
                          <a:latin typeface="+mn-lt"/>
                          <a:ea typeface="+mn-ea"/>
                          <a:cs typeface="+mn-cs"/>
                        </a:rPr>
                        <a:t>1X</a:t>
                      </a:r>
                      <a:r>
                        <a:rPr lang="en-US" sz="2400" b="1" kern="1200" baseline="-25000" dirty="0" err="1">
                          <a:solidFill>
                            <a:schemeClr val="dk1"/>
                          </a:solidFill>
                          <a:effectLst/>
                          <a:latin typeface="+mn-lt"/>
                          <a:ea typeface="+mn-ea"/>
                          <a:cs typeface="+mn-cs"/>
                        </a:rPr>
                        <a:t>1</a:t>
                      </a:r>
                      <a:r>
                        <a:rPr lang="en-US" sz="2400" b="1" kern="1200" dirty="0">
                          <a:solidFill>
                            <a:schemeClr val="dk1"/>
                          </a:solidFill>
                          <a:effectLst/>
                          <a:latin typeface="+mn-lt"/>
                          <a:ea typeface="+mn-ea"/>
                          <a:cs typeface="+mn-cs"/>
                        </a:rPr>
                        <a:t>                                           +    </a:t>
                      </a:r>
                      <a:r>
                        <a:rPr lang="en-US" sz="2400" b="1" kern="1200" dirty="0" err="1">
                          <a:solidFill>
                            <a:srgbClr val="FF0000"/>
                          </a:solidFill>
                          <a:effectLst/>
                          <a:latin typeface="+mn-lt"/>
                          <a:ea typeface="+mn-ea"/>
                          <a:cs typeface="+mn-cs"/>
                        </a:rPr>
                        <a:t>S</a:t>
                      </a:r>
                      <a:r>
                        <a:rPr lang="en-US" sz="2400" b="1" kern="1200" baseline="-25000" dirty="0" err="1">
                          <a:solidFill>
                            <a:srgbClr val="FF0000"/>
                          </a:solidFill>
                          <a:effectLst/>
                          <a:latin typeface="+mn-lt"/>
                          <a:ea typeface="+mn-ea"/>
                          <a:cs typeface="+mn-cs"/>
                        </a:rPr>
                        <a:t>5</a:t>
                      </a:r>
                      <a:r>
                        <a:rPr lang="en-US" sz="2400" b="1" kern="1200" dirty="0">
                          <a:solidFill>
                            <a:schemeClr val="dk1"/>
                          </a:solidFill>
                          <a:effectLst/>
                          <a:latin typeface="+mn-lt"/>
                          <a:ea typeface="+mn-ea"/>
                          <a:cs typeface="+mn-cs"/>
                        </a:rPr>
                        <a:t>       =  7</a:t>
                      </a:r>
                      <a:endParaRPr lang="es-PE" sz="2400" b="1" kern="1200" dirty="0">
                        <a:solidFill>
                          <a:schemeClr val="dk1"/>
                        </a:solidFill>
                        <a:effectLst/>
                        <a:latin typeface="+mn-lt"/>
                        <a:ea typeface="+mn-ea"/>
                        <a:cs typeface="+mn-cs"/>
                      </a:endParaRPr>
                    </a:p>
                    <a:p>
                      <a:r>
                        <a:rPr lang="en-US" sz="2400" b="1" kern="1200" dirty="0">
                          <a:solidFill>
                            <a:schemeClr val="dk1"/>
                          </a:solidFill>
                          <a:effectLst/>
                          <a:latin typeface="+mn-lt"/>
                          <a:ea typeface="+mn-ea"/>
                          <a:cs typeface="+mn-cs"/>
                        </a:rPr>
                        <a:t>                    1X</a:t>
                      </a:r>
                      <a:r>
                        <a:rPr lang="en-US" sz="2400" b="1" kern="1200" baseline="-25000" dirty="0">
                          <a:solidFill>
                            <a:schemeClr val="dk1"/>
                          </a:solidFill>
                          <a:effectLst/>
                          <a:latin typeface="+mn-lt"/>
                          <a:ea typeface="+mn-ea"/>
                          <a:cs typeface="+mn-cs"/>
                        </a:rPr>
                        <a:t>2                                                              </a:t>
                      </a:r>
                      <a:r>
                        <a:rPr lang="en-US" sz="2400" b="1" kern="1200" dirty="0">
                          <a:solidFill>
                            <a:schemeClr val="dk1"/>
                          </a:solidFill>
                          <a:effectLst/>
                          <a:latin typeface="+mn-lt"/>
                          <a:ea typeface="+mn-ea"/>
                          <a:cs typeface="+mn-cs"/>
                        </a:rPr>
                        <a:t>+</a:t>
                      </a:r>
                      <a:r>
                        <a:rPr lang="en-US" sz="2400" b="1" kern="1200" dirty="0">
                          <a:solidFill>
                            <a:srgbClr val="FF0000"/>
                          </a:solidFill>
                          <a:effectLst/>
                          <a:latin typeface="+mn-lt"/>
                          <a:ea typeface="+mn-ea"/>
                          <a:cs typeface="+mn-cs"/>
                        </a:rPr>
                        <a:t>S</a:t>
                      </a:r>
                      <a:r>
                        <a:rPr lang="en-US" sz="2400" b="1" kern="1200" baseline="-25000" dirty="0">
                          <a:solidFill>
                            <a:srgbClr val="FF0000"/>
                          </a:solidFill>
                          <a:effectLst/>
                          <a:latin typeface="+mn-lt"/>
                          <a:ea typeface="+mn-ea"/>
                          <a:cs typeface="+mn-cs"/>
                        </a:rPr>
                        <a:t>6 </a:t>
                      </a:r>
                      <a:r>
                        <a:rPr lang="en-US" sz="2400" b="1" kern="1200" dirty="0">
                          <a:solidFill>
                            <a:schemeClr val="dk1"/>
                          </a:solidFill>
                          <a:effectLst/>
                          <a:latin typeface="+mn-lt"/>
                          <a:ea typeface="+mn-ea"/>
                          <a:cs typeface="+mn-cs"/>
                        </a:rPr>
                        <a:t>=  7</a:t>
                      </a:r>
                      <a:endParaRPr lang="es-PE" sz="2400" b="1" dirty="0"/>
                    </a:p>
                  </a:txBody>
                  <a:tcPr/>
                </a:tc>
                <a:extLst>
                  <a:ext uri="{0D108BD9-81ED-4DB2-BD59-A6C34878D82A}">
                    <a16:rowId xmlns:a16="http://schemas.microsoft.com/office/drawing/2014/main" val="1224961864"/>
                  </a:ext>
                </a:extLst>
              </a:tr>
            </a:tbl>
          </a:graphicData>
        </a:graphic>
      </p:graphicFrame>
      <p:graphicFrame>
        <p:nvGraphicFramePr>
          <p:cNvPr id="12" name="Tabla 11">
            <a:extLst>
              <a:ext uri="{FF2B5EF4-FFF2-40B4-BE49-F238E27FC236}">
                <a16:creationId xmlns:a16="http://schemas.microsoft.com/office/drawing/2014/main" id="{47A74790-C513-4613-BF5F-1BDED8150542}"/>
              </a:ext>
            </a:extLst>
          </p:cNvPr>
          <p:cNvGraphicFramePr>
            <a:graphicFrameLocks noGrp="1"/>
          </p:cNvGraphicFramePr>
          <p:nvPr>
            <p:extLst>
              <p:ext uri="{D42A27DB-BD31-4B8C-83A1-F6EECF244321}">
                <p14:modId xmlns:p14="http://schemas.microsoft.com/office/powerpoint/2010/main" val="577454740"/>
              </p:ext>
            </p:extLst>
          </p:nvPr>
        </p:nvGraphicFramePr>
        <p:xfrm>
          <a:off x="251936" y="1320750"/>
          <a:ext cx="5124080" cy="1889760"/>
        </p:xfrm>
        <a:graphic>
          <a:graphicData uri="http://schemas.openxmlformats.org/drawingml/2006/table">
            <a:tbl>
              <a:tblPr firstRow="1" bandRow="1">
                <a:tableStyleId>{5C22544A-7EE6-4342-B048-85BDC9FD1C3A}</a:tableStyleId>
              </a:tblPr>
              <a:tblGrid>
                <a:gridCol w="1309757">
                  <a:extLst>
                    <a:ext uri="{9D8B030D-6E8A-4147-A177-3AD203B41FA5}">
                      <a16:colId xmlns:a16="http://schemas.microsoft.com/office/drawing/2014/main" val="3515989413"/>
                    </a:ext>
                  </a:extLst>
                </a:gridCol>
                <a:gridCol w="3814323">
                  <a:extLst>
                    <a:ext uri="{9D8B030D-6E8A-4147-A177-3AD203B41FA5}">
                      <a16:colId xmlns:a16="http://schemas.microsoft.com/office/drawing/2014/main" val="3584734411"/>
                    </a:ext>
                  </a:extLst>
                </a:gridCol>
              </a:tblGrid>
              <a:tr h="370840">
                <a:tc>
                  <a:txBody>
                    <a:bodyPr/>
                    <a:lstStyle/>
                    <a:p>
                      <a:pPr algn="ctr"/>
                      <a:r>
                        <a:rPr lang="es-ES" sz="2000" b="1" dirty="0">
                          <a:latin typeface="Arial Narrow" panose="020B0606020202030204" pitchFamily="34" charset="0"/>
                        </a:rPr>
                        <a:t>Signo de restricción</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Tipo de variable</a:t>
                      </a:r>
                      <a:endParaRPr lang="es-PE" sz="2000" b="1" dirty="0">
                        <a:latin typeface="Arial Narrow" panose="020B0606020202030204" pitchFamily="34" charset="0"/>
                      </a:endParaRPr>
                    </a:p>
                  </a:txBody>
                  <a:tcPr/>
                </a:tc>
                <a:extLst>
                  <a:ext uri="{0D108BD9-81ED-4DB2-BD59-A6C34878D82A}">
                    <a16:rowId xmlns:a16="http://schemas.microsoft.com/office/drawing/2014/main" val="1203155380"/>
                  </a:ext>
                </a:extLst>
              </a:tr>
              <a:tr h="370840">
                <a:tc>
                  <a:txBody>
                    <a:bodyPr/>
                    <a:lstStyle/>
                    <a:p>
                      <a:pPr algn="ctr"/>
                      <a:r>
                        <a:rPr lang="es-PE" sz="2000" b="0" dirty="0">
                          <a:latin typeface="Arial Narrow" panose="020B0606020202030204" pitchFamily="34" charset="0"/>
                        </a:rPr>
                        <a:t>≤</a:t>
                      </a:r>
                    </a:p>
                  </a:txBody>
                  <a:tcPr/>
                </a:tc>
                <a:tc>
                  <a:txBody>
                    <a:bodyPr/>
                    <a:lstStyle/>
                    <a:p>
                      <a:pPr algn="ctr"/>
                      <a:r>
                        <a:rPr lang="es-ES" sz="2000" b="0" dirty="0">
                          <a:latin typeface="Arial Narrow" panose="020B0606020202030204" pitchFamily="34" charset="0"/>
                        </a:rPr>
                        <a:t>+Variable de holgura</a:t>
                      </a:r>
                      <a:endParaRPr lang="es-PE" sz="2000" b="0" dirty="0">
                        <a:latin typeface="Arial Narrow" panose="020B0606020202030204" pitchFamily="34" charset="0"/>
                      </a:endParaRPr>
                    </a:p>
                  </a:txBody>
                  <a:tcPr/>
                </a:tc>
                <a:extLst>
                  <a:ext uri="{0D108BD9-81ED-4DB2-BD59-A6C34878D82A}">
                    <a16:rowId xmlns:a16="http://schemas.microsoft.com/office/drawing/2014/main" val="3842676272"/>
                  </a:ext>
                </a:extLst>
              </a:tr>
              <a:tr h="0">
                <a:tc>
                  <a:txBody>
                    <a:bodyPr/>
                    <a:lstStyle/>
                    <a:p>
                      <a:pPr algn="ctr"/>
                      <a:r>
                        <a:rPr lang="es-PE" sz="2000" b="0" dirty="0">
                          <a:latin typeface="Arial Narrow" panose="020B0606020202030204" pitchFamily="34" charset="0"/>
                        </a:rPr>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2000" b="0" dirty="0">
                          <a:latin typeface="Arial Narrow" panose="020B0606020202030204" pitchFamily="34" charset="0"/>
                        </a:rPr>
                        <a:t>-Variable de holgura + Variable artificial</a:t>
                      </a:r>
                      <a:endParaRPr lang="es-PE" sz="2000" b="0" dirty="0">
                        <a:latin typeface="Arial Narrow" panose="020B0606020202030204" pitchFamily="34" charset="0"/>
                      </a:endParaRPr>
                    </a:p>
                  </a:txBody>
                  <a:tcPr/>
                </a:tc>
                <a:extLst>
                  <a:ext uri="{0D108BD9-81ED-4DB2-BD59-A6C34878D82A}">
                    <a16:rowId xmlns:a16="http://schemas.microsoft.com/office/drawing/2014/main" val="4170045262"/>
                  </a:ext>
                </a:extLst>
              </a:tr>
              <a:tr h="370840">
                <a:tc>
                  <a:txBody>
                    <a:bodyPr/>
                    <a:lstStyle/>
                    <a:p>
                      <a:pPr algn="ctr"/>
                      <a:r>
                        <a:rPr lang="es-ES" sz="2000" b="0" dirty="0">
                          <a:latin typeface="Arial Narrow" panose="020B0606020202030204" pitchFamily="34" charset="0"/>
                        </a:rPr>
                        <a:t>=</a:t>
                      </a:r>
                      <a:endParaRPr lang="es-PE" sz="2000" b="0" dirty="0">
                        <a:latin typeface="Arial Narrow" panose="020B0606020202030204" pitchFamily="34" charset="0"/>
                      </a:endParaRPr>
                    </a:p>
                  </a:txBody>
                  <a:tcPr/>
                </a:tc>
                <a:tc>
                  <a:txBody>
                    <a:bodyPr/>
                    <a:lstStyle/>
                    <a:p>
                      <a:pPr algn="ctr"/>
                      <a:r>
                        <a:rPr lang="es-ES" sz="2000" b="0" dirty="0">
                          <a:latin typeface="Arial Narrow" panose="020B0606020202030204" pitchFamily="34" charset="0"/>
                        </a:rPr>
                        <a:t>+Variable artificial</a:t>
                      </a:r>
                      <a:endParaRPr lang="es-PE" sz="2000" b="0" dirty="0">
                        <a:latin typeface="Arial Narrow" panose="020B0606020202030204" pitchFamily="34" charset="0"/>
                      </a:endParaRPr>
                    </a:p>
                  </a:txBody>
                  <a:tcPr/>
                </a:tc>
                <a:extLst>
                  <a:ext uri="{0D108BD9-81ED-4DB2-BD59-A6C34878D82A}">
                    <a16:rowId xmlns:a16="http://schemas.microsoft.com/office/drawing/2014/main" val="1201392955"/>
                  </a:ext>
                </a:extLst>
              </a:tr>
            </a:tbl>
          </a:graphicData>
        </a:graphic>
      </p:graphicFrame>
      <p:graphicFrame>
        <p:nvGraphicFramePr>
          <p:cNvPr id="9" name="Tabla 2">
            <a:extLst>
              <a:ext uri="{FF2B5EF4-FFF2-40B4-BE49-F238E27FC236}">
                <a16:creationId xmlns:a16="http://schemas.microsoft.com/office/drawing/2014/main" id="{321EEBFA-4066-4576-AD06-A94BC1183A76}"/>
              </a:ext>
            </a:extLst>
          </p:cNvPr>
          <p:cNvGraphicFramePr>
            <a:graphicFrameLocks noGrp="1"/>
          </p:cNvGraphicFramePr>
          <p:nvPr>
            <p:extLst>
              <p:ext uri="{D42A27DB-BD31-4B8C-83A1-F6EECF244321}">
                <p14:modId xmlns:p14="http://schemas.microsoft.com/office/powerpoint/2010/main" val="4019315125"/>
              </p:ext>
            </p:extLst>
          </p:nvPr>
        </p:nvGraphicFramePr>
        <p:xfrm>
          <a:off x="6121401" y="1320750"/>
          <a:ext cx="6002867" cy="4206240"/>
        </p:xfrm>
        <a:graphic>
          <a:graphicData uri="http://schemas.openxmlformats.org/drawingml/2006/table">
            <a:tbl>
              <a:tblPr firstRow="1" bandRow="1">
                <a:tableStyleId>{5C22544A-7EE6-4342-B048-85BDC9FD1C3A}</a:tableStyleId>
              </a:tblPr>
              <a:tblGrid>
                <a:gridCol w="6002867">
                  <a:extLst>
                    <a:ext uri="{9D8B030D-6E8A-4147-A177-3AD203B41FA5}">
                      <a16:colId xmlns:a16="http://schemas.microsoft.com/office/drawing/2014/main" val="2922858300"/>
                    </a:ext>
                  </a:extLst>
                </a:gridCol>
              </a:tblGrid>
              <a:tr h="200635">
                <a:tc>
                  <a:txBody>
                    <a:bodyPr/>
                    <a:lstStyle/>
                    <a:p>
                      <a:pPr algn="ctr"/>
                      <a:r>
                        <a:rPr lang="es-ES" sz="2400" b="1" dirty="0"/>
                        <a:t>MODELO MATEMÁTICO</a:t>
                      </a:r>
                      <a:endParaRPr lang="es-PE" sz="2400" b="1" dirty="0"/>
                    </a:p>
                  </a:txBody>
                  <a:tcPr/>
                </a:tc>
                <a:extLst>
                  <a:ext uri="{0D108BD9-81ED-4DB2-BD59-A6C34878D82A}">
                    <a16:rowId xmlns:a16="http://schemas.microsoft.com/office/drawing/2014/main" val="1447742525"/>
                  </a:ext>
                </a:extLst>
              </a:tr>
              <a:tr h="1841721">
                <a:tc>
                  <a:txBody>
                    <a:bodyPr/>
                    <a:lstStyle/>
                    <a:p>
                      <a:pPr marL="400050" indent="-400050">
                        <a:buAutoNum type="romanUcPeriod"/>
                      </a:pPr>
                      <a:r>
                        <a:rPr lang="es-PE" sz="2400" b="1" kern="1200" dirty="0">
                          <a:solidFill>
                            <a:srgbClr val="FF0000"/>
                          </a:solidFill>
                          <a:effectLst/>
                          <a:latin typeface="+mn-lt"/>
                          <a:ea typeface="+mn-ea"/>
                          <a:cs typeface="+mn-cs"/>
                        </a:rPr>
                        <a:t>Identificación de las variables</a:t>
                      </a:r>
                    </a:p>
                    <a:p>
                      <a:pPr marL="0" indent="0">
                        <a:buNone/>
                      </a:pPr>
                      <a:r>
                        <a:rPr lang="es-PE" sz="2400" b="1" kern="1200" dirty="0">
                          <a:solidFill>
                            <a:schemeClr val="dk1"/>
                          </a:solidFill>
                          <a:effectLst/>
                          <a:latin typeface="+mn-lt"/>
                          <a:ea typeface="+mn-ea"/>
                          <a:cs typeface="+mn-cs"/>
                        </a:rPr>
                        <a:t>        </a:t>
                      </a:r>
                      <a:r>
                        <a:rPr lang="es-PE" sz="2400" b="1" kern="1200" dirty="0" err="1">
                          <a:solidFill>
                            <a:schemeClr val="dk1"/>
                          </a:solidFill>
                          <a:effectLst/>
                          <a:latin typeface="+mn-lt"/>
                          <a:ea typeface="+mn-ea"/>
                          <a:cs typeface="+mn-cs"/>
                        </a:rPr>
                        <a:t>X</a:t>
                      </a:r>
                      <a:r>
                        <a:rPr lang="es-PE" sz="2400" b="1" kern="1200" baseline="-25000" dirty="0" err="1">
                          <a:solidFill>
                            <a:schemeClr val="dk1"/>
                          </a:solidFill>
                          <a:effectLst/>
                          <a:latin typeface="+mn-lt"/>
                          <a:ea typeface="+mn-ea"/>
                          <a:cs typeface="+mn-cs"/>
                        </a:rPr>
                        <a:t>j</a:t>
                      </a:r>
                      <a:r>
                        <a:rPr lang="es-PE" sz="2400" b="1" kern="1200" dirty="0">
                          <a:solidFill>
                            <a:schemeClr val="dk1"/>
                          </a:solidFill>
                          <a:effectLst/>
                          <a:latin typeface="+mn-lt"/>
                          <a:ea typeface="+mn-ea"/>
                          <a:cs typeface="+mn-cs"/>
                        </a:rPr>
                        <a:t>: días/semana en la mina j (j = 1 y 2).</a:t>
                      </a:r>
                    </a:p>
                    <a:p>
                      <a:pPr marL="0" marR="0" lvl="0" indent="0" algn="l" defTabSz="914400" rtl="0" eaLnBrk="1" fontAlgn="auto" latinLnBrk="0" hangingPunct="1">
                        <a:lnSpc>
                          <a:spcPct val="100000"/>
                        </a:lnSpc>
                        <a:spcBef>
                          <a:spcPts val="0"/>
                        </a:spcBef>
                        <a:spcAft>
                          <a:spcPts val="0"/>
                        </a:spcAft>
                        <a:buClrTx/>
                        <a:buSzTx/>
                        <a:buFontTx/>
                        <a:buNone/>
                        <a:tabLst/>
                        <a:defRPr/>
                      </a:pPr>
                      <a:r>
                        <a:rPr lang="es-PE" sz="2400" b="1" kern="1200" dirty="0">
                          <a:solidFill>
                            <a:srgbClr val="FF0000"/>
                          </a:solidFill>
                          <a:effectLst/>
                          <a:latin typeface="+mn-lt"/>
                          <a:ea typeface="+mn-ea"/>
                          <a:cs typeface="+mn-cs"/>
                        </a:rPr>
                        <a:t>II.     Identificación de la </a:t>
                      </a:r>
                      <a:r>
                        <a:rPr lang="es-PE" sz="2400" b="1" kern="1200" dirty="0" err="1">
                          <a:solidFill>
                            <a:srgbClr val="FF0000"/>
                          </a:solidFill>
                          <a:effectLst/>
                          <a:latin typeface="+mn-lt"/>
                          <a:ea typeface="+mn-ea"/>
                          <a:cs typeface="+mn-cs"/>
                        </a:rPr>
                        <a:t>Funcion</a:t>
                      </a:r>
                      <a:r>
                        <a:rPr lang="es-PE" sz="2400" b="1" kern="1200" dirty="0">
                          <a:solidFill>
                            <a:srgbClr val="FF0000"/>
                          </a:solidFill>
                          <a:effectLst/>
                          <a:latin typeface="+mn-lt"/>
                          <a:ea typeface="+mn-ea"/>
                          <a:cs typeface="+mn-cs"/>
                        </a:rPr>
                        <a:t> Objetivo</a:t>
                      </a:r>
                    </a:p>
                    <a:p>
                      <a:r>
                        <a:rPr lang="es-PE" sz="2400" b="1" kern="1200" dirty="0">
                          <a:solidFill>
                            <a:schemeClr val="dk1"/>
                          </a:solidFill>
                          <a:effectLst/>
                          <a:latin typeface="+mn-lt"/>
                          <a:ea typeface="+mn-ea"/>
                          <a:cs typeface="+mn-cs"/>
                        </a:rPr>
                        <a:t>        MIN </a:t>
                      </a:r>
                      <a:r>
                        <a:rPr lang="es-PE" sz="2400" b="1" kern="1200" dirty="0" err="1">
                          <a:solidFill>
                            <a:schemeClr val="dk1"/>
                          </a:solidFill>
                          <a:effectLst/>
                          <a:latin typeface="+mn-lt"/>
                          <a:ea typeface="+mn-ea"/>
                          <a:cs typeface="+mn-cs"/>
                        </a:rPr>
                        <a:t>20X</a:t>
                      </a:r>
                      <a:r>
                        <a:rPr lang="es-PE" sz="2400" b="1" kern="1200" baseline="-25000" dirty="0" err="1">
                          <a:solidFill>
                            <a:schemeClr val="dk1"/>
                          </a:solidFill>
                          <a:effectLst/>
                          <a:latin typeface="+mn-lt"/>
                          <a:ea typeface="+mn-ea"/>
                          <a:cs typeface="+mn-cs"/>
                        </a:rPr>
                        <a:t>1</a:t>
                      </a:r>
                      <a:r>
                        <a:rPr lang="es-PE" sz="2400" b="1" kern="1200" dirty="0">
                          <a:solidFill>
                            <a:schemeClr val="dk1"/>
                          </a:solidFill>
                          <a:effectLst/>
                          <a:latin typeface="+mn-lt"/>
                          <a:ea typeface="+mn-ea"/>
                          <a:cs typeface="+mn-cs"/>
                        </a:rPr>
                        <a:t> + </a:t>
                      </a:r>
                      <a:r>
                        <a:rPr lang="es-PE" sz="2400" b="1" kern="1200" dirty="0" err="1">
                          <a:solidFill>
                            <a:schemeClr val="dk1"/>
                          </a:solidFill>
                          <a:effectLst/>
                          <a:latin typeface="+mn-lt"/>
                          <a:ea typeface="+mn-ea"/>
                          <a:cs typeface="+mn-cs"/>
                        </a:rPr>
                        <a:t>22X</a:t>
                      </a:r>
                      <a:r>
                        <a:rPr lang="es-PE" sz="2400" b="1" kern="1200" baseline="-25000" dirty="0" err="1">
                          <a:solidFill>
                            <a:schemeClr val="dk1"/>
                          </a:solidFill>
                          <a:effectLst/>
                          <a:latin typeface="+mn-lt"/>
                          <a:ea typeface="+mn-ea"/>
                          <a:cs typeface="+mn-cs"/>
                        </a:rPr>
                        <a:t>2</a:t>
                      </a:r>
                      <a:r>
                        <a:rPr lang="es-PE" sz="2400" b="1" kern="1200" dirty="0">
                          <a:solidFill>
                            <a:schemeClr val="dk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s-PE" sz="2400" b="1" kern="1200" dirty="0">
                          <a:solidFill>
                            <a:srgbClr val="FF0000"/>
                          </a:solidFill>
                          <a:effectLst/>
                          <a:latin typeface="+mn-lt"/>
                          <a:ea typeface="+mn-ea"/>
                          <a:cs typeface="+mn-cs"/>
                        </a:rPr>
                        <a:t>III.    Identificación de las restricciones</a:t>
                      </a:r>
                    </a:p>
                    <a:p>
                      <a:r>
                        <a:rPr lang="es-PE" sz="2400" b="1" kern="1200" dirty="0">
                          <a:solidFill>
                            <a:schemeClr val="dk1"/>
                          </a:solidFill>
                          <a:effectLst/>
                          <a:latin typeface="+mn-lt"/>
                          <a:ea typeface="+mn-ea"/>
                          <a:cs typeface="+mn-cs"/>
                        </a:rPr>
                        <a:t>        </a:t>
                      </a:r>
                      <a:r>
                        <a:rPr lang="en-US" sz="2400" b="1" kern="1200" dirty="0" err="1">
                          <a:solidFill>
                            <a:schemeClr val="dk1"/>
                          </a:solidFill>
                          <a:effectLst/>
                          <a:latin typeface="+mn-lt"/>
                          <a:ea typeface="+mn-ea"/>
                          <a:cs typeface="+mn-cs"/>
                        </a:rPr>
                        <a:t>4X</a:t>
                      </a:r>
                      <a:r>
                        <a:rPr lang="en-US" sz="2400" b="1" kern="1200" baseline="-25000" dirty="0" err="1">
                          <a:solidFill>
                            <a:schemeClr val="dk1"/>
                          </a:solidFill>
                          <a:effectLst/>
                          <a:latin typeface="+mn-lt"/>
                          <a:ea typeface="+mn-ea"/>
                          <a:cs typeface="+mn-cs"/>
                        </a:rPr>
                        <a:t>1</a:t>
                      </a:r>
                      <a:r>
                        <a:rPr lang="en-US" sz="2400" b="1" kern="1200" dirty="0">
                          <a:solidFill>
                            <a:schemeClr val="dk1"/>
                          </a:solidFill>
                          <a:effectLst/>
                          <a:latin typeface="+mn-lt"/>
                          <a:ea typeface="+mn-ea"/>
                          <a:cs typeface="+mn-cs"/>
                        </a:rPr>
                        <a:t> + </a:t>
                      </a:r>
                      <a:r>
                        <a:rPr lang="en-US" sz="2400" b="1" kern="1200" dirty="0" err="1">
                          <a:solidFill>
                            <a:schemeClr val="dk1"/>
                          </a:solidFill>
                          <a:effectLst/>
                          <a:latin typeface="+mn-lt"/>
                          <a:ea typeface="+mn-ea"/>
                          <a:cs typeface="+mn-cs"/>
                        </a:rPr>
                        <a:t>6X</a:t>
                      </a:r>
                      <a:r>
                        <a:rPr lang="en-US" sz="2400" b="1" kern="1200" baseline="-25000" dirty="0" err="1">
                          <a:solidFill>
                            <a:schemeClr val="dk1"/>
                          </a:solidFill>
                          <a:effectLst/>
                          <a:latin typeface="+mn-lt"/>
                          <a:ea typeface="+mn-ea"/>
                          <a:cs typeface="+mn-cs"/>
                        </a:rPr>
                        <a:t>2</a:t>
                      </a:r>
                      <a:r>
                        <a:rPr lang="en-US" sz="2400" b="1" kern="1200" dirty="0">
                          <a:solidFill>
                            <a:schemeClr val="dk1"/>
                          </a:solidFill>
                          <a:effectLst/>
                          <a:latin typeface="+mn-lt"/>
                          <a:ea typeface="+mn-ea"/>
                          <a:cs typeface="+mn-cs"/>
                        </a:rPr>
                        <a:t> ≥ 50</a:t>
                      </a:r>
                      <a:endParaRPr lang="es-PE" sz="2400" b="1" kern="1200" dirty="0">
                        <a:solidFill>
                          <a:schemeClr val="dk1"/>
                        </a:solidFill>
                        <a:effectLst/>
                        <a:latin typeface="+mn-lt"/>
                        <a:ea typeface="+mn-ea"/>
                        <a:cs typeface="+mn-cs"/>
                      </a:endParaRPr>
                    </a:p>
                    <a:p>
                      <a:r>
                        <a:rPr lang="en-US" sz="2400" b="1" kern="1200" dirty="0">
                          <a:solidFill>
                            <a:schemeClr val="dk1"/>
                          </a:solidFill>
                          <a:effectLst/>
                          <a:latin typeface="+mn-lt"/>
                          <a:ea typeface="+mn-ea"/>
                          <a:cs typeface="+mn-cs"/>
                        </a:rPr>
                        <a:t>        </a:t>
                      </a:r>
                      <a:r>
                        <a:rPr lang="en-US" sz="2400" b="1" kern="1200" dirty="0" err="1">
                          <a:solidFill>
                            <a:schemeClr val="dk1"/>
                          </a:solidFill>
                          <a:effectLst/>
                          <a:latin typeface="+mn-lt"/>
                          <a:ea typeface="+mn-ea"/>
                          <a:cs typeface="+mn-cs"/>
                        </a:rPr>
                        <a:t>4X</a:t>
                      </a:r>
                      <a:r>
                        <a:rPr lang="en-US" sz="2400" b="1" kern="1200" baseline="-25000" dirty="0" err="1">
                          <a:solidFill>
                            <a:schemeClr val="dk1"/>
                          </a:solidFill>
                          <a:effectLst/>
                          <a:latin typeface="+mn-lt"/>
                          <a:ea typeface="+mn-ea"/>
                          <a:cs typeface="+mn-cs"/>
                        </a:rPr>
                        <a:t>1</a:t>
                      </a:r>
                      <a:r>
                        <a:rPr lang="en-US" sz="2400" b="1" kern="1200" dirty="0">
                          <a:solidFill>
                            <a:schemeClr val="dk1"/>
                          </a:solidFill>
                          <a:effectLst/>
                          <a:latin typeface="+mn-lt"/>
                          <a:ea typeface="+mn-ea"/>
                          <a:cs typeface="+mn-cs"/>
                        </a:rPr>
                        <a:t> + </a:t>
                      </a:r>
                      <a:r>
                        <a:rPr lang="en-US" sz="2400" b="1" kern="1200" dirty="0" err="1">
                          <a:solidFill>
                            <a:schemeClr val="dk1"/>
                          </a:solidFill>
                          <a:effectLst/>
                          <a:latin typeface="+mn-lt"/>
                          <a:ea typeface="+mn-ea"/>
                          <a:cs typeface="+mn-cs"/>
                        </a:rPr>
                        <a:t>4X</a:t>
                      </a:r>
                      <a:r>
                        <a:rPr lang="en-US" sz="2400" b="1" kern="1200" baseline="-25000" dirty="0" err="1">
                          <a:solidFill>
                            <a:schemeClr val="dk1"/>
                          </a:solidFill>
                          <a:effectLst/>
                          <a:latin typeface="+mn-lt"/>
                          <a:ea typeface="+mn-ea"/>
                          <a:cs typeface="+mn-cs"/>
                        </a:rPr>
                        <a:t>2</a:t>
                      </a:r>
                      <a:r>
                        <a:rPr lang="en-US" sz="2400" b="1" kern="1200" dirty="0">
                          <a:solidFill>
                            <a:schemeClr val="dk1"/>
                          </a:solidFill>
                          <a:effectLst/>
                          <a:latin typeface="+mn-lt"/>
                          <a:ea typeface="+mn-ea"/>
                          <a:cs typeface="+mn-cs"/>
                        </a:rPr>
                        <a:t> ≥ 40</a:t>
                      </a:r>
                      <a:endParaRPr lang="es-PE" sz="2400" b="1" kern="1200" dirty="0">
                        <a:solidFill>
                          <a:schemeClr val="dk1"/>
                        </a:solidFill>
                        <a:effectLst/>
                        <a:latin typeface="+mn-lt"/>
                        <a:ea typeface="+mn-ea"/>
                        <a:cs typeface="+mn-cs"/>
                      </a:endParaRPr>
                    </a:p>
                    <a:p>
                      <a:r>
                        <a:rPr lang="en-US" sz="2400" b="1" kern="1200" dirty="0">
                          <a:solidFill>
                            <a:schemeClr val="dk1"/>
                          </a:solidFill>
                          <a:effectLst/>
                          <a:latin typeface="+mn-lt"/>
                          <a:ea typeface="+mn-ea"/>
                          <a:cs typeface="+mn-cs"/>
                        </a:rPr>
                        <a:t>        </a:t>
                      </a:r>
                      <a:r>
                        <a:rPr lang="en-US" sz="2400" b="1" kern="1200" dirty="0" err="1">
                          <a:solidFill>
                            <a:schemeClr val="dk1"/>
                          </a:solidFill>
                          <a:effectLst/>
                          <a:latin typeface="+mn-lt"/>
                          <a:ea typeface="+mn-ea"/>
                          <a:cs typeface="+mn-cs"/>
                        </a:rPr>
                        <a:t>1X</a:t>
                      </a:r>
                      <a:r>
                        <a:rPr lang="en-US" sz="2400" b="1" kern="1200" baseline="-25000" dirty="0" err="1">
                          <a:solidFill>
                            <a:schemeClr val="dk1"/>
                          </a:solidFill>
                          <a:effectLst/>
                          <a:latin typeface="+mn-lt"/>
                          <a:ea typeface="+mn-ea"/>
                          <a:cs typeface="+mn-cs"/>
                        </a:rPr>
                        <a:t>1</a:t>
                      </a:r>
                      <a:r>
                        <a:rPr lang="en-US" sz="2400" b="1" kern="1200" dirty="0">
                          <a:solidFill>
                            <a:schemeClr val="dk1"/>
                          </a:solidFill>
                          <a:effectLst/>
                          <a:latin typeface="+mn-lt"/>
                          <a:ea typeface="+mn-ea"/>
                          <a:cs typeface="+mn-cs"/>
                        </a:rPr>
                        <a:t>           ≤  7</a:t>
                      </a:r>
                      <a:endParaRPr lang="es-PE" sz="2400" b="1" kern="1200" dirty="0">
                        <a:solidFill>
                          <a:schemeClr val="dk1"/>
                        </a:solidFill>
                        <a:effectLst/>
                        <a:latin typeface="+mn-lt"/>
                        <a:ea typeface="+mn-ea"/>
                        <a:cs typeface="+mn-cs"/>
                      </a:endParaRPr>
                    </a:p>
                    <a:p>
                      <a:r>
                        <a:rPr lang="en-US" sz="2400" b="1" kern="1200" dirty="0">
                          <a:solidFill>
                            <a:schemeClr val="dk1"/>
                          </a:solidFill>
                          <a:effectLst/>
                          <a:latin typeface="+mn-lt"/>
                          <a:ea typeface="+mn-ea"/>
                          <a:cs typeface="+mn-cs"/>
                        </a:rPr>
                        <a:t>                   </a:t>
                      </a:r>
                      <a:r>
                        <a:rPr lang="en-US" sz="2400" b="1" kern="1200" dirty="0" err="1">
                          <a:solidFill>
                            <a:schemeClr val="dk1"/>
                          </a:solidFill>
                          <a:effectLst/>
                          <a:latin typeface="+mn-lt"/>
                          <a:ea typeface="+mn-ea"/>
                          <a:cs typeface="+mn-cs"/>
                        </a:rPr>
                        <a:t>1X</a:t>
                      </a:r>
                      <a:r>
                        <a:rPr lang="en-US" sz="2400" b="1" kern="1200" baseline="-25000" dirty="0" err="1">
                          <a:solidFill>
                            <a:schemeClr val="dk1"/>
                          </a:solidFill>
                          <a:effectLst/>
                          <a:latin typeface="+mn-lt"/>
                          <a:ea typeface="+mn-ea"/>
                          <a:cs typeface="+mn-cs"/>
                        </a:rPr>
                        <a:t>2</a:t>
                      </a:r>
                      <a:r>
                        <a:rPr lang="en-US" sz="2400" b="1" kern="1200" dirty="0">
                          <a:solidFill>
                            <a:schemeClr val="dk1"/>
                          </a:solidFill>
                          <a:effectLst/>
                          <a:latin typeface="+mn-lt"/>
                          <a:ea typeface="+mn-ea"/>
                          <a:cs typeface="+mn-cs"/>
                        </a:rPr>
                        <a:t>≤  7</a:t>
                      </a:r>
                      <a:endParaRPr lang="es-PE" sz="2400" b="1" kern="1200" dirty="0">
                        <a:solidFill>
                          <a:schemeClr val="dk1"/>
                        </a:solidFill>
                        <a:effectLst/>
                        <a:latin typeface="+mn-lt"/>
                        <a:ea typeface="+mn-ea"/>
                        <a:cs typeface="+mn-cs"/>
                      </a:endParaRPr>
                    </a:p>
                    <a:p>
                      <a:r>
                        <a:rPr lang="en-US" sz="2400" b="1" kern="1200" baseline="-25000" dirty="0">
                          <a:solidFill>
                            <a:schemeClr val="dk1"/>
                          </a:solidFill>
                          <a:effectLst/>
                          <a:latin typeface="+mn-lt"/>
                          <a:ea typeface="+mn-ea"/>
                          <a:cs typeface="+mn-cs"/>
                        </a:rPr>
                        <a:t> </a:t>
                      </a:r>
                      <a:r>
                        <a:rPr lang="en-US" sz="2400" b="1" kern="1200" dirty="0">
                          <a:solidFill>
                            <a:schemeClr val="dk1"/>
                          </a:solidFill>
                          <a:effectLst/>
                          <a:latin typeface="+mn-lt"/>
                          <a:ea typeface="+mn-ea"/>
                          <a:cs typeface="+mn-cs"/>
                        </a:rPr>
                        <a:t>            	        X</a:t>
                      </a:r>
                      <a:r>
                        <a:rPr lang="en-US" sz="2400" b="1" kern="1200" baseline="-25000" dirty="0">
                          <a:solidFill>
                            <a:schemeClr val="dk1"/>
                          </a:solidFill>
                          <a:effectLst/>
                          <a:latin typeface="+mn-lt"/>
                          <a:ea typeface="+mn-ea"/>
                          <a:cs typeface="+mn-cs"/>
                        </a:rPr>
                        <a:t>J</a:t>
                      </a:r>
                      <a:r>
                        <a:rPr lang="en-US" sz="2400" b="1" kern="1200" dirty="0">
                          <a:solidFill>
                            <a:schemeClr val="dk1"/>
                          </a:solidFill>
                          <a:effectLst/>
                          <a:latin typeface="+mn-lt"/>
                          <a:ea typeface="+mn-ea"/>
                          <a:cs typeface="+mn-cs"/>
                        </a:rPr>
                        <a:t> ≥ 0, ENTERA</a:t>
                      </a:r>
                      <a:endParaRPr lang="es-PE" sz="2400" b="1" kern="1200" dirty="0">
                        <a:solidFill>
                          <a:schemeClr val="dk1"/>
                        </a:solidFill>
                        <a:effectLst/>
                        <a:latin typeface="+mn-lt"/>
                        <a:ea typeface="+mn-ea"/>
                        <a:cs typeface="+mn-cs"/>
                      </a:endParaRPr>
                    </a:p>
                  </a:txBody>
                  <a:tcPr/>
                </a:tc>
                <a:extLst>
                  <a:ext uri="{0D108BD9-81ED-4DB2-BD59-A6C34878D82A}">
                    <a16:rowId xmlns:a16="http://schemas.microsoft.com/office/drawing/2014/main" val="1224961864"/>
                  </a:ext>
                </a:extLst>
              </a:tr>
            </a:tbl>
          </a:graphicData>
        </a:graphic>
      </p:graphicFrame>
    </p:spTree>
    <p:extLst>
      <p:ext uri="{BB962C8B-B14F-4D97-AF65-F5344CB8AC3E}">
        <p14:creationId xmlns:p14="http://schemas.microsoft.com/office/powerpoint/2010/main" val="4124539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CuadroTexto">
            <a:extLst>
              <a:ext uri="{FF2B5EF4-FFF2-40B4-BE49-F238E27FC236}">
                <a16:creationId xmlns:a16="http://schemas.microsoft.com/office/drawing/2014/main" id="{C8829EF0-06E0-4AB4-B577-323BA05A42F5}"/>
              </a:ext>
            </a:extLst>
          </p:cNvPr>
          <p:cNvSpPr txBox="1"/>
          <p:nvPr/>
        </p:nvSpPr>
        <p:spPr>
          <a:xfrm>
            <a:off x="6096000" y="300489"/>
            <a:ext cx="6095999" cy="523220"/>
          </a:xfrm>
          <a:prstGeom prst="rect">
            <a:avLst/>
          </a:prstGeom>
          <a:noFill/>
        </p:spPr>
        <p:txBody>
          <a:bodyPr wrap="square" rtlCol="0">
            <a:spAutoFit/>
          </a:bodyPr>
          <a:lstStyle/>
          <a:p>
            <a:pPr algn="ctr"/>
            <a:r>
              <a:rPr lang="es-ES_tradnl" sz="2800" dirty="0">
                <a:solidFill>
                  <a:schemeClr val="bg1"/>
                </a:solidFill>
                <a:latin typeface="Comic Sans MS" pitchFamily="66" charset="0"/>
              </a:rPr>
              <a:t>Ejercicio 6</a:t>
            </a:r>
            <a:endParaRPr lang="es-AR" sz="2800" dirty="0">
              <a:solidFill>
                <a:schemeClr val="bg1"/>
              </a:solidFill>
              <a:latin typeface="Comic Sans MS" pitchFamily="66" charset="0"/>
            </a:endParaRPr>
          </a:p>
        </p:txBody>
      </p:sp>
      <p:graphicFrame>
        <p:nvGraphicFramePr>
          <p:cNvPr id="4" name="Tabla 3">
            <a:extLst>
              <a:ext uri="{FF2B5EF4-FFF2-40B4-BE49-F238E27FC236}">
                <a16:creationId xmlns:a16="http://schemas.microsoft.com/office/drawing/2014/main" id="{76BFEEA6-9BC0-4796-AD10-4EC0D518979B}"/>
              </a:ext>
            </a:extLst>
          </p:cNvPr>
          <p:cNvGraphicFramePr>
            <a:graphicFrameLocks noGrp="1"/>
          </p:cNvGraphicFramePr>
          <p:nvPr>
            <p:extLst>
              <p:ext uri="{D42A27DB-BD31-4B8C-83A1-F6EECF244321}">
                <p14:modId xmlns:p14="http://schemas.microsoft.com/office/powerpoint/2010/main" val="831459264"/>
              </p:ext>
            </p:extLst>
          </p:nvPr>
        </p:nvGraphicFramePr>
        <p:xfrm>
          <a:off x="0" y="1222873"/>
          <a:ext cx="12192000" cy="5635127"/>
        </p:xfrm>
        <a:graphic>
          <a:graphicData uri="http://schemas.openxmlformats.org/drawingml/2006/table">
            <a:tbl>
              <a:tblPr>
                <a:tableStyleId>{5C22544A-7EE6-4342-B048-85BDC9FD1C3A}</a:tableStyleId>
              </a:tblPr>
              <a:tblGrid>
                <a:gridCol w="809875">
                  <a:extLst>
                    <a:ext uri="{9D8B030D-6E8A-4147-A177-3AD203B41FA5}">
                      <a16:colId xmlns:a16="http://schemas.microsoft.com/office/drawing/2014/main" val="517541361"/>
                    </a:ext>
                  </a:extLst>
                </a:gridCol>
                <a:gridCol w="809875">
                  <a:extLst>
                    <a:ext uri="{9D8B030D-6E8A-4147-A177-3AD203B41FA5}">
                      <a16:colId xmlns:a16="http://schemas.microsoft.com/office/drawing/2014/main" val="194778877"/>
                    </a:ext>
                  </a:extLst>
                </a:gridCol>
                <a:gridCol w="840246">
                  <a:extLst>
                    <a:ext uri="{9D8B030D-6E8A-4147-A177-3AD203B41FA5}">
                      <a16:colId xmlns:a16="http://schemas.microsoft.com/office/drawing/2014/main" val="664051687"/>
                    </a:ext>
                  </a:extLst>
                </a:gridCol>
                <a:gridCol w="1054385">
                  <a:extLst>
                    <a:ext uri="{9D8B030D-6E8A-4147-A177-3AD203B41FA5}">
                      <a16:colId xmlns:a16="http://schemas.microsoft.com/office/drawing/2014/main" val="3770362432"/>
                    </a:ext>
                  </a:extLst>
                </a:gridCol>
                <a:gridCol w="1041168">
                  <a:extLst>
                    <a:ext uri="{9D8B030D-6E8A-4147-A177-3AD203B41FA5}">
                      <a16:colId xmlns:a16="http://schemas.microsoft.com/office/drawing/2014/main" val="1641756817"/>
                    </a:ext>
                  </a:extLst>
                </a:gridCol>
                <a:gridCol w="1285678">
                  <a:extLst>
                    <a:ext uri="{9D8B030D-6E8A-4147-A177-3AD203B41FA5}">
                      <a16:colId xmlns:a16="http://schemas.microsoft.com/office/drawing/2014/main" val="2007480946"/>
                    </a:ext>
                  </a:extLst>
                </a:gridCol>
                <a:gridCol w="1285678">
                  <a:extLst>
                    <a:ext uri="{9D8B030D-6E8A-4147-A177-3AD203B41FA5}">
                      <a16:colId xmlns:a16="http://schemas.microsoft.com/office/drawing/2014/main" val="2345772216"/>
                    </a:ext>
                  </a:extLst>
                </a:gridCol>
                <a:gridCol w="809875">
                  <a:extLst>
                    <a:ext uri="{9D8B030D-6E8A-4147-A177-3AD203B41FA5}">
                      <a16:colId xmlns:a16="http://schemas.microsoft.com/office/drawing/2014/main" val="1679155460"/>
                    </a:ext>
                  </a:extLst>
                </a:gridCol>
                <a:gridCol w="809875">
                  <a:extLst>
                    <a:ext uri="{9D8B030D-6E8A-4147-A177-3AD203B41FA5}">
                      <a16:colId xmlns:a16="http://schemas.microsoft.com/office/drawing/2014/main" val="3036103653"/>
                    </a:ext>
                  </a:extLst>
                </a:gridCol>
                <a:gridCol w="840246">
                  <a:extLst>
                    <a:ext uri="{9D8B030D-6E8A-4147-A177-3AD203B41FA5}">
                      <a16:colId xmlns:a16="http://schemas.microsoft.com/office/drawing/2014/main" val="4283310648"/>
                    </a:ext>
                  </a:extLst>
                </a:gridCol>
                <a:gridCol w="985349">
                  <a:extLst>
                    <a:ext uri="{9D8B030D-6E8A-4147-A177-3AD203B41FA5}">
                      <a16:colId xmlns:a16="http://schemas.microsoft.com/office/drawing/2014/main" val="548848483"/>
                    </a:ext>
                  </a:extLst>
                </a:gridCol>
                <a:gridCol w="809875">
                  <a:extLst>
                    <a:ext uri="{9D8B030D-6E8A-4147-A177-3AD203B41FA5}">
                      <a16:colId xmlns:a16="http://schemas.microsoft.com/office/drawing/2014/main" val="1577549414"/>
                    </a:ext>
                  </a:extLst>
                </a:gridCol>
                <a:gridCol w="809875">
                  <a:extLst>
                    <a:ext uri="{9D8B030D-6E8A-4147-A177-3AD203B41FA5}">
                      <a16:colId xmlns:a16="http://schemas.microsoft.com/office/drawing/2014/main" val="3586235244"/>
                    </a:ext>
                  </a:extLst>
                </a:gridCol>
              </a:tblGrid>
              <a:tr h="368945">
                <a:tc gridSpan="2">
                  <a:txBody>
                    <a:bodyPr/>
                    <a:lstStyle/>
                    <a:p>
                      <a:pPr algn="ctr" rtl="0" fontAlgn="ctr"/>
                      <a:r>
                        <a:rPr lang="es-PE" sz="2400" b="1" u="none" strike="noStrike">
                          <a:effectLst/>
                        </a:rPr>
                        <a:t>C</a:t>
                      </a:r>
                      <a:r>
                        <a:rPr lang="es-PE" sz="2400" b="1" u="none" strike="noStrike" baseline="-25000">
                          <a:effectLst/>
                        </a:rPr>
                        <a:t>j</a:t>
                      </a:r>
                      <a:endParaRPr lang="es-PE" sz="2400" b="1" i="0" u="none" strike="noStrike">
                        <a:solidFill>
                          <a:srgbClr val="FFFFFF"/>
                        </a:solidFill>
                        <a:effectLst/>
                        <a:latin typeface="Calibri" panose="020F0502020204030204" pitchFamily="34" charset="0"/>
                      </a:endParaRPr>
                    </a:p>
                  </a:txBody>
                  <a:tcPr marL="0" marR="0" marT="0" marB="0" anchor="ctr"/>
                </a:tc>
                <a:tc hMerge="1">
                  <a:txBody>
                    <a:bodyPr/>
                    <a:lstStyle/>
                    <a:p>
                      <a:endParaRPr lang="es-PE"/>
                    </a:p>
                  </a:txBody>
                  <a:tcPr/>
                </a:tc>
                <a:tc>
                  <a:txBody>
                    <a:bodyPr/>
                    <a:lstStyle/>
                    <a:p>
                      <a:pPr algn="ctr" rtl="0" fontAlgn="ctr"/>
                      <a:r>
                        <a:rPr lang="es-PE" sz="2400" b="1" u="none" strike="noStrike">
                          <a:effectLst/>
                        </a:rPr>
                        <a:t>20</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22</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+M</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+M</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FFFFFF"/>
                        </a:solidFill>
                        <a:effectLst/>
                        <a:latin typeface="Calibri" panose="020F0502020204030204" pitchFamily="34" charset="0"/>
                      </a:endParaRPr>
                    </a:p>
                  </a:txBody>
                  <a:tcPr marL="0" marR="0" marT="0" marB="0" anchor="ctr"/>
                </a:tc>
                <a:tc rowSpan="2">
                  <a:txBody>
                    <a:bodyPr/>
                    <a:lstStyle/>
                    <a:p>
                      <a:pPr algn="ctr" rtl="0" fontAlgn="ctr"/>
                      <a:r>
                        <a:rPr lang="es-PE" sz="2400" b="1" u="none" strike="noStrike">
                          <a:effectLst/>
                        </a:rPr>
                        <a:t>B</a:t>
                      </a:r>
                      <a:r>
                        <a:rPr lang="es-PE" sz="2400" b="1" u="none" strike="noStrike" baseline="-25000">
                          <a:effectLst/>
                        </a:rPr>
                        <a:t>i</a:t>
                      </a:r>
                      <a:endParaRPr lang="es-PE" sz="2400" b="1" i="0" u="none" strike="noStrike">
                        <a:solidFill>
                          <a:srgbClr val="FFFFFF"/>
                        </a:solidFill>
                        <a:effectLst/>
                        <a:latin typeface="Calibri" panose="020F0502020204030204" pitchFamily="34" charset="0"/>
                      </a:endParaRPr>
                    </a:p>
                  </a:txBody>
                  <a:tcPr marL="0" marR="0" marT="0" marB="0" anchor="ctr"/>
                </a:tc>
                <a:tc rowSpan="2">
                  <a:txBody>
                    <a:bodyPr/>
                    <a:lstStyle/>
                    <a:p>
                      <a:pPr algn="ctr" rtl="0" fontAlgn="ctr"/>
                      <a:r>
                        <a:rPr lang="es-PE" sz="2400" b="1" u="none" strike="noStrike">
                          <a:effectLst/>
                        </a:rPr>
                        <a:t>Ɵ</a:t>
                      </a:r>
                      <a:r>
                        <a:rPr lang="es-PE" sz="2400" b="1" u="none" strike="noStrike" baseline="-25000">
                          <a:effectLst/>
                        </a:rPr>
                        <a:t>i</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l" fontAlgn="b"/>
                      <a:endParaRPr lang="es-PE" sz="24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188968259"/>
                  </a:ext>
                </a:extLst>
              </a:tr>
              <a:tr h="388032">
                <a:tc>
                  <a:txBody>
                    <a:bodyPr/>
                    <a:lstStyle/>
                    <a:p>
                      <a:pPr algn="ctr" rtl="0" fontAlgn="ctr"/>
                      <a:r>
                        <a:rPr lang="es-PE" sz="2400" b="1" u="none" strike="noStrike" dirty="0">
                          <a:effectLst/>
                        </a:rPr>
                        <a:t>C</a:t>
                      </a:r>
                      <a:r>
                        <a:rPr lang="es-PE" sz="2400" b="1" u="none" strike="noStrike" baseline="-25000" dirty="0">
                          <a:effectLst/>
                        </a:rPr>
                        <a:t>B</a:t>
                      </a:r>
                      <a:endParaRPr lang="es-PE" sz="2400" b="1" i="0" u="none" strike="noStrike" dirty="0">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X</a:t>
                      </a:r>
                      <a:r>
                        <a:rPr lang="es-PE" sz="2400" b="1" u="none" strike="noStrike" baseline="-25000" dirty="0">
                          <a:effectLst/>
                        </a:rPr>
                        <a:t>B</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X</a:t>
                      </a:r>
                      <a:r>
                        <a:rPr lang="es-PE" sz="2400" b="1" u="none" strike="noStrike" baseline="-25000" dirty="0">
                          <a:effectLst/>
                        </a:rPr>
                        <a:t>1</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X</a:t>
                      </a:r>
                      <a:r>
                        <a:rPr lang="es-PE" sz="2400" b="1" u="none" strike="noStrike" baseline="-25000">
                          <a:effectLst/>
                        </a:rPr>
                        <a:t>2</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S</a:t>
                      </a:r>
                      <a:r>
                        <a:rPr lang="es-PE" sz="2400" b="1" u="none" strike="noStrike" baseline="-25000" dirty="0">
                          <a:effectLst/>
                        </a:rPr>
                        <a:t>2</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S</a:t>
                      </a:r>
                      <a:r>
                        <a:rPr lang="es-PE" sz="2400" b="1" u="none" strike="noStrike" baseline="-25000" dirty="0">
                          <a:effectLst/>
                        </a:rPr>
                        <a:t>3</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A</a:t>
                      </a:r>
                      <a:r>
                        <a:rPr lang="es-PE" sz="2400" b="1" u="none" strike="noStrike" baseline="-25000" dirty="0">
                          <a:effectLst/>
                        </a:rPr>
                        <a:t>2</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A</a:t>
                      </a:r>
                      <a:r>
                        <a:rPr lang="es-PE" sz="2400" b="1" u="none" strike="noStrike" baseline="-25000" dirty="0">
                          <a:effectLst/>
                        </a:rPr>
                        <a:t>3</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S</a:t>
                      </a:r>
                      <a:r>
                        <a:rPr lang="es-PE" sz="2400" b="1" u="none" strike="noStrike" baseline="-25000" dirty="0">
                          <a:effectLst/>
                        </a:rPr>
                        <a:t>4</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S</a:t>
                      </a:r>
                      <a:r>
                        <a:rPr lang="es-PE" sz="2400" b="1" u="none" strike="noStrike" baseline="-25000" dirty="0">
                          <a:effectLst/>
                        </a:rPr>
                        <a:t>5</a:t>
                      </a:r>
                      <a:endParaRPr lang="es-PE" sz="2400" b="1" i="0" u="none" strike="noStrike" dirty="0">
                        <a:solidFill>
                          <a:srgbClr val="000000"/>
                        </a:solidFill>
                        <a:effectLst/>
                        <a:latin typeface="Calibri" panose="020F0502020204030204" pitchFamily="34" charset="0"/>
                      </a:endParaRPr>
                    </a:p>
                  </a:txBody>
                  <a:tcPr marL="0" marR="0" marT="0" marB="0" anchor="ctr"/>
                </a:tc>
                <a:tc vMerge="1">
                  <a:txBody>
                    <a:bodyPr/>
                    <a:lstStyle/>
                    <a:p>
                      <a:endParaRPr lang="es-PE"/>
                    </a:p>
                  </a:txBody>
                  <a:tcPr/>
                </a:tc>
                <a:tc vMerge="1">
                  <a:txBody>
                    <a:bodyPr/>
                    <a:lstStyle/>
                    <a:p>
                      <a:endParaRPr lang="es-PE"/>
                    </a:p>
                  </a:txBody>
                  <a:tcPr/>
                </a:tc>
                <a:tc>
                  <a:txBody>
                    <a:bodyPr/>
                    <a:lstStyle/>
                    <a:p>
                      <a:pPr algn="l" fontAlgn="b"/>
                      <a:endParaRPr lang="es-PE" sz="24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196851763"/>
                  </a:ext>
                </a:extLst>
              </a:tr>
              <a:tr h="388032">
                <a:tc>
                  <a:txBody>
                    <a:bodyPr/>
                    <a:lstStyle/>
                    <a:p>
                      <a:pPr algn="ctr" rtl="0" fontAlgn="ctr"/>
                      <a:r>
                        <a:rPr lang="es-PE" sz="2400" b="1" u="none" strike="noStrike" dirty="0">
                          <a:effectLst/>
                        </a:rPr>
                        <a:t>+M</a:t>
                      </a:r>
                      <a:endParaRPr lang="es-PE" sz="2400" b="1" i="0" u="none" strike="noStrike" dirty="0">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A</a:t>
                      </a:r>
                      <a:r>
                        <a:rPr lang="es-PE" sz="2400" b="1" u="none" strike="noStrike" baseline="-25000" dirty="0">
                          <a:effectLst/>
                        </a:rPr>
                        <a:t>2</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4</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6</a:t>
                      </a:r>
                      <a:endParaRPr lang="es-PE" sz="2400" b="1" i="0" u="none" strike="noStrike" dirty="0">
                        <a:solidFill>
                          <a:srgbClr val="000000"/>
                        </a:solidFill>
                        <a:effectLst/>
                        <a:latin typeface="Calibri" panose="020F0502020204030204" pitchFamily="34" charset="0"/>
                      </a:endParaRPr>
                    </a:p>
                  </a:txBody>
                  <a:tcPr marL="0" marR="0" marT="0" marB="0" anchor="ctr">
                    <a:solidFill>
                      <a:srgbClr val="92D050"/>
                    </a:solidFill>
                  </a:tcPr>
                </a:tc>
                <a:tc>
                  <a:txBody>
                    <a:bodyPr/>
                    <a:lstStyle/>
                    <a:p>
                      <a:pPr algn="ctr" rtl="0" fontAlgn="ctr"/>
                      <a:r>
                        <a:rPr lang="es-PE" sz="2400" b="1" u="none" strike="noStrike" dirty="0">
                          <a:effectLst/>
                        </a:rPr>
                        <a:t>-1</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0</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1</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50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8,33</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l" fontAlgn="b"/>
                      <a:endParaRPr lang="es-PE" sz="24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127004221"/>
                  </a:ext>
                </a:extLst>
              </a:tr>
              <a:tr h="388032">
                <a:tc>
                  <a:txBody>
                    <a:bodyPr/>
                    <a:lstStyle/>
                    <a:p>
                      <a:pPr algn="ctr" rtl="0" fontAlgn="ctr"/>
                      <a:r>
                        <a:rPr lang="es-PE" sz="2400" b="1" u="none" strike="noStrike">
                          <a:effectLst/>
                        </a:rPr>
                        <a:t>+M</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A</a:t>
                      </a:r>
                      <a:r>
                        <a:rPr lang="es-PE" sz="2400" b="1" u="none" strike="noStrike" baseline="-25000" dirty="0">
                          <a:effectLst/>
                        </a:rPr>
                        <a:t>3</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4</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4</a:t>
                      </a:r>
                      <a:endParaRPr lang="es-PE" sz="2400" b="1" i="0" u="none" strike="noStrike" dirty="0">
                        <a:solidFill>
                          <a:srgbClr val="000000"/>
                        </a:solidFill>
                        <a:effectLst/>
                        <a:latin typeface="Calibri" panose="020F0502020204030204" pitchFamily="34" charset="0"/>
                      </a:endParaRPr>
                    </a:p>
                  </a:txBody>
                  <a:tcPr marL="0" marR="0" marT="0" marB="0" anchor="ctr">
                    <a:solidFill>
                      <a:srgbClr val="92D050"/>
                    </a:solidFill>
                  </a:tcP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-1</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0</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1</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40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10,00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l" fontAlgn="b"/>
                      <a:endParaRPr lang="es-PE" sz="24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31592366"/>
                  </a:ext>
                </a:extLst>
              </a:tr>
              <a:tr h="388032">
                <a:tc>
                  <a:txBody>
                    <a:bodyPr/>
                    <a:lstStyle/>
                    <a:p>
                      <a:pPr algn="ctr" rtl="0" fontAlgn="ctr"/>
                      <a:r>
                        <a:rPr lang="es-PE" sz="2400" b="1" u="none" strike="noStrike">
                          <a:effectLst/>
                        </a:rPr>
                        <a:t>0</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S</a:t>
                      </a:r>
                      <a:r>
                        <a:rPr lang="es-PE" sz="2400" b="1" u="none" strike="noStrike" baseline="-25000" dirty="0">
                          <a:effectLst/>
                        </a:rPr>
                        <a:t>4</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1</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s-PE" sz="2400" b="1" u="none" strike="noStrike" dirty="0">
                          <a:effectLst/>
                        </a:rPr>
                        <a:t>0</a:t>
                      </a:r>
                      <a:endParaRPr lang="es-PE" sz="2400" b="1" i="0" u="none" strike="noStrike" dirty="0">
                        <a:solidFill>
                          <a:srgbClr val="000000"/>
                        </a:solidFill>
                        <a:effectLst/>
                        <a:latin typeface="Calibri" panose="020F0502020204030204" pitchFamily="34" charset="0"/>
                      </a:endParaRPr>
                    </a:p>
                  </a:txBody>
                  <a:tcPr marL="0" marR="0" marT="0" marB="0" anchor="ctr">
                    <a:solidFill>
                      <a:srgbClr val="92D050"/>
                    </a:solidFill>
                  </a:tcP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0</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1</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0</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7</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 </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l" fontAlgn="b"/>
                      <a:endParaRPr lang="es-PE" sz="24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50790528"/>
                  </a:ext>
                </a:extLst>
              </a:tr>
              <a:tr h="388032">
                <a:tc>
                  <a:txBody>
                    <a:bodyPr/>
                    <a:lstStyle/>
                    <a:p>
                      <a:pPr algn="ctr" rtl="0" fontAlgn="ctr"/>
                      <a:r>
                        <a:rPr lang="es-PE" sz="2400" b="1" u="none" strike="noStrike">
                          <a:effectLst/>
                        </a:rPr>
                        <a:t>0</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S</a:t>
                      </a:r>
                      <a:r>
                        <a:rPr lang="es-PE" sz="2400" b="1" u="none" strike="noStrike" baseline="-25000" dirty="0">
                          <a:effectLst/>
                        </a:rPr>
                        <a:t>5</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1</a:t>
                      </a:r>
                      <a:endParaRPr lang="es-PE" sz="2400" b="1" i="0" u="none" strike="noStrike" dirty="0">
                        <a:solidFill>
                          <a:srgbClr val="000000"/>
                        </a:solidFill>
                        <a:effectLst/>
                        <a:latin typeface="Calibri" panose="020F0502020204030204" pitchFamily="34" charset="0"/>
                      </a:endParaRPr>
                    </a:p>
                  </a:txBody>
                  <a:tcPr marL="0" marR="0" marT="0" marB="0" anchor="ctr">
                    <a:solidFill>
                      <a:srgbClr val="92D050"/>
                    </a:solidFill>
                  </a:tcPr>
                </a:tc>
                <a:tc>
                  <a:txBody>
                    <a:bodyPr/>
                    <a:lstStyle/>
                    <a:p>
                      <a:pPr algn="ctr" rtl="0" fontAlgn="ctr"/>
                      <a:r>
                        <a:rPr lang="es-PE" sz="2400" b="1" u="none" strike="noStrike" dirty="0">
                          <a:effectLst/>
                        </a:rPr>
                        <a:t>0</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0</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0</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0</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0</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1</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7</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7,00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l" fontAlgn="b"/>
                      <a:endParaRPr lang="es-PE" sz="24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608617431"/>
                  </a:ext>
                </a:extLst>
              </a:tr>
              <a:tr h="428174">
                <a:tc gridSpan="2">
                  <a:txBody>
                    <a:bodyPr/>
                    <a:lstStyle/>
                    <a:p>
                      <a:pPr algn="ctr" rtl="0" fontAlgn="ctr"/>
                      <a:r>
                        <a:rPr lang="es-PE" sz="2400" b="1" u="none" strike="noStrike">
                          <a:effectLst/>
                        </a:rPr>
                        <a:t>Zj</a:t>
                      </a:r>
                      <a:endParaRPr lang="es-PE" sz="2400" b="1" i="0" u="none" strike="noStrike">
                        <a:solidFill>
                          <a:srgbClr val="FFFFFF"/>
                        </a:solidFill>
                        <a:effectLst/>
                        <a:latin typeface="Calibri" panose="020F0502020204030204" pitchFamily="34" charset="0"/>
                      </a:endParaRPr>
                    </a:p>
                  </a:txBody>
                  <a:tcPr marL="0" marR="0" marT="0" marB="0" anchor="ctr"/>
                </a:tc>
                <a:tc hMerge="1">
                  <a:txBody>
                    <a:bodyPr/>
                    <a:lstStyle/>
                    <a:p>
                      <a:endParaRPr lang="es-PE"/>
                    </a:p>
                  </a:txBody>
                  <a:tcPr/>
                </a:tc>
                <a:tc>
                  <a:txBody>
                    <a:bodyPr/>
                    <a:lstStyle/>
                    <a:p>
                      <a:pPr algn="ctr" rtl="0" fontAlgn="ctr"/>
                      <a:r>
                        <a:rPr lang="es-PE" sz="2400" b="1" u="none" strike="noStrike">
                          <a:effectLst/>
                        </a:rPr>
                        <a:t>8M </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10M </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-M</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-M</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M</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M</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fontAlgn="ctr"/>
                      <a:r>
                        <a:rPr lang="es-PE" sz="2400" b="1" u="none" strike="noStrike">
                          <a:effectLst/>
                        </a:rPr>
                        <a:t>90M</a:t>
                      </a:r>
                      <a:endParaRPr lang="es-PE" sz="24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2400" b="1" u="none" strike="noStrike">
                          <a:effectLst/>
                        </a:rPr>
                        <a:t> </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l" fontAlgn="b"/>
                      <a:endParaRPr lang="es-PE" sz="24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740898019"/>
                  </a:ext>
                </a:extLst>
              </a:tr>
              <a:tr h="428174">
                <a:tc gridSpan="2">
                  <a:txBody>
                    <a:bodyPr/>
                    <a:lstStyle/>
                    <a:p>
                      <a:pPr algn="ctr" rtl="0" fontAlgn="ctr"/>
                      <a:r>
                        <a:rPr lang="es-PE" sz="2400" b="1" u="none" strike="noStrike">
                          <a:effectLst/>
                        </a:rPr>
                        <a:t>Cj-Zj</a:t>
                      </a:r>
                      <a:endParaRPr lang="es-PE" sz="2400" b="1" i="0" u="none" strike="noStrike">
                        <a:solidFill>
                          <a:srgbClr val="FFFFFF"/>
                        </a:solidFill>
                        <a:effectLst/>
                        <a:latin typeface="Calibri" panose="020F0502020204030204" pitchFamily="34" charset="0"/>
                      </a:endParaRPr>
                    </a:p>
                  </a:txBody>
                  <a:tcPr marL="0" marR="0" marT="0" marB="0" anchor="ctr"/>
                </a:tc>
                <a:tc hMerge="1">
                  <a:txBody>
                    <a:bodyPr/>
                    <a:lstStyle/>
                    <a:p>
                      <a:endParaRPr lang="es-PE"/>
                    </a:p>
                  </a:txBody>
                  <a:tcPr/>
                </a:tc>
                <a:tc>
                  <a:txBody>
                    <a:bodyPr/>
                    <a:lstStyle/>
                    <a:p>
                      <a:pPr algn="l" fontAlgn="b"/>
                      <a:r>
                        <a:rPr lang="es-PE" sz="2400" b="1" u="none" strike="noStrike">
                          <a:effectLst/>
                        </a:rPr>
                        <a:t>20-8M </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22-10M    </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M</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M</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fontAlgn="ctr"/>
                      <a:r>
                        <a:rPr lang="es-PE" sz="2400" b="1" u="none" strike="noStrike">
                          <a:effectLst/>
                        </a:rPr>
                        <a:t> </a:t>
                      </a:r>
                      <a:endParaRPr lang="es-PE" sz="2400" b="1"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400" b="1" u="none" strike="noStrike">
                          <a:effectLst/>
                        </a:rPr>
                        <a:t> </a:t>
                      </a:r>
                      <a:endParaRPr lang="es-PE" sz="2400" b="1" i="0" u="none" strike="noStrike">
                        <a:solidFill>
                          <a:srgbClr val="000000"/>
                        </a:solidFill>
                        <a:effectLst/>
                        <a:latin typeface="Arial" panose="020B0604020202020204" pitchFamily="34" charset="0"/>
                      </a:endParaRPr>
                    </a:p>
                  </a:txBody>
                  <a:tcPr marL="0" marR="0" marT="0" marB="0" anchor="ctr"/>
                </a:tc>
                <a:tc>
                  <a:txBody>
                    <a:bodyPr/>
                    <a:lstStyle/>
                    <a:p>
                      <a:pPr algn="l" fontAlgn="b"/>
                      <a:endParaRPr lang="es-PE" sz="24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193803807"/>
                  </a:ext>
                </a:extLst>
              </a:tr>
              <a:tr h="428174">
                <a:tc>
                  <a:txBody>
                    <a:bodyPr/>
                    <a:lstStyle/>
                    <a:p>
                      <a:pPr algn="ctr" rtl="0" fontAlgn="ctr"/>
                      <a:r>
                        <a:rPr lang="es-PE" sz="2400" b="1" u="none" strike="noStrike">
                          <a:effectLst/>
                        </a:rPr>
                        <a:t>+M</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A</a:t>
                      </a:r>
                      <a:r>
                        <a:rPr lang="es-PE" sz="2400" b="1" u="none" strike="noStrike" baseline="-25000">
                          <a:effectLst/>
                        </a:rPr>
                        <a:t>2</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fontAlgn="t"/>
                      <a:endParaRPr lang="es-PE" sz="2400" b="1" i="0" u="none" strike="noStrike" dirty="0">
                        <a:solidFill>
                          <a:srgbClr val="000000"/>
                        </a:solidFill>
                        <a:effectLst/>
                        <a:latin typeface="Arial" panose="020B0604020202020204" pitchFamily="34" charset="0"/>
                      </a:endParaRPr>
                    </a:p>
                  </a:txBody>
                  <a:tcPr marL="0" marR="0" marT="0" marB="0"/>
                </a:tc>
                <a:tc>
                  <a:txBody>
                    <a:bodyPr/>
                    <a:lstStyle/>
                    <a:p>
                      <a:pPr algn="ctr" fontAlgn="t"/>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endParaRPr lang="es-PE" sz="2400" b="1" i="0" u="none" strike="noStrike" dirty="0">
                        <a:solidFill>
                          <a:srgbClr val="000000"/>
                        </a:solidFill>
                        <a:effectLst/>
                        <a:latin typeface="Arial" panose="020B0604020202020204" pitchFamily="34" charset="0"/>
                      </a:endParaRPr>
                    </a:p>
                  </a:txBody>
                  <a:tcPr marL="0" marR="0" marT="0" marB="0"/>
                </a:tc>
                <a:tc>
                  <a:txBody>
                    <a:bodyPr/>
                    <a:lstStyle/>
                    <a:p>
                      <a:pPr algn="ctr" fontAlgn="t"/>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ctr"/>
                      <a:endParaRPr lang="es-PE" sz="2400" b="1" i="0" u="none" strike="noStrike">
                        <a:solidFill>
                          <a:srgbClr val="000000"/>
                        </a:solidFill>
                        <a:effectLst/>
                        <a:latin typeface="Arial" panose="020B0604020202020204" pitchFamily="34" charset="0"/>
                      </a:endParaRPr>
                    </a:p>
                  </a:txBody>
                  <a:tcPr marL="0" marR="0" marT="0" marB="0" anchor="ctr"/>
                </a:tc>
                <a:tc>
                  <a:txBody>
                    <a:bodyPr/>
                    <a:lstStyle/>
                    <a:p>
                      <a:pPr algn="l" fontAlgn="b"/>
                      <a:endParaRPr lang="es-PE" sz="24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399182373"/>
                  </a:ext>
                </a:extLst>
              </a:tr>
              <a:tr h="428174">
                <a:tc>
                  <a:txBody>
                    <a:bodyPr/>
                    <a:lstStyle/>
                    <a:p>
                      <a:pPr algn="ctr" rtl="0" fontAlgn="ctr"/>
                      <a:r>
                        <a:rPr lang="es-PE" sz="2400" b="1" u="none" strike="noStrike">
                          <a:effectLst/>
                        </a:rPr>
                        <a:t>+M</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A</a:t>
                      </a:r>
                      <a:r>
                        <a:rPr lang="es-PE" sz="2400" b="1" u="none" strike="noStrike" baseline="-25000">
                          <a:effectLst/>
                        </a:rPr>
                        <a:t>3</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fontAlgn="t"/>
                      <a:endParaRPr lang="es-PE" sz="2400" b="1" i="0" u="none" strike="noStrike" dirty="0">
                        <a:solidFill>
                          <a:srgbClr val="000000"/>
                        </a:solidFill>
                        <a:effectLst/>
                        <a:latin typeface="Arial" panose="020B0604020202020204" pitchFamily="34" charset="0"/>
                      </a:endParaRPr>
                    </a:p>
                  </a:txBody>
                  <a:tcPr marL="0" marR="0" marT="0" marB="0"/>
                </a:tc>
                <a:tc>
                  <a:txBody>
                    <a:bodyPr/>
                    <a:lstStyle/>
                    <a:p>
                      <a:pPr algn="ctr" fontAlgn="t"/>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endParaRPr lang="es-PE" sz="2400" b="1" i="0" u="none" strike="noStrike" dirty="0">
                        <a:solidFill>
                          <a:srgbClr val="000000"/>
                        </a:solidFill>
                        <a:effectLst/>
                        <a:latin typeface="Arial" panose="020B0604020202020204" pitchFamily="34" charset="0"/>
                      </a:endParaRPr>
                    </a:p>
                  </a:txBody>
                  <a:tcPr marL="0" marR="0" marT="0" marB="0"/>
                </a:tc>
                <a:tc>
                  <a:txBody>
                    <a:bodyPr/>
                    <a:lstStyle/>
                    <a:p>
                      <a:pPr algn="ctr" fontAlgn="t"/>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ctr"/>
                      <a:endParaRPr lang="es-PE" sz="2400" b="1" i="0" u="none" strike="noStrike">
                        <a:solidFill>
                          <a:srgbClr val="000000"/>
                        </a:solidFill>
                        <a:effectLst/>
                        <a:latin typeface="Arial" panose="020B0604020202020204" pitchFamily="34" charset="0"/>
                      </a:endParaRPr>
                    </a:p>
                  </a:txBody>
                  <a:tcPr marL="0" marR="0" marT="0" marB="0" anchor="ctr"/>
                </a:tc>
                <a:tc>
                  <a:txBody>
                    <a:bodyPr/>
                    <a:lstStyle/>
                    <a:p>
                      <a:pPr algn="l" fontAlgn="b"/>
                      <a:endParaRPr lang="es-PE" sz="24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999879796"/>
                  </a:ext>
                </a:extLst>
              </a:tr>
              <a:tr h="428174">
                <a:tc>
                  <a:txBody>
                    <a:bodyPr/>
                    <a:lstStyle/>
                    <a:p>
                      <a:pPr algn="ctr" rtl="0" fontAlgn="ctr"/>
                      <a:r>
                        <a:rPr lang="es-PE" sz="2400" b="1" u="none" strike="noStrike">
                          <a:effectLst/>
                        </a:rPr>
                        <a:t>0</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S</a:t>
                      </a:r>
                      <a:r>
                        <a:rPr lang="es-PE" sz="2400" b="1" u="none" strike="noStrike" baseline="-25000">
                          <a:effectLst/>
                        </a:rPr>
                        <a:t>4</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t"/>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rtl="0" fontAlgn="ct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fontAlgn="ctr"/>
                      <a:endParaRPr lang="es-PE" sz="2400" b="1" i="0" u="none" strike="noStrike">
                        <a:solidFill>
                          <a:srgbClr val="000000"/>
                        </a:solidFill>
                        <a:effectLst/>
                        <a:latin typeface="Arial" panose="020B0604020202020204" pitchFamily="34" charset="0"/>
                      </a:endParaRPr>
                    </a:p>
                  </a:txBody>
                  <a:tcPr marL="0" marR="0" marT="0" marB="0" anchor="ctr"/>
                </a:tc>
                <a:tc>
                  <a:txBody>
                    <a:bodyPr/>
                    <a:lstStyle/>
                    <a:p>
                      <a:pPr algn="l" fontAlgn="b"/>
                      <a:endParaRPr lang="es-PE" sz="24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7521821"/>
                  </a:ext>
                </a:extLst>
              </a:tr>
              <a:tr h="441554">
                <a:tc>
                  <a:txBody>
                    <a:bodyPr/>
                    <a:lstStyle/>
                    <a:p>
                      <a:pPr algn="ctr" rtl="0" fontAlgn="ctr"/>
                      <a:r>
                        <a:rPr lang="es-PE" sz="2400" b="1" u="none" strike="noStrike">
                          <a:effectLst/>
                        </a:rPr>
                        <a:t>22</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X</a:t>
                      </a:r>
                      <a:r>
                        <a:rPr lang="es-PE" sz="2400" b="1" u="none" strike="noStrike" baseline="-25000">
                          <a:effectLst/>
                        </a:rPr>
                        <a:t>2</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t"/>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rtl="0" fontAlgn="ct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fontAlgn="ctr"/>
                      <a:endParaRPr lang="es-PE" sz="2400" b="1" i="0" u="none" strike="noStrike">
                        <a:solidFill>
                          <a:srgbClr val="000000"/>
                        </a:solidFill>
                        <a:effectLst/>
                        <a:latin typeface="Arial" panose="020B0604020202020204" pitchFamily="34" charset="0"/>
                      </a:endParaRPr>
                    </a:p>
                  </a:txBody>
                  <a:tcPr marL="0" marR="0" marT="0" marB="0" anchor="ctr"/>
                </a:tc>
                <a:tc>
                  <a:txBody>
                    <a:bodyPr/>
                    <a:lstStyle/>
                    <a:p>
                      <a:pPr algn="l" fontAlgn="b"/>
                      <a:endParaRPr lang="es-PE" sz="24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184722705"/>
                  </a:ext>
                </a:extLst>
              </a:tr>
              <a:tr h="374653">
                <a:tc gridSpan="2">
                  <a:txBody>
                    <a:bodyPr/>
                    <a:lstStyle/>
                    <a:p>
                      <a:pPr algn="ctr" rtl="0" fontAlgn="ctr"/>
                      <a:r>
                        <a:rPr lang="es-PE" sz="2400" b="1" u="none" strike="noStrike">
                          <a:effectLst/>
                        </a:rPr>
                        <a:t>Zj</a:t>
                      </a:r>
                      <a:endParaRPr lang="es-PE" sz="2400" b="1" i="0" u="none" strike="noStrike">
                        <a:solidFill>
                          <a:srgbClr val="FFFFFF"/>
                        </a:solidFill>
                        <a:effectLst/>
                        <a:latin typeface="Calibri" panose="020F0502020204030204" pitchFamily="34" charset="0"/>
                      </a:endParaRPr>
                    </a:p>
                  </a:txBody>
                  <a:tcPr marL="0" marR="0" marT="0" marB="0" anchor="ctr"/>
                </a:tc>
                <a:tc hMerge="1">
                  <a:txBody>
                    <a:bodyPr/>
                    <a:lstStyle/>
                    <a:p>
                      <a:endParaRPr lang="es-PE"/>
                    </a:p>
                  </a:txBody>
                  <a:tcPr/>
                </a:tc>
                <a:tc>
                  <a:txBody>
                    <a:bodyPr/>
                    <a:lstStyle/>
                    <a:p>
                      <a:pPr algn="ctr" rtl="0" fontAlgn="ct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l" fontAlgn="b"/>
                      <a:endParaRPr lang="es-PE" sz="24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669465566"/>
                  </a:ext>
                </a:extLst>
              </a:tr>
              <a:tr h="368945">
                <a:tc gridSpan="2">
                  <a:txBody>
                    <a:bodyPr/>
                    <a:lstStyle/>
                    <a:p>
                      <a:pPr algn="ctr" rtl="0" fontAlgn="ctr"/>
                      <a:r>
                        <a:rPr lang="es-PE" sz="2400" b="1" u="none" strike="noStrike">
                          <a:effectLst/>
                        </a:rPr>
                        <a:t>Cj-Zj</a:t>
                      </a:r>
                      <a:endParaRPr lang="es-PE" sz="2400" b="1" i="0" u="none" strike="noStrike">
                        <a:solidFill>
                          <a:srgbClr val="FFFFFF"/>
                        </a:solidFill>
                        <a:effectLst/>
                        <a:latin typeface="Calibri" panose="020F0502020204030204" pitchFamily="34" charset="0"/>
                      </a:endParaRPr>
                    </a:p>
                  </a:txBody>
                  <a:tcPr marL="0" marR="0" marT="0" marB="0" anchor="ctr"/>
                </a:tc>
                <a:tc hMerge="1">
                  <a:txBody>
                    <a:bodyPr/>
                    <a:lstStyle/>
                    <a:p>
                      <a:endParaRPr lang="es-PE"/>
                    </a:p>
                  </a:txBody>
                  <a:tcPr/>
                </a:tc>
                <a:tc>
                  <a:txBody>
                    <a:bodyPr/>
                    <a:lstStyle/>
                    <a:p>
                      <a:pPr algn="ctr" fontAlgn="ctr"/>
                      <a:endParaRPr lang="es-PE" sz="2400" b="1"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endParaRPr lang="es-PE" sz="2400" b="1"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endParaRPr lang="es-PE" sz="2400" b="1"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endParaRPr lang="es-PE" sz="2400" b="1"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endParaRPr lang="es-PE" sz="2400" b="1"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endParaRPr lang="es-PE" sz="2400" b="1" i="0" u="none" strike="noStrike" dirty="0">
                        <a:solidFill>
                          <a:srgbClr val="000000"/>
                        </a:solidFill>
                        <a:effectLst/>
                        <a:latin typeface="Arial" panose="020B0604020202020204" pitchFamily="34" charset="0"/>
                      </a:endParaRPr>
                    </a:p>
                  </a:txBody>
                  <a:tcPr marL="0" marR="0" marT="0" marB="0" anchor="ctr"/>
                </a:tc>
                <a:tc>
                  <a:txBody>
                    <a:bodyPr/>
                    <a:lstStyle/>
                    <a:p>
                      <a:pPr algn="ctr" fontAlgn="ctr"/>
                      <a:endParaRPr lang="es-PE" sz="2400" b="1"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endParaRPr lang="es-PE" sz="2400" b="1" i="0" u="none" strike="noStrike" dirty="0">
                        <a:solidFill>
                          <a:srgbClr val="000000"/>
                        </a:solidFill>
                        <a:effectLst/>
                        <a:latin typeface="Arial" panose="020B0604020202020204" pitchFamily="34" charset="0"/>
                      </a:endParaRPr>
                    </a:p>
                  </a:txBody>
                  <a:tcPr marL="0" marR="0" marT="0" marB="0" anchor="ctr"/>
                </a:tc>
                <a:tc>
                  <a:txBody>
                    <a:bodyPr/>
                    <a:lstStyle/>
                    <a:p>
                      <a:pPr algn="l" fontAlgn="b"/>
                      <a:endParaRPr lang="es-PE" sz="2400" b="1"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616931772"/>
                  </a:ext>
                </a:extLst>
              </a:tr>
            </a:tbl>
          </a:graphicData>
        </a:graphic>
      </p:graphicFrame>
      <p:sp>
        <p:nvSpPr>
          <p:cNvPr id="5" name="Elipse 4">
            <a:extLst>
              <a:ext uri="{FF2B5EF4-FFF2-40B4-BE49-F238E27FC236}">
                <a16:creationId xmlns:a16="http://schemas.microsoft.com/office/drawing/2014/main" id="{5E4A4EE7-83D4-4E0A-A5BB-2D9862F5FF7F}"/>
              </a:ext>
            </a:extLst>
          </p:cNvPr>
          <p:cNvSpPr/>
          <p:nvPr/>
        </p:nvSpPr>
        <p:spPr>
          <a:xfrm>
            <a:off x="2792329" y="3105981"/>
            <a:ext cx="393323" cy="448380"/>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1100"/>
          </a:p>
        </p:txBody>
      </p:sp>
      <p:sp>
        <p:nvSpPr>
          <p:cNvPr id="2" name="Elipse 1">
            <a:extLst>
              <a:ext uri="{FF2B5EF4-FFF2-40B4-BE49-F238E27FC236}">
                <a16:creationId xmlns:a16="http://schemas.microsoft.com/office/drawing/2014/main" id="{E68405D3-C73B-384A-5043-0771DB1450C8}"/>
              </a:ext>
            </a:extLst>
          </p:cNvPr>
          <p:cNvSpPr/>
          <p:nvPr/>
        </p:nvSpPr>
        <p:spPr>
          <a:xfrm>
            <a:off x="2792328" y="5635127"/>
            <a:ext cx="393323" cy="448380"/>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1100"/>
          </a:p>
        </p:txBody>
      </p:sp>
    </p:spTree>
    <p:extLst>
      <p:ext uri="{BB962C8B-B14F-4D97-AF65-F5344CB8AC3E}">
        <p14:creationId xmlns:p14="http://schemas.microsoft.com/office/powerpoint/2010/main" val="29258855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7AEA93DB-A16C-41A5-B582-6BB15975D103}"/>
              </a:ext>
            </a:extLst>
          </p:cNvPr>
          <p:cNvGraphicFramePr>
            <a:graphicFrameLocks noGrp="1"/>
          </p:cNvGraphicFramePr>
          <p:nvPr>
            <p:extLst>
              <p:ext uri="{D42A27DB-BD31-4B8C-83A1-F6EECF244321}">
                <p14:modId xmlns:p14="http://schemas.microsoft.com/office/powerpoint/2010/main" val="2029502564"/>
              </p:ext>
            </p:extLst>
          </p:nvPr>
        </p:nvGraphicFramePr>
        <p:xfrm>
          <a:off x="0" y="-162215"/>
          <a:ext cx="12192000" cy="7182430"/>
        </p:xfrm>
        <a:graphic>
          <a:graphicData uri="http://schemas.openxmlformats.org/drawingml/2006/table">
            <a:tbl>
              <a:tblPr>
                <a:tableStyleId>{5C22544A-7EE6-4342-B048-85BDC9FD1C3A}</a:tableStyleId>
              </a:tblPr>
              <a:tblGrid>
                <a:gridCol w="809875">
                  <a:extLst>
                    <a:ext uri="{9D8B030D-6E8A-4147-A177-3AD203B41FA5}">
                      <a16:colId xmlns:a16="http://schemas.microsoft.com/office/drawing/2014/main" val="2933435172"/>
                    </a:ext>
                  </a:extLst>
                </a:gridCol>
                <a:gridCol w="809875">
                  <a:extLst>
                    <a:ext uri="{9D8B030D-6E8A-4147-A177-3AD203B41FA5}">
                      <a16:colId xmlns:a16="http://schemas.microsoft.com/office/drawing/2014/main" val="1252426621"/>
                    </a:ext>
                  </a:extLst>
                </a:gridCol>
                <a:gridCol w="840246">
                  <a:extLst>
                    <a:ext uri="{9D8B030D-6E8A-4147-A177-3AD203B41FA5}">
                      <a16:colId xmlns:a16="http://schemas.microsoft.com/office/drawing/2014/main" val="3543821842"/>
                    </a:ext>
                  </a:extLst>
                </a:gridCol>
                <a:gridCol w="1020623">
                  <a:extLst>
                    <a:ext uri="{9D8B030D-6E8A-4147-A177-3AD203B41FA5}">
                      <a16:colId xmlns:a16="http://schemas.microsoft.com/office/drawing/2014/main" val="1095053977"/>
                    </a:ext>
                  </a:extLst>
                </a:gridCol>
                <a:gridCol w="1074930">
                  <a:extLst>
                    <a:ext uri="{9D8B030D-6E8A-4147-A177-3AD203B41FA5}">
                      <a16:colId xmlns:a16="http://schemas.microsoft.com/office/drawing/2014/main" val="1559985661"/>
                    </a:ext>
                  </a:extLst>
                </a:gridCol>
                <a:gridCol w="1285678">
                  <a:extLst>
                    <a:ext uri="{9D8B030D-6E8A-4147-A177-3AD203B41FA5}">
                      <a16:colId xmlns:a16="http://schemas.microsoft.com/office/drawing/2014/main" val="553433310"/>
                    </a:ext>
                  </a:extLst>
                </a:gridCol>
                <a:gridCol w="1285678">
                  <a:extLst>
                    <a:ext uri="{9D8B030D-6E8A-4147-A177-3AD203B41FA5}">
                      <a16:colId xmlns:a16="http://schemas.microsoft.com/office/drawing/2014/main" val="1279839473"/>
                    </a:ext>
                  </a:extLst>
                </a:gridCol>
                <a:gridCol w="809875">
                  <a:extLst>
                    <a:ext uri="{9D8B030D-6E8A-4147-A177-3AD203B41FA5}">
                      <a16:colId xmlns:a16="http://schemas.microsoft.com/office/drawing/2014/main" val="1679873991"/>
                    </a:ext>
                  </a:extLst>
                </a:gridCol>
                <a:gridCol w="809875">
                  <a:extLst>
                    <a:ext uri="{9D8B030D-6E8A-4147-A177-3AD203B41FA5}">
                      <a16:colId xmlns:a16="http://schemas.microsoft.com/office/drawing/2014/main" val="2827542512"/>
                    </a:ext>
                  </a:extLst>
                </a:gridCol>
                <a:gridCol w="1238003">
                  <a:extLst>
                    <a:ext uri="{9D8B030D-6E8A-4147-A177-3AD203B41FA5}">
                      <a16:colId xmlns:a16="http://schemas.microsoft.com/office/drawing/2014/main" val="3172179364"/>
                    </a:ext>
                  </a:extLst>
                </a:gridCol>
                <a:gridCol w="781665">
                  <a:extLst>
                    <a:ext uri="{9D8B030D-6E8A-4147-A177-3AD203B41FA5}">
                      <a16:colId xmlns:a16="http://schemas.microsoft.com/office/drawing/2014/main" val="3341615502"/>
                    </a:ext>
                  </a:extLst>
                </a:gridCol>
                <a:gridCol w="615802">
                  <a:extLst>
                    <a:ext uri="{9D8B030D-6E8A-4147-A177-3AD203B41FA5}">
                      <a16:colId xmlns:a16="http://schemas.microsoft.com/office/drawing/2014/main" val="1587411512"/>
                    </a:ext>
                  </a:extLst>
                </a:gridCol>
                <a:gridCol w="809875">
                  <a:extLst>
                    <a:ext uri="{9D8B030D-6E8A-4147-A177-3AD203B41FA5}">
                      <a16:colId xmlns:a16="http://schemas.microsoft.com/office/drawing/2014/main" val="704924235"/>
                    </a:ext>
                  </a:extLst>
                </a:gridCol>
              </a:tblGrid>
              <a:tr h="384381">
                <a:tc gridSpan="2">
                  <a:txBody>
                    <a:bodyPr/>
                    <a:lstStyle/>
                    <a:p>
                      <a:pPr algn="ctr" rtl="0" fontAlgn="ctr"/>
                      <a:r>
                        <a:rPr lang="es-PE" sz="2400" b="1" u="none" strike="noStrike">
                          <a:effectLst/>
                        </a:rPr>
                        <a:t>C</a:t>
                      </a:r>
                      <a:r>
                        <a:rPr lang="es-PE" sz="2400" b="1" u="none" strike="noStrike" baseline="-25000">
                          <a:effectLst/>
                        </a:rPr>
                        <a:t>j</a:t>
                      </a:r>
                      <a:endParaRPr lang="es-PE" sz="2400" b="1" i="0" u="none" strike="noStrike">
                        <a:solidFill>
                          <a:srgbClr val="FFFFFF"/>
                        </a:solidFill>
                        <a:effectLst/>
                        <a:latin typeface="Calibri" panose="020F0502020204030204" pitchFamily="34" charset="0"/>
                      </a:endParaRPr>
                    </a:p>
                  </a:txBody>
                  <a:tcPr marL="0" marR="0" marT="0" marB="0" anchor="ctr"/>
                </a:tc>
                <a:tc hMerge="1">
                  <a:txBody>
                    <a:bodyPr/>
                    <a:lstStyle/>
                    <a:p>
                      <a:endParaRPr lang="es-PE"/>
                    </a:p>
                  </a:txBody>
                  <a:tcPr/>
                </a:tc>
                <a:tc>
                  <a:txBody>
                    <a:bodyPr/>
                    <a:lstStyle/>
                    <a:p>
                      <a:pPr algn="ctr" rtl="0" fontAlgn="ctr"/>
                      <a:r>
                        <a:rPr lang="es-PE" sz="2400" b="1" u="none" strike="noStrike">
                          <a:effectLst/>
                        </a:rPr>
                        <a:t>20</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22</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0</a:t>
                      </a:r>
                      <a:endParaRPr lang="es-PE" sz="2400" b="1" i="0" u="none" strike="noStrike" dirty="0">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+M</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+M</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FFFFFF"/>
                        </a:solidFill>
                        <a:effectLst/>
                        <a:latin typeface="Calibri" panose="020F0502020204030204" pitchFamily="34" charset="0"/>
                      </a:endParaRPr>
                    </a:p>
                  </a:txBody>
                  <a:tcPr marL="0" marR="0" marT="0" marB="0" anchor="ctr"/>
                </a:tc>
                <a:tc rowSpan="2">
                  <a:txBody>
                    <a:bodyPr/>
                    <a:lstStyle/>
                    <a:p>
                      <a:pPr algn="ctr" rtl="0" fontAlgn="ctr"/>
                      <a:r>
                        <a:rPr lang="es-PE" sz="2400" b="1" u="none" strike="noStrike">
                          <a:effectLst/>
                        </a:rPr>
                        <a:t>B</a:t>
                      </a:r>
                      <a:r>
                        <a:rPr lang="es-PE" sz="2400" b="1" u="none" strike="noStrike" baseline="-25000">
                          <a:effectLst/>
                        </a:rPr>
                        <a:t>i</a:t>
                      </a:r>
                      <a:endParaRPr lang="es-PE" sz="2400" b="1" i="0" u="none" strike="noStrike">
                        <a:solidFill>
                          <a:srgbClr val="FFFFFF"/>
                        </a:solidFill>
                        <a:effectLst/>
                        <a:latin typeface="Calibri" panose="020F0502020204030204" pitchFamily="34" charset="0"/>
                      </a:endParaRPr>
                    </a:p>
                  </a:txBody>
                  <a:tcPr marL="0" marR="0" marT="0" marB="0" anchor="ctr"/>
                </a:tc>
                <a:tc rowSpan="2">
                  <a:txBody>
                    <a:bodyPr/>
                    <a:lstStyle/>
                    <a:p>
                      <a:pPr algn="ctr" rtl="0" fontAlgn="ctr"/>
                      <a:r>
                        <a:rPr lang="es-PE" sz="2400" b="1" u="none" strike="noStrike">
                          <a:effectLst/>
                        </a:rPr>
                        <a:t>Ɵ</a:t>
                      </a:r>
                      <a:r>
                        <a:rPr lang="es-PE" sz="2400" b="1" u="none" strike="noStrike" baseline="-25000">
                          <a:effectLst/>
                        </a:rPr>
                        <a:t>i</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l" fontAlgn="b"/>
                      <a:endParaRPr lang="es-PE" sz="24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610918304"/>
                  </a:ext>
                </a:extLst>
              </a:tr>
              <a:tr h="407086">
                <a:tc>
                  <a:txBody>
                    <a:bodyPr/>
                    <a:lstStyle/>
                    <a:p>
                      <a:pPr algn="ctr" rtl="0" fontAlgn="ctr"/>
                      <a:r>
                        <a:rPr lang="es-PE" sz="2400" b="1" u="none" strike="noStrike">
                          <a:effectLst/>
                        </a:rPr>
                        <a:t>C</a:t>
                      </a:r>
                      <a:r>
                        <a:rPr lang="es-PE" sz="2400" b="1" u="none" strike="noStrike" baseline="-25000">
                          <a:effectLst/>
                        </a:rPr>
                        <a:t>B</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X</a:t>
                      </a:r>
                      <a:r>
                        <a:rPr lang="es-PE" sz="2400" b="1" u="none" strike="noStrike" baseline="-25000">
                          <a:effectLst/>
                        </a:rPr>
                        <a:t>B</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X</a:t>
                      </a:r>
                      <a:r>
                        <a:rPr lang="es-PE" sz="2400" b="1" u="none" strike="noStrike" baseline="-25000">
                          <a:effectLst/>
                        </a:rPr>
                        <a:t>1</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X</a:t>
                      </a:r>
                      <a:r>
                        <a:rPr lang="es-PE" sz="2400" b="1" u="none" strike="noStrike" baseline="-25000">
                          <a:effectLst/>
                        </a:rPr>
                        <a:t>2</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S</a:t>
                      </a:r>
                      <a:r>
                        <a:rPr lang="es-PE" sz="2400" b="1" u="none" strike="noStrike" baseline="-25000">
                          <a:effectLst/>
                        </a:rPr>
                        <a:t>2</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S</a:t>
                      </a:r>
                      <a:r>
                        <a:rPr lang="es-PE" sz="2400" b="1" u="none" strike="noStrike" baseline="-25000">
                          <a:effectLst/>
                        </a:rPr>
                        <a:t>3</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A</a:t>
                      </a:r>
                      <a:r>
                        <a:rPr lang="es-PE" sz="2400" b="1" u="none" strike="noStrike" baseline="-25000">
                          <a:effectLst/>
                        </a:rPr>
                        <a:t>2</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A</a:t>
                      </a:r>
                      <a:r>
                        <a:rPr lang="es-PE" sz="2400" b="1" u="none" strike="noStrike" baseline="-25000">
                          <a:effectLst/>
                        </a:rPr>
                        <a:t>3</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S</a:t>
                      </a:r>
                      <a:r>
                        <a:rPr lang="es-PE" sz="2400" b="1" u="none" strike="noStrike" baseline="-25000">
                          <a:effectLst/>
                        </a:rPr>
                        <a:t>4</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S</a:t>
                      </a:r>
                      <a:r>
                        <a:rPr lang="es-PE" sz="2400" b="1" u="none" strike="noStrike" baseline="-25000">
                          <a:effectLst/>
                        </a:rPr>
                        <a:t>5</a:t>
                      </a:r>
                      <a:endParaRPr lang="es-PE" sz="2400" b="1" i="0" u="none" strike="noStrike">
                        <a:solidFill>
                          <a:srgbClr val="000000"/>
                        </a:solidFill>
                        <a:effectLst/>
                        <a:latin typeface="Calibri" panose="020F0502020204030204" pitchFamily="34" charset="0"/>
                      </a:endParaRPr>
                    </a:p>
                  </a:txBody>
                  <a:tcPr marL="0" marR="0" marT="0" marB="0" anchor="ctr"/>
                </a:tc>
                <a:tc vMerge="1">
                  <a:txBody>
                    <a:bodyPr/>
                    <a:lstStyle/>
                    <a:p>
                      <a:endParaRPr lang="es-PE"/>
                    </a:p>
                  </a:txBody>
                  <a:tcPr/>
                </a:tc>
                <a:tc vMerge="1">
                  <a:txBody>
                    <a:bodyPr/>
                    <a:lstStyle/>
                    <a:p>
                      <a:endParaRPr lang="es-PE"/>
                    </a:p>
                  </a:txBody>
                  <a:tcPr/>
                </a:tc>
                <a:tc>
                  <a:txBody>
                    <a:bodyPr/>
                    <a:lstStyle/>
                    <a:p>
                      <a:pPr algn="l" fontAlgn="b"/>
                      <a:endParaRPr lang="es-PE" sz="24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115784288"/>
                  </a:ext>
                </a:extLst>
              </a:tr>
              <a:tr h="407086">
                <a:tc>
                  <a:txBody>
                    <a:bodyPr/>
                    <a:lstStyle/>
                    <a:p>
                      <a:pPr algn="ctr" rtl="0" fontAlgn="ctr"/>
                      <a:r>
                        <a:rPr lang="es-PE" sz="2400" b="1" u="none" strike="noStrike">
                          <a:effectLst/>
                        </a:rPr>
                        <a:t>+M</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A</a:t>
                      </a:r>
                      <a:r>
                        <a:rPr lang="es-PE" sz="2400" b="1" u="none" strike="noStrike" baseline="-25000">
                          <a:effectLst/>
                        </a:rPr>
                        <a:t>2</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4</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6</a:t>
                      </a:r>
                      <a:endParaRPr lang="es-PE" sz="2400" b="1" i="0" u="none" strike="noStrike" dirty="0">
                        <a:solidFill>
                          <a:srgbClr val="000000"/>
                        </a:solidFill>
                        <a:effectLst/>
                        <a:latin typeface="Calibri" panose="020F0502020204030204" pitchFamily="34" charset="0"/>
                      </a:endParaRPr>
                    </a:p>
                  </a:txBody>
                  <a:tcPr marL="0" marR="0" marT="0" marB="0" anchor="ctr">
                    <a:solidFill>
                      <a:srgbClr val="92D050"/>
                    </a:solidFill>
                  </a:tcPr>
                </a:tc>
                <a:tc>
                  <a:txBody>
                    <a:bodyPr/>
                    <a:lstStyle/>
                    <a:p>
                      <a:pPr algn="ctr" rtl="0" fontAlgn="ctr"/>
                      <a:r>
                        <a:rPr lang="es-PE" sz="2400" b="1" u="none" strike="noStrike">
                          <a:effectLst/>
                        </a:rPr>
                        <a:t>-1</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1</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50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8,33</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l" fontAlgn="b"/>
                      <a:endParaRPr lang="es-PE" sz="24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565937919"/>
                  </a:ext>
                </a:extLst>
              </a:tr>
              <a:tr h="407086">
                <a:tc>
                  <a:txBody>
                    <a:bodyPr/>
                    <a:lstStyle/>
                    <a:p>
                      <a:pPr algn="ctr" rtl="0" fontAlgn="ctr"/>
                      <a:r>
                        <a:rPr lang="es-PE" sz="2400" b="1" u="none" strike="noStrike">
                          <a:effectLst/>
                        </a:rPr>
                        <a:t>+M</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A</a:t>
                      </a:r>
                      <a:r>
                        <a:rPr lang="es-PE" sz="2400" b="1" u="none" strike="noStrike" baseline="-25000">
                          <a:effectLst/>
                        </a:rPr>
                        <a:t>3</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4</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4</a:t>
                      </a:r>
                      <a:endParaRPr lang="es-PE" sz="2400" b="1" i="0" u="none" strike="noStrike" dirty="0">
                        <a:solidFill>
                          <a:srgbClr val="000000"/>
                        </a:solidFill>
                        <a:effectLst/>
                        <a:latin typeface="Calibri" panose="020F0502020204030204" pitchFamily="34" charset="0"/>
                      </a:endParaRPr>
                    </a:p>
                  </a:txBody>
                  <a:tcPr marL="0" marR="0" marT="0" marB="0" anchor="ctr">
                    <a:solidFill>
                      <a:srgbClr val="92D050"/>
                    </a:solidFill>
                  </a:tcPr>
                </a:tc>
                <a:tc>
                  <a:txBody>
                    <a:bodyPr/>
                    <a:lstStyle/>
                    <a:p>
                      <a:pPr algn="ctr" rtl="0" fontAlgn="ctr"/>
                      <a:r>
                        <a:rPr lang="es-PE" sz="2400" b="1" u="none" strike="noStrike" dirty="0">
                          <a:effectLst/>
                        </a:rPr>
                        <a:t>0</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-1</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0</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1</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0</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0</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40</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10,00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l" fontAlgn="b"/>
                      <a:endParaRPr lang="es-PE" sz="24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425101460"/>
                  </a:ext>
                </a:extLst>
              </a:tr>
              <a:tr h="407086">
                <a:tc>
                  <a:txBody>
                    <a:bodyPr/>
                    <a:lstStyle/>
                    <a:p>
                      <a:pPr algn="ctr" rtl="0" fontAlgn="ctr"/>
                      <a:r>
                        <a:rPr lang="es-PE" sz="2400" b="1" u="none" strike="noStrike">
                          <a:effectLst/>
                        </a:rPr>
                        <a:t>0</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S</a:t>
                      </a:r>
                      <a:r>
                        <a:rPr lang="es-PE" sz="2400" b="1" u="none" strike="noStrike" baseline="-25000">
                          <a:effectLst/>
                        </a:rPr>
                        <a:t>4</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1</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s-PE" sz="2400" b="1" u="none" strike="noStrike" dirty="0">
                          <a:effectLst/>
                        </a:rPr>
                        <a:t>0</a:t>
                      </a:r>
                      <a:endParaRPr lang="es-PE" sz="2400" b="1" i="0" u="none" strike="noStrike" dirty="0">
                        <a:solidFill>
                          <a:srgbClr val="000000"/>
                        </a:solidFill>
                        <a:effectLst/>
                        <a:latin typeface="Calibri" panose="020F0502020204030204" pitchFamily="34" charset="0"/>
                      </a:endParaRPr>
                    </a:p>
                  </a:txBody>
                  <a:tcPr marL="0" marR="0" marT="0" marB="0" anchor="ctr">
                    <a:solidFill>
                      <a:srgbClr val="92D050"/>
                    </a:solidFill>
                  </a:tcP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1</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7</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 </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l" fontAlgn="b"/>
                      <a:endParaRPr lang="es-PE" sz="24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76399793"/>
                  </a:ext>
                </a:extLst>
              </a:tr>
              <a:tr h="407086">
                <a:tc>
                  <a:txBody>
                    <a:bodyPr/>
                    <a:lstStyle/>
                    <a:p>
                      <a:pPr algn="ctr" rtl="0" fontAlgn="ctr"/>
                      <a:r>
                        <a:rPr lang="es-PE" sz="2400" b="1" u="none" strike="noStrike">
                          <a:effectLst/>
                        </a:rPr>
                        <a:t>0</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S</a:t>
                      </a:r>
                      <a:r>
                        <a:rPr lang="es-PE" sz="2400" b="1" u="none" strike="noStrike" baseline="-25000">
                          <a:effectLst/>
                        </a:rPr>
                        <a:t>5</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1</a:t>
                      </a:r>
                      <a:endParaRPr lang="es-PE" sz="2400" b="1" i="0" u="none" strike="noStrike" dirty="0">
                        <a:solidFill>
                          <a:srgbClr val="000000"/>
                        </a:solidFill>
                        <a:effectLst/>
                        <a:latin typeface="Calibri" panose="020F0502020204030204" pitchFamily="34" charset="0"/>
                      </a:endParaRPr>
                    </a:p>
                  </a:txBody>
                  <a:tcPr marL="0" marR="0" marT="0" marB="0" anchor="ctr">
                    <a:solidFill>
                      <a:srgbClr val="92D050"/>
                    </a:solidFill>
                  </a:tcP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1</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7</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7,00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l" fontAlgn="b"/>
                      <a:endParaRPr lang="es-PE" sz="24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850093104"/>
                  </a:ext>
                </a:extLst>
              </a:tr>
              <a:tr h="449197">
                <a:tc gridSpan="2">
                  <a:txBody>
                    <a:bodyPr/>
                    <a:lstStyle/>
                    <a:p>
                      <a:pPr algn="ctr" rtl="0" fontAlgn="ctr"/>
                      <a:r>
                        <a:rPr lang="es-PE" sz="2400" b="1" u="none" strike="noStrike">
                          <a:effectLst/>
                        </a:rPr>
                        <a:t>Zj</a:t>
                      </a:r>
                      <a:endParaRPr lang="es-PE" sz="2400" b="1" i="0" u="none" strike="noStrike">
                        <a:solidFill>
                          <a:srgbClr val="FFFFFF"/>
                        </a:solidFill>
                        <a:effectLst/>
                        <a:latin typeface="Calibri" panose="020F0502020204030204" pitchFamily="34" charset="0"/>
                      </a:endParaRPr>
                    </a:p>
                  </a:txBody>
                  <a:tcPr marL="0" marR="0" marT="0" marB="0" anchor="ctr"/>
                </a:tc>
                <a:tc hMerge="1">
                  <a:txBody>
                    <a:bodyPr/>
                    <a:lstStyle/>
                    <a:p>
                      <a:endParaRPr lang="es-PE"/>
                    </a:p>
                  </a:txBody>
                  <a:tcPr/>
                </a:tc>
                <a:tc>
                  <a:txBody>
                    <a:bodyPr/>
                    <a:lstStyle/>
                    <a:p>
                      <a:pPr algn="ctr" rtl="0" fontAlgn="ctr"/>
                      <a:r>
                        <a:rPr lang="es-PE" sz="2400" b="1" u="none" strike="noStrike">
                          <a:effectLst/>
                        </a:rPr>
                        <a:t>8M </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10M </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-M</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-M</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M</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M</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fontAlgn="ctr"/>
                      <a:r>
                        <a:rPr lang="es-PE" sz="2400" b="1" u="none" strike="noStrike">
                          <a:effectLst/>
                        </a:rPr>
                        <a:t>90M</a:t>
                      </a:r>
                      <a:endParaRPr lang="es-PE" sz="24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2400" b="1" u="none" strike="noStrike">
                          <a:effectLst/>
                        </a:rPr>
                        <a:t> </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l" fontAlgn="b"/>
                      <a:endParaRPr lang="es-PE" sz="24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854806134"/>
                  </a:ext>
                </a:extLst>
              </a:tr>
              <a:tr h="449197">
                <a:tc gridSpan="2">
                  <a:txBody>
                    <a:bodyPr/>
                    <a:lstStyle/>
                    <a:p>
                      <a:pPr algn="ctr" rtl="0" fontAlgn="ctr"/>
                      <a:r>
                        <a:rPr lang="es-PE" sz="2400" b="1" u="none" strike="noStrike">
                          <a:effectLst/>
                        </a:rPr>
                        <a:t>Cj-Zj</a:t>
                      </a:r>
                      <a:endParaRPr lang="es-PE" sz="2400" b="1" i="0" u="none" strike="noStrike">
                        <a:solidFill>
                          <a:srgbClr val="FFFFFF"/>
                        </a:solidFill>
                        <a:effectLst/>
                        <a:latin typeface="Calibri" panose="020F0502020204030204" pitchFamily="34" charset="0"/>
                      </a:endParaRPr>
                    </a:p>
                  </a:txBody>
                  <a:tcPr marL="0" marR="0" marT="0" marB="0" anchor="ctr"/>
                </a:tc>
                <a:tc hMerge="1">
                  <a:txBody>
                    <a:bodyPr/>
                    <a:lstStyle/>
                    <a:p>
                      <a:endParaRPr lang="es-PE"/>
                    </a:p>
                  </a:txBody>
                  <a:tcPr/>
                </a:tc>
                <a:tc>
                  <a:txBody>
                    <a:bodyPr/>
                    <a:lstStyle/>
                    <a:p>
                      <a:pPr algn="l" fontAlgn="b"/>
                      <a:r>
                        <a:rPr lang="es-PE" sz="2400" b="1" u="none" strike="noStrike">
                          <a:effectLst/>
                        </a:rPr>
                        <a:t>20-8M </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22-10M    </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M</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M</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fontAlgn="ctr"/>
                      <a:r>
                        <a:rPr lang="es-PE" sz="2400" b="1" u="none" strike="noStrike">
                          <a:effectLst/>
                        </a:rPr>
                        <a:t> </a:t>
                      </a:r>
                      <a:endParaRPr lang="es-PE" sz="2400" b="1"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400" b="1" u="none" strike="noStrike">
                          <a:effectLst/>
                        </a:rPr>
                        <a:t> </a:t>
                      </a:r>
                      <a:endParaRPr lang="es-PE" sz="2400" b="1" i="0" u="none" strike="noStrike">
                        <a:solidFill>
                          <a:srgbClr val="000000"/>
                        </a:solidFill>
                        <a:effectLst/>
                        <a:latin typeface="Arial" panose="020B0604020202020204" pitchFamily="34" charset="0"/>
                      </a:endParaRPr>
                    </a:p>
                  </a:txBody>
                  <a:tcPr marL="0" marR="0" marT="0" marB="0" anchor="ctr"/>
                </a:tc>
                <a:tc>
                  <a:txBody>
                    <a:bodyPr/>
                    <a:lstStyle/>
                    <a:p>
                      <a:pPr algn="l" fontAlgn="b"/>
                      <a:endParaRPr lang="es-PE" sz="24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631113445"/>
                  </a:ext>
                </a:extLst>
              </a:tr>
              <a:tr h="640636">
                <a:tc>
                  <a:txBody>
                    <a:bodyPr/>
                    <a:lstStyle/>
                    <a:p>
                      <a:pPr algn="ctr" rtl="0" fontAlgn="ctr"/>
                      <a:r>
                        <a:rPr lang="es-PE" sz="2400" b="1" u="none" strike="noStrike">
                          <a:effectLst/>
                        </a:rPr>
                        <a:t>+M</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A</a:t>
                      </a:r>
                      <a:r>
                        <a:rPr lang="es-PE" sz="2400" b="1" u="none" strike="noStrike" baseline="-25000">
                          <a:effectLst/>
                        </a:rPr>
                        <a:t>2</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fontAlgn="t"/>
                      <a:r>
                        <a:rPr lang="es-PE" sz="2400" b="1" u="none" strike="noStrike" dirty="0">
                          <a:effectLst/>
                        </a:rPr>
                        <a:t>4</a:t>
                      </a:r>
                      <a:endParaRPr lang="es-PE" sz="2400" b="1" i="0" u="none" strike="noStrike" dirty="0">
                        <a:solidFill>
                          <a:srgbClr val="000000"/>
                        </a:solidFill>
                        <a:effectLst/>
                        <a:latin typeface="Arial" panose="020B0604020202020204" pitchFamily="34" charset="0"/>
                      </a:endParaRPr>
                    </a:p>
                  </a:txBody>
                  <a:tcPr marL="0" marR="0" marT="0" marB="0">
                    <a:solidFill>
                      <a:srgbClr val="92D050"/>
                    </a:solidFill>
                  </a:tcPr>
                </a:tc>
                <a:tc>
                  <a:txBody>
                    <a:bodyPr/>
                    <a:lstStyle/>
                    <a:p>
                      <a:pPr algn="ctr" fontAlgn="t"/>
                      <a:r>
                        <a:rPr lang="es-PE" sz="2400" b="1" u="none" strike="noStrike">
                          <a:effectLst/>
                        </a:rPr>
                        <a:t>0</a:t>
                      </a:r>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2400" b="1" u="none" strike="noStrike">
                          <a:effectLst/>
                        </a:rPr>
                        <a:t>-1</a:t>
                      </a:r>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2400" b="1" u="none" strike="noStrike">
                          <a:effectLst/>
                        </a:rPr>
                        <a:t>0</a:t>
                      </a:r>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2400" b="1" u="none" strike="noStrike">
                          <a:effectLst/>
                        </a:rPr>
                        <a:t>1</a:t>
                      </a:r>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2400" b="1" u="none" strike="noStrike">
                          <a:effectLst/>
                        </a:rPr>
                        <a:t>0</a:t>
                      </a:r>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2400" b="1" u="none" strike="noStrike">
                          <a:effectLst/>
                        </a:rPr>
                        <a:t>0</a:t>
                      </a:r>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2400" b="1" u="none" strike="noStrike">
                          <a:effectLst/>
                        </a:rPr>
                        <a:t>-6</a:t>
                      </a:r>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2400" b="1" u="none" strike="noStrike">
                          <a:effectLst/>
                        </a:rPr>
                        <a:t>8</a:t>
                      </a:r>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ctr"/>
                      <a:r>
                        <a:rPr lang="es-PE" sz="2400" b="1" u="none" strike="noStrike">
                          <a:effectLst/>
                        </a:rPr>
                        <a:t>2</a:t>
                      </a:r>
                      <a:endParaRPr lang="es-PE" sz="2400" b="1"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000" b="1" u="none" strike="noStrike" dirty="0">
                          <a:effectLst/>
                        </a:rPr>
                        <a:t> -6R4+R1</a:t>
                      </a:r>
                      <a:endParaRPr lang="es-PE" sz="2000" b="1"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854975601"/>
                  </a:ext>
                </a:extLst>
              </a:tr>
              <a:tr h="449197">
                <a:tc>
                  <a:txBody>
                    <a:bodyPr/>
                    <a:lstStyle/>
                    <a:p>
                      <a:pPr algn="ctr" rtl="0" fontAlgn="ctr"/>
                      <a:r>
                        <a:rPr lang="es-PE" sz="2400" b="1" u="none" strike="noStrike">
                          <a:effectLst/>
                        </a:rPr>
                        <a:t>+M</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A</a:t>
                      </a:r>
                      <a:r>
                        <a:rPr lang="es-PE" sz="2400" b="1" u="none" strike="noStrike" baseline="-25000">
                          <a:effectLst/>
                        </a:rPr>
                        <a:t>3</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fontAlgn="t"/>
                      <a:r>
                        <a:rPr lang="es-PE" sz="2400" b="1" u="none" strike="noStrike" dirty="0">
                          <a:effectLst/>
                        </a:rPr>
                        <a:t>4</a:t>
                      </a:r>
                      <a:endParaRPr lang="es-PE" sz="2400" b="1" i="0" u="none" strike="noStrike" dirty="0">
                        <a:solidFill>
                          <a:srgbClr val="000000"/>
                        </a:solidFill>
                        <a:effectLst/>
                        <a:latin typeface="Arial" panose="020B0604020202020204" pitchFamily="34" charset="0"/>
                      </a:endParaRPr>
                    </a:p>
                  </a:txBody>
                  <a:tcPr marL="0" marR="0" marT="0" marB="0">
                    <a:solidFill>
                      <a:srgbClr val="92D050"/>
                    </a:solidFill>
                  </a:tcPr>
                </a:tc>
                <a:tc>
                  <a:txBody>
                    <a:bodyPr/>
                    <a:lstStyle/>
                    <a:p>
                      <a:pPr algn="ctr" fontAlgn="t"/>
                      <a:r>
                        <a:rPr lang="es-PE" sz="2400" b="1" u="none" strike="noStrike">
                          <a:effectLst/>
                        </a:rPr>
                        <a:t>0</a:t>
                      </a:r>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2400" b="1" u="none" strike="noStrike">
                          <a:effectLst/>
                        </a:rPr>
                        <a:t>0</a:t>
                      </a:r>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2400" b="1" u="none" strike="noStrike">
                          <a:effectLst/>
                        </a:rPr>
                        <a:t>-1</a:t>
                      </a:r>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2400" b="1" u="none" strike="noStrike">
                          <a:effectLst/>
                        </a:rPr>
                        <a:t>0</a:t>
                      </a:r>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2400" b="1" u="none" strike="noStrike">
                          <a:effectLst/>
                        </a:rPr>
                        <a:t>1</a:t>
                      </a:r>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2400" b="1" u="none" strike="noStrike">
                          <a:effectLst/>
                        </a:rPr>
                        <a:t>0</a:t>
                      </a:r>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2400" b="1" u="none" strike="noStrike">
                          <a:effectLst/>
                        </a:rPr>
                        <a:t>-4</a:t>
                      </a:r>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2400" b="1" u="none" strike="noStrike">
                          <a:effectLst/>
                        </a:rPr>
                        <a:t>12</a:t>
                      </a:r>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fontAlgn="ctr"/>
                      <a:r>
                        <a:rPr lang="es-PE" sz="2400" b="1" u="none" strike="noStrike">
                          <a:effectLst/>
                        </a:rPr>
                        <a:t>3</a:t>
                      </a:r>
                      <a:endParaRPr lang="es-PE" sz="2400" b="1"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000" b="1" u="none" strike="noStrike" dirty="0">
                          <a:effectLst/>
                        </a:rPr>
                        <a:t> -R4+R2</a:t>
                      </a:r>
                      <a:endParaRPr lang="es-PE" sz="2000" b="1"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080239060"/>
                  </a:ext>
                </a:extLst>
              </a:tr>
              <a:tr h="449197">
                <a:tc>
                  <a:txBody>
                    <a:bodyPr/>
                    <a:lstStyle/>
                    <a:p>
                      <a:pPr algn="ctr" rtl="0" fontAlgn="ctr"/>
                      <a:r>
                        <a:rPr lang="es-PE" sz="2400" b="1" u="none" strike="noStrike">
                          <a:effectLst/>
                        </a:rPr>
                        <a:t>0</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S</a:t>
                      </a:r>
                      <a:r>
                        <a:rPr lang="es-PE" sz="2400" b="1" u="none" strike="noStrike" baseline="-25000">
                          <a:effectLst/>
                        </a:rPr>
                        <a:t>4</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1</a:t>
                      </a:r>
                      <a:endParaRPr lang="es-PE" sz="2400" b="1" i="0" u="none" strike="noStrike" dirty="0">
                        <a:solidFill>
                          <a:srgbClr val="000000"/>
                        </a:solidFill>
                        <a:effectLst/>
                        <a:latin typeface="Calibri" panose="020F0502020204030204" pitchFamily="34" charset="0"/>
                      </a:endParaRPr>
                    </a:p>
                  </a:txBody>
                  <a:tcPr marL="0" marR="0" marT="0" marB="0" anchor="ctr">
                    <a:solidFill>
                      <a:srgbClr val="92D050"/>
                    </a:solidFill>
                  </a:tcPr>
                </a:tc>
                <a:tc>
                  <a:txBody>
                    <a:bodyPr/>
                    <a:lstStyle/>
                    <a:p>
                      <a:pPr algn="ctr" fontAlgn="t"/>
                      <a:r>
                        <a:rPr lang="es-PE" sz="2400" b="1" u="none" strike="noStrike">
                          <a:effectLst/>
                        </a:rPr>
                        <a:t>0</a:t>
                      </a:r>
                      <a:endParaRPr lang="es-PE" sz="2400" b="1" i="0" u="none" strike="noStrike">
                        <a:solidFill>
                          <a:srgbClr val="000000"/>
                        </a:solidFill>
                        <a:effectLst/>
                        <a:latin typeface="Arial" panose="020B0604020202020204" pitchFamily="34" charset="0"/>
                      </a:endParaRPr>
                    </a:p>
                  </a:txBody>
                  <a:tcPr marL="0" marR="0" marT="0" marB="0"/>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1</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7</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fontAlgn="ctr"/>
                      <a:r>
                        <a:rPr lang="es-PE" sz="2400" b="1" u="none" strike="noStrike">
                          <a:effectLst/>
                        </a:rPr>
                        <a:t>7</a:t>
                      </a:r>
                      <a:endParaRPr lang="es-PE" sz="2400" b="1"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000" b="1" u="none" strike="noStrike" dirty="0">
                          <a:effectLst/>
                        </a:rPr>
                        <a:t>R3</a:t>
                      </a:r>
                      <a:endParaRPr lang="es-PE" sz="2000" b="1"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469598081"/>
                  </a:ext>
                </a:extLst>
              </a:tr>
              <a:tr h="463236">
                <a:tc>
                  <a:txBody>
                    <a:bodyPr/>
                    <a:lstStyle/>
                    <a:p>
                      <a:pPr algn="ctr" rtl="0" fontAlgn="ctr"/>
                      <a:r>
                        <a:rPr lang="es-PE" sz="2400" b="1" u="none" strike="noStrike">
                          <a:effectLst/>
                        </a:rPr>
                        <a:t>22</a:t>
                      </a:r>
                      <a:endParaRPr lang="es-PE" sz="24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X</a:t>
                      </a:r>
                      <a:r>
                        <a:rPr lang="es-PE" sz="2400" b="1" u="none" strike="noStrike" baseline="-25000">
                          <a:effectLst/>
                        </a:rPr>
                        <a:t>2</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0</a:t>
                      </a:r>
                      <a:endParaRPr lang="es-PE" sz="2400" b="1" i="0" u="none" strike="noStrike" dirty="0">
                        <a:solidFill>
                          <a:srgbClr val="000000"/>
                        </a:solidFill>
                        <a:effectLst/>
                        <a:latin typeface="Calibri" panose="020F0502020204030204" pitchFamily="34" charset="0"/>
                      </a:endParaRPr>
                    </a:p>
                  </a:txBody>
                  <a:tcPr marL="0" marR="0" marT="0" marB="0" anchor="ctr">
                    <a:solidFill>
                      <a:srgbClr val="92D050"/>
                    </a:solidFill>
                  </a:tcPr>
                </a:tc>
                <a:tc>
                  <a:txBody>
                    <a:bodyPr/>
                    <a:lstStyle/>
                    <a:p>
                      <a:pPr algn="ctr" fontAlgn="t"/>
                      <a:r>
                        <a:rPr lang="es-PE" sz="2400" b="1" u="none" strike="noStrike" dirty="0">
                          <a:effectLst/>
                        </a:rPr>
                        <a:t>1</a:t>
                      </a:r>
                      <a:endParaRPr lang="es-PE" sz="2400" b="1" i="0" u="none" strike="noStrike" dirty="0">
                        <a:solidFill>
                          <a:srgbClr val="000000"/>
                        </a:solidFill>
                        <a:effectLst/>
                        <a:latin typeface="Arial" panose="020B0604020202020204" pitchFamily="34" charset="0"/>
                      </a:endParaRPr>
                    </a:p>
                  </a:txBody>
                  <a:tcPr marL="0" marR="0" marT="0" marB="0"/>
                </a:tc>
                <a:tc>
                  <a:txBody>
                    <a:bodyPr/>
                    <a:lstStyle/>
                    <a:p>
                      <a:pPr algn="ctr" rtl="0" fontAlgn="ctr"/>
                      <a:r>
                        <a:rPr lang="es-PE" sz="2400" b="1" u="none" strike="noStrike" dirty="0">
                          <a:effectLst/>
                        </a:rPr>
                        <a:t>0</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0</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0</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0</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0</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1</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dirty="0">
                          <a:effectLst/>
                        </a:rPr>
                        <a:t>7</a:t>
                      </a:r>
                      <a:endParaRPr lang="es-PE" sz="24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2400" b="1" u="none" strike="noStrike">
                          <a:effectLst/>
                        </a:rPr>
                        <a:t> </a:t>
                      </a:r>
                      <a:endParaRPr lang="es-PE" sz="2400" b="1"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2000" b="1" u="none" strike="noStrike" dirty="0">
                          <a:effectLst/>
                        </a:rPr>
                        <a:t>R4</a:t>
                      </a:r>
                      <a:endParaRPr lang="es-PE" sz="2000" b="1"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440217003"/>
                  </a:ext>
                </a:extLst>
              </a:tr>
              <a:tr h="1153144">
                <a:tc gridSpan="2">
                  <a:txBody>
                    <a:bodyPr/>
                    <a:lstStyle/>
                    <a:p>
                      <a:pPr algn="ctr" rtl="0" fontAlgn="ctr"/>
                      <a:r>
                        <a:rPr lang="es-PE" sz="2400" b="1" u="none" strike="noStrike">
                          <a:effectLst/>
                        </a:rPr>
                        <a:t>Zj</a:t>
                      </a:r>
                      <a:endParaRPr lang="es-PE" sz="2400" b="1" i="0" u="none" strike="noStrike">
                        <a:solidFill>
                          <a:srgbClr val="FFFFFF"/>
                        </a:solidFill>
                        <a:effectLst/>
                        <a:latin typeface="Calibri" panose="020F0502020204030204" pitchFamily="34" charset="0"/>
                      </a:endParaRPr>
                    </a:p>
                  </a:txBody>
                  <a:tcPr marL="0" marR="0" marT="0" marB="0" anchor="ctr"/>
                </a:tc>
                <a:tc hMerge="1">
                  <a:txBody>
                    <a:bodyPr/>
                    <a:lstStyle/>
                    <a:p>
                      <a:endParaRPr lang="es-PE"/>
                    </a:p>
                  </a:txBody>
                  <a:tcPr/>
                </a:tc>
                <a:tc>
                  <a:txBody>
                    <a:bodyPr/>
                    <a:lstStyle/>
                    <a:p>
                      <a:pPr algn="ctr" rtl="0" fontAlgn="ctr"/>
                      <a:r>
                        <a:rPr lang="es-PE" sz="2400" b="1" u="none" strike="noStrike">
                          <a:effectLst/>
                        </a:rPr>
                        <a:t>8M</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22</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-M</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-M</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M</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M</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0</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 -10M+22</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20M+154</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 </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l" fontAlgn="b"/>
                      <a:endParaRPr lang="es-PE" sz="24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768918177"/>
                  </a:ext>
                </a:extLst>
              </a:tr>
              <a:tr h="384381">
                <a:tc gridSpan="2">
                  <a:txBody>
                    <a:bodyPr/>
                    <a:lstStyle/>
                    <a:p>
                      <a:pPr algn="ctr" rtl="0" fontAlgn="ctr"/>
                      <a:r>
                        <a:rPr lang="es-PE" sz="2400" b="1" u="none" strike="noStrike">
                          <a:effectLst/>
                        </a:rPr>
                        <a:t>Cj-Zj</a:t>
                      </a:r>
                      <a:endParaRPr lang="es-PE" sz="2400" b="1" i="0" u="none" strike="noStrike">
                        <a:solidFill>
                          <a:srgbClr val="FFFFFF"/>
                        </a:solidFill>
                        <a:effectLst/>
                        <a:latin typeface="Calibri" panose="020F0502020204030204" pitchFamily="34" charset="0"/>
                      </a:endParaRPr>
                    </a:p>
                  </a:txBody>
                  <a:tcPr marL="0" marR="0" marT="0" marB="0" anchor="ctr"/>
                </a:tc>
                <a:tc hMerge="1">
                  <a:txBody>
                    <a:bodyPr/>
                    <a:lstStyle/>
                    <a:p>
                      <a:endParaRPr lang="es-PE"/>
                    </a:p>
                  </a:txBody>
                  <a:tcPr/>
                </a:tc>
                <a:tc>
                  <a:txBody>
                    <a:bodyPr/>
                    <a:lstStyle/>
                    <a:p>
                      <a:pPr algn="ctr" fontAlgn="ctr"/>
                      <a:r>
                        <a:rPr lang="es-PE" sz="2400" b="1" u="none" strike="noStrike">
                          <a:effectLst/>
                        </a:rPr>
                        <a:t>20-8M </a:t>
                      </a:r>
                      <a:endParaRPr lang="es-PE" sz="2400" b="1"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400" b="1" u="none" strike="noStrike">
                          <a:effectLst/>
                        </a:rPr>
                        <a:t>0</a:t>
                      </a:r>
                      <a:endParaRPr lang="es-PE" sz="2400" b="1"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400" b="1" u="none" strike="noStrike">
                          <a:effectLst/>
                        </a:rPr>
                        <a:t>M</a:t>
                      </a:r>
                      <a:endParaRPr lang="es-PE" sz="2400" b="1"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400" b="1" u="none" strike="noStrike">
                          <a:effectLst/>
                        </a:rPr>
                        <a:t>M</a:t>
                      </a:r>
                      <a:endParaRPr lang="es-PE" sz="2400" b="1"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400" b="1" u="none" strike="noStrike">
                          <a:effectLst/>
                        </a:rPr>
                        <a:t>0</a:t>
                      </a:r>
                      <a:endParaRPr lang="es-PE" sz="2400" b="1"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400" b="1" u="none" strike="noStrike">
                          <a:effectLst/>
                        </a:rPr>
                        <a:t>0</a:t>
                      </a:r>
                      <a:endParaRPr lang="es-PE" sz="2400" b="1"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2400" b="1" u="none" strike="noStrike">
                          <a:effectLst/>
                        </a:rPr>
                        <a:t>0</a:t>
                      </a:r>
                      <a:endParaRPr lang="es-PE" sz="24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2400" b="1" u="none" strike="noStrike">
                          <a:effectLst/>
                        </a:rPr>
                        <a:t>10M-22</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400" b="1" u="none" strike="noStrike">
                          <a:effectLst/>
                        </a:rPr>
                        <a:t> </a:t>
                      </a:r>
                      <a:endParaRPr lang="es-PE" sz="2400" b="1" i="0" u="none" strike="noStrike">
                        <a:solidFill>
                          <a:srgbClr val="000000"/>
                        </a:solidFill>
                        <a:effectLst/>
                        <a:latin typeface="Calibri" panose="020F0502020204030204" pitchFamily="34" charset="0"/>
                      </a:endParaRPr>
                    </a:p>
                  </a:txBody>
                  <a:tcPr marL="0" marR="0" marT="0" marB="0" anchor="ctr"/>
                </a:tc>
                <a:tc>
                  <a:txBody>
                    <a:bodyPr/>
                    <a:lstStyle/>
                    <a:p>
                      <a:pPr algn="ctr" fontAlgn="ctr"/>
                      <a:r>
                        <a:rPr lang="es-PE" sz="2400" b="1" u="none" strike="noStrike">
                          <a:effectLst/>
                        </a:rPr>
                        <a:t> </a:t>
                      </a:r>
                      <a:endParaRPr lang="es-PE" sz="2400" b="1" i="0" u="none" strike="noStrike">
                        <a:solidFill>
                          <a:srgbClr val="000000"/>
                        </a:solidFill>
                        <a:effectLst/>
                        <a:latin typeface="Arial" panose="020B0604020202020204" pitchFamily="34" charset="0"/>
                      </a:endParaRPr>
                    </a:p>
                  </a:txBody>
                  <a:tcPr marL="0" marR="0" marT="0" marB="0" anchor="ctr"/>
                </a:tc>
                <a:tc>
                  <a:txBody>
                    <a:bodyPr/>
                    <a:lstStyle/>
                    <a:p>
                      <a:pPr algn="l" fontAlgn="b"/>
                      <a:endParaRPr lang="es-PE" sz="2400" b="1"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704177712"/>
                  </a:ext>
                </a:extLst>
              </a:tr>
            </a:tbl>
          </a:graphicData>
        </a:graphic>
      </p:graphicFrame>
      <p:sp>
        <p:nvSpPr>
          <p:cNvPr id="2" name="Elipse 1">
            <a:extLst>
              <a:ext uri="{FF2B5EF4-FFF2-40B4-BE49-F238E27FC236}">
                <a16:creationId xmlns:a16="http://schemas.microsoft.com/office/drawing/2014/main" id="{FFB35F19-D454-4A3F-AA7B-D3AE85BBE311}"/>
              </a:ext>
            </a:extLst>
          </p:cNvPr>
          <p:cNvSpPr/>
          <p:nvPr/>
        </p:nvSpPr>
        <p:spPr>
          <a:xfrm>
            <a:off x="2792322" y="4960199"/>
            <a:ext cx="393323" cy="448380"/>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1100"/>
          </a:p>
        </p:txBody>
      </p:sp>
      <p:sp>
        <p:nvSpPr>
          <p:cNvPr id="7" name="Elipse 6">
            <a:extLst>
              <a:ext uri="{FF2B5EF4-FFF2-40B4-BE49-F238E27FC236}">
                <a16:creationId xmlns:a16="http://schemas.microsoft.com/office/drawing/2014/main" id="{95C5FD67-B001-3D29-2F25-E15B1DA5C8E7}"/>
              </a:ext>
            </a:extLst>
          </p:cNvPr>
          <p:cNvSpPr/>
          <p:nvPr/>
        </p:nvSpPr>
        <p:spPr>
          <a:xfrm>
            <a:off x="2792323" y="2174802"/>
            <a:ext cx="393323" cy="448380"/>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1100"/>
          </a:p>
        </p:txBody>
      </p:sp>
    </p:spTree>
    <p:extLst>
      <p:ext uri="{BB962C8B-B14F-4D97-AF65-F5344CB8AC3E}">
        <p14:creationId xmlns:p14="http://schemas.microsoft.com/office/powerpoint/2010/main" val="3253631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C2896B74-C5C0-4AD5-A1C9-74B6677B7FAD}"/>
              </a:ext>
            </a:extLst>
          </p:cNvPr>
          <p:cNvGraphicFramePr>
            <a:graphicFrameLocks noGrp="1"/>
          </p:cNvGraphicFramePr>
          <p:nvPr>
            <p:extLst>
              <p:ext uri="{D42A27DB-BD31-4B8C-83A1-F6EECF244321}">
                <p14:modId xmlns:p14="http://schemas.microsoft.com/office/powerpoint/2010/main" val="4239559891"/>
              </p:ext>
            </p:extLst>
          </p:nvPr>
        </p:nvGraphicFramePr>
        <p:xfrm>
          <a:off x="0" y="-117450"/>
          <a:ext cx="12191997" cy="7452148"/>
        </p:xfrm>
        <a:graphic>
          <a:graphicData uri="http://schemas.openxmlformats.org/drawingml/2006/table">
            <a:tbl>
              <a:tblPr>
                <a:tableStyleId>{5C22544A-7EE6-4342-B048-85BDC9FD1C3A}</a:tableStyleId>
              </a:tblPr>
              <a:tblGrid>
                <a:gridCol w="809875">
                  <a:extLst>
                    <a:ext uri="{9D8B030D-6E8A-4147-A177-3AD203B41FA5}">
                      <a16:colId xmlns:a16="http://schemas.microsoft.com/office/drawing/2014/main" val="3435479916"/>
                    </a:ext>
                  </a:extLst>
                </a:gridCol>
                <a:gridCol w="809875">
                  <a:extLst>
                    <a:ext uri="{9D8B030D-6E8A-4147-A177-3AD203B41FA5}">
                      <a16:colId xmlns:a16="http://schemas.microsoft.com/office/drawing/2014/main" val="2871955801"/>
                    </a:ext>
                  </a:extLst>
                </a:gridCol>
                <a:gridCol w="840246">
                  <a:extLst>
                    <a:ext uri="{9D8B030D-6E8A-4147-A177-3AD203B41FA5}">
                      <a16:colId xmlns:a16="http://schemas.microsoft.com/office/drawing/2014/main" val="3925935927"/>
                    </a:ext>
                  </a:extLst>
                </a:gridCol>
                <a:gridCol w="809875">
                  <a:extLst>
                    <a:ext uri="{9D8B030D-6E8A-4147-A177-3AD203B41FA5}">
                      <a16:colId xmlns:a16="http://schemas.microsoft.com/office/drawing/2014/main" val="2528823297"/>
                    </a:ext>
                  </a:extLst>
                </a:gridCol>
                <a:gridCol w="1285677">
                  <a:extLst>
                    <a:ext uri="{9D8B030D-6E8A-4147-A177-3AD203B41FA5}">
                      <a16:colId xmlns:a16="http://schemas.microsoft.com/office/drawing/2014/main" val="193836822"/>
                    </a:ext>
                  </a:extLst>
                </a:gridCol>
                <a:gridCol w="1285677">
                  <a:extLst>
                    <a:ext uri="{9D8B030D-6E8A-4147-A177-3AD203B41FA5}">
                      <a16:colId xmlns:a16="http://schemas.microsoft.com/office/drawing/2014/main" val="3608907429"/>
                    </a:ext>
                  </a:extLst>
                </a:gridCol>
                <a:gridCol w="1285677">
                  <a:extLst>
                    <a:ext uri="{9D8B030D-6E8A-4147-A177-3AD203B41FA5}">
                      <a16:colId xmlns:a16="http://schemas.microsoft.com/office/drawing/2014/main" val="912040777"/>
                    </a:ext>
                  </a:extLst>
                </a:gridCol>
                <a:gridCol w="809875">
                  <a:extLst>
                    <a:ext uri="{9D8B030D-6E8A-4147-A177-3AD203B41FA5}">
                      <a16:colId xmlns:a16="http://schemas.microsoft.com/office/drawing/2014/main" val="4203717496"/>
                    </a:ext>
                  </a:extLst>
                </a:gridCol>
                <a:gridCol w="809875">
                  <a:extLst>
                    <a:ext uri="{9D8B030D-6E8A-4147-A177-3AD203B41FA5}">
                      <a16:colId xmlns:a16="http://schemas.microsoft.com/office/drawing/2014/main" val="2845607578"/>
                    </a:ext>
                  </a:extLst>
                </a:gridCol>
                <a:gridCol w="840246">
                  <a:extLst>
                    <a:ext uri="{9D8B030D-6E8A-4147-A177-3AD203B41FA5}">
                      <a16:colId xmlns:a16="http://schemas.microsoft.com/office/drawing/2014/main" val="3490137539"/>
                    </a:ext>
                  </a:extLst>
                </a:gridCol>
                <a:gridCol w="985349">
                  <a:extLst>
                    <a:ext uri="{9D8B030D-6E8A-4147-A177-3AD203B41FA5}">
                      <a16:colId xmlns:a16="http://schemas.microsoft.com/office/drawing/2014/main" val="885933473"/>
                    </a:ext>
                  </a:extLst>
                </a:gridCol>
                <a:gridCol w="809875">
                  <a:extLst>
                    <a:ext uri="{9D8B030D-6E8A-4147-A177-3AD203B41FA5}">
                      <a16:colId xmlns:a16="http://schemas.microsoft.com/office/drawing/2014/main" val="1639160892"/>
                    </a:ext>
                  </a:extLst>
                </a:gridCol>
                <a:gridCol w="809875">
                  <a:extLst>
                    <a:ext uri="{9D8B030D-6E8A-4147-A177-3AD203B41FA5}">
                      <a16:colId xmlns:a16="http://schemas.microsoft.com/office/drawing/2014/main" val="1159438565"/>
                    </a:ext>
                  </a:extLst>
                </a:gridCol>
              </a:tblGrid>
              <a:tr h="217655">
                <a:tc gridSpan="2">
                  <a:txBody>
                    <a:bodyPr/>
                    <a:lstStyle/>
                    <a:p>
                      <a:pPr algn="ctr" rtl="0" fontAlgn="ctr"/>
                      <a:r>
                        <a:rPr lang="es-PE" sz="1800" b="1" u="none" strike="noStrike">
                          <a:effectLst/>
                          <a:latin typeface="Arial Narrow" panose="020B0606020202030204" pitchFamily="34" charset="0"/>
                        </a:rPr>
                        <a:t>C</a:t>
                      </a:r>
                      <a:r>
                        <a:rPr lang="es-PE" sz="1800" b="1" u="none" strike="noStrike" baseline="-25000">
                          <a:effectLst/>
                          <a:latin typeface="Arial Narrow" panose="020B0606020202030204" pitchFamily="34" charset="0"/>
                        </a:rPr>
                        <a:t>j</a:t>
                      </a:r>
                      <a:endParaRPr lang="es-PE" sz="1800" b="1" i="0" u="none" strike="noStrike">
                        <a:solidFill>
                          <a:srgbClr val="FFFFFF"/>
                        </a:solidFill>
                        <a:effectLst/>
                        <a:latin typeface="Arial Narrow" panose="020B0606020202030204" pitchFamily="34" charset="0"/>
                      </a:endParaRPr>
                    </a:p>
                  </a:txBody>
                  <a:tcPr marL="0" marR="0" marT="0" marB="0" anchor="ctr"/>
                </a:tc>
                <a:tc hMerge="1">
                  <a:txBody>
                    <a:bodyPr/>
                    <a:lstStyle/>
                    <a:p>
                      <a:endParaRPr lang="es-PE"/>
                    </a:p>
                  </a:txBody>
                  <a:tcPr/>
                </a:tc>
                <a:tc>
                  <a:txBody>
                    <a:bodyPr/>
                    <a:lstStyle/>
                    <a:p>
                      <a:pPr algn="ctr" rtl="0" fontAlgn="ctr"/>
                      <a:r>
                        <a:rPr lang="es-PE" sz="1800" b="1" u="none" strike="noStrike">
                          <a:effectLst/>
                          <a:latin typeface="Arial Narrow" panose="020B0606020202030204" pitchFamily="34" charset="0"/>
                        </a:rPr>
                        <a:t>20</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22</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+M</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+M</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FFFFFF"/>
                        </a:solidFill>
                        <a:effectLst/>
                        <a:latin typeface="Arial Narrow" panose="020B0606020202030204" pitchFamily="34" charset="0"/>
                      </a:endParaRPr>
                    </a:p>
                  </a:txBody>
                  <a:tcPr marL="0" marR="0" marT="0" marB="0" anchor="ctr"/>
                </a:tc>
                <a:tc rowSpan="2">
                  <a:txBody>
                    <a:bodyPr/>
                    <a:lstStyle/>
                    <a:p>
                      <a:pPr algn="ctr" rtl="0" fontAlgn="ctr"/>
                      <a:r>
                        <a:rPr lang="es-PE" sz="1800" b="1" u="none" strike="noStrike">
                          <a:effectLst/>
                          <a:latin typeface="Arial Narrow" panose="020B0606020202030204" pitchFamily="34" charset="0"/>
                        </a:rPr>
                        <a:t>B</a:t>
                      </a:r>
                      <a:r>
                        <a:rPr lang="es-PE" sz="1800" b="1" u="none" strike="noStrike" baseline="-25000">
                          <a:effectLst/>
                          <a:latin typeface="Arial Narrow" panose="020B0606020202030204" pitchFamily="34" charset="0"/>
                        </a:rPr>
                        <a:t>i</a:t>
                      </a:r>
                      <a:endParaRPr lang="es-PE" sz="1800" b="1" i="0" u="none" strike="noStrike">
                        <a:solidFill>
                          <a:srgbClr val="FFFFFF"/>
                        </a:solidFill>
                        <a:effectLst/>
                        <a:latin typeface="Arial Narrow" panose="020B0606020202030204" pitchFamily="34" charset="0"/>
                      </a:endParaRPr>
                    </a:p>
                  </a:txBody>
                  <a:tcPr marL="0" marR="0" marT="0" marB="0" anchor="ctr"/>
                </a:tc>
                <a:tc rowSpan="2">
                  <a:txBody>
                    <a:bodyPr/>
                    <a:lstStyle/>
                    <a:p>
                      <a:pPr algn="ctr" rtl="0" fontAlgn="ctr"/>
                      <a:r>
                        <a:rPr lang="es-PE" sz="1800" b="1" u="none" strike="noStrike">
                          <a:effectLst/>
                          <a:latin typeface="Arial Narrow" panose="020B0606020202030204" pitchFamily="34" charset="0"/>
                        </a:rPr>
                        <a:t>Ɵ</a:t>
                      </a:r>
                      <a:r>
                        <a:rPr lang="es-PE" sz="1800" b="1" u="none" strike="noStrike" baseline="-25000">
                          <a:effectLst/>
                          <a:latin typeface="Arial Narrow" panose="020B0606020202030204" pitchFamily="34" charset="0"/>
                        </a:rPr>
                        <a:t>i</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l" fontAlgn="b"/>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2223011955"/>
                  </a:ext>
                </a:extLst>
              </a:tr>
              <a:tr h="233777">
                <a:tc>
                  <a:txBody>
                    <a:bodyPr/>
                    <a:lstStyle/>
                    <a:p>
                      <a:pPr algn="ctr" rtl="0" fontAlgn="ctr"/>
                      <a:r>
                        <a:rPr lang="es-PE" sz="1800" b="1" u="none" strike="noStrike">
                          <a:effectLst/>
                          <a:latin typeface="Arial Narrow" panose="020B0606020202030204" pitchFamily="34" charset="0"/>
                        </a:rPr>
                        <a:t>C</a:t>
                      </a:r>
                      <a:r>
                        <a:rPr lang="es-PE" sz="1800" b="1" u="none" strike="noStrike" baseline="-25000">
                          <a:effectLst/>
                          <a:latin typeface="Arial Narrow" panose="020B0606020202030204" pitchFamily="34" charset="0"/>
                        </a:rPr>
                        <a:t>B</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X</a:t>
                      </a:r>
                      <a:r>
                        <a:rPr lang="es-PE" sz="1800" b="1" u="none" strike="noStrike" baseline="-25000">
                          <a:effectLst/>
                          <a:latin typeface="Arial Narrow" panose="020B0606020202030204" pitchFamily="34" charset="0"/>
                        </a:rPr>
                        <a:t>B</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X</a:t>
                      </a:r>
                      <a:r>
                        <a:rPr lang="es-PE" sz="1800" b="1" u="none" strike="noStrike" baseline="-25000">
                          <a:effectLst/>
                          <a:latin typeface="Arial Narrow" panose="020B0606020202030204" pitchFamily="34" charset="0"/>
                        </a:rPr>
                        <a:t>1</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X</a:t>
                      </a:r>
                      <a:r>
                        <a:rPr lang="es-PE" sz="1800" b="1" u="none" strike="noStrike" baseline="-25000">
                          <a:effectLst/>
                          <a:latin typeface="Arial Narrow" panose="020B0606020202030204" pitchFamily="34" charset="0"/>
                        </a:rPr>
                        <a:t>2</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S</a:t>
                      </a:r>
                      <a:r>
                        <a:rPr lang="es-PE" sz="1800" b="1" u="none" strike="noStrike" baseline="-25000">
                          <a:effectLst/>
                          <a:latin typeface="Arial Narrow" panose="020B0606020202030204" pitchFamily="34" charset="0"/>
                        </a:rPr>
                        <a:t>2</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S</a:t>
                      </a:r>
                      <a:r>
                        <a:rPr lang="es-PE" sz="1800" b="1" u="none" strike="noStrike" baseline="-25000">
                          <a:effectLst/>
                          <a:latin typeface="Arial Narrow" panose="020B0606020202030204" pitchFamily="34" charset="0"/>
                        </a:rPr>
                        <a:t>3</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A</a:t>
                      </a:r>
                      <a:r>
                        <a:rPr lang="es-PE" sz="1800" b="1" u="none" strike="noStrike" baseline="-25000">
                          <a:effectLst/>
                          <a:latin typeface="Arial Narrow" panose="020B0606020202030204" pitchFamily="34" charset="0"/>
                        </a:rPr>
                        <a:t>2</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A</a:t>
                      </a:r>
                      <a:r>
                        <a:rPr lang="es-PE" sz="1800" b="1" u="none" strike="noStrike" baseline="-25000">
                          <a:effectLst/>
                          <a:latin typeface="Arial Narrow" panose="020B0606020202030204" pitchFamily="34" charset="0"/>
                        </a:rPr>
                        <a:t>3</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S</a:t>
                      </a:r>
                      <a:r>
                        <a:rPr lang="es-PE" sz="1800" b="1" u="none" strike="noStrike" baseline="-25000">
                          <a:effectLst/>
                          <a:latin typeface="Arial Narrow" panose="020B0606020202030204" pitchFamily="34" charset="0"/>
                        </a:rPr>
                        <a:t>4</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S</a:t>
                      </a:r>
                      <a:r>
                        <a:rPr lang="es-PE" sz="1800" b="1" u="none" strike="noStrike" baseline="-25000">
                          <a:effectLst/>
                          <a:latin typeface="Arial Narrow" panose="020B0606020202030204" pitchFamily="34" charset="0"/>
                        </a:rPr>
                        <a:t>5</a:t>
                      </a:r>
                      <a:endParaRPr lang="es-PE" sz="1800" b="1" i="0" u="none" strike="noStrike">
                        <a:solidFill>
                          <a:srgbClr val="000000"/>
                        </a:solidFill>
                        <a:effectLst/>
                        <a:latin typeface="Arial Narrow" panose="020B0606020202030204" pitchFamily="34" charset="0"/>
                      </a:endParaRPr>
                    </a:p>
                  </a:txBody>
                  <a:tcPr marL="0" marR="0" marT="0" marB="0" anchor="ctr"/>
                </a:tc>
                <a:tc vMerge="1">
                  <a:txBody>
                    <a:bodyPr/>
                    <a:lstStyle/>
                    <a:p>
                      <a:endParaRPr lang="es-PE"/>
                    </a:p>
                  </a:txBody>
                  <a:tcPr/>
                </a:tc>
                <a:tc vMerge="1">
                  <a:txBody>
                    <a:bodyPr/>
                    <a:lstStyle/>
                    <a:p>
                      <a:endParaRPr lang="es-PE"/>
                    </a:p>
                  </a:txBody>
                  <a:tcPr/>
                </a:tc>
                <a:tc>
                  <a:txBody>
                    <a:bodyPr/>
                    <a:lstStyle/>
                    <a:p>
                      <a:pPr algn="l" fontAlgn="b"/>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3198760138"/>
                  </a:ext>
                </a:extLst>
              </a:tr>
              <a:tr h="233777">
                <a:tc>
                  <a:txBody>
                    <a:bodyPr/>
                    <a:lstStyle/>
                    <a:p>
                      <a:pPr algn="ctr" rtl="0" fontAlgn="ctr"/>
                      <a:r>
                        <a:rPr lang="es-PE" sz="1800" b="1" u="none" strike="noStrike">
                          <a:effectLst/>
                          <a:latin typeface="Arial Narrow" panose="020B0606020202030204" pitchFamily="34" charset="0"/>
                        </a:rPr>
                        <a:t>+M</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A</a:t>
                      </a:r>
                      <a:r>
                        <a:rPr lang="es-PE" sz="1800" b="1" u="none" strike="noStrike" baseline="-25000">
                          <a:effectLst/>
                          <a:latin typeface="Arial Narrow" panose="020B0606020202030204" pitchFamily="34" charset="0"/>
                        </a:rPr>
                        <a:t>2</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4</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dirty="0">
                          <a:effectLst/>
                          <a:latin typeface="Arial Narrow" panose="020B0606020202030204" pitchFamily="34" charset="0"/>
                        </a:rPr>
                        <a:t>6</a:t>
                      </a:r>
                      <a:endParaRPr lang="es-PE" sz="1800" b="1" i="0" u="none" strike="noStrike" dirty="0">
                        <a:solidFill>
                          <a:srgbClr val="000000"/>
                        </a:solidFill>
                        <a:effectLst/>
                        <a:latin typeface="Arial Narrow" panose="020B0606020202030204" pitchFamily="34" charset="0"/>
                      </a:endParaRPr>
                    </a:p>
                  </a:txBody>
                  <a:tcPr marL="0" marR="0" marT="0" marB="0" anchor="ctr">
                    <a:solidFill>
                      <a:srgbClr val="92D050"/>
                    </a:solidFill>
                  </a:tcPr>
                </a:tc>
                <a:tc>
                  <a:txBody>
                    <a:bodyPr/>
                    <a:lstStyle/>
                    <a:p>
                      <a:pPr algn="ctr" rtl="0" fontAlgn="ctr"/>
                      <a:r>
                        <a:rPr lang="es-PE" sz="1800" b="1" u="none" strike="noStrike">
                          <a:effectLst/>
                          <a:latin typeface="Arial Narrow" panose="020B0606020202030204" pitchFamily="34" charset="0"/>
                        </a:rPr>
                        <a:t>-1</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dirty="0">
                          <a:effectLst/>
                          <a:latin typeface="Arial Narrow" panose="020B0606020202030204" pitchFamily="34" charset="0"/>
                        </a:rPr>
                        <a:t>0</a:t>
                      </a:r>
                      <a:endParaRPr lang="es-PE" sz="1800" b="1" i="0" u="none" strike="noStrike" dirty="0">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1</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50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8,33</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1400328603"/>
                  </a:ext>
                </a:extLst>
              </a:tr>
              <a:tr h="233777">
                <a:tc>
                  <a:txBody>
                    <a:bodyPr/>
                    <a:lstStyle/>
                    <a:p>
                      <a:pPr algn="ctr" rtl="0" fontAlgn="ctr"/>
                      <a:r>
                        <a:rPr lang="es-PE" sz="1800" b="1" u="none" strike="noStrike">
                          <a:effectLst/>
                          <a:latin typeface="Arial Narrow" panose="020B0606020202030204" pitchFamily="34" charset="0"/>
                        </a:rPr>
                        <a:t>+M</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A</a:t>
                      </a:r>
                      <a:r>
                        <a:rPr lang="es-PE" sz="1800" b="1" u="none" strike="noStrike" baseline="-25000">
                          <a:effectLst/>
                          <a:latin typeface="Arial Narrow" panose="020B0606020202030204" pitchFamily="34" charset="0"/>
                        </a:rPr>
                        <a:t>3</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4</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dirty="0">
                          <a:effectLst/>
                          <a:latin typeface="Arial Narrow" panose="020B0606020202030204" pitchFamily="34" charset="0"/>
                        </a:rPr>
                        <a:t>4</a:t>
                      </a:r>
                      <a:endParaRPr lang="es-PE" sz="1800" b="1" i="0" u="none" strike="noStrike" dirty="0">
                        <a:solidFill>
                          <a:srgbClr val="000000"/>
                        </a:solidFill>
                        <a:effectLst/>
                        <a:latin typeface="Arial Narrow" panose="020B0606020202030204" pitchFamily="34" charset="0"/>
                      </a:endParaRPr>
                    </a:p>
                  </a:txBody>
                  <a:tcPr marL="0" marR="0" marT="0" marB="0" anchor="ctr">
                    <a:solidFill>
                      <a:srgbClr val="92D050"/>
                    </a:solidFill>
                  </a:tcP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-1</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1</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40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10,00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3425293555"/>
                  </a:ext>
                </a:extLst>
              </a:tr>
              <a:tr h="233777">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S</a:t>
                      </a:r>
                      <a:r>
                        <a:rPr lang="es-PE" sz="1800" b="1" u="none" strike="noStrike" baseline="-25000">
                          <a:effectLst/>
                          <a:latin typeface="Arial Narrow" panose="020B0606020202030204" pitchFamily="34" charset="0"/>
                        </a:rPr>
                        <a:t>4</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1</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b"/>
                      <a:r>
                        <a:rPr lang="es-PE" sz="1800" b="1" u="none" strike="noStrike" dirty="0">
                          <a:effectLst/>
                          <a:latin typeface="Arial Narrow" panose="020B0606020202030204" pitchFamily="34" charset="0"/>
                        </a:rPr>
                        <a:t>0</a:t>
                      </a:r>
                      <a:endParaRPr lang="es-PE" sz="1800" b="1" i="0" u="none" strike="noStrike" dirty="0">
                        <a:solidFill>
                          <a:srgbClr val="000000"/>
                        </a:solidFill>
                        <a:effectLst/>
                        <a:latin typeface="Arial Narrow" panose="020B0606020202030204" pitchFamily="34" charset="0"/>
                      </a:endParaRPr>
                    </a:p>
                  </a:txBody>
                  <a:tcPr marL="0" marR="0" marT="0" marB="0" anchor="ctr">
                    <a:solidFill>
                      <a:srgbClr val="92D050"/>
                    </a:solidFill>
                  </a:tcP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1</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7</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 </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2025056739"/>
                  </a:ext>
                </a:extLst>
              </a:tr>
              <a:tr h="233777">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S</a:t>
                      </a:r>
                      <a:r>
                        <a:rPr lang="es-PE" sz="1800" b="1" u="none" strike="noStrike" baseline="-25000">
                          <a:effectLst/>
                          <a:latin typeface="Arial Narrow" panose="020B0606020202030204" pitchFamily="34" charset="0"/>
                        </a:rPr>
                        <a:t>5</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dirty="0">
                          <a:effectLst/>
                          <a:latin typeface="Arial Narrow" panose="020B0606020202030204" pitchFamily="34" charset="0"/>
                        </a:rPr>
                        <a:t>1</a:t>
                      </a:r>
                      <a:endParaRPr lang="es-PE" sz="1800" b="1" i="0" u="none" strike="noStrike" dirty="0">
                        <a:solidFill>
                          <a:srgbClr val="000000"/>
                        </a:solidFill>
                        <a:effectLst/>
                        <a:latin typeface="Arial Narrow" panose="020B0606020202030204" pitchFamily="34" charset="0"/>
                      </a:endParaRPr>
                    </a:p>
                  </a:txBody>
                  <a:tcPr marL="0" marR="0" marT="0" marB="0" anchor="ctr">
                    <a:solidFill>
                      <a:srgbClr val="92D050"/>
                    </a:solidFill>
                  </a:tcP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1</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7</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7,00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881399631"/>
                  </a:ext>
                </a:extLst>
              </a:tr>
              <a:tr h="257961">
                <a:tc gridSpan="2">
                  <a:txBody>
                    <a:bodyPr/>
                    <a:lstStyle/>
                    <a:p>
                      <a:pPr algn="ctr" rtl="0" fontAlgn="ctr"/>
                      <a:r>
                        <a:rPr lang="es-PE" sz="1800" b="1" u="none" strike="noStrike">
                          <a:effectLst/>
                          <a:latin typeface="Arial Narrow" panose="020B0606020202030204" pitchFamily="34" charset="0"/>
                        </a:rPr>
                        <a:t>Zj</a:t>
                      </a:r>
                      <a:endParaRPr lang="es-PE" sz="1800" b="1" i="0" u="none" strike="noStrike">
                        <a:solidFill>
                          <a:srgbClr val="FFFFFF"/>
                        </a:solidFill>
                        <a:effectLst/>
                        <a:latin typeface="Arial Narrow" panose="020B0606020202030204" pitchFamily="34" charset="0"/>
                      </a:endParaRPr>
                    </a:p>
                  </a:txBody>
                  <a:tcPr marL="0" marR="0" marT="0" marB="0" anchor="ctr"/>
                </a:tc>
                <a:tc hMerge="1">
                  <a:txBody>
                    <a:bodyPr/>
                    <a:lstStyle/>
                    <a:p>
                      <a:endParaRPr lang="es-PE"/>
                    </a:p>
                  </a:txBody>
                  <a:tcPr/>
                </a:tc>
                <a:tc>
                  <a:txBody>
                    <a:bodyPr/>
                    <a:lstStyle/>
                    <a:p>
                      <a:pPr algn="ctr" rtl="0" fontAlgn="ctr"/>
                      <a:r>
                        <a:rPr lang="es-PE" sz="1800" b="1" u="none" strike="noStrike">
                          <a:effectLst/>
                          <a:latin typeface="Arial Narrow" panose="020B0606020202030204" pitchFamily="34" charset="0"/>
                        </a:rPr>
                        <a:t>8M </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10M </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90M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 </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771773813"/>
                  </a:ext>
                </a:extLst>
              </a:tr>
              <a:tr h="257961">
                <a:tc gridSpan="2">
                  <a:txBody>
                    <a:bodyPr/>
                    <a:lstStyle/>
                    <a:p>
                      <a:pPr algn="ctr" rtl="0" fontAlgn="ctr"/>
                      <a:r>
                        <a:rPr lang="es-PE" sz="1800" b="1" u="none" strike="noStrike">
                          <a:effectLst/>
                          <a:latin typeface="Arial Narrow" panose="020B0606020202030204" pitchFamily="34" charset="0"/>
                        </a:rPr>
                        <a:t>Cj-Zj</a:t>
                      </a:r>
                      <a:endParaRPr lang="es-PE" sz="1800" b="1" i="0" u="none" strike="noStrike">
                        <a:solidFill>
                          <a:srgbClr val="FFFFFF"/>
                        </a:solidFill>
                        <a:effectLst/>
                        <a:latin typeface="Arial Narrow" panose="020B0606020202030204" pitchFamily="34" charset="0"/>
                      </a:endParaRPr>
                    </a:p>
                  </a:txBody>
                  <a:tcPr marL="0" marR="0" marT="0" marB="0" anchor="ctr"/>
                </a:tc>
                <a:tc hMerge="1">
                  <a:txBody>
                    <a:bodyPr/>
                    <a:lstStyle/>
                    <a:p>
                      <a:endParaRPr lang="es-PE"/>
                    </a:p>
                  </a:txBody>
                  <a:tcPr/>
                </a:tc>
                <a:tc>
                  <a:txBody>
                    <a:bodyPr/>
                    <a:lstStyle/>
                    <a:p>
                      <a:pPr algn="l" fontAlgn="b"/>
                      <a:r>
                        <a:rPr lang="es-PE" sz="1800" b="1" u="none" strike="noStrike">
                          <a:effectLst/>
                          <a:latin typeface="Arial Narrow" panose="020B0606020202030204" pitchFamily="34" charset="0"/>
                        </a:rPr>
                        <a:t>20-8M </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22-10M    </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 </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 </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1579140156"/>
                  </a:ext>
                </a:extLst>
              </a:tr>
              <a:tr h="257961">
                <a:tc>
                  <a:txBody>
                    <a:bodyPr/>
                    <a:lstStyle/>
                    <a:p>
                      <a:pPr algn="ctr" rtl="0" fontAlgn="ctr"/>
                      <a:r>
                        <a:rPr lang="es-PE" sz="1800" b="1" u="none" strike="noStrike">
                          <a:effectLst/>
                          <a:latin typeface="Arial Narrow" panose="020B0606020202030204" pitchFamily="34" charset="0"/>
                        </a:rPr>
                        <a:t>+M</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A</a:t>
                      </a:r>
                      <a:r>
                        <a:rPr lang="es-PE" sz="1800" b="1" u="none" strike="noStrike" baseline="-25000">
                          <a:effectLst/>
                          <a:latin typeface="Arial Narrow" panose="020B0606020202030204" pitchFamily="34" charset="0"/>
                        </a:rPr>
                        <a:t>2</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t"/>
                      <a:r>
                        <a:rPr lang="es-PE" sz="1800" b="1" u="none" strike="noStrike" dirty="0">
                          <a:effectLst/>
                          <a:latin typeface="Arial Narrow" panose="020B0606020202030204" pitchFamily="34" charset="0"/>
                        </a:rPr>
                        <a:t>4</a:t>
                      </a:r>
                      <a:endParaRPr lang="es-PE" sz="1800" b="1" i="0" u="none" strike="noStrike" dirty="0">
                        <a:solidFill>
                          <a:srgbClr val="000000"/>
                        </a:solidFill>
                        <a:effectLst/>
                        <a:latin typeface="Arial Narrow" panose="020B0606020202030204" pitchFamily="34" charset="0"/>
                      </a:endParaRPr>
                    </a:p>
                  </a:txBody>
                  <a:tcPr marL="0" marR="0" marT="0" marB="0">
                    <a:solidFill>
                      <a:srgbClr val="92D050"/>
                    </a:solidFill>
                  </a:tcPr>
                </a:tc>
                <a:tc>
                  <a:txBody>
                    <a:bodyPr/>
                    <a:lstStyle/>
                    <a:p>
                      <a:pPr algn="ctr" fontAlgn="t"/>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-1</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1</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-6</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8</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ctr"/>
                      <a:r>
                        <a:rPr lang="es-PE" sz="1800" b="1" u="none" strike="noStrike">
                          <a:effectLst/>
                          <a:latin typeface="Arial Narrow" panose="020B0606020202030204" pitchFamily="34" charset="0"/>
                        </a:rPr>
                        <a:t>2</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r>
                        <a:rPr lang="es-PE" sz="1800" b="1" u="none" strike="noStrike">
                          <a:effectLst/>
                          <a:latin typeface="Arial Narrow" panose="020B0606020202030204" pitchFamily="34" charset="0"/>
                        </a:rPr>
                        <a:t> -6R4+R1</a:t>
                      </a:r>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1931099041"/>
                  </a:ext>
                </a:extLst>
              </a:tr>
              <a:tr h="257961">
                <a:tc>
                  <a:txBody>
                    <a:bodyPr/>
                    <a:lstStyle/>
                    <a:p>
                      <a:pPr algn="ctr" rtl="0" fontAlgn="ctr"/>
                      <a:r>
                        <a:rPr lang="es-PE" sz="1800" b="1" u="none" strike="noStrike">
                          <a:effectLst/>
                          <a:latin typeface="Arial Narrow" panose="020B0606020202030204" pitchFamily="34" charset="0"/>
                        </a:rPr>
                        <a:t>+M</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A</a:t>
                      </a:r>
                      <a:r>
                        <a:rPr lang="es-PE" sz="1800" b="1" u="none" strike="noStrike" baseline="-25000">
                          <a:effectLst/>
                          <a:latin typeface="Arial Narrow" panose="020B0606020202030204" pitchFamily="34" charset="0"/>
                        </a:rPr>
                        <a:t>3</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t"/>
                      <a:r>
                        <a:rPr lang="es-PE" sz="1800" b="1" u="none" strike="noStrike" dirty="0">
                          <a:effectLst/>
                          <a:latin typeface="Arial Narrow" panose="020B0606020202030204" pitchFamily="34" charset="0"/>
                        </a:rPr>
                        <a:t>4</a:t>
                      </a:r>
                      <a:endParaRPr lang="es-PE" sz="1800" b="1" i="0" u="none" strike="noStrike" dirty="0">
                        <a:solidFill>
                          <a:srgbClr val="000000"/>
                        </a:solidFill>
                        <a:effectLst/>
                        <a:latin typeface="Arial Narrow" panose="020B0606020202030204" pitchFamily="34" charset="0"/>
                      </a:endParaRPr>
                    </a:p>
                  </a:txBody>
                  <a:tcPr marL="0" marR="0" marT="0" marB="0">
                    <a:solidFill>
                      <a:srgbClr val="92D050"/>
                    </a:solidFill>
                  </a:tcPr>
                </a:tc>
                <a:tc>
                  <a:txBody>
                    <a:bodyPr/>
                    <a:lstStyle/>
                    <a:p>
                      <a:pPr algn="ctr" fontAlgn="t"/>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-1</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1</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-4</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12</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ctr"/>
                      <a:r>
                        <a:rPr lang="es-PE" sz="1800" b="1" u="none" strike="noStrike">
                          <a:effectLst/>
                          <a:latin typeface="Arial Narrow" panose="020B0606020202030204" pitchFamily="34" charset="0"/>
                        </a:rPr>
                        <a:t>3</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r>
                        <a:rPr lang="es-PE" sz="1800" b="1" u="none" strike="noStrike">
                          <a:effectLst/>
                          <a:latin typeface="Arial Narrow" panose="020B0606020202030204" pitchFamily="34" charset="0"/>
                        </a:rPr>
                        <a:t> -R4+R2</a:t>
                      </a:r>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582312941"/>
                  </a:ext>
                </a:extLst>
              </a:tr>
              <a:tr h="257961">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S</a:t>
                      </a:r>
                      <a:r>
                        <a:rPr lang="es-PE" sz="1800" b="1" u="none" strike="noStrike" baseline="-25000">
                          <a:effectLst/>
                          <a:latin typeface="Arial Narrow" panose="020B0606020202030204" pitchFamily="34" charset="0"/>
                        </a:rPr>
                        <a:t>4</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dirty="0">
                          <a:effectLst/>
                          <a:latin typeface="Arial Narrow" panose="020B0606020202030204" pitchFamily="34" charset="0"/>
                        </a:rPr>
                        <a:t>1</a:t>
                      </a:r>
                      <a:endParaRPr lang="es-PE" sz="1800" b="1" i="0" u="none" strike="noStrike" dirty="0">
                        <a:solidFill>
                          <a:srgbClr val="000000"/>
                        </a:solidFill>
                        <a:effectLst/>
                        <a:latin typeface="Arial Narrow" panose="020B0606020202030204" pitchFamily="34" charset="0"/>
                      </a:endParaRPr>
                    </a:p>
                  </a:txBody>
                  <a:tcPr marL="0" marR="0" marT="0" marB="0" anchor="ctr">
                    <a:solidFill>
                      <a:srgbClr val="92D050"/>
                    </a:solidFill>
                  </a:tcPr>
                </a:tc>
                <a:tc>
                  <a:txBody>
                    <a:bodyPr/>
                    <a:lstStyle/>
                    <a:p>
                      <a:pPr algn="ctr" fontAlgn="t"/>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1</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7</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7</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r>
                        <a:rPr lang="es-PE" sz="1800" b="1" u="none" strike="noStrike">
                          <a:effectLst/>
                          <a:latin typeface="Arial Narrow" panose="020B0606020202030204" pitchFamily="34" charset="0"/>
                        </a:rPr>
                        <a:t>R3</a:t>
                      </a:r>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2371534500"/>
                  </a:ext>
                </a:extLst>
              </a:tr>
              <a:tr h="266023">
                <a:tc>
                  <a:txBody>
                    <a:bodyPr/>
                    <a:lstStyle/>
                    <a:p>
                      <a:pPr algn="ctr" rtl="0" fontAlgn="ctr"/>
                      <a:r>
                        <a:rPr lang="es-PE" sz="1800" b="1" u="none" strike="noStrike">
                          <a:effectLst/>
                          <a:latin typeface="Arial Narrow" panose="020B0606020202030204" pitchFamily="34" charset="0"/>
                        </a:rPr>
                        <a:t>22</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X</a:t>
                      </a:r>
                      <a:r>
                        <a:rPr lang="es-PE" sz="1800" b="1" u="none" strike="noStrike" baseline="-25000">
                          <a:effectLst/>
                          <a:latin typeface="Arial Narrow" panose="020B0606020202030204" pitchFamily="34" charset="0"/>
                        </a:rPr>
                        <a:t>2</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dirty="0">
                          <a:effectLst/>
                          <a:latin typeface="Arial Narrow" panose="020B0606020202030204" pitchFamily="34" charset="0"/>
                        </a:rPr>
                        <a:t>0</a:t>
                      </a:r>
                      <a:endParaRPr lang="es-PE" sz="1800" b="1" i="0" u="none" strike="noStrike" dirty="0">
                        <a:solidFill>
                          <a:srgbClr val="000000"/>
                        </a:solidFill>
                        <a:effectLst/>
                        <a:latin typeface="Arial Narrow" panose="020B0606020202030204" pitchFamily="34" charset="0"/>
                      </a:endParaRPr>
                    </a:p>
                  </a:txBody>
                  <a:tcPr marL="0" marR="0" marT="0" marB="0" anchor="ctr">
                    <a:solidFill>
                      <a:srgbClr val="92D050"/>
                    </a:solidFill>
                  </a:tcPr>
                </a:tc>
                <a:tc>
                  <a:txBody>
                    <a:bodyPr/>
                    <a:lstStyle/>
                    <a:p>
                      <a:pPr algn="ctr" fontAlgn="t"/>
                      <a:r>
                        <a:rPr lang="es-PE" sz="1800" b="1" u="none" strike="noStrike">
                          <a:effectLst/>
                          <a:latin typeface="Arial Narrow" panose="020B0606020202030204" pitchFamily="34" charset="0"/>
                        </a:rPr>
                        <a:t>1</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1</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7</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 </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r>
                        <a:rPr lang="es-PE" sz="1800" b="1" u="none" strike="noStrike">
                          <a:effectLst/>
                          <a:latin typeface="Arial Narrow" panose="020B0606020202030204" pitchFamily="34" charset="0"/>
                        </a:rPr>
                        <a:t>R4</a:t>
                      </a:r>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198802984"/>
                  </a:ext>
                </a:extLst>
              </a:tr>
              <a:tr h="225716">
                <a:tc gridSpan="2">
                  <a:txBody>
                    <a:bodyPr/>
                    <a:lstStyle/>
                    <a:p>
                      <a:pPr algn="ctr" rtl="0" fontAlgn="ctr"/>
                      <a:r>
                        <a:rPr lang="es-PE" sz="1800" b="1" u="none" strike="noStrike">
                          <a:effectLst/>
                          <a:latin typeface="Arial Narrow" panose="020B0606020202030204" pitchFamily="34" charset="0"/>
                        </a:rPr>
                        <a:t>Zj</a:t>
                      </a:r>
                      <a:endParaRPr lang="es-PE" sz="1800" b="1" i="0" u="none" strike="noStrike">
                        <a:solidFill>
                          <a:srgbClr val="FFFFFF"/>
                        </a:solidFill>
                        <a:effectLst/>
                        <a:latin typeface="Arial Narrow" panose="020B0606020202030204" pitchFamily="34" charset="0"/>
                      </a:endParaRPr>
                    </a:p>
                  </a:txBody>
                  <a:tcPr marL="0" marR="0" marT="0" marB="0" anchor="ctr"/>
                </a:tc>
                <a:tc hMerge="1">
                  <a:txBody>
                    <a:bodyPr/>
                    <a:lstStyle/>
                    <a:p>
                      <a:endParaRPr lang="es-PE"/>
                    </a:p>
                  </a:txBody>
                  <a:tcPr/>
                </a:tc>
                <a:tc>
                  <a:txBody>
                    <a:bodyPr/>
                    <a:lstStyle/>
                    <a:p>
                      <a:pPr algn="ctr" rtl="0" fontAlgn="ctr"/>
                      <a:r>
                        <a:rPr lang="es-PE" sz="1800" b="1" u="none" strike="noStrike">
                          <a:effectLst/>
                          <a:latin typeface="Arial Narrow" panose="020B0606020202030204" pitchFamily="34" charset="0"/>
                        </a:rPr>
                        <a:t>8M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22</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 -10M+22</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20M+154</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 </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1173715666"/>
                  </a:ext>
                </a:extLst>
              </a:tr>
              <a:tr h="209593">
                <a:tc gridSpan="2">
                  <a:txBody>
                    <a:bodyPr/>
                    <a:lstStyle/>
                    <a:p>
                      <a:pPr algn="ctr" rtl="0" fontAlgn="ctr"/>
                      <a:r>
                        <a:rPr lang="es-PE" sz="1800" b="1" u="none" strike="noStrike">
                          <a:effectLst/>
                          <a:latin typeface="Arial Narrow" panose="020B0606020202030204" pitchFamily="34" charset="0"/>
                        </a:rPr>
                        <a:t>Cj-Zj</a:t>
                      </a:r>
                      <a:endParaRPr lang="es-PE" sz="1800" b="1" i="0" u="none" strike="noStrike">
                        <a:solidFill>
                          <a:srgbClr val="FFFFFF"/>
                        </a:solidFill>
                        <a:effectLst/>
                        <a:latin typeface="Arial Narrow" panose="020B0606020202030204" pitchFamily="34" charset="0"/>
                      </a:endParaRPr>
                    </a:p>
                  </a:txBody>
                  <a:tcPr marL="0" marR="0" marT="0" marB="0" anchor="ctr"/>
                </a:tc>
                <a:tc hMerge="1">
                  <a:txBody>
                    <a:bodyPr/>
                    <a:lstStyle/>
                    <a:p>
                      <a:endParaRPr lang="es-PE"/>
                    </a:p>
                  </a:txBody>
                  <a:tcPr/>
                </a:tc>
                <a:tc>
                  <a:txBody>
                    <a:bodyPr/>
                    <a:lstStyle/>
                    <a:p>
                      <a:pPr algn="ctr" fontAlgn="ctr"/>
                      <a:r>
                        <a:rPr lang="es-PE" sz="1800" b="1" u="none" strike="noStrike">
                          <a:effectLst/>
                          <a:latin typeface="Arial Narrow" panose="020B0606020202030204" pitchFamily="34" charset="0"/>
                        </a:rPr>
                        <a:t>20-8M </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10M-22</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 </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 </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758743290"/>
                  </a:ext>
                </a:extLst>
              </a:tr>
              <a:tr h="266023">
                <a:tc>
                  <a:txBody>
                    <a:bodyPr/>
                    <a:lstStyle/>
                    <a:p>
                      <a:pPr algn="ctr" rtl="0" fontAlgn="ctr"/>
                      <a:r>
                        <a:rPr lang="es-PE" sz="1800" b="1" u="none" strike="noStrike">
                          <a:effectLst/>
                          <a:latin typeface="Arial Narrow" panose="020B0606020202030204" pitchFamily="34" charset="0"/>
                        </a:rPr>
                        <a:t>20</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X</a:t>
                      </a:r>
                      <a:r>
                        <a:rPr lang="es-PE" sz="1800" b="1" u="none" strike="noStrike" baseline="-25000">
                          <a:effectLst/>
                          <a:latin typeface="Arial Narrow" panose="020B0606020202030204" pitchFamily="34" charset="0"/>
                        </a:rPr>
                        <a:t>1</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t"/>
                      <a:r>
                        <a:rPr lang="es-PE" sz="1800" b="1" u="none" strike="noStrike">
                          <a:effectLst/>
                          <a:latin typeface="Arial Narrow" panose="020B0606020202030204" pitchFamily="34" charset="0"/>
                        </a:rPr>
                        <a:t>1    </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0    </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- 1/4</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0    </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 1/4</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0    </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0    </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b"/>
                      <a:r>
                        <a:rPr lang="es-PE" sz="1800" b="1" u="none" strike="noStrike" dirty="0">
                          <a:effectLst/>
                          <a:latin typeface="Arial Narrow" panose="020B0606020202030204" pitchFamily="34" charset="0"/>
                        </a:rPr>
                        <a:t>-1 1/2</a:t>
                      </a:r>
                      <a:endParaRPr lang="es-PE" sz="1800" b="1" i="0" u="none" strike="noStrike" dirty="0">
                        <a:solidFill>
                          <a:srgbClr val="000000"/>
                        </a:solidFill>
                        <a:effectLst/>
                        <a:latin typeface="Arial Narrow" panose="020B0606020202030204" pitchFamily="34" charset="0"/>
                      </a:endParaRPr>
                    </a:p>
                  </a:txBody>
                  <a:tcPr marL="0" marR="0" marT="0" marB="0">
                    <a:solidFill>
                      <a:srgbClr val="92D050"/>
                    </a:solidFill>
                  </a:tcPr>
                </a:tc>
                <a:tc>
                  <a:txBody>
                    <a:bodyPr/>
                    <a:lstStyle/>
                    <a:p>
                      <a:pPr algn="ctr" fontAlgn="t"/>
                      <a:r>
                        <a:rPr lang="es-PE" sz="1800" b="1" u="none" strike="noStrike">
                          <a:effectLst/>
                          <a:latin typeface="Arial Narrow" panose="020B0606020202030204" pitchFamily="34" charset="0"/>
                        </a:rPr>
                        <a:t>2    </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ctr"/>
                      <a:r>
                        <a:rPr lang="es-PE" sz="1800" b="1" u="none" strike="noStrike">
                          <a:effectLst/>
                          <a:latin typeface="Arial Narrow" panose="020B0606020202030204" pitchFamily="34" charset="0"/>
                        </a:rPr>
                        <a:t>-1,33</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r>
                        <a:rPr lang="es-PE" sz="1800" b="1" u="none" strike="noStrike">
                          <a:effectLst/>
                          <a:latin typeface="Arial Narrow" panose="020B0606020202030204" pitchFamily="34" charset="0"/>
                        </a:rPr>
                        <a:t>R1</a:t>
                      </a:r>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3647195269"/>
                  </a:ext>
                </a:extLst>
              </a:tr>
              <a:tr h="257961">
                <a:tc>
                  <a:txBody>
                    <a:bodyPr/>
                    <a:lstStyle/>
                    <a:p>
                      <a:pPr algn="ctr" rtl="0" fontAlgn="ctr"/>
                      <a:r>
                        <a:rPr lang="es-PE" sz="1800" b="1" u="none" strike="noStrike">
                          <a:effectLst/>
                          <a:latin typeface="Arial Narrow" panose="020B0606020202030204" pitchFamily="34" charset="0"/>
                        </a:rPr>
                        <a:t>+M</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A</a:t>
                      </a:r>
                      <a:r>
                        <a:rPr lang="es-PE" sz="1800" b="1" u="none" strike="noStrike" baseline="-25000">
                          <a:effectLst/>
                          <a:latin typeface="Arial Narrow" panose="020B0606020202030204" pitchFamily="34" charset="0"/>
                        </a:rPr>
                        <a:t>3</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t"/>
                      <a:r>
                        <a:rPr lang="es-PE" sz="1800" b="1" u="none" strike="noStrike">
                          <a:effectLst/>
                          <a:latin typeface="Arial Narrow" panose="020B0606020202030204" pitchFamily="34" charset="0"/>
                        </a:rPr>
                        <a:t>0    </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0    </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1    </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-1    </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-1    </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1    </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0    </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dirty="0">
                          <a:effectLst/>
                          <a:latin typeface="Arial Narrow" panose="020B0606020202030204" pitchFamily="34" charset="0"/>
                        </a:rPr>
                        <a:t>2    </a:t>
                      </a:r>
                      <a:endParaRPr lang="es-PE" sz="1800" b="1" i="0" u="none" strike="noStrike" dirty="0">
                        <a:solidFill>
                          <a:srgbClr val="000000"/>
                        </a:solidFill>
                        <a:effectLst/>
                        <a:latin typeface="Arial Narrow" panose="020B0606020202030204" pitchFamily="34" charset="0"/>
                      </a:endParaRPr>
                    </a:p>
                  </a:txBody>
                  <a:tcPr marL="0" marR="0" marT="0" marB="0">
                    <a:solidFill>
                      <a:srgbClr val="92D050"/>
                    </a:solidFill>
                  </a:tcPr>
                </a:tc>
                <a:tc>
                  <a:txBody>
                    <a:bodyPr/>
                    <a:lstStyle/>
                    <a:p>
                      <a:pPr algn="ctr" fontAlgn="t"/>
                      <a:r>
                        <a:rPr lang="es-PE" sz="1800" b="1" u="none" strike="noStrike">
                          <a:effectLst/>
                          <a:latin typeface="Arial Narrow" panose="020B0606020202030204" pitchFamily="34" charset="0"/>
                        </a:rPr>
                        <a:t>4    </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ctr"/>
                      <a:r>
                        <a:rPr lang="es-PE" sz="1800" b="1" u="none" strike="noStrike">
                          <a:effectLst/>
                          <a:latin typeface="Arial Narrow" panose="020B0606020202030204" pitchFamily="34" charset="0"/>
                        </a:rPr>
                        <a:t>2,00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r>
                        <a:rPr lang="es-PE" sz="1800" b="1" u="none" strike="noStrike">
                          <a:effectLst/>
                          <a:latin typeface="Arial Narrow" panose="020B0606020202030204" pitchFamily="34" charset="0"/>
                        </a:rPr>
                        <a:t> -4R1+R2</a:t>
                      </a:r>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3934993677"/>
                  </a:ext>
                </a:extLst>
              </a:tr>
              <a:tr h="257961">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S</a:t>
                      </a:r>
                      <a:r>
                        <a:rPr lang="es-PE" sz="1800" b="1" u="none" strike="noStrike" baseline="-25000">
                          <a:effectLst/>
                          <a:latin typeface="Arial Narrow" panose="020B0606020202030204" pitchFamily="34" charset="0"/>
                        </a:rPr>
                        <a:t>4</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t"/>
                      <a:r>
                        <a:rPr lang="es-PE" sz="1800" b="1" u="none" strike="noStrike">
                          <a:effectLst/>
                          <a:latin typeface="Arial Narrow" panose="020B0606020202030204" pitchFamily="34" charset="0"/>
                        </a:rPr>
                        <a:t>0    </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0    </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 1/4</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0    </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- 1/4</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0    </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1    </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dirty="0">
                          <a:effectLst/>
                          <a:latin typeface="Arial Narrow" panose="020B0606020202030204" pitchFamily="34" charset="0"/>
                        </a:rPr>
                        <a:t>1 1/2</a:t>
                      </a:r>
                      <a:endParaRPr lang="es-PE" sz="1800" b="1" i="0" u="none" strike="noStrike" dirty="0">
                        <a:solidFill>
                          <a:srgbClr val="000000"/>
                        </a:solidFill>
                        <a:effectLst/>
                        <a:latin typeface="Arial Narrow" panose="020B0606020202030204" pitchFamily="34" charset="0"/>
                      </a:endParaRPr>
                    </a:p>
                  </a:txBody>
                  <a:tcPr marL="0" marR="0" marT="0" marB="0">
                    <a:solidFill>
                      <a:srgbClr val="92D050"/>
                    </a:solidFill>
                  </a:tcPr>
                </a:tc>
                <a:tc>
                  <a:txBody>
                    <a:bodyPr/>
                    <a:lstStyle/>
                    <a:p>
                      <a:pPr algn="ctr" fontAlgn="t"/>
                      <a:r>
                        <a:rPr lang="es-PE" sz="1800" b="1" u="none" strike="noStrike">
                          <a:effectLst/>
                          <a:latin typeface="Arial Narrow" panose="020B0606020202030204" pitchFamily="34" charset="0"/>
                        </a:rPr>
                        <a:t>5    </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ctr"/>
                      <a:r>
                        <a:rPr lang="es-PE" sz="1800" b="1" u="none" strike="noStrike">
                          <a:effectLst/>
                          <a:latin typeface="Arial Narrow" panose="020B0606020202030204" pitchFamily="34" charset="0"/>
                        </a:rPr>
                        <a:t>3,33</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r>
                        <a:rPr lang="es-PE" sz="1800" b="1" u="none" strike="noStrike">
                          <a:effectLst/>
                          <a:latin typeface="Arial Narrow" panose="020B0606020202030204" pitchFamily="34" charset="0"/>
                        </a:rPr>
                        <a:t> -R1+R3</a:t>
                      </a:r>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1089321715"/>
                  </a:ext>
                </a:extLst>
              </a:tr>
              <a:tr h="266023">
                <a:tc>
                  <a:txBody>
                    <a:bodyPr/>
                    <a:lstStyle/>
                    <a:p>
                      <a:pPr algn="ctr" rtl="0" fontAlgn="ctr"/>
                      <a:r>
                        <a:rPr lang="es-PE" sz="1800" b="1" u="none" strike="noStrike">
                          <a:effectLst/>
                          <a:latin typeface="Arial Narrow" panose="020B0606020202030204" pitchFamily="34" charset="0"/>
                        </a:rPr>
                        <a:t>22</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X</a:t>
                      </a:r>
                      <a:r>
                        <a:rPr lang="es-PE" sz="1800" b="1" u="none" strike="noStrike" baseline="-25000">
                          <a:effectLst/>
                          <a:latin typeface="Arial Narrow" panose="020B0606020202030204" pitchFamily="34" charset="0"/>
                        </a:rPr>
                        <a:t>2</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t"/>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1</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r>
                        <a:rPr lang="es-PE" sz="1800" b="1" u="none" strike="noStrike" dirty="0">
                          <a:effectLst/>
                          <a:latin typeface="Arial Narrow" panose="020B0606020202030204" pitchFamily="34" charset="0"/>
                        </a:rPr>
                        <a:t>1</a:t>
                      </a:r>
                      <a:endParaRPr lang="es-PE" sz="1800" b="1" i="0" u="none" strike="noStrike" dirty="0">
                        <a:solidFill>
                          <a:srgbClr val="000000"/>
                        </a:solidFill>
                        <a:effectLst/>
                        <a:latin typeface="Arial Narrow" panose="020B0606020202030204" pitchFamily="34" charset="0"/>
                      </a:endParaRPr>
                    </a:p>
                  </a:txBody>
                  <a:tcPr marL="0" marR="0" marT="0" marB="0">
                    <a:solidFill>
                      <a:srgbClr val="92D050"/>
                    </a:solidFill>
                  </a:tcPr>
                </a:tc>
                <a:tc>
                  <a:txBody>
                    <a:bodyPr/>
                    <a:lstStyle/>
                    <a:p>
                      <a:pPr algn="ctr" fontAlgn="t"/>
                      <a:r>
                        <a:rPr lang="es-PE" sz="1800" b="1" u="none" strike="noStrike">
                          <a:effectLst/>
                          <a:latin typeface="Arial Narrow" panose="020B0606020202030204" pitchFamily="34" charset="0"/>
                        </a:rPr>
                        <a:t>7</a:t>
                      </a:r>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ctr"/>
                      <a:r>
                        <a:rPr lang="es-PE" sz="1800" b="1" u="none" strike="noStrike">
                          <a:effectLst/>
                          <a:latin typeface="Arial Narrow" panose="020B0606020202030204" pitchFamily="34" charset="0"/>
                        </a:rPr>
                        <a:t>7,00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r>
                        <a:rPr lang="es-PE" sz="1800" b="1" u="none" strike="noStrike">
                          <a:effectLst/>
                          <a:latin typeface="Arial Narrow" panose="020B0606020202030204" pitchFamily="34" charset="0"/>
                        </a:rPr>
                        <a:t>R4</a:t>
                      </a:r>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1308532240"/>
                  </a:ext>
                </a:extLst>
              </a:tr>
              <a:tr h="257961">
                <a:tc gridSpan="2">
                  <a:txBody>
                    <a:bodyPr/>
                    <a:lstStyle/>
                    <a:p>
                      <a:pPr algn="ctr" rtl="0" fontAlgn="ctr"/>
                      <a:r>
                        <a:rPr lang="es-PE" sz="1800" b="1" u="none" strike="noStrike">
                          <a:effectLst/>
                          <a:latin typeface="Arial Narrow" panose="020B0606020202030204" pitchFamily="34" charset="0"/>
                        </a:rPr>
                        <a:t>Zj</a:t>
                      </a:r>
                      <a:endParaRPr lang="es-PE" sz="1800" b="1" i="0" u="none" strike="noStrike">
                        <a:solidFill>
                          <a:srgbClr val="FFFFFF"/>
                        </a:solidFill>
                        <a:effectLst/>
                        <a:latin typeface="Arial Narrow" panose="020B0606020202030204" pitchFamily="34" charset="0"/>
                      </a:endParaRPr>
                    </a:p>
                  </a:txBody>
                  <a:tcPr marL="0" marR="0" marT="0" marB="0" anchor="ctr"/>
                </a:tc>
                <a:tc hMerge="1">
                  <a:txBody>
                    <a:bodyPr/>
                    <a:lstStyle/>
                    <a:p>
                      <a:endParaRPr lang="es-PE"/>
                    </a:p>
                  </a:txBody>
                  <a:tcPr/>
                </a:tc>
                <a:tc>
                  <a:txBody>
                    <a:bodyPr/>
                    <a:lstStyle/>
                    <a:p>
                      <a:pPr algn="ctr" fontAlgn="ctr"/>
                      <a:r>
                        <a:rPr lang="es-PE" sz="1800" b="1" u="none" strike="noStrike">
                          <a:effectLst/>
                          <a:latin typeface="Arial Narrow" panose="020B0606020202030204" pitchFamily="34" charset="0"/>
                        </a:rPr>
                        <a:t>20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22</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 -5+M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 -M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5-M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 -8+2M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 194+4M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 </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698241196"/>
                  </a:ext>
                </a:extLst>
              </a:tr>
              <a:tr h="257961">
                <a:tc gridSpan="2">
                  <a:txBody>
                    <a:bodyPr/>
                    <a:lstStyle/>
                    <a:p>
                      <a:pPr algn="ctr" rtl="0" fontAlgn="ctr"/>
                      <a:r>
                        <a:rPr lang="es-PE" sz="1800" b="1" u="none" strike="noStrike">
                          <a:effectLst/>
                          <a:latin typeface="Arial Narrow" panose="020B0606020202030204" pitchFamily="34" charset="0"/>
                        </a:rPr>
                        <a:t>Cj-Zj</a:t>
                      </a:r>
                      <a:endParaRPr lang="es-PE" sz="1800" b="1" i="0" u="none" strike="noStrike">
                        <a:solidFill>
                          <a:srgbClr val="FFFFFF"/>
                        </a:solidFill>
                        <a:effectLst/>
                        <a:latin typeface="Arial Narrow" panose="020B0606020202030204" pitchFamily="34" charset="0"/>
                      </a:endParaRPr>
                    </a:p>
                  </a:txBody>
                  <a:tcPr marL="0" marR="0" marT="0" marB="0" anchor="ctr"/>
                </a:tc>
                <a:tc hMerge="1">
                  <a:txBody>
                    <a:bodyPr/>
                    <a:lstStyle/>
                    <a:p>
                      <a:endParaRPr lang="es-PE"/>
                    </a:p>
                  </a:txBody>
                  <a:tcPr/>
                </a:tc>
                <a:tc>
                  <a:txBody>
                    <a:bodyPr/>
                    <a:lstStyle/>
                    <a:p>
                      <a:pPr algn="ctr"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5-M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2M-5</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0</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8-2M</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 </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r>
                        <a:rPr lang="es-PE" sz="1800" b="1" u="none" strike="noStrike">
                          <a:effectLst/>
                          <a:latin typeface="Arial Narrow" panose="020B0606020202030204" pitchFamily="34" charset="0"/>
                        </a:rPr>
                        <a:t> </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1612730979"/>
                  </a:ext>
                </a:extLst>
              </a:tr>
              <a:tr h="347387">
                <a:tc>
                  <a:txBody>
                    <a:bodyPr/>
                    <a:lstStyle/>
                    <a:p>
                      <a:pPr algn="ctr" rtl="0" fontAlgn="ctr"/>
                      <a:r>
                        <a:rPr lang="es-PE" sz="1800" b="1" u="none" strike="noStrike">
                          <a:effectLst/>
                          <a:latin typeface="Arial Narrow" panose="020B0606020202030204" pitchFamily="34" charset="0"/>
                        </a:rPr>
                        <a:t>20</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X</a:t>
                      </a:r>
                      <a:r>
                        <a:rPr lang="es-PE" sz="1800" b="1" u="none" strike="noStrike" baseline="-25000">
                          <a:effectLst/>
                          <a:latin typeface="Arial Narrow" panose="020B0606020202030204" pitchFamily="34" charset="0"/>
                        </a:rPr>
                        <a:t>1</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t"/>
                      <a:endParaRPr lang="es-PE" sz="1800" b="1" i="0" u="none" strike="noStrike" dirty="0">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ct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858624817"/>
                  </a:ext>
                </a:extLst>
              </a:tr>
              <a:tr h="266023">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S</a:t>
                      </a:r>
                      <a:r>
                        <a:rPr lang="es-PE" sz="1800" b="1" u="none" strike="noStrike" baseline="-25000">
                          <a:effectLst/>
                          <a:latin typeface="Arial Narrow" panose="020B0606020202030204" pitchFamily="34" charset="0"/>
                        </a:rPr>
                        <a:t>5</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t"/>
                      <a:endParaRPr lang="es-PE" sz="1800" b="1" i="0" u="none" strike="noStrike" dirty="0">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ct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1727337318"/>
                  </a:ext>
                </a:extLst>
              </a:tr>
              <a:tr h="521081">
                <a:tc>
                  <a:txBody>
                    <a:bodyPr/>
                    <a:lstStyle/>
                    <a:p>
                      <a:pPr algn="ctr" rtl="0" fontAlgn="ctr"/>
                      <a:r>
                        <a:rPr lang="es-PE" sz="1800" b="1" u="none" strike="noStrike">
                          <a:effectLst/>
                          <a:latin typeface="Arial Narrow" panose="020B0606020202030204" pitchFamily="34" charset="0"/>
                        </a:rPr>
                        <a:t>0</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S</a:t>
                      </a:r>
                      <a:r>
                        <a:rPr lang="es-PE" sz="1800" b="1" u="none" strike="noStrike" baseline="-25000">
                          <a:effectLst/>
                          <a:latin typeface="Arial Narrow" panose="020B0606020202030204" pitchFamily="34" charset="0"/>
                        </a:rPr>
                        <a:t>4</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t"/>
                      <a:endParaRPr lang="es-PE" sz="1800" b="1" i="0" u="none" strike="noStrike" dirty="0">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ct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485807994"/>
                  </a:ext>
                </a:extLst>
              </a:tr>
              <a:tr h="266023">
                <a:tc>
                  <a:txBody>
                    <a:bodyPr/>
                    <a:lstStyle/>
                    <a:p>
                      <a:pPr algn="ctr" rtl="0" fontAlgn="ctr"/>
                      <a:r>
                        <a:rPr lang="es-PE" sz="1800" b="1" u="none" strike="noStrike">
                          <a:effectLst/>
                          <a:latin typeface="Arial Narrow" panose="020B0606020202030204" pitchFamily="34" charset="0"/>
                        </a:rPr>
                        <a:t>22</a:t>
                      </a:r>
                      <a:endParaRPr lang="es-PE" sz="1800" b="1" i="0" u="none" strike="noStrike">
                        <a:solidFill>
                          <a:srgbClr val="FFFFFF"/>
                        </a:solidFill>
                        <a:effectLst/>
                        <a:latin typeface="Arial Narrow" panose="020B0606020202030204" pitchFamily="34" charset="0"/>
                      </a:endParaRPr>
                    </a:p>
                  </a:txBody>
                  <a:tcPr marL="0" marR="0" marT="0" marB="0" anchor="ctr"/>
                </a:tc>
                <a:tc>
                  <a:txBody>
                    <a:bodyPr/>
                    <a:lstStyle/>
                    <a:p>
                      <a:pPr algn="ctr" rtl="0" fontAlgn="ctr"/>
                      <a:r>
                        <a:rPr lang="es-PE" sz="1800" b="1" u="none" strike="noStrike">
                          <a:effectLst/>
                          <a:latin typeface="Arial Narrow" panose="020B0606020202030204" pitchFamily="34" charset="0"/>
                        </a:rPr>
                        <a:t>X</a:t>
                      </a:r>
                      <a:r>
                        <a:rPr lang="es-PE" sz="1800" b="1" u="none" strike="noStrike" baseline="-25000">
                          <a:effectLst/>
                          <a:latin typeface="Arial Narrow" panose="020B0606020202030204" pitchFamily="34" charset="0"/>
                        </a:rPr>
                        <a:t>2</a:t>
                      </a: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t"/>
                      <a:endParaRPr lang="es-PE" sz="1800" b="1" i="0" u="none" strike="noStrike" dirty="0">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t"/>
                      <a:endParaRPr lang="es-PE" sz="1800" b="1" i="0" u="none" strike="noStrike">
                        <a:solidFill>
                          <a:srgbClr val="000000"/>
                        </a:solidFill>
                        <a:effectLst/>
                        <a:latin typeface="Arial Narrow" panose="020B0606020202030204" pitchFamily="34" charset="0"/>
                      </a:endParaRPr>
                    </a:p>
                  </a:txBody>
                  <a:tcPr marL="0" marR="0" marT="0" marB="0"/>
                </a:tc>
                <a:tc>
                  <a:txBody>
                    <a:bodyPr/>
                    <a:lstStyle/>
                    <a:p>
                      <a:pPr algn="ctr" fontAlgn="ct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313803583"/>
                  </a:ext>
                </a:extLst>
              </a:tr>
              <a:tr h="257961">
                <a:tc gridSpan="2">
                  <a:txBody>
                    <a:bodyPr/>
                    <a:lstStyle/>
                    <a:p>
                      <a:pPr algn="ctr" rtl="0" fontAlgn="ctr"/>
                      <a:r>
                        <a:rPr lang="es-PE" sz="1800" b="1" u="none" strike="noStrike">
                          <a:effectLst/>
                          <a:latin typeface="Arial Narrow" panose="020B0606020202030204" pitchFamily="34" charset="0"/>
                        </a:rPr>
                        <a:t>Zj</a:t>
                      </a:r>
                      <a:endParaRPr lang="es-PE" sz="1800" b="1" i="0" u="none" strike="noStrike">
                        <a:solidFill>
                          <a:srgbClr val="FFFFFF"/>
                        </a:solidFill>
                        <a:effectLst/>
                        <a:latin typeface="Arial Narrow" panose="020B0606020202030204" pitchFamily="34" charset="0"/>
                      </a:endParaRPr>
                    </a:p>
                  </a:txBody>
                  <a:tcPr marL="0" marR="0" marT="0" marB="0" anchor="ctr"/>
                </a:tc>
                <a:tc hMerge="1">
                  <a:txBody>
                    <a:bodyPr/>
                    <a:lstStyle/>
                    <a:p>
                      <a:endParaRPr lang="es-PE"/>
                    </a:p>
                  </a:txBody>
                  <a:tcPr/>
                </a:tc>
                <a:tc>
                  <a:txBody>
                    <a:bodyPr/>
                    <a:lstStyle/>
                    <a:p>
                      <a:pPr algn="ctr" fontAlgn="ctr"/>
                      <a:endParaRPr lang="es-PE" sz="1800" b="1" i="0" u="none" strike="noStrike" dirty="0">
                        <a:solidFill>
                          <a:srgbClr val="000000"/>
                        </a:solidFill>
                        <a:effectLst/>
                        <a:latin typeface="Arial Narrow" panose="020B0606020202030204" pitchFamily="34" charset="0"/>
                      </a:endParaRPr>
                    </a:p>
                  </a:txBody>
                  <a:tcPr marL="0" marR="0" marT="0" marB="0" anchor="ctr"/>
                </a:tc>
                <a:tc>
                  <a:txBody>
                    <a:bodyPr/>
                    <a:lstStyle/>
                    <a:p>
                      <a:pPr algn="ctr" fontAlgn="ctr"/>
                      <a:endParaRPr lang="es-PE" sz="1800" b="1" i="0" u="none" strike="noStrike" dirty="0">
                        <a:solidFill>
                          <a:srgbClr val="000000"/>
                        </a:solidFill>
                        <a:effectLst/>
                        <a:latin typeface="Arial Narrow" panose="020B0606020202030204" pitchFamily="34" charset="0"/>
                      </a:endParaRPr>
                    </a:p>
                  </a:txBody>
                  <a:tcPr marL="0" marR="0" marT="0" marB="0" anchor="ctr"/>
                </a:tc>
                <a:tc>
                  <a:txBody>
                    <a:bodyPr/>
                    <a:lstStyle/>
                    <a:p>
                      <a:pPr algn="ctr" fontAlgn="ct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l" fontAlgn="b"/>
                      <a:endParaRPr lang="es-PE" sz="18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3227154632"/>
                  </a:ext>
                </a:extLst>
              </a:tr>
              <a:tr h="257961">
                <a:tc gridSpan="2">
                  <a:txBody>
                    <a:bodyPr/>
                    <a:lstStyle/>
                    <a:p>
                      <a:pPr algn="ctr" rtl="0" fontAlgn="ctr"/>
                      <a:r>
                        <a:rPr lang="es-PE" sz="1800" b="1" u="none" strike="noStrike">
                          <a:effectLst/>
                          <a:latin typeface="Arial Narrow" panose="020B0606020202030204" pitchFamily="34" charset="0"/>
                        </a:rPr>
                        <a:t>Cj-Zj</a:t>
                      </a:r>
                      <a:endParaRPr lang="es-PE" sz="1800" b="1" i="0" u="none" strike="noStrike">
                        <a:solidFill>
                          <a:srgbClr val="FFFFFF"/>
                        </a:solidFill>
                        <a:effectLst/>
                        <a:latin typeface="Arial Narrow" panose="020B0606020202030204" pitchFamily="34" charset="0"/>
                      </a:endParaRPr>
                    </a:p>
                  </a:txBody>
                  <a:tcPr marL="0" marR="0" marT="0" marB="0" anchor="ctr"/>
                </a:tc>
                <a:tc hMerge="1">
                  <a:txBody>
                    <a:bodyPr/>
                    <a:lstStyle/>
                    <a:p>
                      <a:endParaRPr lang="es-PE"/>
                    </a:p>
                  </a:txBody>
                  <a:tcPr/>
                </a:tc>
                <a:tc>
                  <a:txBody>
                    <a:bodyPr/>
                    <a:lstStyle/>
                    <a:p>
                      <a:pPr algn="ctr" fontAlgn="ctr"/>
                      <a:endParaRPr lang="es-PE" sz="1800" b="1" i="0" u="none" strike="noStrike">
                        <a:solidFill>
                          <a:srgbClr val="000000"/>
                        </a:solidFill>
                        <a:effectLst/>
                        <a:latin typeface="Arial Narrow" panose="020B0606020202030204" pitchFamily="34" charset="0"/>
                      </a:endParaRPr>
                    </a:p>
                  </a:txBody>
                  <a:tcPr marL="0" marR="0" marT="0" marB="0" anchor="ctr"/>
                </a:tc>
                <a:tc>
                  <a:txBody>
                    <a:bodyPr/>
                    <a:lstStyle/>
                    <a:p>
                      <a:pPr algn="ctr" fontAlgn="ctr"/>
                      <a:endParaRPr lang="es-PE" sz="1800" b="1" i="0" u="none" strike="noStrike" dirty="0">
                        <a:solidFill>
                          <a:srgbClr val="000000"/>
                        </a:solidFill>
                        <a:effectLst/>
                        <a:latin typeface="Arial Narrow" panose="020B0606020202030204" pitchFamily="34" charset="0"/>
                      </a:endParaRPr>
                    </a:p>
                  </a:txBody>
                  <a:tcPr marL="0" marR="0" marT="0" marB="0" anchor="ctr"/>
                </a:tc>
                <a:tc>
                  <a:txBody>
                    <a:bodyPr/>
                    <a:lstStyle/>
                    <a:p>
                      <a:pPr algn="ctr" fontAlgn="ctr"/>
                      <a:endParaRPr lang="es-PE" sz="1800" b="1" i="0" u="none" strike="noStrike" dirty="0">
                        <a:solidFill>
                          <a:srgbClr val="000000"/>
                        </a:solidFill>
                        <a:effectLst/>
                        <a:latin typeface="Arial Narrow" panose="020B0606020202030204" pitchFamily="34" charset="0"/>
                      </a:endParaRPr>
                    </a:p>
                  </a:txBody>
                  <a:tcPr marL="0" marR="0" marT="0" marB="0" anchor="ctr"/>
                </a:tc>
                <a:tc>
                  <a:txBody>
                    <a:bodyPr/>
                    <a:lstStyle/>
                    <a:p>
                      <a:pPr algn="ctr" fontAlgn="ctr"/>
                      <a:endParaRPr lang="es-PE" sz="1800" b="1" i="0" u="none" strike="noStrike" dirty="0">
                        <a:solidFill>
                          <a:srgbClr val="000000"/>
                        </a:solidFill>
                        <a:effectLst/>
                        <a:latin typeface="Arial Narrow" panose="020B0606020202030204" pitchFamily="34" charset="0"/>
                      </a:endParaRPr>
                    </a:p>
                  </a:txBody>
                  <a:tcPr marL="0" marR="0" marT="0" marB="0" anchor="ctr"/>
                </a:tc>
                <a:tc>
                  <a:txBody>
                    <a:bodyPr/>
                    <a:lstStyle/>
                    <a:p>
                      <a:pPr algn="ctr" fontAlgn="ctr"/>
                      <a:endParaRPr lang="es-PE" sz="1800" b="1" i="0" u="none" strike="noStrike" dirty="0">
                        <a:solidFill>
                          <a:srgbClr val="000000"/>
                        </a:solidFill>
                        <a:effectLst/>
                        <a:latin typeface="Arial Narrow" panose="020B0606020202030204" pitchFamily="34" charset="0"/>
                      </a:endParaRPr>
                    </a:p>
                  </a:txBody>
                  <a:tcPr marL="0" marR="0" marT="0" marB="0" anchor="ctr"/>
                </a:tc>
                <a:tc>
                  <a:txBody>
                    <a:bodyPr/>
                    <a:lstStyle/>
                    <a:p>
                      <a:pPr algn="ctr" fontAlgn="ctr"/>
                      <a:endParaRPr lang="es-PE" sz="1800" b="1" i="0" u="none" strike="noStrike" dirty="0">
                        <a:solidFill>
                          <a:srgbClr val="000000"/>
                        </a:solidFill>
                        <a:effectLst/>
                        <a:latin typeface="Arial Narrow" panose="020B0606020202030204" pitchFamily="34" charset="0"/>
                      </a:endParaRPr>
                    </a:p>
                  </a:txBody>
                  <a:tcPr marL="0" marR="0" marT="0" marB="0" anchor="ctr"/>
                </a:tc>
                <a:tc>
                  <a:txBody>
                    <a:bodyPr/>
                    <a:lstStyle/>
                    <a:p>
                      <a:pPr algn="ctr" fontAlgn="ctr"/>
                      <a:endParaRPr lang="es-PE" sz="1800" b="1" i="0" u="none" strike="noStrike" dirty="0">
                        <a:solidFill>
                          <a:srgbClr val="000000"/>
                        </a:solidFill>
                        <a:effectLst/>
                        <a:latin typeface="Arial Narrow" panose="020B0606020202030204" pitchFamily="34" charset="0"/>
                      </a:endParaRPr>
                    </a:p>
                  </a:txBody>
                  <a:tcPr marL="0" marR="0" marT="0" marB="0" anchor="ctr"/>
                </a:tc>
                <a:tc>
                  <a:txBody>
                    <a:bodyPr/>
                    <a:lstStyle/>
                    <a:p>
                      <a:pPr algn="ctr" fontAlgn="ctr"/>
                      <a:endParaRPr lang="es-PE" sz="1800" b="1" i="0" u="none" strike="noStrike" dirty="0">
                        <a:solidFill>
                          <a:srgbClr val="000000"/>
                        </a:solidFill>
                        <a:effectLst/>
                        <a:latin typeface="Arial Narrow" panose="020B0606020202030204" pitchFamily="34" charset="0"/>
                      </a:endParaRPr>
                    </a:p>
                  </a:txBody>
                  <a:tcPr marL="0" marR="0" marT="0" marB="0" anchor="ctr"/>
                </a:tc>
                <a:tc>
                  <a:txBody>
                    <a:bodyPr/>
                    <a:lstStyle/>
                    <a:p>
                      <a:pPr algn="ctr" fontAlgn="ctr"/>
                      <a:endParaRPr lang="es-PE" sz="1800" b="1" i="0" u="none" strike="noStrike" dirty="0">
                        <a:solidFill>
                          <a:srgbClr val="000000"/>
                        </a:solidFill>
                        <a:effectLst/>
                        <a:latin typeface="Arial Narrow" panose="020B0606020202030204" pitchFamily="34" charset="0"/>
                      </a:endParaRPr>
                    </a:p>
                  </a:txBody>
                  <a:tcPr marL="0" marR="0" marT="0" marB="0" anchor="ctr"/>
                </a:tc>
                <a:tc>
                  <a:txBody>
                    <a:bodyPr/>
                    <a:lstStyle/>
                    <a:p>
                      <a:pPr algn="ctr" fontAlgn="ctr"/>
                      <a:endParaRPr lang="es-PE" sz="1800" b="1" i="0" u="none" strike="noStrike" dirty="0">
                        <a:solidFill>
                          <a:srgbClr val="000000"/>
                        </a:solidFill>
                        <a:effectLst/>
                        <a:latin typeface="Arial Narrow" panose="020B0606020202030204" pitchFamily="34" charset="0"/>
                      </a:endParaRPr>
                    </a:p>
                  </a:txBody>
                  <a:tcPr marL="0" marR="0" marT="0" marB="0" anchor="ctr"/>
                </a:tc>
                <a:tc>
                  <a:txBody>
                    <a:bodyPr/>
                    <a:lstStyle/>
                    <a:p>
                      <a:pPr algn="l" fontAlgn="b"/>
                      <a:endParaRPr lang="es-PE" sz="1800" b="1" i="0" u="none" strike="noStrike" dirty="0">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2240600975"/>
                  </a:ext>
                </a:extLst>
              </a:tr>
            </a:tbl>
          </a:graphicData>
        </a:graphic>
      </p:graphicFrame>
      <p:sp>
        <p:nvSpPr>
          <p:cNvPr id="5" name="Elipse 4">
            <a:extLst>
              <a:ext uri="{FF2B5EF4-FFF2-40B4-BE49-F238E27FC236}">
                <a16:creationId xmlns:a16="http://schemas.microsoft.com/office/drawing/2014/main" id="{5E4A4EE7-83D4-4E0A-A5BB-2D9862F5FF7F}"/>
              </a:ext>
            </a:extLst>
          </p:cNvPr>
          <p:cNvSpPr/>
          <p:nvPr/>
        </p:nvSpPr>
        <p:spPr>
          <a:xfrm>
            <a:off x="2703597" y="1297921"/>
            <a:ext cx="257175" cy="2476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1100"/>
          </a:p>
        </p:txBody>
      </p:sp>
      <p:sp>
        <p:nvSpPr>
          <p:cNvPr id="6" name="Elipse 5">
            <a:extLst>
              <a:ext uri="{FF2B5EF4-FFF2-40B4-BE49-F238E27FC236}">
                <a16:creationId xmlns:a16="http://schemas.microsoft.com/office/drawing/2014/main" id="{B38E8046-75C3-4CE5-B498-EAB66626FD25}"/>
              </a:ext>
            </a:extLst>
          </p:cNvPr>
          <p:cNvSpPr/>
          <p:nvPr/>
        </p:nvSpPr>
        <p:spPr>
          <a:xfrm>
            <a:off x="9017331" y="3608624"/>
            <a:ext cx="257175" cy="2476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1100"/>
          </a:p>
        </p:txBody>
      </p:sp>
      <p:sp>
        <p:nvSpPr>
          <p:cNvPr id="8" name="Elipse 7">
            <a:extLst>
              <a:ext uri="{FF2B5EF4-FFF2-40B4-BE49-F238E27FC236}">
                <a16:creationId xmlns:a16="http://schemas.microsoft.com/office/drawing/2014/main" id="{BF4FBEEA-8519-44DB-BE0D-96CFF63A69B8}"/>
              </a:ext>
            </a:extLst>
          </p:cNvPr>
          <p:cNvSpPr/>
          <p:nvPr/>
        </p:nvSpPr>
        <p:spPr>
          <a:xfrm>
            <a:off x="1890976" y="2108031"/>
            <a:ext cx="257175" cy="2476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1100"/>
          </a:p>
        </p:txBody>
      </p:sp>
    </p:spTree>
    <p:extLst>
      <p:ext uri="{BB962C8B-B14F-4D97-AF65-F5344CB8AC3E}">
        <p14:creationId xmlns:p14="http://schemas.microsoft.com/office/powerpoint/2010/main" val="3133533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C2896B74-C5C0-4AD5-A1C9-74B6677B7FAD}"/>
              </a:ext>
            </a:extLst>
          </p:cNvPr>
          <p:cNvGraphicFramePr>
            <a:graphicFrameLocks noGrp="1"/>
          </p:cNvGraphicFramePr>
          <p:nvPr/>
        </p:nvGraphicFramePr>
        <p:xfrm>
          <a:off x="0" y="1"/>
          <a:ext cx="12191997" cy="6630653"/>
        </p:xfrm>
        <a:graphic>
          <a:graphicData uri="http://schemas.openxmlformats.org/drawingml/2006/table">
            <a:tbl>
              <a:tblPr>
                <a:tableStyleId>{5C22544A-7EE6-4342-B048-85BDC9FD1C3A}</a:tableStyleId>
              </a:tblPr>
              <a:tblGrid>
                <a:gridCol w="809875">
                  <a:extLst>
                    <a:ext uri="{9D8B030D-6E8A-4147-A177-3AD203B41FA5}">
                      <a16:colId xmlns:a16="http://schemas.microsoft.com/office/drawing/2014/main" val="3435479916"/>
                    </a:ext>
                  </a:extLst>
                </a:gridCol>
                <a:gridCol w="809875">
                  <a:extLst>
                    <a:ext uri="{9D8B030D-6E8A-4147-A177-3AD203B41FA5}">
                      <a16:colId xmlns:a16="http://schemas.microsoft.com/office/drawing/2014/main" val="2871955801"/>
                    </a:ext>
                  </a:extLst>
                </a:gridCol>
                <a:gridCol w="840246">
                  <a:extLst>
                    <a:ext uri="{9D8B030D-6E8A-4147-A177-3AD203B41FA5}">
                      <a16:colId xmlns:a16="http://schemas.microsoft.com/office/drawing/2014/main" val="3925935927"/>
                    </a:ext>
                  </a:extLst>
                </a:gridCol>
                <a:gridCol w="809875">
                  <a:extLst>
                    <a:ext uri="{9D8B030D-6E8A-4147-A177-3AD203B41FA5}">
                      <a16:colId xmlns:a16="http://schemas.microsoft.com/office/drawing/2014/main" val="2528823297"/>
                    </a:ext>
                  </a:extLst>
                </a:gridCol>
                <a:gridCol w="1285677">
                  <a:extLst>
                    <a:ext uri="{9D8B030D-6E8A-4147-A177-3AD203B41FA5}">
                      <a16:colId xmlns:a16="http://schemas.microsoft.com/office/drawing/2014/main" val="193836822"/>
                    </a:ext>
                  </a:extLst>
                </a:gridCol>
                <a:gridCol w="1285677">
                  <a:extLst>
                    <a:ext uri="{9D8B030D-6E8A-4147-A177-3AD203B41FA5}">
                      <a16:colId xmlns:a16="http://schemas.microsoft.com/office/drawing/2014/main" val="3608907429"/>
                    </a:ext>
                  </a:extLst>
                </a:gridCol>
                <a:gridCol w="1285677">
                  <a:extLst>
                    <a:ext uri="{9D8B030D-6E8A-4147-A177-3AD203B41FA5}">
                      <a16:colId xmlns:a16="http://schemas.microsoft.com/office/drawing/2014/main" val="912040777"/>
                    </a:ext>
                  </a:extLst>
                </a:gridCol>
                <a:gridCol w="809875">
                  <a:extLst>
                    <a:ext uri="{9D8B030D-6E8A-4147-A177-3AD203B41FA5}">
                      <a16:colId xmlns:a16="http://schemas.microsoft.com/office/drawing/2014/main" val="4203717496"/>
                    </a:ext>
                  </a:extLst>
                </a:gridCol>
                <a:gridCol w="809875">
                  <a:extLst>
                    <a:ext uri="{9D8B030D-6E8A-4147-A177-3AD203B41FA5}">
                      <a16:colId xmlns:a16="http://schemas.microsoft.com/office/drawing/2014/main" val="2845607578"/>
                    </a:ext>
                  </a:extLst>
                </a:gridCol>
                <a:gridCol w="840246">
                  <a:extLst>
                    <a:ext uri="{9D8B030D-6E8A-4147-A177-3AD203B41FA5}">
                      <a16:colId xmlns:a16="http://schemas.microsoft.com/office/drawing/2014/main" val="3490137539"/>
                    </a:ext>
                  </a:extLst>
                </a:gridCol>
                <a:gridCol w="985349">
                  <a:extLst>
                    <a:ext uri="{9D8B030D-6E8A-4147-A177-3AD203B41FA5}">
                      <a16:colId xmlns:a16="http://schemas.microsoft.com/office/drawing/2014/main" val="885933473"/>
                    </a:ext>
                  </a:extLst>
                </a:gridCol>
                <a:gridCol w="809875">
                  <a:extLst>
                    <a:ext uri="{9D8B030D-6E8A-4147-A177-3AD203B41FA5}">
                      <a16:colId xmlns:a16="http://schemas.microsoft.com/office/drawing/2014/main" val="1639160892"/>
                    </a:ext>
                  </a:extLst>
                </a:gridCol>
                <a:gridCol w="809875">
                  <a:extLst>
                    <a:ext uri="{9D8B030D-6E8A-4147-A177-3AD203B41FA5}">
                      <a16:colId xmlns:a16="http://schemas.microsoft.com/office/drawing/2014/main" val="1159438565"/>
                    </a:ext>
                  </a:extLst>
                </a:gridCol>
              </a:tblGrid>
              <a:tr h="217655">
                <a:tc gridSpan="2">
                  <a:txBody>
                    <a:bodyPr/>
                    <a:lstStyle/>
                    <a:p>
                      <a:pPr algn="ctr" rtl="0" fontAlgn="ctr"/>
                      <a:r>
                        <a:rPr lang="es-PE" sz="1200" u="none" strike="noStrike">
                          <a:effectLst/>
                        </a:rPr>
                        <a:t>C</a:t>
                      </a:r>
                      <a:r>
                        <a:rPr lang="es-PE" sz="1200" u="none" strike="noStrike" baseline="-25000">
                          <a:effectLst/>
                        </a:rPr>
                        <a:t>j</a:t>
                      </a:r>
                      <a:endParaRPr lang="es-PE" sz="1200" b="1" i="0" u="none" strike="noStrike">
                        <a:solidFill>
                          <a:srgbClr val="FFFFFF"/>
                        </a:solidFill>
                        <a:effectLst/>
                        <a:latin typeface="Calibri" panose="020F0502020204030204" pitchFamily="34" charset="0"/>
                      </a:endParaRPr>
                    </a:p>
                  </a:txBody>
                  <a:tcPr marL="0" marR="0" marT="0" marB="0" anchor="ctr"/>
                </a:tc>
                <a:tc hMerge="1">
                  <a:txBody>
                    <a:bodyPr/>
                    <a:lstStyle/>
                    <a:p>
                      <a:endParaRPr lang="es-PE"/>
                    </a:p>
                  </a:txBody>
                  <a:tcPr/>
                </a:tc>
                <a:tc>
                  <a:txBody>
                    <a:bodyPr/>
                    <a:lstStyle/>
                    <a:p>
                      <a:pPr algn="ctr" rtl="0" fontAlgn="ctr"/>
                      <a:r>
                        <a:rPr lang="es-PE" sz="1200" u="none" strike="noStrike">
                          <a:effectLst/>
                        </a:rPr>
                        <a:t>20</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22</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+M</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+M</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1" i="0" u="none" strike="noStrike">
                        <a:solidFill>
                          <a:srgbClr val="FFFFFF"/>
                        </a:solidFill>
                        <a:effectLst/>
                        <a:latin typeface="Calibri" panose="020F0502020204030204" pitchFamily="34" charset="0"/>
                      </a:endParaRPr>
                    </a:p>
                  </a:txBody>
                  <a:tcPr marL="0" marR="0" marT="0" marB="0" anchor="ctr"/>
                </a:tc>
                <a:tc rowSpan="2">
                  <a:txBody>
                    <a:bodyPr/>
                    <a:lstStyle/>
                    <a:p>
                      <a:pPr algn="ctr" rtl="0" fontAlgn="ctr"/>
                      <a:r>
                        <a:rPr lang="es-PE" sz="1200" u="none" strike="noStrike">
                          <a:effectLst/>
                        </a:rPr>
                        <a:t>B</a:t>
                      </a:r>
                      <a:r>
                        <a:rPr lang="es-PE" sz="1200" u="none" strike="noStrike" baseline="-25000">
                          <a:effectLst/>
                        </a:rPr>
                        <a:t>i</a:t>
                      </a:r>
                      <a:endParaRPr lang="es-PE" sz="1200" b="1" i="0" u="none" strike="noStrike">
                        <a:solidFill>
                          <a:srgbClr val="FFFFFF"/>
                        </a:solidFill>
                        <a:effectLst/>
                        <a:latin typeface="Calibri" panose="020F0502020204030204" pitchFamily="34" charset="0"/>
                      </a:endParaRPr>
                    </a:p>
                  </a:txBody>
                  <a:tcPr marL="0" marR="0" marT="0" marB="0" anchor="ctr"/>
                </a:tc>
                <a:tc rowSpan="2">
                  <a:txBody>
                    <a:bodyPr/>
                    <a:lstStyle/>
                    <a:p>
                      <a:pPr algn="ctr" rtl="0" fontAlgn="ctr"/>
                      <a:r>
                        <a:rPr lang="es-PE" sz="1200" u="none" strike="noStrike">
                          <a:effectLst/>
                        </a:rPr>
                        <a:t>Ɵ</a:t>
                      </a:r>
                      <a:r>
                        <a:rPr lang="es-PE" sz="1200" u="none" strike="noStrike" baseline="-25000">
                          <a:effectLst/>
                        </a:rPr>
                        <a:t>i</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l" fontAlgn="b"/>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223011955"/>
                  </a:ext>
                </a:extLst>
              </a:tr>
              <a:tr h="233777">
                <a:tc>
                  <a:txBody>
                    <a:bodyPr/>
                    <a:lstStyle/>
                    <a:p>
                      <a:pPr algn="ctr" rtl="0" fontAlgn="ctr"/>
                      <a:r>
                        <a:rPr lang="es-PE" sz="1200" u="none" strike="noStrike">
                          <a:effectLst/>
                        </a:rPr>
                        <a:t>C</a:t>
                      </a:r>
                      <a:r>
                        <a:rPr lang="es-PE" sz="1200" u="none" strike="noStrike" baseline="-25000">
                          <a:effectLst/>
                        </a:rPr>
                        <a:t>B</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X</a:t>
                      </a:r>
                      <a:r>
                        <a:rPr lang="es-PE" sz="1200" u="none" strike="noStrike" baseline="-25000">
                          <a:effectLst/>
                        </a:rPr>
                        <a:t>B</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X</a:t>
                      </a:r>
                      <a:r>
                        <a:rPr lang="es-PE" sz="1200" u="none" strike="noStrike" baseline="-25000">
                          <a:effectLst/>
                        </a:rPr>
                        <a:t>1</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X</a:t>
                      </a:r>
                      <a:r>
                        <a:rPr lang="es-PE" sz="1200" u="none" strike="noStrike" baseline="-25000">
                          <a:effectLst/>
                        </a:rPr>
                        <a:t>2</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S</a:t>
                      </a:r>
                      <a:r>
                        <a:rPr lang="es-PE" sz="1200" u="none" strike="noStrike" baseline="-25000">
                          <a:effectLst/>
                        </a:rPr>
                        <a:t>2</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S</a:t>
                      </a:r>
                      <a:r>
                        <a:rPr lang="es-PE" sz="1200" u="none" strike="noStrike" baseline="-25000">
                          <a:effectLst/>
                        </a:rPr>
                        <a:t>3</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A</a:t>
                      </a:r>
                      <a:r>
                        <a:rPr lang="es-PE" sz="1200" u="none" strike="noStrike" baseline="-25000">
                          <a:effectLst/>
                        </a:rPr>
                        <a:t>2</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A</a:t>
                      </a:r>
                      <a:r>
                        <a:rPr lang="es-PE" sz="1200" u="none" strike="noStrike" baseline="-25000">
                          <a:effectLst/>
                        </a:rPr>
                        <a:t>3</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S</a:t>
                      </a:r>
                      <a:r>
                        <a:rPr lang="es-PE" sz="1200" u="none" strike="noStrike" baseline="-25000">
                          <a:effectLst/>
                        </a:rPr>
                        <a:t>4</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S</a:t>
                      </a:r>
                      <a:r>
                        <a:rPr lang="es-PE" sz="1200" u="none" strike="noStrike" baseline="-25000">
                          <a:effectLst/>
                        </a:rPr>
                        <a:t>5</a:t>
                      </a:r>
                      <a:endParaRPr lang="es-PE" sz="1200" b="0" i="0" u="none" strike="noStrike">
                        <a:solidFill>
                          <a:srgbClr val="000000"/>
                        </a:solidFill>
                        <a:effectLst/>
                        <a:latin typeface="Calibri" panose="020F0502020204030204" pitchFamily="34" charset="0"/>
                      </a:endParaRPr>
                    </a:p>
                  </a:txBody>
                  <a:tcPr marL="0" marR="0" marT="0" marB="0" anchor="ctr"/>
                </a:tc>
                <a:tc vMerge="1">
                  <a:txBody>
                    <a:bodyPr/>
                    <a:lstStyle/>
                    <a:p>
                      <a:endParaRPr lang="es-PE"/>
                    </a:p>
                  </a:txBody>
                  <a:tcPr/>
                </a:tc>
                <a:tc vMerge="1">
                  <a:txBody>
                    <a:bodyPr/>
                    <a:lstStyle/>
                    <a:p>
                      <a:endParaRPr lang="es-PE"/>
                    </a:p>
                  </a:txBody>
                  <a:tcPr/>
                </a:tc>
                <a:tc>
                  <a:txBody>
                    <a:bodyPr/>
                    <a:lstStyle/>
                    <a:p>
                      <a:pPr algn="l" fontAlgn="b"/>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198760138"/>
                  </a:ext>
                </a:extLst>
              </a:tr>
              <a:tr h="233777">
                <a:tc>
                  <a:txBody>
                    <a:bodyPr/>
                    <a:lstStyle/>
                    <a:p>
                      <a:pPr algn="ctr" rtl="0" fontAlgn="ctr"/>
                      <a:r>
                        <a:rPr lang="es-PE" sz="1200" u="none" strike="noStrike">
                          <a:effectLst/>
                        </a:rPr>
                        <a:t>+M</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A</a:t>
                      </a:r>
                      <a:r>
                        <a:rPr lang="es-PE" sz="1200" u="none" strike="noStrike" baseline="-25000">
                          <a:effectLst/>
                        </a:rPr>
                        <a:t>2</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4</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dirty="0">
                          <a:effectLst/>
                        </a:rPr>
                        <a:t>6</a:t>
                      </a:r>
                      <a:endParaRPr lang="es-PE" sz="1200" b="0" i="0" u="none" strike="noStrike" dirty="0">
                        <a:solidFill>
                          <a:srgbClr val="000000"/>
                        </a:solidFill>
                        <a:effectLst/>
                        <a:latin typeface="Calibri" panose="020F0502020204030204" pitchFamily="34" charset="0"/>
                      </a:endParaRPr>
                    </a:p>
                  </a:txBody>
                  <a:tcPr marL="0" marR="0" marT="0" marB="0" anchor="ctr">
                    <a:solidFill>
                      <a:srgbClr val="92D050"/>
                    </a:solidFill>
                  </a:tcPr>
                </a:tc>
                <a:tc>
                  <a:txBody>
                    <a:bodyPr/>
                    <a:lstStyle/>
                    <a:p>
                      <a:pPr algn="ctr" rtl="0" fontAlgn="ctr"/>
                      <a:r>
                        <a:rPr lang="es-PE" sz="1200" u="none" strike="noStrike">
                          <a:effectLst/>
                        </a:rPr>
                        <a:t>-1</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dirty="0">
                          <a:effectLst/>
                        </a:rPr>
                        <a:t>0</a:t>
                      </a:r>
                      <a:endParaRPr lang="es-PE" sz="1200" b="0"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1</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50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8,33</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l" fontAlgn="b"/>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400328603"/>
                  </a:ext>
                </a:extLst>
              </a:tr>
              <a:tr h="233777">
                <a:tc>
                  <a:txBody>
                    <a:bodyPr/>
                    <a:lstStyle/>
                    <a:p>
                      <a:pPr algn="ctr" rtl="0" fontAlgn="ctr"/>
                      <a:r>
                        <a:rPr lang="es-PE" sz="1200" u="none" strike="noStrike">
                          <a:effectLst/>
                        </a:rPr>
                        <a:t>+M</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A</a:t>
                      </a:r>
                      <a:r>
                        <a:rPr lang="es-PE" sz="1200" u="none" strike="noStrike" baseline="-25000">
                          <a:effectLst/>
                        </a:rPr>
                        <a:t>3</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4</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dirty="0">
                          <a:effectLst/>
                        </a:rPr>
                        <a:t>4</a:t>
                      </a:r>
                      <a:endParaRPr lang="es-PE" sz="1200" b="0" i="0" u="none" strike="noStrike" dirty="0">
                        <a:solidFill>
                          <a:srgbClr val="000000"/>
                        </a:solidFill>
                        <a:effectLst/>
                        <a:latin typeface="Calibri" panose="020F0502020204030204" pitchFamily="34" charset="0"/>
                      </a:endParaRPr>
                    </a:p>
                  </a:txBody>
                  <a:tcPr marL="0" marR="0" marT="0" marB="0" anchor="ctr">
                    <a:solidFill>
                      <a:srgbClr val="92D050"/>
                    </a:solidFill>
                  </a:tcP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-1</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1</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40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10,00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l" fontAlgn="b"/>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425293555"/>
                  </a:ext>
                </a:extLst>
              </a:tr>
              <a:tr h="233777">
                <a:tc>
                  <a:txBody>
                    <a:bodyPr/>
                    <a:lstStyle/>
                    <a:p>
                      <a:pPr algn="ctr" rtl="0" fontAlgn="ctr"/>
                      <a:r>
                        <a:rPr lang="es-PE" sz="1200" u="none" strike="noStrike">
                          <a:effectLst/>
                        </a:rPr>
                        <a:t>0</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S</a:t>
                      </a:r>
                      <a:r>
                        <a:rPr lang="es-PE" sz="1200" u="none" strike="noStrike" baseline="-25000">
                          <a:effectLst/>
                        </a:rPr>
                        <a:t>4</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1</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s-PE" sz="1200" u="none" strike="noStrike" dirty="0">
                          <a:effectLst/>
                        </a:rPr>
                        <a:t>0</a:t>
                      </a:r>
                      <a:endParaRPr lang="es-PE" sz="1200" b="0" i="0" u="none" strike="noStrike" dirty="0">
                        <a:solidFill>
                          <a:srgbClr val="000000"/>
                        </a:solidFill>
                        <a:effectLst/>
                        <a:latin typeface="Calibri" panose="020F0502020204030204" pitchFamily="34" charset="0"/>
                      </a:endParaRPr>
                    </a:p>
                  </a:txBody>
                  <a:tcPr marL="0" marR="0" marT="0" marB="0" anchor="ctr">
                    <a:solidFill>
                      <a:srgbClr val="92D050"/>
                    </a:solidFill>
                  </a:tcP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1</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7</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 </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l" fontAlgn="b"/>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025056739"/>
                  </a:ext>
                </a:extLst>
              </a:tr>
              <a:tr h="233777">
                <a:tc>
                  <a:txBody>
                    <a:bodyPr/>
                    <a:lstStyle/>
                    <a:p>
                      <a:pPr algn="ctr" rtl="0" fontAlgn="ctr"/>
                      <a:r>
                        <a:rPr lang="es-PE" sz="1200" u="none" strike="noStrike">
                          <a:effectLst/>
                        </a:rPr>
                        <a:t>0</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S</a:t>
                      </a:r>
                      <a:r>
                        <a:rPr lang="es-PE" sz="1200" u="none" strike="noStrike" baseline="-25000">
                          <a:effectLst/>
                        </a:rPr>
                        <a:t>5</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dirty="0">
                          <a:effectLst/>
                        </a:rPr>
                        <a:t>1</a:t>
                      </a:r>
                      <a:endParaRPr lang="es-PE" sz="1200" b="0" i="0" u="none" strike="noStrike" dirty="0">
                        <a:solidFill>
                          <a:srgbClr val="000000"/>
                        </a:solidFill>
                        <a:effectLst/>
                        <a:latin typeface="Calibri" panose="020F0502020204030204" pitchFamily="34" charset="0"/>
                      </a:endParaRPr>
                    </a:p>
                  </a:txBody>
                  <a:tcPr marL="0" marR="0" marT="0" marB="0" anchor="ctr">
                    <a:solidFill>
                      <a:srgbClr val="92D050"/>
                    </a:solidFill>
                  </a:tcP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1</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7</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7,00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l" fontAlgn="b"/>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881399631"/>
                  </a:ext>
                </a:extLst>
              </a:tr>
              <a:tr h="257961">
                <a:tc gridSpan="2">
                  <a:txBody>
                    <a:bodyPr/>
                    <a:lstStyle/>
                    <a:p>
                      <a:pPr algn="ctr" rtl="0" fontAlgn="ctr"/>
                      <a:r>
                        <a:rPr lang="es-PE" sz="1200" u="none" strike="noStrike">
                          <a:effectLst/>
                        </a:rPr>
                        <a:t>Zj</a:t>
                      </a:r>
                      <a:endParaRPr lang="es-PE" sz="1200" b="1" i="0" u="none" strike="noStrike">
                        <a:solidFill>
                          <a:srgbClr val="FFFFFF"/>
                        </a:solidFill>
                        <a:effectLst/>
                        <a:latin typeface="Calibri" panose="020F0502020204030204" pitchFamily="34" charset="0"/>
                      </a:endParaRPr>
                    </a:p>
                  </a:txBody>
                  <a:tcPr marL="0" marR="0" marT="0" marB="0" anchor="ctr"/>
                </a:tc>
                <a:tc hMerge="1">
                  <a:txBody>
                    <a:bodyPr/>
                    <a:lstStyle/>
                    <a:p>
                      <a:endParaRPr lang="es-PE"/>
                    </a:p>
                  </a:txBody>
                  <a:tcPr/>
                </a:tc>
                <a:tc>
                  <a:txBody>
                    <a:bodyPr/>
                    <a:lstStyle/>
                    <a:p>
                      <a:pPr algn="ctr" rtl="0" fontAlgn="ctr"/>
                      <a:r>
                        <a:rPr lang="es-PE" sz="1200" u="none" strike="noStrike">
                          <a:effectLst/>
                        </a:rPr>
                        <a:t>8M </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10M </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-M</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-M</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M</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M</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r>
                        <a:rPr lang="es-PE" sz="1200" u="none" strike="noStrike">
                          <a:effectLst/>
                        </a:rPr>
                        <a:t>90M</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1200" u="none" strike="noStrike">
                          <a:effectLst/>
                        </a:rPr>
                        <a:t> </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l" fontAlgn="b"/>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771773813"/>
                  </a:ext>
                </a:extLst>
              </a:tr>
              <a:tr h="257961">
                <a:tc gridSpan="2">
                  <a:txBody>
                    <a:bodyPr/>
                    <a:lstStyle/>
                    <a:p>
                      <a:pPr algn="ctr" rtl="0" fontAlgn="ctr"/>
                      <a:r>
                        <a:rPr lang="es-PE" sz="1200" u="none" strike="noStrike">
                          <a:effectLst/>
                        </a:rPr>
                        <a:t>Cj-Zj</a:t>
                      </a:r>
                      <a:endParaRPr lang="es-PE" sz="1200" b="1" i="0" u="none" strike="noStrike">
                        <a:solidFill>
                          <a:srgbClr val="FFFFFF"/>
                        </a:solidFill>
                        <a:effectLst/>
                        <a:latin typeface="Calibri" panose="020F0502020204030204" pitchFamily="34" charset="0"/>
                      </a:endParaRPr>
                    </a:p>
                  </a:txBody>
                  <a:tcPr marL="0" marR="0" marT="0" marB="0" anchor="ctr"/>
                </a:tc>
                <a:tc hMerge="1">
                  <a:txBody>
                    <a:bodyPr/>
                    <a:lstStyle/>
                    <a:p>
                      <a:endParaRPr lang="es-PE"/>
                    </a:p>
                  </a:txBody>
                  <a:tcPr/>
                </a:tc>
                <a:tc>
                  <a:txBody>
                    <a:bodyPr/>
                    <a:lstStyle/>
                    <a:p>
                      <a:pPr algn="l" fontAlgn="b"/>
                      <a:r>
                        <a:rPr lang="es-PE" sz="1200" u="none" strike="noStrike">
                          <a:effectLst/>
                        </a:rPr>
                        <a:t>20-8M </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22-10M    </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M</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M</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r>
                        <a:rPr lang="es-PE" sz="1200" u="none" strike="noStrike">
                          <a:effectLst/>
                        </a:rPr>
                        <a:t> </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 </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l" fontAlgn="b"/>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579140156"/>
                  </a:ext>
                </a:extLst>
              </a:tr>
              <a:tr h="257961">
                <a:tc>
                  <a:txBody>
                    <a:bodyPr/>
                    <a:lstStyle/>
                    <a:p>
                      <a:pPr algn="ctr" rtl="0" fontAlgn="ctr"/>
                      <a:r>
                        <a:rPr lang="es-PE" sz="1200" u="none" strike="noStrike">
                          <a:effectLst/>
                        </a:rPr>
                        <a:t>+M</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A</a:t>
                      </a:r>
                      <a:r>
                        <a:rPr lang="es-PE" sz="1200" u="none" strike="noStrike" baseline="-25000">
                          <a:effectLst/>
                        </a:rPr>
                        <a:t>2</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fontAlgn="t"/>
                      <a:r>
                        <a:rPr lang="es-PE" sz="1200" u="none" strike="noStrike" dirty="0">
                          <a:effectLst/>
                        </a:rPr>
                        <a:t>4</a:t>
                      </a:r>
                      <a:endParaRPr lang="es-PE" sz="1200" b="0" i="0" u="none" strike="noStrike" dirty="0">
                        <a:solidFill>
                          <a:srgbClr val="000000"/>
                        </a:solidFill>
                        <a:effectLst/>
                        <a:latin typeface="Arial" panose="020B0604020202020204" pitchFamily="34" charset="0"/>
                      </a:endParaRPr>
                    </a:p>
                  </a:txBody>
                  <a:tcPr marL="0" marR="0" marT="0" marB="0">
                    <a:solidFill>
                      <a:srgbClr val="92D050"/>
                    </a:solidFill>
                  </a:tcPr>
                </a:tc>
                <a:tc>
                  <a:txBody>
                    <a:bodyPr/>
                    <a:lstStyle/>
                    <a:p>
                      <a:pPr algn="ctr" fontAlgn="t"/>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-1</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1</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-6</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8</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ctr"/>
                      <a:r>
                        <a:rPr lang="es-PE" sz="1200" u="none" strike="noStrike">
                          <a:effectLst/>
                        </a:rPr>
                        <a:t>2</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1200" u="none" strike="noStrike">
                          <a:effectLst/>
                        </a:rPr>
                        <a:t> -6R4+R1</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931099041"/>
                  </a:ext>
                </a:extLst>
              </a:tr>
              <a:tr h="257961">
                <a:tc>
                  <a:txBody>
                    <a:bodyPr/>
                    <a:lstStyle/>
                    <a:p>
                      <a:pPr algn="ctr" rtl="0" fontAlgn="ctr"/>
                      <a:r>
                        <a:rPr lang="es-PE" sz="1200" u="none" strike="noStrike">
                          <a:effectLst/>
                        </a:rPr>
                        <a:t>+M</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A</a:t>
                      </a:r>
                      <a:r>
                        <a:rPr lang="es-PE" sz="1200" u="none" strike="noStrike" baseline="-25000">
                          <a:effectLst/>
                        </a:rPr>
                        <a:t>3</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fontAlgn="t"/>
                      <a:r>
                        <a:rPr lang="es-PE" sz="1200" u="none" strike="noStrike" dirty="0">
                          <a:effectLst/>
                        </a:rPr>
                        <a:t>4</a:t>
                      </a:r>
                      <a:endParaRPr lang="es-PE" sz="1200" b="0" i="0" u="none" strike="noStrike" dirty="0">
                        <a:solidFill>
                          <a:srgbClr val="000000"/>
                        </a:solidFill>
                        <a:effectLst/>
                        <a:latin typeface="Arial" panose="020B0604020202020204" pitchFamily="34" charset="0"/>
                      </a:endParaRPr>
                    </a:p>
                  </a:txBody>
                  <a:tcPr marL="0" marR="0" marT="0" marB="0">
                    <a:solidFill>
                      <a:srgbClr val="92D050"/>
                    </a:solidFill>
                  </a:tcPr>
                </a:tc>
                <a:tc>
                  <a:txBody>
                    <a:bodyPr/>
                    <a:lstStyle/>
                    <a:p>
                      <a:pPr algn="ctr" fontAlgn="t"/>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-1</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1</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-4</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12</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ctr"/>
                      <a:r>
                        <a:rPr lang="es-PE" sz="1200" u="none" strike="noStrike">
                          <a:effectLst/>
                        </a:rPr>
                        <a:t>3</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1200" u="none" strike="noStrike">
                          <a:effectLst/>
                        </a:rPr>
                        <a:t> -R4+R2</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582312941"/>
                  </a:ext>
                </a:extLst>
              </a:tr>
              <a:tr h="257961">
                <a:tc>
                  <a:txBody>
                    <a:bodyPr/>
                    <a:lstStyle/>
                    <a:p>
                      <a:pPr algn="ctr" rtl="0" fontAlgn="ctr"/>
                      <a:r>
                        <a:rPr lang="es-PE" sz="1200" u="none" strike="noStrike">
                          <a:effectLst/>
                        </a:rPr>
                        <a:t>0</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S</a:t>
                      </a:r>
                      <a:r>
                        <a:rPr lang="es-PE" sz="1200" u="none" strike="noStrike" baseline="-25000">
                          <a:effectLst/>
                        </a:rPr>
                        <a:t>4</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dirty="0">
                          <a:effectLst/>
                        </a:rPr>
                        <a:t>1</a:t>
                      </a:r>
                      <a:endParaRPr lang="es-PE" sz="1200" b="0" i="0" u="none" strike="noStrike" dirty="0">
                        <a:solidFill>
                          <a:srgbClr val="000000"/>
                        </a:solidFill>
                        <a:effectLst/>
                        <a:latin typeface="Calibri" panose="020F0502020204030204" pitchFamily="34" charset="0"/>
                      </a:endParaRPr>
                    </a:p>
                  </a:txBody>
                  <a:tcPr marL="0" marR="0" marT="0" marB="0" anchor="ctr">
                    <a:solidFill>
                      <a:srgbClr val="92D050"/>
                    </a:solidFill>
                  </a:tcPr>
                </a:tc>
                <a:tc>
                  <a:txBody>
                    <a:bodyPr/>
                    <a:lstStyle/>
                    <a:p>
                      <a:pPr algn="ctr" fontAlgn="t"/>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1</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7</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r>
                        <a:rPr lang="es-PE" sz="1200" u="none" strike="noStrike">
                          <a:effectLst/>
                        </a:rPr>
                        <a:t>7</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1200" u="none" strike="noStrike">
                          <a:effectLst/>
                        </a:rPr>
                        <a:t>R3</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371534500"/>
                  </a:ext>
                </a:extLst>
              </a:tr>
              <a:tr h="266023">
                <a:tc>
                  <a:txBody>
                    <a:bodyPr/>
                    <a:lstStyle/>
                    <a:p>
                      <a:pPr algn="ctr" rtl="0" fontAlgn="ctr"/>
                      <a:r>
                        <a:rPr lang="es-PE" sz="1200" u="none" strike="noStrike">
                          <a:effectLst/>
                        </a:rPr>
                        <a:t>22</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X</a:t>
                      </a:r>
                      <a:r>
                        <a:rPr lang="es-PE" sz="1200" u="none" strike="noStrike" baseline="-25000">
                          <a:effectLst/>
                        </a:rPr>
                        <a:t>2</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dirty="0">
                          <a:effectLst/>
                        </a:rPr>
                        <a:t>0</a:t>
                      </a:r>
                      <a:endParaRPr lang="es-PE" sz="1200" b="0" i="0" u="none" strike="noStrike" dirty="0">
                        <a:solidFill>
                          <a:srgbClr val="000000"/>
                        </a:solidFill>
                        <a:effectLst/>
                        <a:latin typeface="Calibri" panose="020F0502020204030204" pitchFamily="34" charset="0"/>
                      </a:endParaRPr>
                    </a:p>
                  </a:txBody>
                  <a:tcPr marL="0" marR="0" marT="0" marB="0" anchor="ctr">
                    <a:solidFill>
                      <a:srgbClr val="92D050"/>
                    </a:solidFill>
                  </a:tcPr>
                </a:tc>
                <a:tc>
                  <a:txBody>
                    <a:bodyPr/>
                    <a:lstStyle/>
                    <a:p>
                      <a:pPr algn="ctr" fontAlgn="t"/>
                      <a:r>
                        <a:rPr lang="es-PE" sz="1200" u="none" strike="noStrike">
                          <a:effectLst/>
                        </a:rPr>
                        <a:t>1</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1</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7</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r>
                        <a:rPr lang="es-PE" sz="1200" u="none" strike="noStrike">
                          <a:effectLst/>
                        </a:rPr>
                        <a:t> </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1200" u="none" strike="noStrike">
                          <a:effectLst/>
                        </a:rPr>
                        <a:t>R4</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98802984"/>
                  </a:ext>
                </a:extLst>
              </a:tr>
              <a:tr h="225716">
                <a:tc gridSpan="2">
                  <a:txBody>
                    <a:bodyPr/>
                    <a:lstStyle/>
                    <a:p>
                      <a:pPr algn="ctr" rtl="0" fontAlgn="ctr"/>
                      <a:r>
                        <a:rPr lang="es-PE" sz="1200" u="none" strike="noStrike">
                          <a:effectLst/>
                        </a:rPr>
                        <a:t>Zj</a:t>
                      </a:r>
                      <a:endParaRPr lang="es-PE" sz="1200" b="1" i="0" u="none" strike="noStrike">
                        <a:solidFill>
                          <a:srgbClr val="FFFFFF"/>
                        </a:solidFill>
                        <a:effectLst/>
                        <a:latin typeface="Calibri" panose="020F0502020204030204" pitchFamily="34" charset="0"/>
                      </a:endParaRPr>
                    </a:p>
                  </a:txBody>
                  <a:tcPr marL="0" marR="0" marT="0" marB="0" anchor="ctr"/>
                </a:tc>
                <a:tc hMerge="1">
                  <a:txBody>
                    <a:bodyPr/>
                    <a:lstStyle/>
                    <a:p>
                      <a:endParaRPr lang="es-PE"/>
                    </a:p>
                  </a:txBody>
                  <a:tcPr/>
                </a:tc>
                <a:tc>
                  <a:txBody>
                    <a:bodyPr/>
                    <a:lstStyle/>
                    <a:p>
                      <a:pPr algn="ctr" rtl="0" fontAlgn="ctr"/>
                      <a:r>
                        <a:rPr lang="es-PE" sz="1200" u="none" strike="noStrike">
                          <a:effectLst/>
                        </a:rPr>
                        <a:t>8M</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22</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-M</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-M</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M</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M</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0</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 -10M+22</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20M+154</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 </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l" fontAlgn="b"/>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173715666"/>
                  </a:ext>
                </a:extLst>
              </a:tr>
              <a:tr h="209593">
                <a:tc gridSpan="2">
                  <a:txBody>
                    <a:bodyPr/>
                    <a:lstStyle/>
                    <a:p>
                      <a:pPr algn="ctr" rtl="0" fontAlgn="ctr"/>
                      <a:r>
                        <a:rPr lang="es-PE" sz="1200" u="none" strike="noStrike">
                          <a:effectLst/>
                        </a:rPr>
                        <a:t>Cj-Zj</a:t>
                      </a:r>
                      <a:endParaRPr lang="es-PE" sz="1200" b="1" i="0" u="none" strike="noStrike">
                        <a:solidFill>
                          <a:srgbClr val="FFFFFF"/>
                        </a:solidFill>
                        <a:effectLst/>
                        <a:latin typeface="Calibri" panose="020F0502020204030204" pitchFamily="34" charset="0"/>
                      </a:endParaRPr>
                    </a:p>
                  </a:txBody>
                  <a:tcPr marL="0" marR="0" marT="0" marB="0" anchor="ctr"/>
                </a:tc>
                <a:tc hMerge="1">
                  <a:txBody>
                    <a:bodyPr/>
                    <a:lstStyle/>
                    <a:p>
                      <a:endParaRPr lang="es-PE"/>
                    </a:p>
                  </a:txBody>
                  <a:tcPr/>
                </a:tc>
                <a:tc>
                  <a:txBody>
                    <a:bodyPr/>
                    <a:lstStyle/>
                    <a:p>
                      <a:pPr algn="ctr" fontAlgn="ctr"/>
                      <a:r>
                        <a:rPr lang="es-PE" sz="1200" u="none" strike="noStrike">
                          <a:effectLst/>
                        </a:rPr>
                        <a:t>20-8M </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M</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M</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1200" u="none" strike="noStrike">
                          <a:effectLst/>
                        </a:rPr>
                        <a:t>10M-22</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 </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r>
                        <a:rPr lang="es-PE" sz="1200" u="none" strike="noStrike">
                          <a:effectLst/>
                        </a:rPr>
                        <a:t> </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l" fontAlgn="b"/>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758743290"/>
                  </a:ext>
                </a:extLst>
              </a:tr>
              <a:tr h="266023">
                <a:tc>
                  <a:txBody>
                    <a:bodyPr/>
                    <a:lstStyle/>
                    <a:p>
                      <a:pPr algn="ctr" rtl="0" fontAlgn="ctr"/>
                      <a:r>
                        <a:rPr lang="es-PE" sz="1200" u="none" strike="noStrike">
                          <a:effectLst/>
                        </a:rPr>
                        <a:t>20</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X</a:t>
                      </a:r>
                      <a:r>
                        <a:rPr lang="es-PE" sz="1200" u="none" strike="noStrike" baseline="-25000">
                          <a:effectLst/>
                        </a:rPr>
                        <a:t>1</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fontAlgn="t"/>
                      <a:r>
                        <a:rPr lang="es-PE" sz="1200" u="none" strike="noStrike">
                          <a:effectLst/>
                        </a:rPr>
                        <a:t>1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- 1/4</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 1/4</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b"/>
                      <a:r>
                        <a:rPr lang="es-PE" sz="1200" u="none" strike="noStrike" dirty="0">
                          <a:effectLst/>
                        </a:rPr>
                        <a:t>-1 1/2</a:t>
                      </a:r>
                      <a:endParaRPr lang="es-PE" sz="1200" b="0" i="0" u="none" strike="noStrike" dirty="0">
                        <a:solidFill>
                          <a:srgbClr val="000000"/>
                        </a:solidFill>
                        <a:effectLst/>
                        <a:latin typeface="Calibri" panose="020F0502020204030204" pitchFamily="34" charset="0"/>
                      </a:endParaRPr>
                    </a:p>
                  </a:txBody>
                  <a:tcPr marL="0" marR="0" marT="0" marB="0">
                    <a:solidFill>
                      <a:srgbClr val="92D050"/>
                    </a:solidFill>
                  </a:tcPr>
                </a:tc>
                <a:tc>
                  <a:txBody>
                    <a:bodyPr/>
                    <a:lstStyle/>
                    <a:p>
                      <a:pPr algn="ctr" fontAlgn="t"/>
                      <a:r>
                        <a:rPr lang="es-PE" sz="1200" u="none" strike="noStrike">
                          <a:effectLst/>
                        </a:rPr>
                        <a:t>2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ctr"/>
                      <a:r>
                        <a:rPr lang="es-PE" sz="1200" u="none" strike="noStrike">
                          <a:effectLst/>
                        </a:rPr>
                        <a:t>-1,33</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1200" u="none" strike="noStrike">
                          <a:effectLst/>
                        </a:rPr>
                        <a:t>R1</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647195269"/>
                  </a:ext>
                </a:extLst>
              </a:tr>
              <a:tr h="257961">
                <a:tc>
                  <a:txBody>
                    <a:bodyPr/>
                    <a:lstStyle/>
                    <a:p>
                      <a:pPr algn="ctr" rtl="0" fontAlgn="ctr"/>
                      <a:r>
                        <a:rPr lang="es-PE" sz="1200" u="none" strike="noStrike">
                          <a:effectLst/>
                        </a:rPr>
                        <a:t>+M</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A</a:t>
                      </a:r>
                      <a:r>
                        <a:rPr lang="es-PE" sz="1200" u="none" strike="noStrike" baseline="-25000">
                          <a:effectLst/>
                        </a:rPr>
                        <a:t>3</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1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-1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-1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1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dirty="0">
                          <a:effectLst/>
                        </a:rPr>
                        <a:t>2    </a:t>
                      </a:r>
                      <a:endParaRPr lang="es-PE" sz="1200" b="0" i="0" u="none" strike="noStrike" dirty="0">
                        <a:solidFill>
                          <a:srgbClr val="000000"/>
                        </a:solidFill>
                        <a:effectLst/>
                        <a:latin typeface="Arial" panose="020B0604020202020204" pitchFamily="34" charset="0"/>
                      </a:endParaRPr>
                    </a:p>
                  </a:txBody>
                  <a:tcPr marL="0" marR="0" marT="0" marB="0">
                    <a:solidFill>
                      <a:srgbClr val="92D050"/>
                    </a:solidFill>
                  </a:tcPr>
                </a:tc>
                <a:tc>
                  <a:txBody>
                    <a:bodyPr/>
                    <a:lstStyle/>
                    <a:p>
                      <a:pPr algn="ctr" fontAlgn="t"/>
                      <a:r>
                        <a:rPr lang="es-PE" sz="1200" u="none" strike="noStrike">
                          <a:effectLst/>
                        </a:rPr>
                        <a:t>4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ctr"/>
                      <a:r>
                        <a:rPr lang="es-PE" sz="1200" u="none" strike="noStrike">
                          <a:effectLst/>
                        </a:rPr>
                        <a:t>2,00</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1200" u="none" strike="noStrike">
                          <a:effectLst/>
                        </a:rPr>
                        <a:t> -4R1+R2</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934993677"/>
                  </a:ext>
                </a:extLst>
              </a:tr>
              <a:tr h="257961">
                <a:tc>
                  <a:txBody>
                    <a:bodyPr/>
                    <a:lstStyle/>
                    <a:p>
                      <a:pPr algn="ctr" rtl="0" fontAlgn="ctr"/>
                      <a:r>
                        <a:rPr lang="es-PE" sz="1200" u="none" strike="noStrike">
                          <a:effectLst/>
                        </a:rPr>
                        <a:t>0</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S</a:t>
                      </a:r>
                      <a:r>
                        <a:rPr lang="es-PE" sz="1200" u="none" strike="noStrike" baseline="-25000">
                          <a:effectLst/>
                        </a:rPr>
                        <a:t>4</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 1/4</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- 1/4</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1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dirty="0">
                          <a:effectLst/>
                        </a:rPr>
                        <a:t>1 1/2</a:t>
                      </a:r>
                      <a:endParaRPr lang="es-PE" sz="1200" b="0" i="0" u="none" strike="noStrike" dirty="0">
                        <a:solidFill>
                          <a:srgbClr val="000000"/>
                        </a:solidFill>
                        <a:effectLst/>
                        <a:latin typeface="Arial" panose="020B0604020202020204" pitchFamily="34" charset="0"/>
                      </a:endParaRPr>
                    </a:p>
                  </a:txBody>
                  <a:tcPr marL="0" marR="0" marT="0" marB="0">
                    <a:solidFill>
                      <a:srgbClr val="92D050"/>
                    </a:solidFill>
                  </a:tcPr>
                </a:tc>
                <a:tc>
                  <a:txBody>
                    <a:bodyPr/>
                    <a:lstStyle/>
                    <a:p>
                      <a:pPr algn="ctr" fontAlgn="t"/>
                      <a:r>
                        <a:rPr lang="es-PE" sz="1200" u="none" strike="noStrike">
                          <a:effectLst/>
                        </a:rPr>
                        <a:t>5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ctr"/>
                      <a:r>
                        <a:rPr lang="es-PE" sz="1200" u="none" strike="noStrike">
                          <a:effectLst/>
                        </a:rPr>
                        <a:t>3,33</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1200" u="none" strike="noStrike">
                          <a:effectLst/>
                        </a:rPr>
                        <a:t> -R1+R3</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89321715"/>
                  </a:ext>
                </a:extLst>
              </a:tr>
              <a:tr h="266023">
                <a:tc>
                  <a:txBody>
                    <a:bodyPr/>
                    <a:lstStyle/>
                    <a:p>
                      <a:pPr algn="ctr" rtl="0" fontAlgn="ctr"/>
                      <a:r>
                        <a:rPr lang="es-PE" sz="1200" u="none" strike="noStrike">
                          <a:effectLst/>
                        </a:rPr>
                        <a:t>22</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X</a:t>
                      </a:r>
                      <a:r>
                        <a:rPr lang="es-PE" sz="1200" u="none" strike="noStrike" baseline="-25000">
                          <a:effectLst/>
                        </a:rPr>
                        <a:t>2</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fontAlgn="t"/>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1</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dirty="0">
                          <a:effectLst/>
                        </a:rPr>
                        <a:t>1</a:t>
                      </a:r>
                      <a:endParaRPr lang="es-PE" sz="1200" b="0" i="0" u="none" strike="noStrike" dirty="0">
                        <a:solidFill>
                          <a:srgbClr val="000000"/>
                        </a:solidFill>
                        <a:effectLst/>
                        <a:latin typeface="Arial" panose="020B0604020202020204" pitchFamily="34" charset="0"/>
                      </a:endParaRPr>
                    </a:p>
                  </a:txBody>
                  <a:tcPr marL="0" marR="0" marT="0" marB="0">
                    <a:solidFill>
                      <a:srgbClr val="92D050"/>
                    </a:solidFill>
                  </a:tcPr>
                </a:tc>
                <a:tc>
                  <a:txBody>
                    <a:bodyPr/>
                    <a:lstStyle/>
                    <a:p>
                      <a:pPr algn="ctr" fontAlgn="t"/>
                      <a:r>
                        <a:rPr lang="es-PE" sz="1200" u="none" strike="noStrike">
                          <a:effectLst/>
                        </a:rPr>
                        <a:t>7</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ctr"/>
                      <a:r>
                        <a:rPr lang="es-PE" sz="1200" u="none" strike="noStrike">
                          <a:effectLst/>
                        </a:rPr>
                        <a:t>7,00</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1200" u="none" strike="noStrike">
                          <a:effectLst/>
                        </a:rPr>
                        <a:t>R4</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308532240"/>
                  </a:ext>
                </a:extLst>
              </a:tr>
              <a:tr h="257961">
                <a:tc gridSpan="2">
                  <a:txBody>
                    <a:bodyPr/>
                    <a:lstStyle/>
                    <a:p>
                      <a:pPr algn="ctr" rtl="0" fontAlgn="ctr"/>
                      <a:r>
                        <a:rPr lang="es-PE" sz="1200" u="none" strike="noStrike">
                          <a:effectLst/>
                        </a:rPr>
                        <a:t>Zj</a:t>
                      </a:r>
                      <a:endParaRPr lang="es-PE" sz="1200" b="1" i="0" u="none" strike="noStrike">
                        <a:solidFill>
                          <a:srgbClr val="FFFFFF"/>
                        </a:solidFill>
                        <a:effectLst/>
                        <a:latin typeface="Calibri" panose="020F0502020204030204" pitchFamily="34" charset="0"/>
                      </a:endParaRPr>
                    </a:p>
                  </a:txBody>
                  <a:tcPr marL="0" marR="0" marT="0" marB="0" anchor="ctr"/>
                </a:tc>
                <a:tc hMerge="1">
                  <a:txBody>
                    <a:bodyPr/>
                    <a:lstStyle/>
                    <a:p>
                      <a:endParaRPr lang="es-PE"/>
                    </a:p>
                  </a:txBody>
                  <a:tcPr/>
                </a:tc>
                <a:tc>
                  <a:txBody>
                    <a:bodyPr/>
                    <a:lstStyle/>
                    <a:p>
                      <a:pPr algn="ctr" fontAlgn="ctr"/>
                      <a:r>
                        <a:rPr lang="es-PE" sz="1200" u="none" strike="noStrike">
                          <a:effectLst/>
                        </a:rPr>
                        <a:t>20</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22</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 -5+M</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 -M</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5-M</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M</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 -8+2M</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 194+4M</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 </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l" fontAlgn="b"/>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698241196"/>
                  </a:ext>
                </a:extLst>
              </a:tr>
              <a:tr h="257961">
                <a:tc gridSpan="2">
                  <a:txBody>
                    <a:bodyPr/>
                    <a:lstStyle/>
                    <a:p>
                      <a:pPr algn="ctr" rtl="0" fontAlgn="ctr"/>
                      <a:r>
                        <a:rPr lang="es-PE" sz="1200" u="none" strike="noStrike">
                          <a:effectLst/>
                        </a:rPr>
                        <a:t>Cj-Zj</a:t>
                      </a:r>
                      <a:endParaRPr lang="es-PE" sz="1200" b="1" i="0" u="none" strike="noStrike">
                        <a:solidFill>
                          <a:srgbClr val="FFFFFF"/>
                        </a:solidFill>
                        <a:effectLst/>
                        <a:latin typeface="Calibri" panose="020F0502020204030204" pitchFamily="34" charset="0"/>
                      </a:endParaRPr>
                    </a:p>
                  </a:txBody>
                  <a:tcPr marL="0" marR="0" marT="0" marB="0" anchor="ctr"/>
                </a:tc>
                <a:tc hMerge="1">
                  <a:txBody>
                    <a:bodyPr/>
                    <a:lstStyle/>
                    <a:p>
                      <a:endParaRPr lang="es-PE"/>
                    </a:p>
                  </a:txBody>
                  <a:tcPr/>
                </a:tc>
                <a:tc>
                  <a:txBody>
                    <a:bodyPr/>
                    <a:lstStyle/>
                    <a:p>
                      <a:pPr algn="ctr" fontAlgn="ctr"/>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5-M</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M</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2M-5</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8-2M</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 </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 </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l" fontAlgn="b"/>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612730979"/>
                  </a:ext>
                </a:extLst>
              </a:tr>
              <a:tr h="347387">
                <a:tc>
                  <a:txBody>
                    <a:bodyPr/>
                    <a:lstStyle/>
                    <a:p>
                      <a:pPr algn="ctr" rtl="0" fontAlgn="ctr"/>
                      <a:r>
                        <a:rPr lang="es-PE" sz="1200" u="none" strike="noStrike">
                          <a:effectLst/>
                        </a:rPr>
                        <a:t>20</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X</a:t>
                      </a:r>
                      <a:r>
                        <a:rPr lang="es-PE" sz="1200" u="none" strike="noStrike" baseline="-25000">
                          <a:effectLst/>
                        </a:rPr>
                        <a:t>1</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fontAlgn="t"/>
                      <a:r>
                        <a:rPr lang="es-PE" sz="1200" u="none" strike="noStrike">
                          <a:effectLst/>
                        </a:rPr>
                        <a:t>1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 1/2</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- 3/4</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- 1/2</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 3/4</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dirty="0">
                          <a:effectLst/>
                        </a:rPr>
                        <a:t>5    </a:t>
                      </a:r>
                      <a:endParaRPr lang="es-PE" sz="1200" b="0" i="0" u="none" strike="noStrike" dirty="0">
                        <a:solidFill>
                          <a:srgbClr val="000000"/>
                        </a:solidFill>
                        <a:effectLst/>
                        <a:latin typeface="Arial" panose="020B0604020202020204" pitchFamily="34" charset="0"/>
                      </a:endParaRPr>
                    </a:p>
                  </a:txBody>
                  <a:tcPr marL="0" marR="0" marT="0" marB="0">
                    <a:solidFill>
                      <a:srgbClr val="FFFF00"/>
                    </a:solidFill>
                  </a:tcPr>
                </a:tc>
                <a:tc>
                  <a:txBody>
                    <a:bodyPr/>
                    <a:lstStyle/>
                    <a:p>
                      <a:pPr algn="ctr" fontAlgn="ctr"/>
                      <a:r>
                        <a:rPr lang="es-PE" sz="1200" u="none" strike="noStrike">
                          <a:effectLst/>
                        </a:rPr>
                        <a:t> </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1200" u="none" strike="noStrike">
                          <a:effectLst/>
                        </a:rPr>
                        <a:t>(3/2)R2+R1</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858624817"/>
                  </a:ext>
                </a:extLst>
              </a:tr>
              <a:tr h="266023">
                <a:tc>
                  <a:txBody>
                    <a:bodyPr/>
                    <a:lstStyle/>
                    <a:p>
                      <a:pPr algn="ctr" rtl="0" fontAlgn="ctr"/>
                      <a:r>
                        <a:rPr lang="es-PE" sz="1200" u="none" strike="noStrike">
                          <a:effectLst/>
                        </a:rPr>
                        <a:t>0</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S</a:t>
                      </a:r>
                      <a:r>
                        <a:rPr lang="es-PE" sz="1200" u="none" strike="noStrike" baseline="-25000">
                          <a:effectLst/>
                        </a:rPr>
                        <a:t>5</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 1/2</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- 1/2</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- 1/2</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 1/2</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1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2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ctr"/>
                      <a:r>
                        <a:rPr lang="es-PE" sz="1200" u="none" strike="noStrike">
                          <a:effectLst/>
                        </a:rPr>
                        <a:t> </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1200" u="none" strike="noStrike">
                          <a:effectLst/>
                        </a:rPr>
                        <a:t>R2</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27337318"/>
                  </a:ext>
                </a:extLst>
              </a:tr>
              <a:tr h="293731">
                <a:tc>
                  <a:txBody>
                    <a:bodyPr/>
                    <a:lstStyle/>
                    <a:p>
                      <a:pPr algn="ctr" rtl="0" fontAlgn="ctr"/>
                      <a:r>
                        <a:rPr lang="es-PE" sz="1200" u="none" strike="noStrike">
                          <a:effectLst/>
                        </a:rPr>
                        <a:t>0</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S</a:t>
                      </a:r>
                      <a:r>
                        <a:rPr lang="es-PE" sz="1200" u="none" strike="noStrike" baseline="-25000">
                          <a:effectLst/>
                        </a:rPr>
                        <a:t>4</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- 1/2</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 3/4</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 1/2</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- 3/4</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1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2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ctr"/>
                      <a:r>
                        <a:rPr lang="es-PE" sz="1200" u="none" strike="noStrike">
                          <a:effectLst/>
                        </a:rPr>
                        <a:t> </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1200" u="none" strike="noStrike" dirty="0">
                          <a:effectLst/>
                        </a:rPr>
                        <a:t>(-3/2)</a:t>
                      </a:r>
                      <a:r>
                        <a:rPr lang="es-PE" sz="1200" u="none" strike="noStrike" dirty="0" err="1">
                          <a:effectLst/>
                        </a:rPr>
                        <a:t>R2+R3</a:t>
                      </a:r>
                      <a:endParaRPr lang="es-PE" sz="12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85807994"/>
                  </a:ext>
                </a:extLst>
              </a:tr>
              <a:tr h="266023">
                <a:tc>
                  <a:txBody>
                    <a:bodyPr/>
                    <a:lstStyle/>
                    <a:p>
                      <a:pPr algn="ctr" rtl="0" fontAlgn="ctr"/>
                      <a:r>
                        <a:rPr lang="es-PE" sz="1200" u="none" strike="noStrike">
                          <a:effectLst/>
                        </a:rPr>
                        <a:t>22</a:t>
                      </a:r>
                      <a:endParaRPr lang="es-PE" sz="1200" b="1" i="0" u="none" strike="noStrike">
                        <a:solidFill>
                          <a:srgbClr val="FFFFFF"/>
                        </a:solidFill>
                        <a:effectLst/>
                        <a:latin typeface="Calibri" panose="020F0502020204030204" pitchFamily="34" charset="0"/>
                      </a:endParaRPr>
                    </a:p>
                  </a:txBody>
                  <a:tcPr marL="0" marR="0" marT="0" marB="0" anchor="ctr"/>
                </a:tc>
                <a:tc>
                  <a:txBody>
                    <a:bodyPr/>
                    <a:lstStyle/>
                    <a:p>
                      <a:pPr algn="ctr" rtl="0" fontAlgn="ctr"/>
                      <a:r>
                        <a:rPr lang="es-PE" sz="1200" u="none" strike="noStrike">
                          <a:effectLst/>
                        </a:rPr>
                        <a:t>X</a:t>
                      </a:r>
                      <a:r>
                        <a:rPr lang="es-PE" sz="1200" u="none" strike="noStrike" baseline="-25000">
                          <a:effectLst/>
                        </a:rPr>
                        <a:t>2</a:t>
                      </a:r>
                      <a:endParaRPr lang="es-PE" sz="1200" b="0" i="0" u="none" strike="noStrike">
                        <a:solidFill>
                          <a:srgbClr val="000000"/>
                        </a:solidFill>
                        <a:effectLst/>
                        <a:latin typeface="Calibri" panose="020F0502020204030204" pitchFamily="34" charset="0"/>
                      </a:endParaRPr>
                    </a:p>
                  </a:txBody>
                  <a:tcPr marL="0" marR="0" marT="0" marB="0" anchor="ctr"/>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1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- 1/2</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 1/2</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 1/2</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- 1/2</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tc>
                <a:tc>
                  <a:txBody>
                    <a:bodyPr/>
                    <a:lstStyle/>
                    <a:p>
                      <a:pPr algn="ctr" fontAlgn="t"/>
                      <a:r>
                        <a:rPr lang="es-PE" sz="1200" u="none" strike="noStrike" dirty="0">
                          <a:effectLst/>
                        </a:rPr>
                        <a:t>5    </a:t>
                      </a:r>
                      <a:endParaRPr lang="es-PE" sz="1200" b="0" i="0" u="none" strike="noStrike" dirty="0">
                        <a:solidFill>
                          <a:srgbClr val="000000"/>
                        </a:solidFill>
                        <a:effectLst/>
                        <a:latin typeface="Arial" panose="020B0604020202020204" pitchFamily="34" charset="0"/>
                      </a:endParaRPr>
                    </a:p>
                  </a:txBody>
                  <a:tcPr marL="0" marR="0" marT="0" marB="0">
                    <a:solidFill>
                      <a:srgbClr val="FFFF00"/>
                    </a:solidFill>
                  </a:tcPr>
                </a:tc>
                <a:tc>
                  <a:txBody>
                    <a:bodyPr/>
                    <a:lstStyle/>
                    <a:p>
                      <a:pPr algn="ctr" fontAlgn="ctr"/>
                      <a:r>
                        <a:rPr lang="es-PE" sz="1200" u="none" strike="noStrike">
                          <a:effectLst/>
                        </a:rPr>
                        <a:t> </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l" fontAlgn="b"/>
                      <a:r>
                        <a:rPr lang="es-PE" sz="1200" u="none" strike="noStrike">
                          <a:effectLst/>
                        </a:rPr>
                        <a:t> -R2+R4</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13803583"/>
                  </a:ext>
                </a:extLst>
              </a:tr>
              <a:tr h="257961">
                <a:tc gridSpan="2">
                  <a:txBody>
                    <a:bodyPr/>
                    <a:lstStyle/>
                    <a:p>
                      <a:pPr algn="ctr" rtl="0" fontAlgn="ctr"/>
                      <a:r>
                        <a:rPr lang="es-PE" sz="1200" u="none" strike="noStrike">
                          <a:effectLst/>
                        </a:rPr>
                        <a:t>Zj</a:t>
                      </a:r>
                      <a:endParaRPr lang="es-PE" sz="1200" b="1" i="0" u="none" strike="noStrike">
                        <a:solidFill>
                          <a:srgbClr val="FFFFFF"/>
                        </a:solidFill>
                        <a:effectLst/>
                        <a:latin typeface="Calibri" panose="020F0502020204030204" pitchFamily="34" charset="0"/>
                      </a:endParaRPr>
                    </a:p>
                  </a:txBody>
                  <a:tcPr marL="0" marR="0" marT="0" marB="0" anchor="ctr"/>
                </a:tc>
                <a:tc hMerge="1">
                  <a:txBody>
                    <a:bodyPr/>
                    <a:lstStyle/>
                    <a:p>
                      <a:endParaRPr lang="es-PE"/>
                    </a:p>
                  </a:txBody>
                  <a:tcPr/>
                </a:tc>
                <a:tc>
                  <a:txBody>
                    <a:bodyPr/>
                    <a:lstStyle/>
                    <a:p>
                      <a:pPr algn="ctr" fontAlgn="ctr"/>
                      <a:r>
                        <a:rPr lang="es-PE" sz="1200" u="none" strike="noStrike">
                          <a:effectLst/>
                        </a:rPr>
                        <a:t>20</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22</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-1</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-4</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1</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4</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0    </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dirty="0">
                          <a:effectLst/>
                        </a:rPr>
                        <a:t>210</a:t>
                      </a:r>
                      <a:endParaRPr lang="es-PE" sz="1200" b="0" i="0" u="none" strike="noStrike" dirty="0">
                        <a:solidFill>
                          <a:srgbClr val="000000"/>
                        </a:solidFill>
                        <a:effectLst/>
                        <a:latin typeface="Arial" panose="020B0604020202020204" pitchFamily="34" charset="0"/>
                      </a:endParaRPr>
                    </a:p>
                  </a:txBody>
                  <a:tcPr marL="0" marR="0" marT="0" marB="0" anchor="ctr">
                    <a:solidFill>
                      <a:srgbClr val="FFFF00"/>
                    </a:solidFill>
                  </a:tcPr>
                </a:tc>
                <a:tc>
                  <a:txBody>
                    <a:bodyPr/>
                    <a:lstStyle/>
                    <a:p>
                      <a:pPr algn="ctr" fontAlgn="ctr"/>
                      <a:r>
                        <a:rPr lang="es-PE" sz="1200" u="none" strike="noStrike" dirty="0">
                          <a:effectLst/>
                        </a:rPr>
                        <a:t> </a:t>
                      </a:r>
                      <a:endParaRPr lang="es-PE" sz="1200" b="0" i="0" u="none" strike="noStrike" dirty="0">
                        <a:solidFill>
                          <a:srgbClr val="000000"/>
                        </a:solidFill>
                        <a:effectLst/>
                        <a:latin typeface="Arial" panose="020B0604020202020204" pitchFamily="34" charset="0"/>
                      </a:endParaRPr>
                    </a:p>
                  </a:txBody>
                  <a:tcPr marL="0" marR="0" marT="0" marB="0" anchor="ctr"/>
                </a:tc>
                <a:tc>
                  <a:txBody>
                    <a:bodyPr/>
                    <a:lstStyle/>
                    <a:p>
                      <a:pPr algn="l" fontAlgn="b"/>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227154632"/>
                  </a:ext>
                </a:extLst>
              </a:tr>
              <a:tr h="257961">
                <a:tc gridSpan="2">
                  <a:txBody>
                    <a:bodyPr/>
                    <a:lstStyle/>
                    <a:p>
                      <a:pPr algn="ctr" rtl="0" fontAlgn="ctr"/>
                      <a:r>
                        <a:rPr lang="es-PE" sz="1200" u="none" strike="noStrike">
                          <a:effectLst/>
                        </a:rPr>
                        <a:t>Cj-Zj</a:t>
                      </a:r>
                      <a:endParaRPr lang="es-PE" sz="1200" b="1" i="0" u="none" strike="noStrike">
                        <a:solidFill>
                          <a:srgbClr val="FFFFFF"/>
                        </a:solidFill>
                        <a:effectLst/>
                        <a:latin typeface="Calibri" panose="020F0502020204030204" pitchFamily="34" charset="0"/>
                      </a:endParaRPr>
                    </a:p>
                  </a:txBody>
                  <a:tcPr marL="0" marR="0" marT="0" marB="0" anchor="ctr"/>
                </a:tc>
                <a:tc hMerge="1">
                  <a:txBody>
                    <a:bodyPr/>
                    <a:lstStyle/>
                    <a:p>
                      <a:endParaRPr lang="es-PE"/>
                    </a:p>
                  </a:txBody>
                  <a:tcPr/>
                </a:tc>
                <a:tc>
                  <a:txBody>
                    <a:bodyPr/>
                    <a:lstStyle/>
                    <a:p>
                      <a:pPr algn="ctr" fontAlgn="ctr"/>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1</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4</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M-1</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M-4</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0</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 </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ctr" fontAlgn="ctr"/>
                      <a:r>
                        <a:rPr lang="es-PE" sz="1200" u="none" strike="noStrike">
                          <a:effectLst/>
                        </a:rPr>
                        <a:t> </a:t>
                      </a:r>
                      <a:endParaRPr lang="es-PE" sz="1200" b="0" i="0" u="none" strike="noStrike">
                        <a:solidFill>
                          <a:srgbClr val="000000"/>
                        </a:solidFill>
                        <a:effectLst/>
                        <a:latin typeface="Arial" panose="020B0604020202020204" pitchFamily="34" charset="0"/>
                      </a:endParaRPr>
                    </a:p>
                  </a:txBody>
                  <a:tcPr marL="0" marR="0" marT="0" marB="0" anchor="ctr"/>
                </a:tc>
                <a:tc>
                  <a:txBody>
                    <a:bodyPr/>
                    <a:lstStyle/>
                    <a:p>
                      <a:pPr algn="l" fontAlgn="b"/>
                      <a:endParaRPr lang="es-PE" sz="12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240600975"/>
                  </a:ext>
                </a:extLst>
              </a:tr>
            </a:tbl>
          </a:graphicData>
        </a:graphic>
      </p:graphicFrame>
      <p:sp>
        <p:nvSpPr>
          <p:cNvPr id="5" name="Elipse 4">
            <a:extLst>
              <a:ext uri="{FF2B5EF4-FFF2-40B4-BE49-F238E27FC236}">
                <a16:creationId xmlns:a16="http://schemas.microsoft.com/office/drawing/2014/main" id="{5E4A4EE7-83D4-4E0A-A5BB-2D9862F5FF7F}"/>
              </a:ext>
            </a:extLst>
          </p:cNvPr>
          <p:cNvSpPr/>
          <p:nvPr/>
        </p:nvSpPr>
        <p:spPr>
          <a:xfrm>
            <a:off x="2718346" y="1120941"/>
            <a:ext cx="257175" cy="2476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1100"/>
          </a:p>
        </p:txBody>
      </p:sp>
      <p:sp>
        <p:nvSpPr>
          <p:cNvPr id="6" name="Elipse 5">
            <a:extLst>
              <a:ext uri="{FF2B5EF4-FFF2-40B4-BE49-F238E27FC236}">
                <a16:creationId xmlns:a16="http://schemas.microsoft.com/office/drawing/2014/main" id="{B38E8046-75C3-4CE5-B498-EAB66626FD25}"/>
              </a:ext>
            </a:extLst>
          </p:cNvPr>
          <p:cNvSpPr/>
          <p:nvPr/>
        </p:nvSpPr>
        <p:spPr>
          <a:xfrm>
            <a:off x="9017331" y="3608624"/>
            <a:ext cx="257175" cy="2476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1100"/>
          </a:p>
        </p:txBody>
      </p:sp>
      <p:sp>
        <p:nvSpPr>
          <p:cNvPr id="8" name="Elipse 7">
            <a:extLst>
              <a:ext uri="{FF2B5EF4-FFF2-40B4-BE49-F238E27FC236}">
                <a16:creationId xmlns:a16="http://schemas.microsoft.com/office/drawing/2014/main" id="{BF4FBEEA-8519-44DB-BE0D-96CFF63A69B8}"/>
              </a:ext>
            </a:extLst>
          </p:cNvPr>
          <p:cNvSpPr/>
          <p:nvPr/>
        </p:nvSpPr>
        <p:spPr>
          <a:xfrm>
            <a:off x="1920473" y="1916302"/>
            <a:ext cx="257175" cy="2476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1100"/>
          </a:p>
        </p:txBody>
      </p:sp>
    </p:spTree>
    <p:extLst>
      <p:ext uri="{BB962C8B-B14F-4D97-AF65-F5344CB8AC3E}">
        <p14:creationId xmlns:p14="http://schemas.microsoft.com/office/powerpoint/2010/main" val="28986504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2133600" y="1447800"/>
            <a:ext cx="8077200" cy="152400"/>
          </a:xfrm>
          <a:prstGeom prst="rect">
            <a:avLst/>
          </a:prstGeom>
        </p:spPr>
      </p:pic>
      <p:pic>
        <p:nvPicPr>
          <p:cNvPr id="6" name="object 6"/>
          <p:cNvPicPr/>
          <p:nvPr/>
        </p:nvPicPr>
        <p:blipFill>
          <a:blip r:embed="rId3" cstate="print"/>
          <a:stretch>
            <a:fillRect/>
          </a:stretch>
        </p:blipFill>
        <p:spPr>
          <a:xfrm>
            <a:off x="1905000" y="1219200"/>
            <a:ext cx="8077200" cy="152400"/>
          </a:xfrm>
          <a:prstGeom prst="rect">
            <a:avLst/>
          </a:prstGeom>
        </p:spPr>
      </p:pic>
      <p:sp>
        <p:nvSpPr>
          <p:cNvPr id="10" name="object 10"/>
          <p:cNvSpPr txBox="1">
            <a:spLocks noGrp="1"/>
          </p:cNvSpPr>
          <p:nvPr>
            <p:ph type="title"/>
          </p:nvPr>
        </p:nvSpPr>
        <p:spPr>
          <a:xfrm>
            <a:off x="6096000" y="59289"/>
            <a:ext cx="6096000" cy="998350"/>
          </a:xfrm>
          <a:prstGeom prst="rect">
            <a:avLst/>
          </a:prstGeom>
        </p:spPr>
        <p:txBody>
          <a:bodyPr vert="horz" wrap="square" lIns="0" tIns="13335" rIns="0" bIns="0" rtlCol="0">
            <a:spAutoFit/>
          </a:bodyPr>
          <a:lstStyle/>
          <a:p>
            <a:pPr marL="12700" algn="ctr">
              <a:lnSpc>
                <a:spcPct val="100000"/>
              </a:lnSpc>
              <a:spcBef>
                <a:spcPts val="105"/>
              </a:spcBef>
            </a:pPr>
            <a:r>
              <a:rPr sz="3200" dirty="0">
                <a:solidFill>
                  <a:schemeClr val="bg1"/>
                </a:solidFill>
                <a:latin typeface="Arial"/>
                <a:cs typeface="Arial"/>
              </a:rPr>
              <a:t>Solución</a:t>
            </a:r>
            <a:r>
              <a:rPr sz="3200" spc="-35" dirty="0">
                <a:solidFill>
                  <a:schemeClr val="bg1"/>
                </a:solidFill>
                <a:latin typeface="Arial"/>
                <a:cs typeface="Arial"/>
              </a:rPr>
              <a:t> </a:t>
            </a:r>
            <a:r>
              <a:rPr sz="3200" dirty="0">
                <a:solidFill>
                  <a:schemeClr val="bg1"/>
                </a:solidFill>
                <a:latin typeface="Arial"/>
                <a:cs typeface="Arial"/>
              </a:rPr>
              <a:t>óptima</a:t>
            </a:r>
            <a:r>
              <a:rPr sz="3200" spc="-35" dirty="0">
                <a:solidFill>
                  <a:schemeClr val="bg1"/>
                </a:solidFill>
                <a:latin typeface="Arial"/>
                <a:cs typeface="Arial"/>
              </a:rPr>
              <a:t> </a:t>
            </a:r>
            <a:r>
              <a:rPr sz="3200" spc="-5" dirty="0">
                <a:solidFill>
                  <a:schemeClr val="bg1"/>
                </a:solidFill>
                <a:latin typeface="Arial"/>
                <a:cs typeface="Arial"/>
              </a:rPr>
              <a:t>única</a:t>
            </a:r>
            <a:r>
              <a:rPr sz="3200" spc="-20" dirty="0">
                <a:solidFill>
                  <a:schemeClr val="bg1"/>
                </a:solidFill>
                <a:latin typeface="Arial"/>
                <a:cs typeface="Arial"/>
              </a:rPr>
              <a:t> </a:t>
            </a:r>
            <a:r>
              <a:rPr sz="3200" spc="-5" dirty="0">
                <a:solidFill>
                  <a:schemeClr val="bg1"/>
                </a:solidFill>
                <a:latin typeface="Arial"/>
                <a:cs typeface="Arial"/>
              </a:rPr>
              <a:t>(maximización)</a:t>
            </a:r>
            <a:endParaRPr sz="3200" dirty="0">
              <a:solidFill>
                <a:schemeClr val="bg1"/>
              </a:solidFill>
              <a:latin typeface="Arial"/>
              <a:cs typeface="Arial"/>
            </a:endParaRPr>
          </a:p>
        </p:txBody>
      </p:sp>
      <p:grpSp>
        <p:nvGrpSpPr>
          <p:cNvPr id="11" name="object 11"/>
          <p:cNvGrpSpPr/>
          <p:nvPr/>
        </p:nvGrpSpPr>
        <p:grpSpPr>
          <a:xfrm>
            <a:off x="206440" y="2584450"/>
            <a:ext cx="5348971" cy="3289300"/>
            <a:chOff x="908050" y="2584450"/>
            <a:chExt cx="6642100" cy="3289300"/>
          </a:xfrm>
        </p:grpSpPr>
        <p:sp>
          <p:nvSpPr>
            <p:cNvPr id="12" name="object 12"/>
            <p:cNvSpPr/>
            <p:nvPr/>
          </p:nvSpPr>
          <p:spPr>
            <a:xfrm>
              <a:off x="914400" y="2590800"/>
              <a:ext cx="6629400" cy="3276600"/>
            </a:xfrm>
            <a:custGeom>
              <a:avLst/>
              <a:gdLst/>
              <a:ahLst/>
              <a:cxnLst/>
              <a:rect l="l" t="t" r="r" b="b"/>
              <a:pathLst>
                <a:path w="6629400" h="3276600">
                  <a:moveTo>
                    <a:pt x="6083300" y="0"/>
                  </a:moveTo>
                  <a:lnTo>
                    <a:pt x="546100" y="0"/>
                  </a:lnTo>
                  <a:lnTo>
                    <a:pt x="498980" y="2004"/>
                  </a:lnTo>
                  <a:lnTo>
                    <a:pt x="452974" y="7908"/>
                  </a:lnTo>
                  <a:lnTo>
                    <a:pt x="408245" y="17547"/>
                  </a:lnTo>
                  <a:lnTo>
                    <a:pt x="364956" y="30758"/>
                  </a:lnTo>
                  <a:lnTo>
                    <a:pt x="323273" y="47377"/>
                  </a:lnTo>
                  <a:lnTo>
                    <a:pt x="283357" y="67240"/>
                  </a:lnTo>
                  <a:lnTo>
                    <a:pt x="245375" y="90183"/>
                  </a:lnTo>
                  <a:lnTo>
                    <a:pt x="209489" y="116042"/>
                  </a:lnTo>
                  <a:lnTo>
                    <a:pt x="175863" y="144653"/>
                  </a:lnTo>
                  <a:lnTo>
                    <a:pt x="144662" y="175853"/>
                  </a:lnTo>
                  <a:lnTo>
                    <a:pt x="116050" y="209478"/>
                  </a:lnTo>
                  <a:lnTo>
                    <a:pt x="90189" y="245364"/>
                  </a:lnTo>
                  <a:lnTo>
                    <a:pt x="67245" y="283346"/>
                  </a:lnTo>
                  <a:lnTo>
                    <a:pt x="47381" y="323262"/>
                  </a:lnTo>
                  <a:lnTo>
                    <a:pt x="30761" y="364946"/>
                  </a:lnTo>
                  <a:lnTo>
                    <a:pt x="17549" y="408236"/>
                  </a:lnTo>
                  <a:lnTo>
                    <a:pt x="7908" y="452968"/>
                  </a:lnTo>
                  <a:lnTo>
                    <a:pt x="2004" y="498977"/>
                  </a:lnTo>
                  <a:lnTo>
                    <a:pt x="0" y="546100"/>
                  </a:lnTo>
                  <a:lnTo>
                    <a:pt x="0" y="2730500"/>
                  </a:lnTo>
                  <a:lnTo>
                    <a:pt x="2004" y="2777619"/>
                  </a:lnTo>
                  <a:lnTo>
                    <a:pt x="7908" y="2823625"/>
                  </a:lnTo>
                  <a:lnTo>
                    <a:pt x="17549" y="2868354"/>
                  </a:lnTo>
                  <a:lnTo>
                    <a:pt x="30761" y="2911643"/>
                  </a:lnTo>
                  <a:lnTo>
                    <a:pt x="47381" y="2953326"/>
                  </a:lnTo>
                  <a:lnTo>
                    <a:pt x="67245" y="2993242"/>
                  </a:lnTo>
                  <a:lnTo>
                    <a:pt x="90189" y="3031224"/>
                  </a:lnTo>
                  <a:lnTo>
                    <a:pt x="116050" y="3067110"/>
                  </a:lnTo>
                  <a:lnTo>
                    <a:pt x="144662" y="3100736"/>
                  </a:lnTo>
                  <a:lnTo>
                    <a:pt x="175863" y="3131937"/>
                  </a:lnTo>
                  <a:lnTo>
                    <a:pt x="209489" y="3160549"/>
                  </a:lnTo>
                  <a:lnTo>
                    <a:pt x="245375" y="3186410"/>
                  </a:lnTo>
                  <a:lnTo>
                    <a:pt x="283357" y="3209354"/>
                  </a:lnTo>
                  <a:lnTo>
                    <a:pt x="323273" y="3229218"/>
                  </a:lnTo>
                  <a:lnTo>
                    <a:pt x="364956" y="3245838"/>
                  </a:lnTo>
                  <a:lnTo>
                    <a:pt x="408245" y="3259050"/>
                  </a:lnTo>
                  <a:lnTo>
                    <a:pt x="452974" y="3268691"/>
                  </a:lnTo>
                  <a:lnTo>
                    <a:pt x="498980" y="3274595"/>
                  </a:lnTo>
                  <a:lnTo>
                    <a:pt x="546100" y="3276600"/>
                  </a:lnTo>
                  <a:lnTo>
                    <a:pt x="6083300" y="3276600"/>
                  </a:lnTo>
                  <a:lnTo>
                    <a:pt x="6130422" y="3274595"/>
                  </a:lnTo>
                  <a:lnTo>
                    <a:pt x="6176431" y="3268691"/>
                  </a:lnTo>
                  <a:lnTo>
                    <a:pt x="6221163" y="3259050"/>
                  </a:lnTo>
                  <a:lnTo>
                    <a:pt x="6264453" y="3245838"/>
                  </a:lnTo>
                  <a:lnTo>
                    <a:pt x="6306137" y="3229218"/>
                  </a:lnTo>
                  <a:lnTo>
                    <a:pt x="6346053" y="3209354"/>
                  </a:lnTo>
                  <a:lnTo>
                    <a:pt x="6384035" y="3186410"/>
                  </a:lnTo>
                  <a:lnTo>
                    <a:pt x="6419921" y="3160549"/>
                  </a:lnTo>
                  <a:lnTo>
                    <a:pt x="6453546" y="3131937"/>
                  </a:lnTo>
                  <a:lnTo>
                    <a:pt x="6484746" y="3100736"/>
                  </a:lnTo>
                  <a:lnTo>
                    <a:pt x="6513357" y="3067110"/>
                  </a:lnTo>
                  <a:lnTo>
                    <a:pt x="6539216" y="3031224"/>
                  </a:lnTo>
                  <a:lnTo>
                    <a:pt x="6562159" y="2993242"/>
                  </a:lnTo>
                  <a:lnTo>
                    <a:pt x="6582022" y="2953326"/>
                  </a:lnTo>
                  <a:lnTo>
                    <a:pt x="6598641" y="2911643"/>
                  </a:lnTo>
                  <a:lnTo>
                    <a:pt x="6611852" y="2868354"/>
                  </a:lnTo>
                  <a:lnTo>
                    <a:pt x="6621491" y="2823625"/>
                  </a:lnTo>
                  <a:lnTo>
                    <a:pt x="6627395" y="2777619"/>
                  </a:lnTo>
                  <a:lnTo>
                    <a:pt x="6629400" y="2730500"/>
                  </a:lnTo>
                  <a:lnTo>
                    <a:pt x="6629400" y="546100"/>
                  </a:lnTo>
                  <a:lnTo>
                    <a:pt x="6627395" y="498977"/>
                  </a:lnTo>
                  <a:lnTo>
                    <a:pt x="6621491" y="452968"/>
                  </a:lnTo>
                  <a:lnTo>
                    <a:pt x="6611852" y="408236"/>
                  </a:lnTo>
                  <a:lnTo>
                    <a:pt x="6598641" y="364946"/>
                  </a:lnTo>
                  <a:lnTo>
                    <a:pt x="6582022" y="323262"/>
                  </a:lnTo>
                  <a:lnTo>
                    <a:pt x="6562159" y="283346"/>
                  </a:lnTo>
                  <a:lnTo>
                    <a:pt x="6539216" y="245364"/>
                  </a:lnTo>
                  <a:lnTo>
                    <a:pt x="6513357" y="209478"/>
                  </a:lnTo>
                  <a:lnTo>
                    <a:pt x="6484746" y="175853"/>
                  </a:lnTo>
                  <a:lnTo>
                    <a:pt x="6453546" y="144653"/>
                  </a:lnTo>
                  <a:lnTo>
                    <a:pt x="6419921" y="116042"/>
                  </a:lnTo>
                  <a:lnTo>
                    <a:pt x="6384035" y="90183"/>
                  </a:lnTo>
                  <a:lnTo>
                    <a:pt x="6346053" y="67240"/>
                  </a:lnTo>
                  <a:lnTo>
                    <a:pt x="6306137" y="47377"/>
                  </a:lnTo>
                  <a:lnTo>
                    <a:pt x="6264453" y="30758"/>
                  </a:lnTo>
                  <a:lnTo>
                    <a:pt x="6221163" y="17547"/>
                  </a:lnTo>
                  <a:lnTo>
                    <a:pt x="6176431" y="7908"/>
                  </a:lnTo>
                  <a:lnTo>
                    <a:pt x="6130422" y="2004"/>
                  </a:lnTo>
                  <a:lnTo>
                    <a:pt x="6083300" y="0"/>
                  </a:lnTo>
                  <a:close/>
                </a:path>
              </a:pathLst>
            </a:custGeom>
            <a:solidFill>
              <a:srgbClr val="FF9933"/>
            </a:solidFill>
          </p:spPr>
          <p:txBody>
            <a:bodyPr wrap="square" lIns="0" tIns="0" rIns="0" bIns="0" rtlCol="0"/>
            <a:lstStyle/>
            <a:p>
              <a:endParaRPr/>
            </a:p>
          </p:txBody>
        </p:sp>
        <p:sp>
          <p:nvSpPr>
            <p:cNvPr id="13" name="object 13"/>
            <p:cNvSpPr/>
            <p:nvPr/>
          </p:nvSpPr>
          <p:spPr>
            <a:xfrm>
              <a:off x="914400" y="2590800"/>
              <a:ext cx="6629400" cy="3276600"/>
            </a:xfrm>
            <a:custGeom>
              <a:avLst/>
              <a:gdLst/>
              <a:ahLst/>
              <a:cxnLst/>
              <a:rect l="l" t="t" r="r" b="b"/>
              <a:pathLst>
                <a:path w="6629400" h="3276600">
                  <a:moveTo>
                    <a:pt x="0" y="546100"/>
                  </a:moveTo>
                  <a:lnTo>
                    <a:pt x="2004" y="498977"/>
                  </a:lnTo>
                  <a:lnTo>
                    <a:pt x="7908" y="452968"/>
                  </a:lnTo>
                  <a:lnTo>
                    <a:pt x="17549" y="408236"/>
                  </a:lnTo>
                  <a:lnTo>
                    <a:pt x="30761" y="364946"/>
                  </a:lnTo>
                  <a:lnTo>
                    <a:pt x="47381" y="323262"/>
                  </a:lnTo>
                  <a:lnTo>
                    <a:pt x="67245" y="283346"/>
                  </a:lnTo>
                  <a:lnTo>
                    <a:pt x="90189" y="245364"/>
                  </a:lnTo>
                  <a:lnTo>
                    <a:pt x="116050" y="209478"/>
                  </a:lnTo>
                  <a:lnTo>
                    <a:pt x="144662" y="175853"/>
                  </a:lnTo>
                  <a:lnTo>
                    <a:pt x="175863" y="144653"/>
                  </a:lnTo>
                  <a:lnTo>
                    <a:pt x="209489" y="116042"/>
                  </a:lnTo>
                  <a:lnTo>
                    <a:pt x="245375" y="90183"/>
                  </a:lnTo>
                  <a:lnTo>
                    <a:pt x="283357" y="67240"/>
                  </a:lnTo>
                  <a:lnTo>
                    <a:pt x="323273" y="47377"/>
                  </a:lnTo>
                  <a:lnTo>
                    <a:pt x="364956" y="30758"/>
                  </a:lnTo>
                  <a:lnTo>
                    <a:pt x="408245" y="17547"/>
                  </a:lnTo>
                  <a:lnTo>
                    <a:pt x="452974" y="7908"/>
                  </a:lnTo>
                  <a:lnTo>
                    <a:pt x="498980" y="2004"/>
                  </a:lnTo>
                  <a:lnTo>
                    <a:pt x="546100" y="0"/>
                  </a:lnTo>
                  <a:lnTo>
                    <a:pt x="6083300" y="0"/>
                  </a:lnTo>
                  <a:lnTo>
                    <a:pt x="6130422" y="2004"/>
                  </a:lnTo>
                  <a:lnTo>
                    <a:pt x="6176431" y="7908"/>
                  </a:lnTo>
                  <a:lnTo>
                    <a:pt x="6221163" y="17547"/>
                  </a:lnTo>
                  <a:lnTo>
                    <a:pt x="6264453" y="30758"/>
                  </a:lnTo>
                  <a:lnTo>
                    <a:pt x="6306137" y="47377"/>
                  </a:lnTo>
                  <a:lnTo>
                    <a:pt x="6346053" y="67240"/>
                  </a:lnTo>
                  <a:lnTo>
                    <a:pt x="6384035" y="90183"/>
                  </a:lnTo>
                  <a:lnTo>
                    <a:pt x="6419921" y="116042"/>
                  </a:lnTo>
                  <a:lnTo>
                    <a:pt x="6453546" y="144653"/>
                  </a:lnTo>
                  <a:lnTo>
                    <a:pt x="6484746" y="175853"/>
                  </a:lnTo>
                  <a:lnTo>
                    <a:pt x="6513357" y="209478"/>
                  </a:lnTo>
                  <a:lnTo>
                    <a:pt x="6539216" y="245364"/>
                  </a:lnTo>
                  <a:lnTo>
                    <a:pt x="6562159" y="283346"/>
                  </a:lnTo>
                  <a:lnTo>
                    <a:pt x="6582022" y="323262"/>
                  </a:lnTo>
                  <a:lnTo>
                    <a:pt x="6598641" y="364946"/>
                  </a:lnTo>
                  <a:lnTo>
                    <a:pt x="6611852" y="408236"/>
                  </a:lnTo>
                  <a:lnTo>
                    <a:pt x="6621491" y="452968"/>
                  </a:lnTo>
                  <a:lnTo>
                    <a:pt x="6627395" y="498977"/>
                  </a:lnTo>
                  <a:lnTo>
                    <a:pt x="6629400" y="546100"/>
                  </a:lnTo>
                  <a:lnTo>
                    <a:pt x="6629400" y="2730500"/>
                  </a:lnTo>
                  <a:lnTo>
                    <a:pt x="6627395" y="2777619"/>
                  </a:lnTo>
                  <a:lnTo>
                    <a:pt x="6621491" y="2823625"/>
                  </a:lnTo>
                  <a:lnTo>
                    <a:pt x="6611852" y="2868354"/>
                  </a:lnTo>
                  <a:lnTo>
                    <a:pt x="6598641" y="2911643"/>
                  </a:lnTo>
                  <a:lnTo>
                    <a:pt x="6582022" y="2953326"/>
                  </a:lnTo>
                  <a:lnTo>
                    <a:pt x="6562159" y="2993242"/>
                  </a:lnTo>
                  <a:lnTo>
                    <a:pt x="6539216" y="3031224"/>
                  </a:lnTo>
                  <a:lnTo>
                    <a:pt x="6513357" y="3067110"/>
                  </a:lnTo>
                  <a:lnTo>
                    <a:pt x="6484746" y="3100736"/>
                  </a:lnTo>
                  <a:lnTo>
                    <a:pt x="6453546" y="3131937"/>
                  </a:lnTo>
                  <a:lnTo>
                    <a:pt x="6419921" y="3160549"/>
                  </a:lnTo>
                  <a:lnTo>
                    <a:pt x="6384035" y="3186410"/>
                  </a:lnTo>
                  <a:lnTo>
                    <a:pt x="6346053" y="3209354"/>
                  </a:lnTo>
                  <a:lnTo>
                    <a:pt x="6306137" y="3229218"/>
                  </a:lnTo>
                  <a:lnTo>
                    <a:pt x="6264453" y="3245838"/>
                  </a:lnTo>
                  <a:lnTo>
                    <a:pt x="6221163" y="3259050"/>
                  </a:lnTo>
                  <a:lnTo>
                    <a:pt x="6176431" y="3268691"/>
                  </a:lnTo>
                  <a:lnTo>
                    <a:pt x="6130422" y="3274595"/>
                  </a:lnTo>
                  <a:lnTo>
                    <a:pt x="6083300" y="3276600"/>
                  </a:lnTo>
                  <a:lnTo>
                    <a:pt x="546100" y="3276600"/>
                  </a:lnTo>
                  <a:lnTo>
                    <a:pt x="498980" y="3274595"/>
                  </a:lnTo>
                  <a:lnTo>
                    <a:pt x="452974" y="3268691"/>
                  </a:lnTo>
                  <a:lnTo>
                    <a:pt x="408245" y="3259050"/>
                  </a:lnTo>
                  <a:lnTo>
                    <a:pt x="364956" y="3245838"/>
                  </a:lnTo>
                  <a:lnTo>
                    <a:pt x="323273" y="3229218"/>
                  </a:lnTo>
                  <a:lnTo>
                    <a:pt x="283357" y="3209354"/>
                  </a:lnTo>
                  <a:lnTo>
                    <a:pt x="245375" y="3186410"/>
                  </a:lnTo>
                  <a:lnTo>
                    <a:pt x="209489" y="3160549"/>
                  </a:lnTo>
                  <a:lnTo>
                    <a:pt x="175863" y="3131937"/>
                  </a:lnTo>
                  <a:lnTo>
                    <a:pt x="144662" y="3100736"/>
                  </a:lnTo>
                  <a:lnTo>
                    <a:pt x="116050" y="3067110"/>
                  </a:lnTo>
                  <a:lnTo>
                    <a:pt x="90189" y="3031224"/>
                  </a:lnTo>
                  <a:lnTo>
                    <a:pt x="67245" y="2993242"/>
                  </a:lnTo>
                  <a:lnTo>
                    <a:pt x="47381" y="2953326"/>
                  </a:lnTo>
                  <a:lnTo>
                    <a:pt x="30761" y="2911643"/>
                  </a:lnTo>
                  <a:lnTo>
                    <a:pt x="17549" y="2868354"/>
                  </a:lnTo>
                  <a:lnTo>
                    <a:pt x="7908" y="2823625"/>
                  </a:lnTo>
                  <a:lnTo>
                    <a:pt x="2004" y="2777619"/>
                  </a:lnTo>
                  <a:lnTo>
                    <a:pt x="0" y="2730500"/>
                  </a:lnTo>
                  <a:lnTo>
                    <a:pt x="0" y="546100"/>
                  </a:lnTo>
                  <a:close/>
                </a:path>
              </a:pathLst>
            </a:custGeom>
            <a:ln w="12700">
              <a:solidFill>
                <a:srgbClr val="FFFFFF"/>
              </a:solidFill>
            </a:ln>
          </p:spPr>
          <p:txBody>
            <a:bodyPr wrap="square" lIns="0" tIns="0" rIns="0" bIns="0" rtlCol="0"/>
            <a:lstStyle/>
            <a:p>
              <a:endParaRPr/>
            </a:p>
          </p:txBody>
        </p:sp>
      </p:grpSp>
      <p:sp>
        <p:nvSpPr>
          <p:cNvPr id="14" name="object 14"/>
          <p:cNvSpPr txBox="1"/>
          <p:nvPr/>
        </p:nvSpPr>
        <p:spPr>
          <a:xfrm>
            <a:off x="417469" y="1753445"/>
            <a:ext cx="1624965" cy="452120"/>
          </a:xfrm>
          <a:prstGeom prst="rect">
            <a:avLst/>
          </a:prstGeom>
        </p:spPr>
        <p:txBody>
          <a:bodyPr vert="horz" wrap="square" lIns="0" tIns="12065" rIns="0" bIns="0" rtlCol="0">
            <a:spAutoFit/>
          </a:bodyPr>
          <a:lstStyle/>
          <a:p>
            <a:pPr marL="12700">
              <a:spcBef>
                <a:spcPts val="95"/>
              </a:spcBef>
            </a:pPr>
            <a:r>
              <a:rPr sz="2800" b="1" spc="-5" dirty="0">
                <a:solidFill>
                  <a:srgbClr val="FF0000"/>
                </a:solidFill>
                <a:uFill>
                  <a:solidFill>
                    <a:srgbClr val="FFFFFF"/>
                  </a:solidFill>
                </a:uFill>
                <a:latin typeface="Arial"/>
                <a:cs typeface="Arial"/>
              </a:rPr>
              <a:t>Ejemplo</a:t>
            </a:r>
            <a:r>
              <a:rPr sz="2800" b="1" spc="-65" dirty="0">
                <a:solidFill>
                  <a:srgbClr val="FF0000"/>
                </a:solidFill>
                <a:latin typeface="Arial"/>
                <a:cs typeface="Arial"/>
              </a:rPr>
              <a:t> </a:t>
            </a:r>
            <a:r>
              <a:rPr sz="2800" b="1" spc="-5" dirty="0">
                <a:solidFill>
                  <a:srgbClr val="FF0000"/>
                </a:solidFill>
                <a:latin typeface="Arial"/>
                <a:cs typeface="Arial"/>
              </a:rPr>
              <a:t>:</a:t>
            </a:r>
            <a:endParaRPr sz="2800" dirty="0">
              <a:solidFill>
                <a:srgbClr val="FF0000"/>
              </a:solidFill>
              <a:latin typeface="Arial"/>
              <a:cs typeface="Arial"/>
            </a:endParaRPr>
          </a:p>
        </p:txBody>
      </p:sp>
      <p:sp>
        <p:nvSpPr>
          <p:cNvPr id="15" name="object 15"/>
          <p:cNvSpPr txBox="1"/>
          <p:nvPr/>
        </p:nvSpPr>
        <p:spPr>
          <a:xfrm>
            <a:off x="2193736" y="2792348"/>
            <a:ext cx="2953385" cy="452120"/>
          </a:xfrm>
          <a:prstGeom prst="rect">
            <a:avLst/>
          </a:prstGeom>
        </p:spPr>
        <p:txBody>
          <a:bodyPr vert="horz" wrap="square" lIns="0" tIns="12065" rIns="0" bIns="0" rtlCol="0">
            <a:spAutoFit/>
          </a:bodyPr>
          <a:lstStyle/>
          <a:p>
            <a:pPr marL="38100">
              <a:spcBef>
                <a:spcPts val="95"/>
              </a:spcBef>
            </a:pPr>
            <a:r>
              <a:rPr sz="2800" b="1" spc="-5" dirty="0">
                <a:solidFill>
                  <a:srgbClr val="FFFFFF"/>
                </a:solidFill>
                <a:latin typeface="Arial"/>
                <a:cs typeface="Arial"/>
              </a:rPr>
              <a:t>Z</a:t>
            </a:r>
            <a:r>
              <a:rPr sz="2800" b="1" spc="-20" dirty="0">
                <a:solidFill>
                  <a:srgbClr val="FFFFFF"/>
                </a:solidFill>
                <a:latin typeface="Arial"/>
                <a:cs typeface="Arial"/>
              </a:rPr>
              <a:t> </a:t>
            </a:r>
            <a:r>
              <a:rPr sz="2800" b="1" spc="-5" dirty="0">
                <a:solidFill>
                  <a:srgbClr val="FFFFFF"/>
                </a:solidFill>
                <a:latin typeface="Arial"/>
                <a:cs typeface="Arial"/>
              </a:rPr>
              <a:t>=</a:t>
            </a:r>
            <a:r>
              <a:rPr sz="2800" b="1" spc="-15" dirty="0">
                <a:solidFill>
                  <a:srgbClr val="FFFFFF"/>
                </a:solidFill>
                <a:latin typeface="Arial"/>
                <a:cs typeface="Arial"/>
              </a:rPr>
              <a:t> </a:t>
            </a:r>
            <a:r>
              <a:rPr sz="2800" b="1" dirty="0">
                <a:solidFill>
                  <a:srgbClr val="FFFFFF"/>
                </a:solidFill>
                <a:latin typeface="Arial"/>
                <a:cs typeface="Arial"/>
              </a:rPr>
              <a:t>460x</a:t>
            </a:r>
            <a:r>
              <a:rPr sz="2775" b="1" baseline="-21021" dirty="0">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a:t>
            </a:r>
            <a:r>
              <a:rPr sz="2800" b="1" spc="-15" dirty="0">
                <a:solidFill>
                  <a:srgbClr val="FFFFFF"/>
                </a:solidFill>
                <a:latin typeface="Arial"/>
                <a:cs typeface="Arial"/>
              </a:rPr>
              <a:t> </a:t>
            </a:r>
            <a:r>
              <a:rPr sz="2800" b="1" dirty="0">
                <a:solidFill>
                  <a:srgbClr val="FFFFFF"/>
                </a:solidFill>
                <a:latin typeface="Arial"/>
                <a:cs typeface="Arial"/>
              </a:rPr>
              <a:t>200x</a:t>
            </a:r>
            <a:r>
              <a:rPr sz="2775" b="1" baseline="-21021" dirty="0">
                <a:solidFill>
                  <a:srgbClr val="FFFFFF"/>
                </a:solidFill>
                <a:latin typeface="Arial"/>
                <a:cs typeface="Arial"/>
              </a:rPr>
              <a:t>2</a:t>
            </a:r>
            <a:endParaRPr sz="2775" baseline="-21021" dirty="0">
              <a:latin typeface="Arial"/>
              <a:cs typeface="Arial"/>
            </a:endParaRPr>
          </a:p>
        </p:txBody>
      </p:sp>
      <p:sp>
        <p:nvSpPr>
          <p:cNvPr id="16" name="object 16"/>
          <p:cNvSpPr txBox="1"/>
          <p:nvPr/>
        </p:nvSpPr>
        <p:spPr>
          <a:xfrm>
            <a:off x="350356" y="2842640"/>
            <a:ext cx="1499870" cy="736420"/>
          </a:xfrm>
          <a:prstGeom prst="rect">
            <a:avLst/>
          </a:prstGeom>
        </p:spPr>
        <p:txBody>
          <a:bodyPr vert="horz" wrap="square" lIns="0" tIns="635" rIns="0" bIns="0" rtlCol="0">
            <a:spAutoFit/>
          </a:bodyPr>
          <a:lstStyle/>
          <a:p>
            <a:pPr marL="12700" marR="5080">
              <a:lnSpc>
                <a:spcPct val="103299"/>
              </a:lnSpc>
              <a:spcBef>
                <a:spcPts val="5"/>
              </a:spcBef>
            </a:pPr>
            <a:r>
              <a:rPr sz="2400" b="1" spc="-5" dirty="0">
                <a:solidFill>
                  <a:srgbClr val="FFFFFF"/>
                </a:solidFill>
                <a:latin typeface="Arial"/>
                <a:cs typeface="Arial"/>
              </a:rPr>
              <a:t>Maximizar  Sujeto</a:t>
            </a:r>
            <a:r>
              <a:rPr sz="2400" b="1" spc="-35" dirty="0">
                <a:solidFill>
                  <a:srgbClr val="FFFFFF"/>
                </a:solidFill>
                <a:latin typeface="Arial"/>
                <a:cs typeface="Arial"/>
              </a:rPr>
              <a:t> </a:t>
            </a:r>
            <a:r>
              <a:rPr sz="2400" b="1" dirty="0">
                <a:solidFill>
                  <a:srgbClr val="FFFFFF"/>
                </a:solidFill>
                <a:latin typeface="Arial"/>
                <a:cs typeface="Arial"/>
              </a:rPr>
              <a:t>a</a:t>
            </a:r>
            <a:r>
              <a:rPr sz="2400" b="1" spc="-35" dirty="0">
                <a:solidFill>
                  <a:srgbClr val="FFFFFF"/>
                </a:solidFill>
                <a:latin typeface="Arial"/>
                <a:cs typeface="Arial"/>
              </a:rPr>
              <a:t> </a:t>
            </a:r>
            <a:r>
              <a:rPr sz="2400" b="1" dirty="0">
                <a:solidFill>
                  <a:srgbClr val="FFFFFF"/>
                </a:solidFill>
                <a:latin typeface="Arial"/>
                <a:cs typeface="Arial"/>
              </a:rPr>
              <a:t>:</a:t>
            </a:r>
            <a:endParaRPr sz="2400" dirty="0">
              <a:latin typeface="Arial"/>
              <a:cs typeface="Arial"/>
            </a:endParaRPr>
          </a:p>
        </p:txBody>
      </p:sp>
      <p:sp>
        <p:nvSpPr>
          <p:cNvPr id="17" name="object 17"/>
          <p:cNvSpPr txBox="1"/>
          <p:nvPr/>
        </p:nvSpPr>
        <p:spPr>
          <a:xfrm>
            <a:off x="1995227" y="3507823"/>
            <a:ext cx="3196590" cy="2040889"/>
          </a:xfrm>
          <a:prstGeom prst="rect">
            <a:avLst/>
          </a:prstGeom>
        </p:spPr>
        <p:txBody>
          <a:bodyPr vert="horz" wrap="square" lIns="0" tIns="81280" rIns="0" bIns="0" rtlCol="0">
            <a:spAutoFit/>
          </a:bodyPr>
          <a:lstStyle/>
          <a:p>
            <a:pPr marR="86995" algn="r">
              <a:spcBef>
                <a:spcPts val="640"/>
              </a:spcBef>
              <a:tabLst>
                <a:tab pos="1523365" algn="l"/>
              </a:tabLst>
            </a:pPr>
            <a:r>
              <a:rPr sz="2800" b="1" dirty="0">
                <a:solidFill>
                  <a:srgbClr val="FFFFFF"/>
                </a:solidFill>
                <a:latin typeface="Arial"/>
                <a:cs typeface="Arial"/>
              </a:rPr>
              <a:t>18x</a:t>
            </a:r>
            <a:r>
              <a:rPr sz="2775" b="1" baseline="-21021" dirty="0">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a:solidFill>
                  <a:srgbClr val="FFFFFF"/>
                </a:solidFill>
                <a:latin typeface="Arial"/>
                <a:cs typeface="Arial"/>
              </a:rPr>
              <a:t>3x</a:t>
            </a:r>
            <a:r>
              <a:rPr sz="2775" b="1" spc="7" baseline="-21021" dirty="0">
                <a:solidFill>
                  <a:srgbClr val="FFFFFF"/>
                </a:solidFill>
                <a:latin typeface="Arial"/>
                <a:cs typeface="Arial"/>
              </a:rPr>
              <a:t>2</a:t>
            </a:r>
            <a:r>
              <a:rPr sz="2775" b="1" spc="337" baseline="-21021" dirty="0">
                <a:solidFill>
                  <a:srgbClr val="FFFFFF"/>
                </a:solidFill>
                <a:latin typeface="Arial"/>
                <a:cs typeface="Arial"/>
              </a:rPr>
              <a:t> </a:t>
            </a:r>
            <a:r>
              <a:rPr sz="2800" spc="-5" dirty="0">
                <a:solidFill>
                  <a:srgbClr val="FFFFFF"/>
                </a:solidFill>
                <a:latin typeface="Symbol"/>
                <a:cs typeface="Symbol"/>
              </a:rPr>
              <a:t></a:t>
            </a:r>
            <a:r>
              <a:rPr sz="2800" spc="50" dirty="0">
                <a:solidFill>
                  <a:srgbClr val="FFFFFF"/>
                </a:solidFill>
                <a:latin typeface="Times New Roman"/>
                <a:cs typeface="Times New Roman"/>
              </a:rPr>
              <a:t> </a:t>
            </a:r>
            <a:r>
              <a:rPr sz="2800" b="1" dirty="0">
                <a:solidFill>
                  <a:srgbClr val="FFFFFF"/>
                </a:solidFill>
                <a:latin typeface="Arial"/>
                <a:cs typeface="Arial"/>
              </a:rPr>
              <a:t>800</a:t>
            </a:r>
            <a:endParaRPr sz="2800" dirty="0">
              <a:latin typeface="Arial"/>
              <a:cs typeface="Arial"/>
            </a:endParaRPr>
          </a:p>
          <a:p>
            <a:pPr marR="55880" algn="r">
              <a:spcBef>
                <a:spcPts val="540"/>
              </a:spcBef>
              <a:tabLst>
                <a:tab pos="1327150" algn="l"/>
              </a:tabLst>
            </a:pPr>
            <a:r>
              <a:rPr sz="2800" b="1" spc="5" dirty="0">
                <a:solidFill>
                  <a:srgbClr val="FFFFFF"/>
                </a:solidFill>
                <a:latin typeface="Arial"/>
                <a:cs typeface="Arial"/>
              </a:rPr>
              <a:t>9x</a:t>
            </a:r>
            <a:r>
              <a:rPr sz="2775" b="1" spc="7" baseline="-21021" dirty="0">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a:solidFill>
                  <a:srgbClr val="FFFFFF"/>
                </a:solidFill>
                <a:latin typeface="Arial"/>
                <a:cs typeface="Arial"/>
              </a:rPr>
              <a:t>4x</a:t>
            </a:r>
            <a:r>
              <a:rPr sz="2775" b="1" spc="7" baseline="-21021" dirty="0">
                <a:solidFill>
                  <a:srgbClr val="FFFFFF"/>
                </a:solidFill>
                <a:latin typeface="Arial"/>
                <a:cs typeface="Arial"/>
              </a:rPr>
              <a:t>2</a:t>
            </a:r>
            <a:r>
              <a:rPr sz="2775" b="1" spc="337" baseline="-21021" dirty="0">
                <a:solidFill>
                  <a:srgbClr val="FFFFFF"/>
                </a:solidFill>
                <a:latin typeface="Arial"/>
                <a:cs typeface="Arial"/>
              </a:rPr>
              <a:t> </a:t>
            </a:r>
            <a:r>
              <a:rPr sz="2800" spc="-5" dirty="0">
                <a:solidFill>
                  <a:srgbClr val="FFFFFF"/>
                </a:solidFill>
                <a:latin typeface="Symbol"/>
                <a:cs typeface="Symbol"/>
              </a:rPr>
              <a:t></a:t>
            </a:r>
            <a:r>
              <a:rPr sz="2800" spc="50" dirty="0">
                <a:solidFill>
                  <a:srgbClr val="FFFFFF"/>
                </a:solidFill>
                <a:latin typeface="Times New Roman"/>
                <a:cs typeface="Times New Roman"/>
              </a:rPr>
              <a:t> </a:t>
            </a:r>
            <a:r>
              <a:rPr sz="2800" b="1" dirty="0">
                <a:solidFill>
                  <a:srgbClr val="FFFFFF"/>
                </a:solidFill>
                <a:latin typeface="Arial"/>
                <a:cs typeface="Arial"/>
              </a:rPr>
              <a:t>600</a:t>
            </a:r>
            <a:endParaRPr sz="2800" dirty="0">
              <a:latin typeface="Arial"/>
              <a:cs typeface="Arial"/>
            </a:endParaRPr>
          </a:p>
          <a:p>
            <a:pPr marR="84455" algn="r">
              <a:spcBef>
                <a:spcPts val="670"/>
              </a:spcBef>
              <a:tabLst>
                <a:tab pos="1729739" algn="l"/>
                <a:tab pos="2220595" algn="l"/>
              </a:tabLst>
            </a:pPr>
            <a:r>
              <a:rPr sz="2800" b="1" spc="5" dirty="0">
                <a:solidFill>
                  <a:srgbClr val="FFFFFF"/>
                </a:solidFill>
                <a:latin typeface="Arial"/>
                <a:cs typeface="Arial"/>
              </a:rPr>
              <a:t>x</a:t>
            </a:r>
            <a:r>
              <a:rPr sz="2775" b="1" spc="7" baseline="-21021" dirty="0">
                <a:solidFill>
                  <a:srgbClr val="FFFFFF"/>
                </a:solidFill>
                <a:latin typeface="Arial"/>
                <a:cs typeface="Arial"/>
              </a:rPr>
              <a:t>1	</a:t>
            </a:r>
            <a:r>
              <a:rPr sz="2800" spc="-5" dirty="0">
                <a:solidFill>
                  <a:srgbClr val="FFFFFF"/>
                </a:solidFill>
                <a:latin typeface="Symbol"/>
                <a:cs typeface="Symbol"/>
              </a:rPr>
              <a:t></a:t>
            </a:r>
            <a:r>
              <a:rPr sz="2800" spc="-5" dirty="0">
                <a:solidFill>
                  <a:srgbClr val="FFFFFF"/>
                </a:solidFill>
                <a:latin typeface="Times New Roman"/>
                <a:cs typeface="Times New Roman"/>
              </a:rPr>
              <a:t>	</a:t>
            </a:r>
            <a:r>
              <a:rPr sz="2800" b="1" spc="-5" dirty="0">
                <a:solidFill>
                  <a:srgbClr val="FFFFFF"/>
                </a:solidFill>
                <a:latin typeface="Arial"/>
                <a:cs typeface="Arial"/>
              </a:rPr>
              <a:t>80</a:t>
            </a:r>
            <a:endParaRPr sz="2800" dirty="0">
              <a:latin typeface="Arial"/>
              <a:cs typeface="Arial"/>
            </a:endParaRPr>
          </a:p>
          <a:p>
            <a:pPr marL="487045">
              <a:spcBef>
                <a:spcPts val="675"/>
              </a:spcBef>
              <a:tabLst>
                <a:tab pos="1802130" algn="l"/>
                <a:tab pos="2687955" algn="l"/>
              </a:tabLst>
            </a:pPr>
            <a:r>
              <a:rPr sz="2800" b="1" spc="5" dirty="0">
                <a:solidFill>
                  <a:srgbClr val="FFFFFF"/>
                </a:solidFill>
                <a:latin typeface="Arial"/>
                <a:cs typeface="Arial"/>
              </a:rPr>
              <a:t>x</a:t>
            </a:r>
            <a:r>
              <a:rPr sz="2775" b="1" spc="7" baseline="-21021" dirty="0">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a:solidFill>
                  <a:srgbClr val="FFFFFF"/>
                </a:solidFill>
                <a:latin typeface="Arial"/>
                <a:cs typeface="Arial"/>
              </a:rPr>
              <a:t>x</a:t>
            </a:r>
            <a:r>
              <a:rPr sz="2775" b="1" spc="7" baseline="-21021" dirty="0">
                <a:solidFill>
                  <a:srgbClr val="FFFFFF"/>
                </a:solidFill>
                <a:latin typeface="Arial"/>
                <a:cs typeface="Arial"/>
              </a:rPr>
              <a:t>2</a:t>
            </a:r>
            <a:r>
              <a:rPr sz="2775" b="1" spc="-15" baseline="-21021" dirty="0">
                <a:solidFill>
                  <a:srgbClr val="FFFFFF"/>
                </a:solidFill>
                <a:latin typeface="Arial"/>
                <a:cs typeface="Arial"/>
              </a:rPr>
              <a:t> </a:t>
            </a:r>
            <a:r>
              <a:rPr sz="2800" spc="-5" dirty="0">
                <a:solidFill>
                  <a:srgbClr val="FFFFFF"/>
                </a:solidFill>
                <a:latin typeface="Symbol"/>
                <a:cs typeface="Symbol"/>
              </a:rPr>
              <a:t></a:t>
            </a:r>
            <a:r>
              <a:rPr sz="2800" spc="-5" dirty="0">
                <a:solidFill>
                  <a:srgbClr val="FFFFFF"/>
                </a:solidFill>
                <a:latin typeface="Times New Roman"/>
                <a:cs typeface="Times New Roman"/>
              </a:rPr>
              <a:t>	</a:t>
            </a:r>
            <a:r>
              <a:rPr sz="2800" b="1" spc="-5" dirty="0">
                <a:solidFill>
                  <a:srgbClr val="FFFFFF"/>
                </a:solidFill>
                <a:latin typeface="Arial"/>
                <a:cs typeface="Arial"/>
              </a:rPr>
              <a:t>0</a:t>
            </a:r>
            <a:endParaRPr sz="2800" dirty="0">
              <a:latin typeface="Arial"/>
              <a:cs typeface="Arial"/>
            </a:endParaRPr>
          </a:p>
        </p:txBody>
      </p:sp>
      <p:grpSp>
        <p:nvGrpSpPr>
          <p:cNvPr id="18" name="object 11">
            <a:extLst>
              <a:ext uri="{FF2B5EF4-FFF2-40B4-BE49-F238E27FC236}">
                <a16:creationId xmlns:a16="http://schemas.microsoft.com/office/drawing/2014/main" id="{892A2888-5045-4B66-A33E-3F304076BE68}"/>
              </a:ext>
            </a:extLst>
          </p:cNvPr>
          <p:cNvGrpSpPr/>
          <p:nvPr/>
        </p:nvGrpSpPr>
        <p:grpSpPr>
          <a:xfrm>
            <a:off x="5836602" y="2547072"/>
            <a:ext cx="6154115" cy="3289300"/>
            <a:chOff x="908050" y="2584450"/>
            <a:chExt cx="6642100" cy="3289300"/>
          </a:xfrm>
        </p:grpSpPr>
        <p:sp>
          <p:nvSpPr>
            <p:cNvPr id="19" name="object 12">
              <a:extLst>
                <a:ext uri="{FF2B5EF4-FFF2-40B4-BE49-F238E27FC236}">
                  <a16:creationId xmlns:a16="http://schemas.microsoft.com/office/drawing/2014/main" id="{64BA4646-C3FF-45FB-9863-4B6656DD3B53}"/>
                </a:ext>
              </a:extLst>
            </p:cNvPr>
            <p:cNvSpPr/>
            <p:nvPr/>
          </p:nvSpPr>
          <p:spPr>
            <a:xfrm>
              <a:off x="914400" y="2590800"/>
              <a:ext cx="6629400" cy="3276600"/>
            </a:xfrm>
            <a:custGeom>
              <a:avLst/>
              <a:gdLst/>
              <a:ahLst/>
              <a:cxnLst/>
              <a:rect l="l" t="t" r="r" b="b"/>
              <a:pathLst>
                <a:path w="6629400" h="3276600">
                  <a:moveTo>
                    <a:pt x="6083300" y="0"/>
                  </a:moveTo>
                  <a:lnTo>
                    <a:pt x="546100" y="0"/>
                  </a:lnTo>
                  <a:lnTo>
                    <a:pt x="498980" y="2004"/>
                  </a:lnTo>
                  <a:lnTo>
                    <a:pt x="452974" y="7908"/>
                  </a:lnTo>
                  <a:lnTo>
                    <a:pt x="408245" y="17547"/>
                  </a:lnTo>
                  <a:lnTo>
                    <a:pt x="364956" y="30758"/>
                  </a:lnTo>
                  <a:lnTo>
                    <a:pt x="323273" y="47377"/>
                  </a:lnTo>
                  <a:lnTo>
                    <a:pt x="283357" y="67240"/>
                  </a:lnTo>
                  <a:lnTo>
                    <a:pt x="245375" y="90183"/>
                  </a:lnTo>
                  <a:lnTo>
                    <a:pt x="209489" y="116042"/>
                  </a:lnTo>
                  <a:lnTo>
                    <a:pt x="175863" y="144653"/>
                  </a:lnTo>
                  <a:lnTo>
                    <a:pt x="144662" y="175853"/>
                  </a:lnTo>
                  <a:lnTo>
                    <a:pt x="116050" y="209478"/>
                  </a:lnTo>
                  <a:lnTo>
                    <a:pt x="90189" y="245364"/>
                  </a:lnTo>
                  <a:lnTo>
                    <a:pt x="67245" y="283346"/>
                  </a:lnTo>
                  <a:lnTo>
                    <a:pt x="47381" y="323262"/>
                  </a:lnTo>
                  <a:lnTo>
                    <a:pt x="30761" y="364946"/>
                  </a:lnTo>
                  <a:lnTo>
                    <a:pt x="17549" y="408236"/>
                  </a:lnTo>
                  <a:lnTo>
                    <a:pt x="7908" y="452968"/>
                  </a:lnTo>
                  <a:lnTo>
                    <a:pt x="2004" y="498977"/>
                  </a:lnTo>
                  <a:lnTo>
                    <a:pt x="0" y="546100"/>
                  </a:lnTo>
                  <a:lnTo>
                    <a:pt x="0" y="2730500"/>
                  </a:lnTo>
                  <a:lnTo>
                    <a:pt x="2004" y="2777619"/>
                  </a:lnTo>
                  <a:lnTo>
                    <a:pt x="7908" y="2823625"/>
                  </a:lnTo>
                  <a:lnTo>
                    <a:pt x="17549" y="2868354"/>
                  </a:lnTo>
                  <a:lnTo>
                    <a:pt x="30761" y="2911643"/>
                  </a:lnTo>
                  <a:lnTo>
                    <a:pt x="47381" y="2953326"/>
                  </a:lnTo>
                  <a:lnTo>
                    <a:pt x="67245" y="2993242"/>
                  </a:lnTo>
                  <a:lnTo>
                    <a:pt x="90189" y="3031224"/>
                  </a:lnTo>
                  <a:lnTo>
                    <a:pt x="116050" y="3067110"/>
                  </a:lnTo>
                  <a:lnTo>
                    <a:pt x="144662" y="3100736"/>
                  </a:lnTo>
                  <a:lnTo>
                    <a:pt x="175863" y="3131937"/>
                  </a:lnTo>
                  <a:lnTo>
                    <a:pt x="209489" y="3160549"/>
                  </a:lnTo>
                  <a:lnTo>
                    <a:pt x="245375" y="3186410"/>
                  </a:lnTo>
                  <a:lnTo>
                    <a:pt x="283357" y="3209354"/>
                  </a:lnTo>
                  <a:lnTo>
                    <a:pt x="323273" y="3229218"/>
                  </a:lnTo>
                  <a:lnTo>
                    <a:pt x="364956" y="3245838"/>
                  </a:lnTo>
                  <a:lnTo>
                    <a:pt x="408245" y="3259050"/>
                  </a:lnTo>
                  <a:lnTo>
                    <a:pt x="452974" y="3268691"/>
                  </a:lnTo>
                  <a:lnTo>
                    <a:pt x="498980" y="3274595"/>
                  </a:lnTo>
                  <a:lnTo>
                    <a:pt x="546100" y="3276600"/>
                  </a:lnTo>
                  <a:lnTo>
                    <a:pt x="6083300" y="3276600"/>
                  </a:lnTo>
                  <a:lnTo>
                    <a:pt x="6130422" y="3274595"/>
                  </a:lnTo>
                  <a:lnTo>
                    <a:pt x="6176431" y="3268691"/>
                  </a:lnTo>
                  <a:lnTo>
                    <a:pt x="6221163" y="3259050"/>
                  </a:lnTo>
                  <a:lnTo>
                    <a:pt x="6264453" y="3245838"/>
                  </a:lnTo>
                  <a:lnTo>
                    <a:pt x="6306137" y="3229218"/>
                  </a:lnTo>
                  <a:lnTo>
                    <a:pt x="6346053" y="3209354"/>
                  </a:lnTo>
                  <a:lnTo>
                    <a:pt x="6384035" y="3186410"/>
                  </a:lnTo>
                  <a:lnTo>
                    <a:pt x="6419921" y="3160549"/>
                  </a:lnTo>
                  <a:lnTo>
                    <a:pt x="6453546" y="3131937"/>
                  </a:lnTo>
                  <a:lnTo>
                    <a:pt x="6484746" y="3100736"/>
                  </a:lnTo>
                  <a:lnTo>
                    <a:pt x="6513357" y="3067110"/>
                  </a:lnTo>
                  <a:lnTo>
                    <a:pt x="6539216" y="3031224"/>
                  </a:lnTo>
                  <a:lnTo>
                    <a:pt x="6562159" y="2993242"/>
                  </a:lnTo>
                  <a:lnTo>
                    <a:pt x="6582022" y="2953326"/>
                  </a:lnTo>
                  <a:lnTo>
                    <a:pt x="6598641" y="2911643"/>
                  </a:lnTo>
                  <a:lnTo>
                    <a:pt x="6611852" y="2868354"/>
                  </a:lnTo>
                  <a:lnTo>
                    <a:pt x="6621491" y="2823625"/>
                  </a:lnTo>
                  <a:lnTo>
                    <a:pt x="6627395" y="2777619"/>
                  </a:lnTo>
                  <a:lnTo>
                    <a:pt x="6629400" y="2730500"/>
                  </a:lnTo>
                  <a:lnTo>
                    <a:pt x="6629400" y="546100"/>
                  </a:lnTo>
                  <a:lnTo>
                    <a:pt x="6627395" y="498977"/>
                  </a:lnTo>
                  <a:lnTo>
                    <a:pt x="6621491" y="452968"/>
                  </a:lnTo>
                  <a:lnTo>
                    <a:pt x="6611852" y="408236"/>
                  </a:lnTo>
                  <a:lnTo>
                    <a:pt x="6598641" y="364946"/>
                  </a:lnTo>
                  <a:lnTo>
                    <a:pt x="6582022" y="323262"/>
                  </a:lnTo>
                  <a:lnTo>
                    <a:pt x="6562159" y="283346"/>
                  </a:lnTo>
                  <a:lnTo>
                    <a:pt x="6539216" y="245364"/>
                  </a:lnTo>
                  <a:lnTo>
                    <a:pt x="6513357" y="209478"/>
                  </a:lnTo>
                  <a:lnTo>
                    <a:pt x="6484746" y="175853"/>
                  </a:lnTo>
                  <a:lnTo>
                    <a:pt x="6453546" y="144653"/>
                  </a:lnTo>
                  <a:lnTo>
                    <a:pt x="6419921" y="116042"/>
                  </a:lnTo>
                  <a:lnTo>
                    <a:pt x="6384035" y="90183"/>
                  </a:lnTo>
                  <a:lnTo>
                    <a:pt x="6346053" y="67240"/>
                  </a:lnTo>
                  <a:lnTo>
                    <a:pt x="6306137" y="47377"/>
                  </a:lnTo>
                  <a:lnTo>
                    <a:pt x="6264453" y="30758"/>
                  </a:lnTo>
                  <a:lnTo>
                    <a:pt x="6221163" y="17547"/>
                  </a:lnTo>
                  <a:lnTo>
                    <a:pt x="6176431" y="7908"/>
                  </a:lnTo>
                  <a:lnTo>
                    <a:pt x="6130422" y="2004"/>
                  </a:lnTo>
                  <a:lnTo>
                    <a:pt x="6083300" y="0"/>
                  </a:lnTo>
                  <a:close/>
                </a:path>
              </a:pathLst>
            </a:custGeom>
            <a:solidFill>
              <a:srgbClr val="FF9933"/>
            </a:solidFill>
          </p:spPr>
          <p:txBody>
            <a:bodyPr wrap="square" lIns="0" tIns="0" rIns="0" bIns="0" rtlCol="0"/>
            <a:lstStyle/>
            <a:p>
              <a:endParaRPr/>
            </a:p>
          </p:txBody>
        </p:sp>
        <p:sp>
          <p:nvSpPr>
            <p:cNvPr id="20" name="object 13">
              <a:extLst>
                <a:ext uri="{FF2B5EF4-FFF2-40B4-BE49-F238E27FC236}">
                  <a16:creationId xmlns:a16="http://schemas.microsoft.com/office/drawing/2014/main" id="{48EDE384-3835-4A33-9B15-2BC243C07D9B}"/>
                </a:ext>
              </a:extLst>
            </p:cNvPr>
            <p:cNvSpPr/>
            <p:nvPr/>
          </p:nvSpPr>
          <p:spPr>
            <a:xfrm>
              <a:off x="914400" y="2590800"/>
              <a:ext cx="6629400" cy="3276600"/>
            </a:xfrm>
            <a:custGeom>
              <a:avLst/>
              <a:gdLst/>
              <a:ahLst/>
              <a:cxnLst/>
              <a:rect l="l" t="t" r="r" b="b"/>
              <a:pathLst>
                <a:path w="6629400" h="3276600">
                  <a:moveTo>
                    <a:pt x="0" y="546100"/>
                  </a:moveTo>
                  <a:lnTo>
                    <a:pt x="2004" y="498977"/>
                  </a:lnTo>
                  <a:lnTo>
                    <a:pt x="7908" y="452968"/>
                  </a:lnTo>
                  <a:lnTo>
                    <a:pt x="17549" y="408236"/>
                  </a:lnTo>
                  <a:lnTo>
                    <a:pt x="30761" y="364946"/>
                  </a:lnTo>
                  <a:lnTo>
                    <a:pt x="47381" y="323262"/>
                  </a:lnTo>
                  <a:lnTo>
                    <a:pt x="67245" y="283346"/>
                  </a:lnTo>
                  <a:lnTo>
                    <a:pt x="90189" y="245364"/>
                  </a:lnTo>
                  <a:lnTo>
                    <a:pt x="116050" y="209478"/>
                  </a:lnTo>
                  <a:lnTo>
                    <a:pt x="144662" y="175853"/>
                  </a:lnTo>
                  <a:lnTo>
                    <a:pt x="175863" y="144653"/>
                  </a:lnTo>
                  <a:lnTo>
                    <a:pt x="209489" y="116042"/>
                  </a:lnTo>
                  <a:lnTo>
                    <a:pt x="245375" y="90183"/>
                  </a:lnTo>
                  <a:lnTo>
                    <a:pt x="283357" y="67240"/>
                  </a:lnTo>
                  <a:lnTo>
                    <a:pt x="323273" y="47377"/>
                  </a:lnTo>
                  <a:lnTo>
                    <a:pt x="364956" y="30758"/>
                  </a:lnTo>
                  <a:lnTo>
                    <a:pt x="408245" y="17547"/>
                  </a:lnTo>
                  <a:lnTo>
                    <a:pt x="452974" y="7908"/>
                  </a:lnTo>
                  <a:lnTo>
                    <a:pt x="498980" y="2004"/>
                  </a:lnTo>
                  <a:lnTo>
                    <a:pt x="546100" y="0"/>
                  </a:lnTo>
                  <a:lnTo>
                    <a:pt x="6083300" y="0"/>
                  </a:lnTo>
                  <a:lnTo>
                    <a:pt x="6130422" y="2004"/>
                  </a:lnTo>
                  <a:lnTo>
                    <a:pt x="6176431" y="7908"/>
                  </a:lnTo>
                  <a:lnTo>
                    <a:pt x="6221163" y="17547"/>
                  </a:lnTo>
                  <a:lnTo>
                    <a:pt x="6264453" y="30758"/>
                  </a:lnTo>
                  <a:lnTo>
                    <a:pt x="6306137" y="47377"/>
                  </a:lnTo>
                  <a:lnTo>
                    <a:pt x="6346053" y="67240"/>
                  </a:lnTo>
                  <a:lnTo>
                    <a:pt x="6384035" y="90183"/>
                  </a:lnTo>
                  <a:lnTo>
                    <a:pt x="6419921" y="116042"/>
                  </a:lnTo>
                  <a:lnTo>
                    <a:pt x="6453546" y="144653"/>
                  </a:lnTo>
                  <a:lnTo>
                    <a:pt x="6484746" y="175853"/>
                  </a:lnTo>
                  <a:lnTo>
                    <a:pt x="6513357" y="209478"/>
                  </a:lnTo>
                  <a:lnTo>
                    <a:pt x="6539216" y="245364"/>
                  </a:lnTo>
                  <a:lnTo>
                    <a:pt x="6562159" y="283346"/>
                  </a:lnTo>
                  <a:lnTo>
                    <a:pt x="6582022" y="323262"/>
                  </a:lnTo>
                  <a:lnTo>
                    <a:pt x="6598641" y="364946"/>
                  </a:lnTo>
                  <a:lnTo>
                    <a:pt x="6611852" y="408236"/>
                  </a:lnTo>
                  <a:lnTo>
                    <a:pt x="6621491" y="452968"/>
                  </a:lnTo>
                  <a:lnTo>
                    <a:pt x="6627395" y="498977"/>
                  </a:lnTo>
                  <a:lnTo>
                    <a:pt x="6629400" y="546100"/>
                  </a:lnTo>
                  <a:lnTo>
                    <a:pt x="6629400" y="2730500"/>
                  </a:lnTo>
                  <a:lnTo>
                    <a:pt x="6627395" y="2777619"/>
                  </a:lnTo>
                  <a:lnTo>
                    <a:pt x="6621491" y="2823625"/>
                  </a:lnTo>
                  <a:lnTo>
                    <a:pt x="6611852" y="2868354"/>
                  </a:lnTo>
                  <a:lnTo>
                    <a:pt x="6598641" y="2911643"/>
                  </a:lnTo>
                  <a:lnTo>
                    <a:pt x="6582022" y="2953326"/>
                  </a:lnTo>
                  <a:lnTo>
                    <a:pt x="6562159" y="2993242"/>
                  </a:lnTo>
                  <a:lnTo>
                    <a:pt x="6539216" y="3031224"/>
                  </a:lnTo>
                  <a:lnTo>
                    <a:pt x="6513357" y="3067110"/>
                  </a:lnTo>
                  <a:lnTo>
                    <a:pt x="6484746" y="3100736"/>
                  </a:lnTo>
                  <a:lnTo>
                    <a:pt x="6453546" y="3131937"/>
                  </a:lnTo>
                  <a:lnTo>
                    <a:pt x="6419921" y="3160549"/>
                  </a:lnTo>
                  <a:lnTo>
                    <a:pt x="6384035" y="3186410"/>
                  </a:lnTo>
                  <a:lnTo>
                    <a:pt x="6346053" y="3209354"/>
                  </a:lnTo>
                  <a:lnTo>
                    <a:pt x="6306137" y="3229218"/>
                  </a:lnTo>
                  <a:lnTo>
                    <a:pt x="6264453" y="3245838"/>
                  </a:lnTo>
                  <a:lnTo>
                    <a:pt x="6221163" y="3259050"/>
                  </a:lnTo>
                  <a:lnTo>
                    <a:pt x="6176431" y="3268691"/>
                  </a:lnTo>
                  <a:lnTo>
                    <a:pt x="6130422" y="3274595"/>
                  </a:lnTo>
                  <a:lnTo>
                    <a:pt x="6083300" y="3276600"/>
                  </a:lnTo>
                  <a:lnTo>
                    <a:pt x="546100" y="3276600"/>
                  </a:lnTo>
                  <a:lnTo>
                    <a:pt x="498980" y="3274595"/>
                  </a:lnTo>
                  <a:lnTo>
                    <a:pt x="452974" y="3268691"/>
                  </a:lnTo>
                  <a:lnTo>
                    <a:pt x="408245" y="3259050"/>
                  </a:lnTo>
                  <a:lnTo>
                    <a:pt x="364956" y="3245838"/>
                  </a:lnTo>
                  <a:lnTo>
                    <a:pt x="323273" y="3229218"/>
                  </a:lnTo>
                  <a:lnTo>
                    <a:pt x="283357" y="3209354"/>
                  </a:lnTo>
                  <a:lnTo>
                    <a:pt x="245375" y="3186410"/>
                  </a:lnTo>
                  <a:lnTo>
                    <a:pt x="209489" y="3160549"/>
                  </a:lnTo>
                  <a:lnTo>
                    <a:pt x="175863" y="3131937"/>
                  </a:lnTo>
                  <a:lnTo>
                    <a:pt x="144662" y="3100736"/>
                  </a:lnTo>
                  <a:lnTo>
                    <a:pt x="116050" y="3067110"/>
                  </a:lnTo>
                  <a:lnTo>
                    <a:pt x="90189" y="3031224"/>
                  </a:lnTo>
                  <a:lnTo>
                    <a:pt x="67245" y="2993242"/>
                  </a:lnTo>
                  <a:lnTo>
                    <a:pt x="47381" y="2953326"/>
                  </a:lnTo>
                  <a:lnTo>
                    <a:pt x="30761" y="2911643"/>
                  </a:lnTo>
                  <a:lnTo>
                    <a:pt x="17549" y="2868354"/>
                  </a:lnTo>
                  <a:lnTo>
                    <a:pt x="7908" y="2823625"/>
                  </a:lnTo>
                  <a:lnTo>
                    <a:pt x="2004" y="2777619"/>
                  </a:lnTo>
                  <a:lnTo>
                    <a:pt x="0" y="2730500"/>
                  </a:lnTo>
                  <a:lnTo>
                    <a:pt x="0" y="546100"/>
                  </a:lnTo>
                  <a:close/>
                </a:path>
              </a:pathLst>
            </a:custGeom>
            <a:ln w="12700">
              <a:solidFill>
                <a:srgbClr val="FFFFFF"/>
              </a:solidFill>
            </a:ln>
          </p:spPr>
          <p:txBody>
            <a:bodyPr wrap="square" lIns="0" tIns="0" rIns="0" bIns="0" rtlCol="0"/>
            <a:lstStyle/>
            <a:p>
              <a:endParaRPr/>
            </a:p>
          </p:txBody>
        </p:sp>
      </p:grpSp>
      <p:sp>
        <p:nvSpPr>
          <p:cNvPr id="21" name="object 15">
            <a:extLst>
              <a:ext uri="{FF2B5EF4-FFF2-40B4-BE49-F238E27FC236}">
                <a16:creationId xmlns:a16="http://schemas.microsoft.com/office/drawing/2014/main" id="{00E27CD2-6B91-4FED-8F43-69DB22413645}"/>
              </a:ext>
            </a:extLst>
          </p:cNvPr>
          <p:cNvSpPr txBox="1"/>
          <p:nvPr/>
        </p:nvSpPr>
        <p:spPr>
          <a:xfrm>
            <a:off x="7823898" y="2754970"/>
            <a:ext cx="3861824" cy="443070"/>
          </a:xfrm>
          <a:prstGeom prst="rect">
            <a:avLst/>
          </a:prstGeom>
        </p:spPr>
        <p:txBody>
          <a:bodyPr vert="horz" wrap="square" lIns="0" tIns="12065" rIns="0" bIns="0" rtlCol="0">
            <a:spAutoFit/>
          </a:bodyPr>
          <a:lstStyle/>
          <a:p>
            <a:pPr marL="38100">
              <a:spcBef>
                <a:spcPts val="95"/>
              </a:spcBef>
            </a:pPr>
            <a:r>
              <a:rPr sz="2800" b="1" spc="-5" dirty="0">
                <a:solidFill>
                  <a:srgbClr val="FFFFFF"/>
                </a:solidFill>
                <a:latin typeface="Arial"/>
                <a:cs typeface="Arial"/>
              </a:rPr>
              <a:t>Z</a:t>
            </a:r>
            <a:r>
              <a:rPr sz="2800" b="1" spc="-20" dirty="0">
                <a:solidFill>
                  <a:srgbClr val="FFFFFF"/>
                </a:solidFill>
                <a:latin typeface="Arial"/>
                <a:cs typeface="Arial"/>
              </a:rPr>
              <a:t> </a:t>
            </a:r>
            <a:r>
              <a:rPr lang="es-ES" sz="2800" b="1" spc="-20" dirty="0">
                <a:solidFill>
                  <a:srgbClr val="FFFFFF"/>
                </a:solidFill>
                <a:latin typeface="Arial"/>
                <a:cs typeface="Arial"/>
              </a:rPr>
              <a:t>-</a:t>
            </a:r>
            <a:r>
              <a:rPr sz="2800" b="1" spc="-15" dirty="0">
                <a:solidFill>
                  <a:srgbClr val="FFFFFF"/>
                </a:solidFill>
                <a:latin typeface="Arial"/>
                <a:cs typeface="Arial"/>
              </a:rPr>
              <a:t> </a:t>
            </a:r>
            <a:r>
              <a:rPr sz="2800" b="1" dirty="0" err="1">
                <a:solidFill>
                  <a:srgbClr val="FFFFFF"/>
                </a:solidFill>
                <a:latin typeface="Arial"/>
                <a:cs typeface="Arial"/>
              </a:rPr>
              <a:t>460x</a:t>
            </a:r>
            <a:r>
              <a:rPr sz="2775" b="1" baseline="-21021" dirty="0" err="1">
                <a:solidFill>
                  <a:srgbClr val="FFFFFF"/>
                </a:solidFill>
                <a:latin typeface="Arial"/>
                <a:cs typeface="Arial"/>
              </a:rPr>
              <a:t>1</a:t>
            </a:r>
            <a:r>
              <a:rPr sz="2775" b="1" spc="382" baseline="-21021" dirty="0">
                <a:solidFill>
                  <a:srgbClr val="FFFFFF"/>
                </a:solidFill>
                <a:latin typeface="Arial"/>
                <a:cs typeface="Arial"/>
              </a:rPr>
              <a:t> </a:t>
            </a:r>
            <a:r>
              <a:rPr sz="2800" b="1" spc="-15" dirty="0">
                <a:solidFill>
                  <a:srgbClr val="FFFFFF"/>
                </a:solidFill>
                <a:latin typeface="Arial"/>
                <a:cs typeface="Arial"/>
              </a:rPr>
              <a:t> </a:t>
            </a:r>
            <a:r>
              <a:rPr lang="es-ES" sz="2800" b="1" spc="-15" dirty="0">
                <a:solidFill>
                  <a:srgbClr val="FFFFFF"/>
                </a:solidFill>
                <a:latin typeface="Arial"/>
                <a:cs typeface="Arial"/>
              </a:rPr>
              <a:t>- </a:t>
            </a:r>
            <a:r>
              <a:rPr sz="2800" b="1" dirty="0" err="1">
                <a:solidFill>
                  <a:srgbClr val="FFFFFF"/>
                </a:solidFill>
                <a:latin typeface="Arial"/>
                <a:cs typeface="Arial"/>
              </a:rPr>
              <a:t>200x</a:t>
            </a:r>
            <a:r>
              <a:rPr sz="2775" b="1" baseline="-21021" dirty="0" err="1">
                <a:solidFill>
                  <a:srgbClr val="FFFFFF"/>
                </a:solidFill>
                <a:latin typeface="Arial"/>
                <a:cs typeface="Arial"/>
              </a:rPr>
              <a:t>2</a:t>
            </a:r>
            <a:r>
              <a:rPr lang="es-ES" sz="2400" spc="-5" dirty="0">
                <a:solidFill>
                  <a:srgbClr val="FFFFFF"/>
                </a:solidFill>
                <a:latin typeface="Symbol"/>
                <a:cs typeface="Symbol"/>
              </a:rPr>
              <a:t> =</a:t>
            </a:r>
            <a:r>
              <a:rPr lang="es-ES" sz="2400" spc="50" dirty="0">
                <a:solidFill>
                  <a:srgbClr val="FFFFFF"/>
                </a:solidFill>
                <a:latin typeface="Times New Roman"/>
                <a:cs typeface="Times New Roman"/>
              </a:rPr>
              <a:t> </a:t>
            </a:r>
            <a:r>
              <a:rPr lang="es-ES" sz="2400" b="1" dirty="0">
                <a:solidFill>
                  <a:srgbClr val="FFFFFF"/>
                </a:solidFill>
                <a:latin typeface="Arial"/>
                <a:cs typeface="Arial"/>
              </a:rPr>
              <a:t>0</a:t>
            </a:r>
            <a:endParaRPr sz="2775" baseline="-21021" dirty="0">
              <a:latin typeface="Arial"/>
              <a:cs typeface="Arial"/>
            </a:endParaRPr>
          </a:p>
        </p:txBody>
      </p:sp>
      <p:sp>
        <p:nvSpPr>
          <p:cNvPr id="22" name="object 16">
            <a:extLst>
              <a:ext uri="{FF2B5EF4-FFF2-40B4-BE49-F238E27FC236}">
                <a16:creationId xmlns:a16="http://schemas.microsoft.com/office/drawing/2014/main" id="{1B0E7081-2EC3-4895-BC2F-C02622DA50D6}"/>
              </a:ext>
            </a:extLst>
          </p:cNvPr>
          <p:cNvSpPr txBox="1"/>
          <p:nvPr/>
        </p:nvSpPr>
        <p:spPr>
          <a:xfrm>
            <a:off x="5980518" y="2805262"/>
            <a:ext cx="1499870" cy="736420"/>
          </a:xfrm>
          <a:prstGeom prst="rect">
            <a:avLst/>
          </a:prstGeom>
        </p:spPr>
        <p:txBody>
          <a:bodyPr vert="horz" wrap="square" lIns="0" tIns="635" rIns="0" bIns="0" rtlCol="0">
            <a:spAutoFit/>
          </a:bodyPr>
          <a:lstStyle/>
          <a:p>
            <a:pPr marL="12700" marR="5080">
              <a:lnSpc>
                <a:spcPct val="103299"/>
              </a:lnSpc>
              <a:spcBef>
                <a:spcPts val="5"/>
              </a:spcBef>
            </a:pPr>
            <a:r>
              <a:rPr sz="2400" b="1" spc="-5" dirty="0">
                <a:solidFill>
                  <a:srgbClr val="FFFFFF"/>
                </a:solidFill>
                <a:latin typeface="Arial"/>
                <a:cs typeface="Arial"/>
              </a:rPr>
              <a:t>Maximizar  Sujeto</a:t>
            </a:r>
            <a:r>
              <a:rPr sz="2400" b="1" spc="-35" dirty="0">
                <a:solidFill>
                  <a:srgbClr val="FFFFFF"/>
                </a:solidFill>
                <a:latin typeface="Arial"/>
                <a:cs typeface="Arial"/>
              </a:rPr>
              <a:t> </a:t>
            </a:r>
            <a:r>
              <a:rPr sz="2400" b="1" dirty="0">
                <a:solidFill>
                  <a:srgbClr val="FFFFFF"/>
                </a:solidFill>
                <a:latin typeface="Arial"/>
                <a:cs typeface="Arial"/>
              </a:rPr>
              <a:t>a</a:t>
            </a:r>
            <a:r>
              <a:rPr sz="2400" b="1" spc="-35" dirty="0">
                <a:solidFill>
                  <a:srgbClr val="FFFFFF"/>
                </a:solidFill>
                <a:latin typeface="Arial"/>
                <a:cs typeface="Arial"/>
              </a:rPr>
              <a:t> </a:t>
            </a:r>
            <a:r>
              <a:rPr sz="2400" b="1" dirty="0">
                <a:solidFill>
                  <a:srgbClr val="FFFFFF"/>
                </a:solidFill>
                <a:latin typeface="Arial"/>
                <a:cs typeface="Arial"/>
              </a:rPr>
              <a:t>:</a:t>
            </a:r>
            <a:endParaRPr sz="2400" dirty="0">
              <a:latin typeface="Arial"/>
              <a:cs typeface="Arial"/>
            </a:endParaRPr>
          </a:p>
        </p:txBody>
      </p:sp>
      <p:sp>
        <p:nvSpPr>
          <p:cNvPr id="23" name="object 17">
            <a:extLst>
              <a:ext uri="{FF2B5EF4-FFF2-40B4-BE49-F238E27FC236}">
                <a16:creationId xmlns:a16="http://schemas.microsoft.com/office/drawing/2014/main" id="{48E25550-86C3-45B2-9BCB-FFE669D32063}"/>
              </a:ext>
            </a:extLst>
          </p:cNvPr>
          <p:cNvSpPr txBox="1"/>
          <p:nvPr/>
        </p:nvSpPr>
        <p:spPr>
          <a:xfrm>
            <a:off x="5969111" y="3470445"/>
            <a:ext cx="5435010" cy="1528624"/>
          </a:xfrm>
          <a:prstGeom prst="rect">
            <a:avLst/>
          </a:prstGeom>
        </p:spPr>
        <p:txBody>
          <a:bodyPr vert="horz" wrap="square" lIns="0" tIns="81280" rIns="0" bIns="0" rtlCol="0">
            <a:spAutoFit/>
          </a:bodyPr>
          <a:lstStyle/>
          <a:p>
            <a:pPr marR="86995">
              <a:spcBef>
                <a:spcPts val="640"/>
              </a:spcBef>
              <a:tabLst>
                <a:tab pos="1523365" algn="l"/>
              </a:tabLst>
            </a:pPr>
            <a:r>
              <a:rPr sz="2800" b="1" dirty="0" err="1">
                <a:solidFill>
                  <a:srgbClr val="FFFFFF"/>
                </a:solidFill>
                <a:latin typeface="Arial"/>
                <a:cs typeface="Arial"/>
              </a:rPr>
              <a:t>18x</a:t>
            </a:r>
            <a:r>
              <a:rPr sz="2775" b="1" baseline="-21021" dirty="0" err="1">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a:t>
            </a:r>
            <a:r>
              <a:rPr lang="es-ES" sz="2800" b="1" spc="-5" dirty="0">
                <a:solidFill>
                  <a:srgbClr val="FFFFFF"/>
                </a:solidFill>
                <a:latin typeface="Arial"/>
                <a:cs typeface="Arial"/>
              </a:rPr>
              <a:t>   </a:t>
            </a:r>
            <a:r>
              <a:rPr sz="2800" b="1" spc="5" dirty="0" err="1">
                <a:solidFill>
                  <a:srgbClr val="FFFFFF"/>
                </a:solidFill>
                <a:latin typeface="Arial"/>
                <a:cs typeface="Arial"/>
              </a:rPr>
              <a:t>3x</a:t>
            </a:r>
            <a:r>
              <a:rPr sz="2775" b="1" spc="7" baseline="-21021" dirty="0" err="1">
                <a:solidFill>
                  <a:srgbClr val="FFFFFF"/>
                </a:solidFill>
                <a:latin typeface="Arial"/>
                <a:cs typeface="Arial"/>
              </a:rPr>
              <a:t>2</a:t>
            </a:r>
            <a:r>
              <a:rPr sz="2775" b="1" spc="337" baseline="-21021" dirty="0">
                <a:solidFill>
                  <a:srgbClr val="FFFFFF"/>
                </a:solidFill>
                <a:latin typeface="Arial"/>
                <a:cs typeface="Arial"/>
              </a:rPr>
              <a:t> </a:t>
            </a:r>
            <a:r>
              <a:rPr lang="es-PE" sz="2800" b="1" spc="-5" dirty="0">
                <a:solidFill>
                  <a:srgbClr val="FFFFFF"/>
                </a:solidFill>
                <a:latin typeface="Arial"/>
                <a:cs typeface="Arial"/>
              </a:rPr>
              <a:t>+ </a:t>
            </a:r>
            <a:r>
              <a:rPr lang="es-PE" sz="2800" b="1" spc="-5" dirty="0" err="1">
                <a:solidFill>
                  <a:srgbClr val="FFFFFF"/>
                </a:solidFill>
                <a:latin typeface="Arial"/>
                <a:cs typeface="Arial"/>
              </a:rPr>
              <a:t>S</a:t>
            </a:r>
            <a:r>
              <a:rPr lang="es-PE" sz="2775" b="1" spc="7" baseline="-21021" dirty="0" err="1">
                <a:solidFill>
                  <a:srgbClr val="FFFFFF"/>
                </a:solidFill>
                <a:latin typeface="Arial"/>
                <a:cs typeface="Arial"/>
              </a:rPr>
              <a:t>2</a:t>
            </a:r>
            <a:r>
              <a:rPr lang="es-PE" sz="2775" b="1" spc="337" baseline="-21021" dirty="0">
                <a:solidFill>
                  <a:srgbClr val="FFFFFF"/>
                </a:solidFill>
                <a:latin typeface="Arial"/>
                <a:cs typeface="Arial"/>
              </a:rPr>
              <a:t>            </a:t>
            </a:r>
            <a:r>
              <a:rPr lang="es-ES" sz="2800" spc="-5" dirty="0">
                <a:solidFill>
                  <a:srgbClr val="FFFFFF"/>
                </a:solidFill>
                <a:latin typeface="Symbol"/>
                <a:cs typeface="Symbol"/>
              </a:rPr>
              <a:t>=</a:t>
            </a:r>
            <a:r>
              <a:rPr sz="2800" spc="50" dirty="0">
                <a:solidFill>
                  <a:srgbClr val="FFFFFF"/>
                </a:solidFill>
                <a:latin typeface="Times New Roman"/>
                <a:cs typeface="Times New Roman"/>
              </a:rPr>
              <a:t> </a:t>
            </a:r>
            <a:r>
              <a:rPr sz="2800" b="1" dirty="0">
                <a:solidFill>
                  <a:srgbClr val="FFFFFF"/>
                </a:solidFill>
                <a:latin typeface="Arial"/>
                <a:cs typeface="Arial"/>
              </a:rPr>
              <a:t>800</a:t>
            </a:r>
            <a:endParaRPr sz="2800" dirty="0">
              <a:latin typeface="Arial"/>
              <a:cs typeface="Arial"/>
            </a:endParaRPr>
          </a:p>
          <a:p>
            <a:pPr marR="55880">
              <a:spcBef>
                <a:spcPts val="540"/>
              </a:spcBef>
              <a:tabLst>
                <a:tab pos="1327150" algn="l"/>
              </a:tabLst>
            </a:pPr>
            <a:r>
              <a:rPr lang="es-ES" sz="2800" b="1" spc="5" dirty="0">
                <a:solidFill>
                  <a:srgbClr val="FFFFFF"/>
                </a:solidFill>
                <a:latin typeface="Arial"/>
                <a:cs typeface="Arial"/>
              </a:rPr>
              <a:t> </a:t>
            </a:r>
            <a:r>
              <a:rPr sz="2800" b="1" spc="5" dirty="0" err="1">
                <a:solidFill>
                  <a:srgbClr val="FFFFFF"/>
                </a:solidFill>
                <a:latin typeface="Arial"/>
                <a:cs typeface="Arial"/>
              </a:rPr>
              <a:t>9x</a:t>
            </a:r>
            <a:r>
              <a:rPr sz="2775" b="1" spc="7" baseline="-21021" dirty="0" err="1">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err="1">
                <a:solidFill>
                  <a:srgbClr val="FFFFFF"/>
                </a:solidFill>
                <a:latin typeface="Arial"/>
                <a:cs typeface="Arial"/>
              </a:rPr>
              <a:t>4x</a:t>
            </a:r>
            <a:r>
              <a:rPr sz="2775" b="1" spc="7" baseline="-21021" dirty="0" err="1">
                <a:solidFill>
                  <a:srgbClr val="FFFFFF"/>
                </a:solidFill>
                <a:latin typeface="Arial"/>
                <a:cs typeface="Arial"/>
              </a:rPr>
              <a:t>2</a:t>
            </a:r>
            <a:r>
              <a:rPr sz="2775" b="1" spc="337" baseline="-21021" dirty="0">
                <a:solidFill>
                  <a:srgbClr val="FFFFFF"/>
                </a:solidFill>
                <a:latin typeface="Arial"/>
                <a:cs typeface="Arial"/>
              </a:rPr>
              <a:t> </a:t>
            </a:r>
            <a:r>
              <a:rPr lang="es-PE" sz="2800" b="1" spc="-5" dirty="0">
                <a:solidFill>
                  <a:srgbClr val="FFFFFF"/>
                </a:solidFill>
                <a:latin typeface="Arial"/>
                <a:cs typeface="Arial"/>
              </a:rPr>
              <a:t>+	</a:t>
            </a:r>
            <a:r>
              <a:rPr lang="es-PE" sz="2800" b="1" spc="-5" dirty="0" err="1">
                <a:solidFill>
                  <a:srgbClr val="FFFFFF"/>
                </a:solidFill>
                <a:latin typeface="Arial"/>
                <a:cs typeface="Arial"/>
              </a:rPr>
              <a:t>S</a:t>
            </a:r>
            <a:r>
              <a:rPr lang="es-PE" sz="2775" b="1" spc="7" baseline="-21021" dirty="0" err="1">
                <a:solidFill>
                  <a:srgbClr val="FFFFFF"/>
                </a:solidFill>
                <a:latin typeface="Arial"/>
                <a:cs typeface="Arial"/>
              </a:rPr>
              <a:t>3</a:t>
            </a:r>
            <a:r>
              <a:rPr lang="es-PE" sz="2775" b="1" spc="337" baseline="-21021" dirty="0">
                <a:solidFill>
                  <a:srgbClr val="FFFFFF"/>
                </a:solidFill>
                <a:latin typeface="Arial"/>
                <a:cs typeface="Arial"/>
              </a:rPr>
              <a:t>       </a:t>
            </a:r>
            <a:r>
              <a:rPr lang="es-ES" sz="2800" spc="-5" dirty="0">
                <a:solidFill>
                  <a:srgbClr val="FFFFFF"/>
                </a:solidFill>
                <a:latin typeface="Symbol"/>
                <a:cs typeface="Symbol"/>
              </a:rPr>
              <a:t>= </a:t>
            </a:r>
            <a:r>
              <a:rPr sz="2800" b="1" dirty="0">
                <a:solidFill>
                  <a:srgbClr val="FFFFFF"/>
                </a:solidFill>
                <a:latin typeface="Arial"/>
                <a:cs typeface="Arial"/>
              </a:rPr>
              <a:t>600</a:t>
            </a:r>
            <a:endParaRPr sz="2800" dirty="0">
              <a:latin typeface="Arial"/>
              <a:cs typeface="Arial"/>
            </a:endParaRPr>
          </a:p>
          <a:p>
            <a:pPr marR="84455">
              <a:spcBef>
                <a:spcPts val="670"/>
              </a:spcBef>
              <a:tabLst>
                <a:tab pos="1729739" algn="l"/>
                <a:tab pos="2220595" algn="l"/>
              </a:tabLst>
            </a:pPr>
            <a:r>
              <a:rPr lang="es-ES" sz="2800" b="1" spc="5" dirty="0">
                <a:solidFill>
                  <a:srgbClr val="FFFFFF"/>
                </a:solidFill>
                <a:latin typeface="Arial"/>
                <a:cs typeface="Arial"/>
              </a:rPr>
              <a:t>    </a:t>
            </a:r>
            <a:r>
              <a:rPr sz="2800" b="1" spc="5" dirty="0" err="1">
                <a:solidFill>
                  <a:srgbClr val="FFFFFF"/>
                </a:solidFill>
                <a:latin typeface="Arial"/>
                <a:cs typeface="Arial"/>
              </a:rPr>
              <a:t>x</a:t>
            </a:r>
            <a:r>
              <a:rPr sz="2775" b="1" spc="7" baseline="-21021" dirty="0" err="1">
                <a:solidFill>
                  <a:srgbClr val="FFFFFF"/>
                </a:solidFill>
                <a:latin typeface="Arial"/>
                <a:cs typeface="Arial"/>
              </a:rPr>
              <a:t>1</a:t>
            </a:r>
            <a:r>
              <a:rPr sz="2775" b="1" spc="7" baseline="-21021" dirty="0">
                <a:solidFill>
                  <a:srgbClr val="FFFFFF"/>
                </a:solidFill>
                <a:latin typeface="Arial"/>
                <a:cs typeface="Arial"/>
              </a:rPr>
              <a:t>	</a:t>
            </a:r>
            <a:r>
              <a:rPr lang="es-PE" sz="2800" b="1" spc="-5" dirty="0">
                <a:solidFill>
                  <a:srgbClr val="FFFFFF"/>
                </a:solidFill>
                <a:latin typeface="Arial"/>
                <a:cs typeface="Arial"/>
              </a:rPr>
              <a:t>  +            </a:t>
            </a:r>
            <a:r>
              <a:rPr lang="es-PE" sz="2800" b="1" spc="-5" dirty="0" err="1">
                <a:solidFill>
                  <a:srgbClr val="FFFFFF"/>
                </a:solidFill>
                <a:latin typeface="Arial"/>
                <a:cs typeface="Arial"/>
              </a:rPr>
              <a:t>S</a:t>
            </a:r>
            <a:r>
              <a:rPr lang="es-PE" sz="2775" b="1" spc="7" baseline="-21021" dirty="0" err="1">
                <a:solidFill>
                  <a:srgbClr val="FFFFFF"/>
                </a:solidFill>
                <a:latin typeface="Arial"/>
                <a:cs typeface="Arial"/>
              </a:rPr>
              <a:t>4</a:t>
            </a:r>
            <a:r>
              <a:rPr lang="es-ES" sz="2800" spc="-5" dirty="0">
                <a:solidFill>
                  <a:srgbClr val="FFFFFF"/>
                </a:solidFill>
                <a:latin typeface="Symbol"/>
                <a:cs typeface="Symbol"/>
              </a:rPr>
              <a:t> = </a:t>
            </a:r>
            <a:r>
              <a:rPr sz="2800" b="1" spc="-5" dirty="0">
                <a:solidFill>
                  <a:srgbClr val="FFFFFF"/>
                </a:solidFill>
                <a:latin typeface="Arial"/>
                <a:cs typeface="Arial"/>
              </a:rPr>
              <a:t>80</a:t>
            </a:r>
            <a:endParaRPr sz="2800" dirty="0">
              <a:latin typeface="Arial"/>
              <a:cs typeface="Arial"/>
            </a:endParaRPr>
          </a:p>
        </p:txBody>
      </p:sp>
      <p:sp>
        <p:nvSpPr>
          <p:cNvPr id="2" name="CuadroTexto 1">
            <a:extLst>
              <a:ext uri="{FF2B5EF4-FFF2-40B4-BE49-F238E27FC236}">
                <a16:creationId xmlns:a16="http://schemas.microsoft.com/office/drawing/2014/main" id="{AD81909D-8103-499E-9F01-CCA42DAA63B6}"/>
              </a:ext>
            </a:extLst>
          </p:cNvPr>
          <p:cNvSpPr txBox="1"/>
          <p:nvPr/>
        </p:nvSpPr>
        <p:spPr>
          <a:xfrm>
            <a:off x="1173192" y="241550"/>
            <a:ext cx="1535502" cy="584775"/>
          </a:xfrm>
          <a:prstGeom prst="rect">
            <a:avLst/>
          </a:prstGeom>
          <a:noFill/>
        </p:spPr>
        <p:txBody>
          <a:bodyPr wrap="square" rtlCol="0">
            <a:spAutoFit/>
          </a:bodyPr>
          <a:lstStyle/>
          <a:p>
            <a:r>
              <a:rPr lang="es-ES" sz="3200" b="1" dirty="0">
                <a:solidFill>
                  <a:srgbClr val="8A0000"/>
                </a:solidFill>
              </a:rPr>
              <a:t>Caso 2</a:t>
            </a:r>
            <a:endParaRPr lang="es-PE" sz="3200" b="1" dirty="0">
              <a:solidFill>
                <a:srgbClr val="8A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24000" y="3940842"/>
            <a:ext cx="2374900" cy="2917190"/>
          </a:xfrm>
          <a:custGeom>
            <a:avLst/>
            <a:gdLst/>
            <a:ahLst/>
            <a:cxnLst/>
            <a:rect l="l" t="t" r="r" b="b"/>
            <a:pathLst>
              <a:path w="2374900" h="2917190">
                <a:moveTo>
                  <a:pt x="0" y="0"/>
                </a:moveTo>
                <a:lnTo>
                  <a:pt x="2374393" y="2917155"/>
                </a:lnTo>
              </a:path>
            </a:pathLst>
          </a:custGeom>
          <a:ln w="31750">
            <a:solidFill>
              <a:srgbClr val="00FF00"/>
            </a:solidFill>
            <a:prstDash val="lgDash"/>
          </a:ln>
        </p:spPr>
        <p:txBody>
          <a:bodyPr wrap="square" lIns="0" tIns="0" rIns="0" bIns="0" rtlCol="0"/>
          <a:lstStyle/>
          <a:p>
            <a:endParaRPr/>
          </a:p>
        </p:txBody>
      </p:sp>
      <p:sp>
        <p:nvSpPr>
          <p:cNvPr id="3" name="object 3"/>
          <p:cNvSpPr txBox="1">
            <a:spLocks noGrp="1"/>
          </p:cNvSpPr>
          <p:nvPr>
            <p:ph type="title"/>
          </p:nvPr>
        </p:nvSpPr>
        <p:spPr>
          <a:xfrm>
            <a:off x="5671185" y="934339"/>
            <a:ext cx="3009265" cy="391160"/>
          </a:xfrm>
          <a:prstGeom prst="rect">
            <a:avLst/>
          </a:prstGeom>
        </p:spPr>
        <p:txBody>
          <a:bodyPr vert="horz" wrap="square" lIns="0" tIns="12700" rIns="0" bIns="0" rtlCol="0">
            <a:spAutoFit/>
          </a:bodyPr>
          <a:lstStyle/>
          <a:p>
            <a:pPr marL="12700">
              <a:lnSpc>
                <a:spcPct val="100000"/>
              </a:lnSpc>
              <a:spcBef>
                <a:spcPts val="100"/>
              </a:spcBef>
            </a:pPr>
            <a:r>
              <a:rPr sz="2400" spc="-5" dirty="0"/>
              <a:t>Solución</a:t>
            </a:r>
            <a:r>
              <a:rPr sz="2400" spc="10" dirty="0"/>
              <a:t> </a:t>
            </a:r>
            <a:r>
              <a:rPr sz="2400" spc="-5" dirty="0"/>
              <a:t>óptima</a:t>
            </a:r>
            <a:r>
              <a:rPr sz="2400" spc="-15" dirty="0"/>
              <a:t> </a:t>
            </a:r>
            <a:r>
              <a:rPr sz="2400" spc="-5" dirty="0"/>
              <a:t>única</a:t>
            </a:r>
            <a:endParaRPr sz="2400"/>
          </a:p>
        </p:txBody>
      </p:sp>
      <p:sp>
        <p:nvSpPr>
          <p:cNvPr id="4" name="object 2">
            <a:extLst>
              <a:ext uri="{FF2B5EF4-FFF2-40B4-BE49-F238E27FC236}">
                <a16:creationId xmlns:a16="http://schemas.microsoft.com/office/drawing/2014/main" id="{6B624440-A0B6-4661-BD37-539140B91FDB}"/>
              </a:ext>
            </a:extLst>
          </p:cNvPr>
          <p:cNvSpPr/>
          <p:nvPr/>
        </p:nvSpPr>
        <p:spPr>
          <a:xfrm>
            <a:off x="3603173" y="958156"/>
            <a:ext cx="4446814" cy="5426317"/>
          </a:xfrm>
          <a:custGeom>
            <a:avLst/>
            <a:gdLst/>
            <a:ahLst/>
            <a:cxnLst/>
            <a:rect l="l" t="t" r="r" b="b"/>
            <a:pathLst>
              <a:path w="2374900" h="2917190">
                <a:moveTo>
                  <a:pt x="0" y="0"/>
                </a:moveTo>
                <a:lnTo>
                  <a:pt x="2374393" y="2917155"/>
                </a:lnTo>
              </a:path>
            </a:pathLst>
          </a:custGeom>
          <a:ln w="31750">
            <a:solidFill>
              <a:srgbClr val="00FF00"/>
            </a:solidFill>
            <a:prstDash val="lgDash"/>
          </a:ln>
        </p:spPr>
        <p:txBody>
          <a:bodyPr wrap="square" lIns="0" tIns="0" rIns="0" bIns="0" rtlCol="0"/>
          <a:lstStyle/>
          <a:p>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a 6">
            <a:extLst>
              <a:ext uri="{FF2B5EF4-FFF2-40B4-BE49-F238E27FC236}">
                <a16:creationId xmlns:a16="http://schemas.microsoft.com/office/drawing/2014/main" id="{101C6260-C6C8-4343-8720-45D3A948E42D}"/>
              </a:ext>
            </a:extLst>
          </p:cNvPr>
          <p:cNvGraphicFramePr>
            <a:graphicFrameLocks noGrp="1"/>
          </p:cNvGraphicFramePr>
          <p:nvPr/>
        </p:nvGraphicFramePr>
        <p:xfrm>
          <a:off x="371960" y="1378111"/>
          <a:ext cx="11453250" cy="5255164"/>
        </p:xfrm>
        <a:graphic>
          <a:graphicData uri="http://schemas.openxmlformats.org/drawingml/2006/table">
            <a:tbl>
              <a:tblPr>
                <a:tableStyleId>{5C22544A-7EE6-4342-B048-85BDC9FD1C3A}</a:tableStyleId>
              </a:tblPr>
              <a:tblGrid>
                <a:gridCol w="1079590">
                  <a:extLst>
                    <a:ext uri="{9D8B030D-6E8A-4147-A177-3AD203B41FA5}">
                      <a16:colId xmlns:a16="http://schemas.microsoft.com/office/drawing/2014/main" val="3840449154"/>
                    </a:ext>
                  </a:extLst>
                </a:gridCol>
                <a:gridCol w="1079590">
                  <a:extLst>
                    <a:ext uri="{9D8B030D-6E8A-4147-A177-3AD203B41FA5}">
                      <a16:colId xmlns:a16="http://schemas.microsoft.com/office/drawing/2014/main" val="142953509"/>
                    </a:ext>
                  </a:extLst>
                </a:gridCol>
                <a:gridCol w="1079590">
                  <a:extLst>
                    <a:ext uri="{9D8B030D-6E8A-4147-A177-3AD203B41FA5}">
                      <a16:colId xmlns:a16="http://schemas.microsoft.com/office/drawing/2014/main" val="132561977"/>
                    </a:ext>
                  </a:extLst>
                </a:gridCol>
                <a:gridCol w="1247527">
                  <a:extLst>
                    <a:ext uri="{9D8B030D-6E8A-4147-A177-3AD203B41FA5}">
                      <a16:colId xmlns:a16="http://schemas.microsoft.com/office/drawing/2014/main" val="1116758961"/>
                    </a:ext>
                  </a:extLst>
                </a:gridCol>
                <a:gridCol w="1079590">
                  <a:extLst>
                    <a:ext uri="{9D8B030D-6E8A-4147-A177-3AD203B41FA5}">
                      <a16:colId xmlns:a16="http://schemas.microsoft.com/office/drawing/2014/main" val="4293831713"/>
                    </a:ext>
                  </a:extLst>
                </a:gridCol>
                <a:gridCol w="1079590">
                  <a:extLst>
                    <a:ext uri="{9D8B030D-6E8A-4147-A177-3AD203B41FA5}">
                      <a16:colId xmlns:a16="http://schemas.microsoft.com/office/drawing/2014/main" val="229135065"/>
                    </a:ext>
                  </a:extLst>
                </a:gridCol>
                <a:gridCol w="1079590">
                  <a:extLst>
                    <a:ext uri="{9D8B030D-6E8A-4147-A177-3AD203B41FA5}">
                      <a16:colId xmlns:a16="http://schemas.microsoft.com/office/drawing/2014/main" val="1830434986"/>
                    </a:ext>
                  </a:extLst>
                </a:gridCol>
                <a:gridCol w="1497031">
                  <a:extLst>
                    <a:ext uri="{9D8B030D-6E8A-4147-A177-3AD203B41FA5}">
                      <a16:colId xmlns:a16="http://schemas.microsoft.com/office/drawing/2014/main" val="2674902185"/>
                    </a:ext>
                  </a:extLst>
                </a:gridCol>
                <a:gridCol w="1079590">
                  <a:extLst>
                    <a:ext uri="{9D8B030D-6E8A-4147-A177-3AD203B41FA5}">
                      <a16:colId xmlns:a16="http://schemas.microsoft.com/office/drawing/2014/main" val="3902477928"/>
                    </a:ext>
                  </a:extLst>
                </a:gridCol>
                <a:gridCol w="1151562">
                  <a:extLst>
                    <a:ext uri="{9D8B030D-6E8A-4147-A177-3AD203B41FA5}">
                      <a16:colId xmlns:a16="http://schemas.microsoft.com/office/drawing/2014/main" val="3526057847"/>
                    </a:ext>
                  </a:extLst>
                </a:gridCol>
              </a:tblGrid>
              <a:tr h="410382">
                <a:tc gridSpan="2">
                  <a:txBody>
                    <a:bodyPr/>
                    <a:lstStyle/>
                    <a:p>
                      <a:pPr algn="ctr" rtl="0" fontAlgn="ctr"/>
                      <a:r>
                        <a:rPr lang="es-PE" sz="1800" u="none" strike="noStrike">
                          <a:effectLst/>
                        </a:rPr>
                        <a:t>C</a:t>
                      </a:r>
                      <a:r>
                        <a:rPr lang="es-PE" sz="1800" u="none" strike="noStrike" baseline="-25000">
                          <a:effectLst/>
                        </a:rPr>
                        <a:t>j</a:t>
                      </a:r>
                      <a:endParaRPr lang="es-PE" sz="1800" b="1" i="0" u="none" strike="noStrike">
                        <a:solidFill>
                          <a:srgbClr val="000000"/>
                        </a:solidFill>
                        <a:effectLst/>
                        <a:latin typeface="Arial" panose="020B0604020202020204" pitchFamily="34" charset="0"/>
                      </a:endParaRPr>
                    </a:p>
                  </a:txBody>
                  <a:tcPr marL="0" marR="0" marT="0" marB="0" anchor="ctr"/>
                </a:tc>
                <a:tc hMerge="1">
                  <a:txBody>
                    <a:bodyPr/>
                    <a:lstStyle/>
                    <a:p>
                      <a:endParaRPr lang="es-PE"/>
                    </a:p>
                  </a:txBody>
                  <a:tcPr/>
                </a:tc>
                <a:tc>
                  <a:txBody>
                    <a:bodyPr/>
                    <a:lstStyle/>
                    <a:p>
                      <a:pPr algn="ctr" rtl="0" fontAlgn="ctr"/>
                      <a:r>
                        <a:rPr lang="es-PE" sz="1600" u="none" strike="noStrike">
                          <a:effectLst/>
                        </a:rPr>
                        <a:t>460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200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 </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 </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 </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 </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 </a:t>
                      </a:r>
                      <a:endParaRPr lang="es-PE" sz="1600" b="0" i="0" u="none" strike="noStrike">
                        <a:solidFill>
                          <a:srgbClr val="000000"/>
                        </a:solidFill>
                        <a:effectLst/>
                        <a:latin typeface="Arial MT"/>
                      </a:endParaRPr>
                    </a:p>
                  </a:txBody>
                  <a:tcPr marL="0" marR="0" marT="0"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170373851"/>
                  </a:ext>
                </a:extLst>
              </a:tr>
              <a:tr h="398983">
                <a:tc>
                  <a:txBody>
                    <a:bodyPr/>
                    <a:lstStyle/>
                    <a:p>
                      <a:pPr algn="ctr" rtl="0" fontAlgn="ctr"/>
                      <a:r>
                        <a:rPr lang="es-PE" sz="1800" u="none" strike="noStrike">
                          <a:effectLst/>
                        </a:rPr>
                        <a:t>C</a:t>
                      </a:r>
                      <a:r>
                        <a:rPr lang="es-PE" sz="1800" u="none" strike="noStrike" baseline="-25000">
                          <a:effectLst/>
                        </a:rPr>
                        <a:t>B</a:t>
                      </a:r>
                      <a:endParaRPr lang="es-PE" sz="18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1800" u="none" strike="noStrike">
                          <a:effectLst/>
                        </a:rPr>
                        <a:t>X</a:t>
                      </a:r>
                      <a:r>
                        <a:rPr lang="es-PE" sz="1800" u="none" strike="noStrike" baseline="-25000">
                          <a:effectLst/>
                        </a:rPr>
                        <a:t>B</a:t>
                      </a:r>
                      <a:endParaRPr lang="es-PE" sz="18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1800" u="none" strike="noStrike">
                          <a:effectLst/>
                        </a:rPr>
                        <a:t>X</a:t>
                      </a:r>
                      <a:r>
                        <a:rPr lang="es-PE" sz="1800" u="none" strike="noStrike" baseline="-25000">
                          <a:effectLst/>
                        </a:rPr>
                        <a:t>1</a:t>
                      </a:r>
                      <a:endParaRPr lang="es-PE" sz="18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1800" u="none" strike="noStrike">
                          <a:effectLst/>
                        </a:rPr>
                        <a:t>X</a:t>
                      </a:r>
                      <a:r>
                        <a:rPr lang="es-PE" sz="1800" u="none" strike="noStrike" baseline="-25000">
                          <a:effectLst/>
                        </a:rPr>
                        <a:t>2</a:t>
                      </a:r>
                      <a:endParaRPr lang="es-PE" sz="18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1800" u="none" strike="noStrike">
                          <a:effectLst/>
                        </a:rPr>
                        <a:t>S</a:t>
                      </a:r>
                      <a:r>
                        <a:rPr lang="es-PE" sz="1800" u="none" strike="noStrike" baseline="-25000">
                          <a:effectLst/>
                        </a:rPr>
                        <a:t>2</a:t>
                      </a:r>
                      <a:endParaRPr lang="es-PE" sz="18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1800" u="none" strike="noStrike">
                          <a:effectLst/>
                        </a:rPr>
                        <a:t>S</a:t>
                      </a:r>
                      <a:r>
                        <a:rPr lang="es-PE" sz="1800" u="none" strike="noStrike" baseline="-25000">
                          <a:effectLst/>
                        </a:rPr>
                        <a:t>3</a:t>
                      </a:r>
                      <a:endParaRPr lang="es-PE" sz="18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1800" u="none" strike="noStrike">
                          <a:effectLst/>
                        </a:rPr>
                        <a:t>S</a:t>
                      </a:r>
                      <a:r>
                        <a:rPr lang="es-PE" sz="1800" u="none" strike="noStrike" baseline="-25000">
                          <a:effectLst/>
                        </a:rPr>
                        <a:t>4</a:t>
                      </a:r>
                      <a:endParaRPr lang="es-PE" sz="1800" b="1" i="0" u="none" strike="noStrike">
                        <a:solidFill>
                          <a:srgbClr val="000000"/>
                        </a:solidFill>
                        <a:effectLst/>
                        <a:latin typeface="Arial" panose="020B0604020202020204" pitchFamily="34" charset="0"/>
                      </a:endParaRPr>
                    </a:p>
                  </a:txBody>
                  <a:tcPr marL="0" marR="0" marT="0" marB="0" anchor="ctr"/>
                </a:tc>
                <a:tc rowSpan="2">
                  <a:txBody>
                    <a:bodyPr/>
                    <a:lstStyle/>
                    <a:p>
                      <a:pPr algn="ctr" rtl="0" fontAlgn="ctr"/>
                      <a:r>
                        <a:rPr lang="es-PE" sz="1800" u="none" strike="noStrike">
                          <a:effectLst/>
                        </a:rPr>
                        <a:t>B</a:t>
                      </a:r>
                      <a:r>
                        <a:rPr lang="es-PE" sz="1800" u="none" strike="noStrike" baseline="-25000">
                          <a:effectLst/>
                        </a:rPr>
                        <a:t>i</a:t>
                      </a:r>
                      <a:endParaRPr lang="es-PE" sz="1800" b="1" i="0" u="none" strike="noStrike">
                        <a:solidFill>
                          <a:srgbClr val="000000"/>
                        </a:solidFill>
                        <a:effectLst/>
                        <a:latin typeface="Arial" panose="020B0604020202020204" pitchFamily="34" charset="0"/>
                      </a:endParaRPr>
                    </a:p>
                  </a:txBody>
                  <a:tcPr marL="0" marR="0" marT="0" marB="0" anchor="ctr"/>
                </a:tc>
                <a:tc rowSpan="2">
                  <a:txBody>
                    <a:bodyPr/>
                    <a:lstStyle/>
                    <a:p>
                      <a:pPr algn="ctr" rtl="0" fontAlgn="ctr"/>
                      <a:r>
                        <a:rPr lang="es-PE" sz="1800" u="none" strike="noStrike">
                          <a:effectLst/>
                        </a:rPr>
                        <a:t>Ɵ</a:t>
                      </a:r>
                      <a:r>
                        <a:rPr lang="es-PE" sz="1800" u="none" strike="noStrike" baseline="-25000">
                          <a:effectLst/>
                        </a:rPr>
                        <a:t>i</a:t>
                      </a:r>
                      <a:endParaRPr lang="es-PE" sz="1800" b="1" i="0" u="none" strike="noStrike">
                        <a:solidFill>
                          <a:srgbClr val="000000"/>
                        </a:solidFill>
                        <a:effectLst/>
                        <a:latin typeface="Calibri" panose="020F0502020204030204" pitchFamily="34" charset="0"/>
                      </a:endParaRPr>
                    </a:p>
                  </a:txBody>
                  <a:tcPr marL="0" marR="0" marT="0"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028803339"/>
                  </a:ext>
                </a:extLst>
              </a:tr>
              <a:tr h="353384">
                <a:tc gridSpan="2">
                  <a:txBody>
                    <a:bodyPr/>
                    <a:lstStyle/>
                    <a:p>
                      <a:pPr algn="ctr" rtl="0" fontAlgn="ctr"/>
                      <a:r>
                        <a:rPr lang="es-PE" sz="1800" u="none" strike="noStrike">
                          <a:effectLst/>
                        </a:rPr>
                        <a:t>Z</a:t>
                      </a:r>
                      <a:endParaRPr lang="es-PE" sz="1800" b="1" i="0" u="none" strike="noStrike">
                        <a:solidFill>
                          <a:srgbClr val="000000"/>
                        </a:solidFill>
                        <a:effectLst/>
                        <a:latin typeface="Arial" panose="020B0604020202020204" pitchFamily="34" charset="0"/>
                      </a:endParaRPr>
                    </a:p>
                  </a:txBody>
                  <a:tcPr marL="0" marR="0" marT="0" marB="0" anchor="ctr"/>
                </a:tc>
                <a:tc hMerge="1">
                  <a:txBody>
                    <a:bodyPr/>
                    <a:lstStyle/>
                    <a:p>
                      <a:endParaRPr lang="es-PE"/>
                    </a:p>
                  </a:txBody>
                  <a:tcPr/>
                </a:tc>
                <a:tc>
                  <a:txBody>
                    <a:bodyPr/>
                    <a:lstStyle/>
                    <a:p>
                      <a:pPr algn="ctr" rtl="0" fontAlgn="ctr"/>
                      <a:r>
                        <a:rPr lang="es-PE" sz="1600" u="none" strike="noStrike">
                          <a:effectLst/>
                        </a:rPr>
                        <a:t>-460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-200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vMerge="1">
                  <a:txBody>
                    <a:bodyPr/>
                    <a:lstStyle/>
                    <a:p>
                      <a:endParaRPr lang="es-PE"/>
                    </a:p>
                  </a:txBody>
                  <a:tcPr/>
                </a:tc>
                <a:tc vMerge="1">
                  <a:txBody>
                    <a:bodyPr/>
                    <a:lstStyle/>
                    <a:p>
                      <a:endParaRPr lang="es-PE"/>
                    </a:p>
                  </a:txBody>
                  <a:tcPr/>
                </a:tc>
                <a:tc>
                  <a:txBody>
                    <a:bodyPr/>
                    <a:lstStyle/>
                    <a:p>
                      <a:pPr algn="l" fontAlgn="b"/>
                      <a:endParaRPr lang="es-PE"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183163814"/>
                  </a:ext>
                </a:extLst>
              </a:tr>
              <a:tr h="376183">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800" u="none" strike="noStrike">
                          <a:effectLst/>
                        </a:rPr>
                        <a:t>S</a:t>
                      </a:r>
                      <a:r>
                        <a:rPr lang="es-PE" sz="1800" u="none" strike="noStrike" baseline="-25000">
                          <a:effectLst/>
                        </a:rPr>
                        <a:t>2</a:t>
                      </a:r>
                      <a:endParaRPr lang="es-PE" sz="1800" b="0" i="0" u="none" strike="noStrike">
                        <a:solidFill>
                          <a:srgbClr val="000000"/>
                        </a:solidFill>
                        <a:effectLst/>
                        <a:latin typeface="Arial MT"/>
                      </a:endParaRPr>
                    </a:p>
                  </a:txBody>
                  <a:tcPr marL="0" marR="0" marT="0" marB="0" anchor="ctr"/>
                </a:tc>
                <a:tc>
                  <a:txBody>
                    <a:bodyPr/>
                    <a:lstStyle/>
                    <a:p>
                      <a:pPr algn="ctr" fontAlgn="b"/>
                      <a:r>
                        <a:rPr lang="es-PE" sz="1600" u="none" strike="noStrike" dirty="0">
                          <a:effectLst/>
                        </a:rPr>
                        <a:t>18</a:t>
                      </a:r>
                      <a:endParaRPr lang="es-PE"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1600" u="none" strike="noStrike">
                          <a:effectLst/>
                        </a:rPr>
                        <a:t>3</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1</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800</a:t>
                      </a:r>
                      <a:endParaRPr lang="es-PE" sz="1600" b="0" i="0" u="none" strike="noStrike">
                        <a:solidFill>
                          <a:srgbClr val="000000"/>
                        </a:solidFill>
                        <a:effectLst/>
                        <a:latin typeface="Arial MT"/>
                      </a:endParaRPr>
                    </a:p>
                  </a:txBody>
                  <a:tcPr marL="0" marR="0" marT="0" marB="0" anchor="ctr"/>
                </a:tc>
                <a:tc>
                  <a:txBody>
                    <a:bodyPr/>
                    <a:lstStyle/>
                    <a:p>
                      <a:pPr algn="r" fontAlgn="t"/>
                      <a:r>
                        <a:rPr lang="es-PE" sz="1800" u="none" strike="noStrike">
                          <a:effectLst/>
                        </a:rPr>
                        <a:t>44,44</a:t>
                      </a:r>
                      <a:endParaRPr lang="es-PE" sz="1800" b="0" i="0" u="none" strike="noStrike">
                        <a:solidFill>
                          <a:srgbClr val="000000"/>
                        </a:solidFill>
                        <a:effectLst/>
                        <a:latin typeface="Arial" panose="020B0604020202020204" pitchFamily="34" charset="0"/>
                      </a:endParaRPr>
                    </a:p>
                  </a:txBody>
                  <a:tcPr marL="0" marR="0" marT="0" marB="0"/>
                </a:tc>
                <a:tc>
                  <a:txBody>
                    <a:bodyPr/>
                    <a:lstStyle/>
                    <a:p>
                      <a:pPr algn="l" fontAlgn="b"/>
                      <a:endParaRPr lang="es-PE"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006586754"/>
                  </a:ext>
                </a:extLst>
              </a:tr>
              <a:tr h="376183">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800" u="none" strike="noStrike">
                          <a:effectLst/>
                        </a:rPr>
                        <a:t>S</a:t>
                      </a:r>
                      <a:r>
                        <a:rPr lang="es-PE" sz="1800" u="none" strike="noStrike" baseline="-25000">
                          <a:effectLst/>
                        </a:rPr>
                        <a:t>3</a:t>
                      </a:r>
                      <a:endParaRPr lang="es-PE" sz="18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9</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4</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1</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600</a:t>
                      </a:r>
                      <a:endParaRPr lang="es-PE" sz="1600" b="0" i="0" u="none" strike="noStrike">
                        <a:solidFill>
                          <a:srgbClr val="000000"/>
                        </a:solidFill>
                        <a:effectLst/>
                        <a:latin typeface="Arial MT"/>
                      </a:endParaRPr>
                    </a:p>
                  </a:txBody>
                  <a:tcPr marL="0" marR="0" marT="0" marB="0" anchor="ctr"/>
                </a:tc>
                <a:tc>
                  <a:txBody>
                    <a:bodyPr/>
                    <a:lstStyle/>
                    <a:p>
                      <a:pPr algn="r" fontAlgn="t"/>
                      <a:r>
                        <a:rPr lang="es-PE" sz="1800" u="none" strike="noStrike">
                          <a:effectLst/>
                        </a:rPr>
                        <a:t>66,67</a:t>
                      </a:r>
                      <a:endParaRPr lang="es-PE" sz="1800" b="0" i="0" u="none" strike="noStrike">
                        <a:solidFill>
                          <a:srgbClr val="000000"/>
                        </a:solidFill>
                        <a:effectLst/>
                        <a:latin typeface="Arial" panose="020B0604020202020204" pitchFamily="34" charset="0"/>
                      </a:endParaRPr>
                    </a:p>
                  </a:txBody>
                  <a:tcPr marL="0" marR="0" marT="0" marB="0"/>
                </a:tc>
                <a:tc>
                  <a:txBody>
                    <a:bodyPr/>
                    <a:lstStyle/>
                    <a:p>
                      <a:pPr algn="l" fontAlgn="b"/>
                      <a:endParaRPr lang="es-PE"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697374997"/>
                  </a:ext>
                </a:extLst>
              </a:tr>
              <a:tr h="376183">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800" u="none" strike="noStrike">
                          <a:effectLst/>
                        </a:rPr>
                        <a:t>s</a:t>
                      </a:r>
                      <a:r>
                        <a:rPr lang="es-PE" sz="1800" u="none" strike="noStrike" baseline="-25000">
                          <a:effectLst/>
                        </a:rPr>
                        <a:t>4</a:t>
                      </a:r>
                      <a:endParaRPr lang="es-PE" sz="18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1</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1</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80</a:t>
                      </a:r>
                      <a:endParaRPr lang="es-PE" sz="1600" b="0" i="0" u="none" strike="noStrike">
                        <a:solidFill>
                          <a:srgbClr val="000000"/>
                        </a:solidFill>
                        <a:effectLst/>
                        <a:latin typeface="Arial MT"/>
                      </a:endParaRPr>
                    </a:p>
                  </a:txBody>
                  <a:tcPr marL="0" marR="0" marT="0" marB="0" anchor="ctr"/>
                </a:tc>
                <a:tc>
                  <a:txBody>
                    <a:bodyPr/>
                    <a:lstStyle/>
                    <a:p>
                      <a:pPr algn="r" fontAlgn="t"/>
                      <a:r>
                        <a:rPr lang="es-PE" sz="1800" u="none" strike="noStrike">
                          <a:effectLst/>
                        </a:rPr>
                        <a:t>80,00</a:t>
                      </a:r>
                      <a:endParaRPr lang="es-PE" sz="1800" b="0" i="0" u="none" strike="noStrike">
                        <a:solidFill>
                          <a:srgbClr val="000000"/>
                        </a:solidFill>
                        <a:effectLst/>
                        <a:latin typeface="Arial" panose="020B0604020202020204" pitchFamily="34" charset="0"/>
                      </a:endParaRPr>
                    </a:p>
                  </a:txBody>
                  <a:tcPr marL="0" marR="0" marT="0" marB="0"/>
                </a:tc>
                <a:tc>
                  <a:txBody>
                    <a:bodyPr/>
                    <a:lstStyle/>
                    <a:p>
                      <a:pPr algn="l" fontAlgn="b"/>
                      <a:endParaRPr lang="es-PE"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006801832"/>
                  </a:ext>
                </a:extLst>
              </a:tr>
              <a:tr h="353384">
                <a:tc gridSpan="2">
                  <a:txBody>
                    <a:bodyPr/>
                    <a:lstStyle/>
                    <a:p>
                      <a:pPr algn="ctr" rtl="0" fontAlgn="ctr"/>
                      <a:r>
                        <a:rPr lang="es-PE" sz="1800" u="none" strike="noStrike">
                          <a:effectLst/>
                        </a:rPr>
                        <a:t>Z</a:t>
                      </a:r>
                      <a:endParaRPr lang="es-PE" sz="1800" b="1" i="0" u="none" strike="noStrike">
                        <a:solidFill>
                          <a:srgbClr val="000000"/>
                        </a:solidFill>
                        <a:effectLst/>
                        <a:latin typeface="Arial" panose="020B0604020202020204" pitchFamily="34" charset="0"/>
                      </a:endParaRPr>
                    </a:p>
                  </a:txBody>
                  <a:tcPr marL="0" marR="0" marT="0" marB="0" anchor="ctr"/>
                </a:tc>
                <a:tc hMerge="1">
                  <a:txBody>
                    <a:bodyPr/>
                    <a:lstStyle/>
                    <a:p>
                      <a:endParaRPr lang="es-PE"/>
                    </a:p>
                  </a:txBody>
                  <a:tcP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-123 1/3</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25,56</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20444,44</a:t>
                      </a:r>
                      <a:endParaRPr lang="es-PE" sz="1600" b="0" i="0" u="none" strike="noStrike">
                        <a:solidFill>
                          <a:srgbClr val="000000"/>
                        </a:solidFill>
                        <a:effectLst/>
                        <a:latin typeface="Arial MT"/>
                      </a:endParaRPr>
                    </a:p>
                  </a:txBody>
                  <a:tcPr marL="0" marR="0" marT="0" marB="0" anchor="ctr"/>
                </a:tc>
                <a:tc>
                  <a:txBody>
                    <a:bodyPr/>
                    <a:lstStyle/>
                    <a:p>
                      <a:pPr algn="l" fontAlgn="t"/>
                      <a:r>
                        <a:rPr lang="es-PE" sz="1800" u="none" strike="noStrike">
                          <a:effectLst/>
                        </a:rPr>
                        <a:t> </a:t>
                      </a:r>
                      <a:endParaRPr lang="es-PE" sz="1800" b="0" i="0" u="none" strike="noStrike">
                        <a:solidFill>
                          <a:srgbClr val="000000"/>
                        </a:solidFill>
                        <a:effectLst/>
                        <a:latin typeface="Arial" panose="020B0604020202020204" pitchFamily="34" charset="0"/>
                      </a:endParaRPr>
                    </a:p>
                  </a:txBody>
                  <a:tcPr marL="0" marR="0" marT="0" marB="0"/>
                </a:tc>
                <a:tc>
                  <a:txBody>
                    <a:bodyPr/>
                    <a:lstStyle/>
                    <a:p>
                      <a:pPr algn="l" fontAlgn="b"/>
                      <a:endParaRPr lang="es-PE"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558513148"/>
                  </a:ext>
                </a:extLst>
              </a:tr>
              <a:tr h="376183">
                <a:tc>
                  <a:txBody>
                    <a:bodyPr/>
                    <a:lstStyle/>
                    <a:p>
                      <a:pPr algn="ctr" rtl="0" fontAlgn="ctr"/>
                      <a:r>
                        <a:rPr lang="es-PE" sz="1600" u="none" strike="noStrike">
                          <a:effectLst/>
                        </a:rPr>
                        <a:t>460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800" u="none" strike="noStrike">
                          <a:effectLst/>
                        </a:rPr>
                        <a:t>x</a:t>
                      </a:r>
                      <a:r>
                        <a:rPr lang="es-PE" sz="1800" u="none" strike="noStrike" baseline="-25000">
                          <a:effectLst/>
                        </a:rPr>
                        <a:t>1</a:t>
                      </a:r>
                      <a:endParaRPr lang="es-PE" sz="18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1,00</a:t>
                      </a:r>
                      <a:endParaRPr lang="es-PE" sz="1600" b="0" i="0" u="none" strike="noStrike">
                        <a:solidFill>
                          <a:srgbClr val="000000"/>
                        </a:solidFill>
                        <a:effectLst/>
                        <a:latin typeface="Arial MT"/>
                      </a:endParaRPr>
                    </a:p>
                  </a:txBody>
                  <a:tcPr marL="0" marR="0" marT="0" marB="0" anchor="ctr"/>
                </a:tc>
                <a:tc>
                  <a:txBody>
                    <a:bodyPr/>
                    <a:lstStyle/>
                    <a:p>
                      <a:pPr algn="ctr" fontAlgn="b"/>
                      <a:r>
                        <a:rPr lang="es-PE" sz="1600" u="none" strike="noStrike" dirty="0">
                          <a:effectLst/>
                        </a:rPr>
                        <a:t>0,17</a:t>
                      </a:r>
                      <a:endParaRPr lang="es-PE"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1600" u="none" strike="noStrike">
                          <a:effectLst/>
                        </a:rPr>
                        <a:t>0,06</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0,00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0,00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44,44</a:t>
                      </a:r>
                      <a:endParaRPr lang="es-PE" sz="1600" b="0" i="0" u="none" strike="noStrike">
                        <a:solidFill>
                          <a:srgbClr val="000000"/>
                        </a:solidFill>
                        <a:effectLst/>
                        <a:latin typeface="Arial MT"/>
                      </a:endParaRPr>
                    </a:p>
                  </a:txBody>
                  <a:tcPr marL="0" marR="0" marT="0" marB="0" anchor="ctr"/>
                </a:tc>
                <a:tc>
                  <a:txBody>
                    <a:bodyPr/>
                    <a:lstStyle/>
                    <a:p>
                      <a:pPr algn="r" fontAlgn="t"/>
                      <a:r>
                        <a:rPr lang="es-PE" sz="1800" u="none" strike="noStrike">
                          <a:effectLst/>
                        </a:rPr>
                        <a:t>266,7</a:t>
                      </a:r>
                      <a:endParaRPr lang="es-PE" sz="1800" b="0" i="0" u="none" strike="noStrike">
                        <a:solidFill>
                          <a:srgbClr val="000000"/>
                        </a:solidFill>
                        <a:effectLst/>
                        <a:latin typeface="Arial" panose="020B0604020202020204" pitchFamily="34" charset="0"/>
                      </a:endParaRPr>
                    </a:p>
                  </a:txBody>
                  <a:tcPr marL="0" marR="0" marT="0" marB="0"/>
                </a:tc>
                <a:tc>
                  <a:txBody>
                    <a:bodyPr/>
                    <a:lstStyle/>
                    <a:p>
                      <a:pPr algn="l" fontAlgn="b"/>
                      <a:endParaRPr lang="es-PE"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440383886"/>
                  </a:ext>
                </a:extLst>
              </a:tr>
              <a:tr h="376183">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800" u="none" strike="noStrike">
                          <a:effectLst/>
                        </a:rPr>
                        <a:t>S</a:t>
                      </a:r>
                      <a:r>
                        <a:rPr lang="es-PE" sz="1800" u="none" strike="noStrike" baseline="-25000">
                          <a:effectLst/>
                        </a:rPr>
                        <a:t>3</a:t>
                      </a:r>
                      <a:endParaRPr lang="es-PE" sz="18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2,5</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-0,5</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1</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200</a:t>
                      </a:r>
                      <a:endParaRPr lang="es-PE" sz="1600" b="0" i="0" u="none" strike="noStrike">
                        <a:solidFill>
                          <a:srgbClr val="000000"/>
                        </a:solidFill>
                        <a:effectLst/>
                        <a:latin typeface="Arial MT"/>
                      </a:endParaRPr>
                    </a:p>
                  </a:txBody>
                  <a:tcPr marL="0" marR="0" marT="0" marB="0" anchor="ctr"/>
                </a:tc>
                <a:tc>
                  <a:txBody>
                    <a:bodyPr/>
                    <a:lstStyle/>
                    <a:p>
                      <a:pPr algn="r" fontAlgn="t"/>
                      <a:r>
                        <a:rPr lang="es-PE" sz="1800" u="none" strike="noStrike">
                          <a:effectLst/>
                        </a:rPr>
                        <a:t>80</a:t>
                      </a:r>
                      <a:endParaRPr lang="es-PE" sz="1800" b="0" i="0" u="none" strike="noStrike">
                        <a:solidFill>
                          <a:srgbClr val="000000"/>
                        </a:solidFill>
                        <a:effectLst/>
                        <a:latin typeface="Arial" panose="020B0604020202020204" pitchFamily="34" charset="0"/>
                      </a:endParaRPr>
                    </a:p>
                  </a:txBody>
                  <a:tcPr marL="0" marR="0" marT="0" marB="0"/>
                </a:tc>
                <a:tc>
                  <a:txBody>
                    <a:bodyPr/>
                    <a:lstStyle/>
                    <a:p>
                      <a:pPr algn="l" fontAlgn="b"/>
                      <a:endParaRPr lang="es-PE"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208869110"/>
                  </a:ext>
                </a:extLst>
              </a:tr>
              <a:tr h="376183">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800" u="none" strike="noStrike">
                          <a:effectLst/>
                        </a:rPr>
                        <a:t>s</a:t>
                      </a:r>
                      <a:r>
                        <a:rPr lang="es-PE" sz="1800" u="none" strike="noStrike" baseline="-25000">
                          <a:effectLst/>
                        </a:rPr>
                        <a:t>4</a:t>
                      </a:r>
                      <a:endParaRPr lang="es-PE" sz="18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0,00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-0,17</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-0,06</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0,00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1,00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35,56</a:t>
                      </a:r>
                      <a:endParaRPr lang="es-PE" sz="1600" b="0" i="0" u="none" strike="noStrike">
                        <a:solidFill>
                          <a:srgbClr val="000000"/>
                        </a:solidFill>
                        <a:effectLst/>
                        <a:latin typeface="Arial MT"/>
                      </a:endParaRPr>
                    </a:p>
                  </a:txBody>
                  <a:tcPr marL="0" marR="0" marT="0" marB="0" anchor="ctr"/>
                </a:tc>
                <a:tc>
                  <a:txBody>
                    <a:bodyPr/>
                    <a:lstStyle/>
                    <a:p>
                      <a:pPr algn="r" fontAlgn="t"/>
                      <a:r>
                        <a:rPr lang="es-PE" sz="1800" u="none" strike="noStrike">
                          <a:effectLst/>
                        </a:rPr>
                        <a:t>-213</a:t>
                      </a:r>
                      <a:endParaRPr lang="es-PE" sz="1800" b="0" i="0" u="none" strike="noStrike">
                        <a:solidFill>
                          <a:srgbClr val="000000"/>
                        </a:solidFill>
                        <a:effectLst/>
                        <a:latin typeface="Arial" panose="020B0604020202020204" pitchFamily="34" charset="0"/>
                      </a:endParaRPr>
                    </a:p>
                  </a:txBody>
                  <a:tcPr marL="0" marR="0" marT="0" marB="0"/>
                </a:tc>
                <a:tc>
                  <a:txBody>
                    <a:bodyPr/>
                    <a:lstStyle/>
                    <a:p>
                      <a:pPr algn="l" fontAlgn="b"/>
                      <a:endParaRPr lang="es-PE"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645513301"/>
                  </a:ext>
                </a:extLst>
              </a:tr>
              <a:tr h="353384">
                <a:tc gridSpan="2">
                  <a:txBody>
                    <a:bodyPr/>
                    <a:lstStyle/>
                    <a:p>
                      <a:pPr algn="ctr" rtl="0" fontAlgn="ctr"/>
                      <a:r>
                        <a:rPr lang="es-PE" sz="1800" u="none" strike="noStrike">
                          <a:effectLst/>
                        </a:rPr>
                        <a:t>Z</a:t>
                      </a:r>
                      <a:endParaRPr lang="es-PE" sz="1800" b="1" i="0" u="none" strike="noStrike">
                        <a:solidFill>
                          <a:srgbClr val="000000"/>
                        </a:solidFill>
                        <a:effectLst/>
                        <a:latin typeface="Arial" panose="020B0604020202020204" pitchFamily="34" charset="0"/>
                      </a:endParaRPr>
                    </a:p>
                  </a:txBody>
                  <a:tcPr marL="0" marR="0" marT="0" marB="0" anchor="ctr"/>
                </a:tc>
                <a:tc hMerge="1">
                  <a:txBody>
                    <a:bodyPr/>
                    <a:lstStyle/>
                    <a:p>
                      <a:endParaRPr lang="es-PE"/>
                    </a:p>
                  </a:txBody>
                  <a:tcP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0,89</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49,33</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0,00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30311,11</a:t>
                      </a:r>
                      <a:endParaRPr lang="es-PE" sz="1600" b="0" i="0" u="none" strike="noStrike">
                        <a:solidFill>
                          <a:srgbClr val="000000"/>
                        </a:solidFill>
                        <a:effectLst/>
                        <a:latin typeface="Arial MT"/>
                      </a:endParaRPr>
                    </a:p>
                  </a:txBody>
                  <a:tcPr marL="0" marR="0" marT="0" marB="0" anchor="ctr"/>
                </a:tc>
                <a:tc>
                  <a:txBody>
                    <a:bodyPr/>
                    <a:lstStyle/>
                    <a:p>
                      <a:pPr algn="l" fontAlgn="t"/>
                      <a:r>
                        <a:rPr lang="es-PE" sz="1800" u="none" strike="noStrike">
                          <a:effectLst/>
                        </a:rPr>
                        <a:t> </a:t>
                      </a:r>
                      <a:endParaRPr lang="es-PE" sz="1800" b="0" i="0" u="none" strike="noStrike">
                        <a:solidFill>
                          <a:srgbClr val="000000"/>
                        </a:solidFill>
                        <a:effectLst/>
                        <a:latin typeface="Arial" panose="020B0604020202020204" pitchFamily="34" charset="0"/>
                      </a:endParaRPr>
                    </a:p>
                  </a:txBody>
                  <a:tcPr marL="0" marR="0" marT="0" marB="0"/>
                </a:tc>
                <a:tc>
                  <a:txBody>
                    <a:bodyPr/>
                    <a:lstStyle/>
                    <a:p>
                      <a:pPr algn="l" fontAlgn="b"/>
                      <a:endParaRPr lang="es-PE"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959479709"/>
                  </a:ext>
                </a:extLst>
              </a:tr>
              <a:tr h="376183">
                <a:tc>
                  <a:txBody>
                    <a:bodyPr/>
                    <a:lstStyle/>
                    <a:p>
                      <a:pPr algn="ctr" rtl="0" fontAlgn="ctr"/>
                      <a:r>
                        <a:rPr lang="es-PE" sz="1600" u="none" strike="noStrike">
                          <a:effectLst/>
                        </a:rPr>
                        <a:t>460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800" u="none" strike="noStrike">
                          <a:effectLst/>
                        </a:rPr>
                        <a:t>x</a:t>
                      </a:r>
                      <a:r>
                        <a:rPr lang="es-PE" sz="1800" u="none" strike="noStrike" baseline="-25000">
                          <a:effectLst/>
                        </a:rPr>
                        <a:t>1</a:t>
                      </a:r>
                      <a:endParaRPr lang="es-PE" sz="18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1</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0,09</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-0,07</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0,00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31,11</a:t>
                      </a:r>
                      <a:endParaRPr lang="es-PE" sz="1600" b="0" i="0" u="none" strike="noStrike">
                        <a:solidFill>
                          <a:srgbClr val="000000"/>
                        </a:solidFill>
                        <a:effectLst/>
                        <a:latin typeface="Arial MT"/>
                      </a:endParaRPr>
                    </a:p>
                  </a:txBody>
                  <a:tcPr marL="0" marR="0" marT="0" marB="0" anchor="ctr"/>
                </a:tc>
                <a:tc>
                  <a:txBody>
                    <a:bodyPr/>
                    <a:lstStyle/>
                    <a:p>
                      <a:pPr algn="l" fontAlgn="t"/>
                      <a:r>
                        <a:rPr lang="es-PE" sz="1800" u="none" strike="noStrike">
                          <a:effectLst/>
                        </a:rPr>
                        <a:t> </a:t>
                      </a:r>
                      <a:endParaRPr lang="es-PE" sz="1800" b="0" i="0" u="none" strike="noStrike">
                        <a:solidFill>
                          <a:srgbClr val="000000"/>
                        </a:solidFill>
                        <a:effectLst/>
                        <a:latin typeface="Arial" panose="020B0604020202020204" pitchFamily="34" charset="0"/>
                      </a:endParaRPr>
                    </a:p>
                  </a:txBody>
                  <a:tcPr marL="0" marR="0" marT="0" marB="0"/>
                </a:tc>
                <a:tc>
                  <a:txBody>
                    <a:bodyPr/>
                    <a:lstStyle/>
                    <a:p>
                      <a:pPr algn="l" fontAlgn="b"/>
                      <a:endParaRPr lang="es-PE"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007783126"/>
                  </a:ext>
                </a:extLst>
              </a:tr>
              <a:tr h="376183">
                <a:tc>
                  <a:txBody>
                    <a:bodyPr/>
                    <a:lstStyle/>
                    <a:p>
                      <a:pPr algn="ctr" rtl="0" fontAlgn="ctr"/>
                      <a:r>
                        <a:rPr lang="es-PE" sz="1600" u="none" strike="noStrike">
                          <a:effectLst/>
                        </a:rPr>
                        <a:t>200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800" u="none" strike="noStrike">
                          <a:effectLst/>
                        </a:rPr>
                        <a:t>x</a:t>
                      </a:r>
                      <a:r>
                        <a:rPr lang="es-PE" sz="1800" u="none" strike="noStrike" baseline="-25000">
                          <a:effectLst/>
                        </a:rPr>
                        <a:t>2</a:t>
                      </a:r>
                      <a:endParaRPr lang="es-PE" sz="18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1</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-0,20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0,40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0,00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80,00</a:t>
                      </a:r>
                      <a:endParaRPr lang="es-PE" sz="1600" b="0" i="0" u="none" strike="noStrike">
                        <a:solidFill>
                          <a:srgbClr val="000000"/>
                        </a:solidFill>
                        <a:effectLst/>
                        <a:latin typeface="Arial MT"/>
                      </a:endParaRPr>
                    </a:p>
                  </a:txBody>
                  <a:tcPr marL="0" marR="0" marT="0" marB="0" anchor="ctr"/>
                </a:tc>
                <a:tc>
                  <a:txBody>
                    <a:bodyPr/>
                    <a:lstStyle/>
                    <a:p>
                      <a:pPr algn="l" fontAlgn="t"/>
                      <a:r>
                        <a:rPr lang="es-PE" sz="1800" u="none" strike="noStrike">
                          <a:effectLst/>
                        </a:rPr>
                        <a:t> </a:t>
                      </a:r>
                      <a:endParaRPr lang="es-PE" sz="1800" b="0" i="0" u="none" strike="noStrike">
                        <a:solidFill>
                          <a:srgbClr val="000000"/>
                        </a:solidFill>
                        <a:effectLst/>
                        <a:latin typeface="Arial" panose="020B0604020202020204" pitchFamily="34" charset="0"/>
                      </a:endParaRPr>
                    </a:p>
                  </a:txBody>
                  <a:tcPr marL="0" marR="0" marT="0" marB="0"/>
                </a:tc>
                <a:tc>
                  <a:txBody>
                    <a:bodyPr/>
                    <a:lstStyle/>
                    <a:p>
                      <a:pPr algn="l" fontAlgn="b"/>
                      <a:endParaRPr lang="es-PE"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48923291"/>
                  </a:ext>
                </a:extLst>
              </a:tr>
              <a:tr h="376183">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800" u="none" strike="noStrike">
                          <a:effectLst/>
                        </a:rPr>
                        <a:t>s</a:t>
                      </a:r>
                      <a:r>
                        <a:rPr lang="es-PE" sz="1800" u="none" strike="noStrike" baseline="-25000">
                          <a:effectLst/>
                        </a:rPr>
                        <a:t>4</a:t>
                      </a:r>
                      <a:endParaRPr lang="es-PE" sz="18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-0,09</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0,07</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1,00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48,89</a:t>
                      </a:r>
                      <a:endParaRPr lang="es-PE" sz="1600" b="0" i="0" u="none" strike="noStrike">
                        <a:solidFill>
                          <a:srgbClr val="000000"/>
                        </a:solidFill>
                        <a:effectLst/>
                        <a:latin typeface="Arial MT"/>
                      </a:endParaRPr>
                    </a:p>
                  </a:txBody>
                  <a:tcPr marL="0" marR="0" marT="0" marB="0" anchor="ctr"/>
                </a:tc>
                <a:tc>
                  <a:txBody>
                    <a:bodyPr/>
                    <a:lstStyle/>
                    <a:p>
                      <a:pPr algn="l" fontAlgn="t"/>
                      <a:r>
                        <a:rPr lang="es-PE" sz="1800" u="none" strike="noStrike">
                          <a:effectLst/>
                        </a:rPr>
                        <a:t> </a:t>
                      </a:r>
                      <a:endParaRPr lang="es-PE" sz="1800" b="0" i="0" u="none" strike="noStrike">
                        <a:solidFill>
                          <a:srgbClr val="000000"/>
                        </a:solidFill>
                        <a:effectLst/>
                        <a:latin typeface="Arial" panose="020B0604020202020204" pitchFamily="34" charset="0"/>
                      </a:endParaRPr>
                    </a:p>
                  </a:txBody>
                  <a:tcPr marL="0" marR="0" marT="0" marB="0"/>
                </a:tc>
                <a:tc>
                  <a:txBody>
                    <a:bodyPr/>
                    <a:lstStyle/>
                    <a:p>
                      <a:pPr algn="l" fontAlgn="b"/>
                      <a:endParaRPr lang="es-PE" sz="11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488381374"/>
                  </a:ext>
                </a:extLst>
              </a:tr>
            </a:tbl>
          </a:graphicData>
        </a:graphic>
      </p:graphicFrame>
      <p:sp>
        <p:nvSpPr>
          <p:cNvPr id="8" name="Elipse 7">
            <a:extLst>
              <a:ext uri="{FF2B5EF4-FFF2-40B4-BE49-F238E27FC236}">
                <a16:creationId xmlns:a16="http://schemas.microsoft.com/office/drawing/2014/main" id="{2A554B9F-EB08-421F-B1F4-A1CEA8902016}"/>
              </a:ext>
            </a:extLst>
          </p:cNvPr>
          <p:cNvSpPr/>
          <p:nvPr/>
        </p:nvSpPr>
        <p:spPr>
          <a:xfrm>
            <a:off x="2794896" y="2578879"/>
            <a:ext cx="490474" cy="36044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1800"/>
          </a:p>
        </p:txBody>
      </p:sp>
      <p:sp>
        <p:nvSpPr>
          <p:cNvPr id="9" name="Elipse 8">
            <a:extLst>
              <a:ext uri="{FF2B5EF4-FFF2-40B4-BE49-F238E27FC236}">
                <a16:creationId xmlns:a16="http://schemas.microsoft.com/office/drawing/2014/main" id="{2ACBEF28-EA44-4ADB-B407-950C8DC9E435}"/>
              </a:ext>
            </a:extLst>
          </p:cNvPr>
          <p:cNvSpPr/>
          <p:nvPr/>
        </p:nvSpPr>
        <p:spPr>
          <a:xfrm>
            <a:off x="3998113" y="4413679"/>
            <a:ext cx="490474" cy="3623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1800"/>
          </a:p>
        </p:txBody>
      </p:sp>
      <p:sp>
        <p:nvSpPr>
          <p:cNvPr id="6" name="CuadroTexto 5">
            <a:extLst>
              <a:ext uri="{FF2B5EF4-FFF2-40B4-BE49-F238E27FC236}">
                <a16:creationId xmlns:a16="http://schemas.microsoft.com/office/drawing/2014/main" id="{80C45425-62CA-4028-9807-71A149D01812}"/>
              </a:ext>
            </a:extLst>
          </p:cNvPr>
          <p:cNvSpPr txBox="1"/>
          <p:nvPr/>
        </p:nvSpPr>
        <p:spPr>
          <a:xfrm>
            <a:off x="1173192" y="241550"/>
            <a:ext cx="1535502" cy="584775"/>
          </a:xfrm>
          <a:prstGeom prst="rect">
            <a:avLst/>
          </a:prstGeom>
          <a:noFill/>
        </p:spPr>
        <p:txBody>
          <a:bodyPr wrap="square" rtlCol="0">
            <a:spAutoFit/>
          </a:bodyPr>
          <a:lstStyle/>
          <a:p>
            <a:r>
              <a:rPr lang="es-ES" sz="3200" b="1" dirty="0">
                <a:solidFill>
                  <a:srgbClr val="8A0000"/>
                </a:solidFill>
              </a:rPr>
              <a:t>Caso 2</a:t>
            </a:r>
            <a:endParaRPr lang="es-PE" sz="3200" b="1" dirty="0">
              <a:solidFill>
                <a:srgbClr val="8A0000"/>
              </a:solidFill>
            </a:endParaRPr>
          </a:p>
        </p:txBody>
      </p:sp>
      <p:sp>
        <p:nvSpPr>
          <p:cNvPr id="10" name="object 10">
            <a:extLst>
              <a:ext uri="{FF2B5EF4-FFF2-40B4-BE49-F238E27FC236}">
                <a16:creationId xmlns:a16="http://schemas.microsoft.com/office/drawing/2014/main" id="{E28EC729-7463-4AF3-9677-19D0337F33AE}"/>
              </a:ext>
            </a:extLst>
          </p:cNvPr>
          <p:cNvSpPr txBox="1">
            <a:spLocks noGrp="1"/>
          </p:cNvSpPr>
          <p:nvPr>
            <p:ph type="title"/>
          </p:nvPr>
        </p:nvSpPr>
        <p:spPr>
          <a:xfrm>
            <a:off x="6096000" y="59289"/>
            <a:ext cx="6096000" cy="998350"/>
          </a:xfrm>
          <a:prstGeom prst="rect">
            <a:avLst/>
          </a:prstGeom>
        </p:spPr>
        <p:txBody>
          <a:bodyPr vert="horz" wrap="square" lIns="0" tIns="13335" rIns="0" bIns="0" rtlCol="0">
            <a:spAutoFit/>
          </a:bodyPr>
          <a:lstStyle/>
          <a:p>
            <a:pPr marL="12700" algn="ctr">
              <a:lnSpc>
                <a:spcPct val="100000"/>
              </a:lnSpc>
              <a:spcBef>
                <a:spcPts val="105"/>
              </a:spcBef>
            </a:pPr>
            <a:r>
              <a:rPr sz="3200" dirty="0">
                <a:solidFill>
                  <a:schemeClr val="bg1"/>
                </a:solidFill>
                <a:latin typeface="Arial"/>
                <a:cs typeface="Arial"/>
              </a:rPr>
              <a:t>Solución</a:t>
            </a:r>
            <a:r>
              <a:rPr sz="3200" spc="-35" dirty="0">
                <a:solidFill>
                  <a:schemeClr val="bg1"/>
                </a:solidFill>
                <a:latin typeface="Arial"/>
                <a:cs typeface="Arial"/>
              </a:rPr>
              <a:t> </a:t>
            </a:r>
            <a:r>
              <a:rPr sz="3200" dirty="0">
                <a:solidFill>
                  <a:schemeClr val="bg1"/>
                </a:solidFill>
                <a:latin typeface="Arial"/>
                <a:cs typeface="Arial"/>
              </a:rPr>
              <a:t>óptima</a:t>
            </a:r>
            <a:r>
              <a:rPr sz="3200" spc="-35" dirty="0">
                <a:solidFill>
                  <a:schemeClr val="bg1"/>
                </a:solidFill>
                <a:latin typeface="Arial"/>
                <a:cs typeface="Arial"/>
              </a:rPr>
              <a:t> </a:t>
            </a:r>
            <a:r>
              <a:rPr sz="3200" spc="-5" dirty="0">
                <a:solidFill>
                  <a:schemeClr val="bg1"/>
                </a:solidFill>
                <a:latin typeface="Arial"/>
                <a:cs typeface="Arial"/>
              </a:rPr>
              <a:t>única</a:t>
            </a:r>
            <a:r>
              <a:rPr sz="3200" spc="-20" dirty="0">
                <a:solidFill>
                  <a:schemeClr val="bg1"/>
                </a:solidFill>
                <a:latin typeface="Arial"/>
                <a:cs typeface="Arial"/>
              </a:rPr>
              <a:t> </a:t>
            </a:r>
            <a:r>
              <a:rPr sz="3200" spc="-5" dirty="0">
                <a:solidFill>
                  <a:schemeClr val="bg1"/>
                </a:solidFill>
                <a:latin typeface="Arial"/>
                <a:cs typeface="Arial"/>
              </a:rPr>
              <a:t>(maximización)</a:t>
            </a:r>
            <a:endParaRPr sz="3200" dirty="0">
              <a:solidFill>
                <a:schemeClr val="bg1"/>
              </a:solidFill>
              <a:latin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452104" y="5923992"/>
            <a:ext cx="577342" cy="575767"/>
          </a:xfrm>
          <a:prstGeom prst="rect">
            <a:avLst/>
          </a:prstGeom>
        </p:spPr>
      </p:pic>
      <p:pic>
        <p:nvPicPr>
          <p:cNvPr id="3" name="object 3"/>
          <p:cNvPicPr/>
          <p:nvPr/>
        </p:nvPicPr>
        <p:blipFill>
          <a:blip r:embed="rId3" cstate="print"/>
          <a:stretch>
            <a:fillRect/>
          </a:stretch>
        </p:blipFill>
        <p:spPr>
          <a:xfrm>
            <a:off x="9215628" y="5353811"/>
            <a:ext cx="495300" cy="495300"/>
          </a:xfrm>
          <a:prstGeom prst="rect">
            <a:avLst/>
          </a:prstGeom>
        </p:spPr>
      </p:pic>
      <p:pic>
        <p:nvPicPr>
          <p:cNvPr id="4" name="object 4"/>
          <p:cNvPicPr/>
          <p:nvPr/>
        </p:nvPicPr>
        <p:blipFill>
          <a:blip r:embed="rId4" cstate="print"/>
          <a:stretch>
            <a:fillRect/>
          </a:stretch>
        </p:blipFill>
        <p:spPr>
          <a:xfrm>
            <a:off x="9821926" y="5280026"/>
            <a:ext cx="674624" cy="788149"/>
          </a:xfrm>
          <a:prstGeom prst="rect">
            <a:avLst/>
          </a:prstGeom>
        </p:spPr>
      </p:pic>
      <p:pic>
        <p:nvPicPr>
          <p:cNvPr id="7" name="object 7"/>
          <p:cNvPicPr/>
          <p:nvPr/>
        </p:nvPicPr>
        <p:blipFill>
          <a:blip r:embed="rId5" cstate="print"/>
          <a:stretch>
            <a:fillRect/>
          </a:stretch>
        </p:blipFill>
        <p:spPr>
          <a:xfrm>
            <a:off x="2305813" y="6416040"/>
            <a:ext cx="554735" cy="347402"/>
          </a:xfrm>
          <a:prstGeom prst="rect">
            <a:avLst/>
          </a:prstGeom>
        </p:spPr>
      </p:pic>
      <p:pic>
        <p:nvPicPr>
          <p:cNvPr id="8" name="object 8"/>
          <p:cNvPicPr/>
          <p:nvPr/>
        </p:nvPicPr>
        <p:blipFill>
          <a:blip r:embed="rId6" cstate="print"/>
          <a:stretch>
            <a:fillRect/>
          </a:stretch>
        </p:blipFill>
        <p:spPr>
          <a:xfrm>
            <a:off x="2971800" y="6416040"/>
            <a:ext cx="556132" cy="347402"/>
          </a:xfrm>
          <a:prstGeom prst="rect">
            <a:avLst/>
          </a:prstGeom>
        </p:spPr>
      </p:pic>
      <p:grpSp>
        <p:nvGrpSpPr>
          <p:cNvPr id="13" name="object 13"/>
          <p:cNvGrpSpPr/>
          <p:nvPr/>
        </p:nvGrpSpPr>
        <p:grpSpPr>
          <a:xfrm>
            <a:off x="2362200" y="3124200"/>
            <a:ext cx="7848600" cy="1981200"/>
            <a:chOff x="838200" y="3124200"/>
            <a:chExt cx="7848600" cy="1981200"/>
          </a:xfrm>
        </p:grpSpPr>
        <p:sp>
          <p:nvSpPr>
            <p:cNvPr id="14" name="object 14"/>
            <p:cNvSpPr/>
            <p:nvPr/>
          </p:nvSpPr>
          <p:spPr>
            <a:xfrm>
              <a:off x="838200" y="3124200"/>
              <a:ext cx="7848600" cy="1981200"/>
            </a:xfrm>
            <a:custGeom>
              <a:avLst/>
              <a:gdLst/>
              <a:ahLst/>
              <a:cxnLst/>
              <a:rect l="l" t="t" r="r" b="b"/>
              <a:pathLst>
                <a:path w="7848600" h="1981200">
                  <a:moveTo>
                    <a:pt x="7518400" y="0"/>
                  </a:moveTo>
                  <a:lnTo>
                    <a:pt x="330200" y="0"/>
                  </a:lnTo>
                  <a:lnTo>
                    <a:pt x="281406" y="3580"/>
                  </a:lnTo>
                  <a:lnTo>
                    <a:pt x="234835" y="13979"/>
                  </a:lnTo>
                  <a:lnTo>
                    <a:pt x="190998" y="30688"/>
                  </a:lnTo>
                  <a:lnTo>
                    <a:pt x="150404" y="53195"/>
                  </a:lnTo>
                  <a:lnTo>
                    <a:pt x="113566" y="80989"/>
                  </a:lnTo>
                  <a:lnTo>
                    <a:pt x="80994" y="113561"/>
                  </a:lnTo>
                  <a:lnTo>
                    <a:pt x="53198" y="150399"/>
                  </a:lnTo>
                  <a:lnTo>
                    <a:pt x="30690" y="190992"/>
                  </a:lnTo>
                  <a:lnTo>
                    <a:pt x="13980" y="234831"/>
                  </a:lnTo>
                  <a:lnTo>
                    <a:pt x="3580" y="281403"/>
                  </a:lnTo>
                  <a:lnTo>
                    <a:pt x="0" y="330200"/>
                  </a:lnTo>
                  <a:lnTo>
                    <a:pt x="0" y="1651000"/>
                  </a:lnTo>
                  <a:lnTo>
                    <a:pt x="3580" y="1699796"/>
                  </a:lnTo>
                  <a:lnTo>
                    <a:pt x="13980" y="1746368"/>
                  </a:lnTo>
                  <a:lnTo>
                    <a:pt x="30690" y="1790207"/>
                  </a:lnTo>
                  <a:lnTo>
                    <a:pt x="53198" y="1830800"/>
                  </a:lnTo>
                  <a:lnTo>
                    <a:pt x="80994" y="1867638"/>
                  </a:lnTo>
                  <a:lnTo>
                    <a:pt x="113566" y="1900210"/>
                  </a:lnTo>
                  <a:lnTo>
                    <a:pt x="150404" y="1928004"/>
                  </a:lnTo>
                  <a:lnTo>
                    <a:pt x="190998" y="1950511"/>
                  </a:lnTo>
                  <a:lnTo>
                    <a:pt x="234835" y="1967220"/>
                  </a:lnTo>
                  <a:lnTo>
                    <a:pt x="281406" y="1977619"/>
                  </a:lnTo>
                  <a:lnTo>
                    <a:pt x="330200" y="1981200"/>
                  </a:lnTo>
                  <a:lnTo>
                    <a:pt x="7518400" y="1981200"/>
                  </a:lnTo>
                  <a:lnTo>
                    <a:pt x="7567196" y="1977619"/>
                  </a:lnTo>
                  <a:lnTo>
                    <a:pt x="7613768" y="1967220"/>
                  </a:lnTo>
                  <a:lnTo>
                    <a:pt x="7657607" y="1950511"/>
                  </a:lnTo>
                  <a:lnTo>
                    <a:pt x="7698200" y="1928004"/>
                  </a:lnTo>
                  <a:lnTo>
                    <a:pt x="7735038" y="1900210"/>
                  </a:lnTo>
                  <a:lnTo>
                    <a:pt x="7767610" y="1867638"/>
                  </a:lnTo>
                  <a:lnTo>
                    <a:pt x="7795404" y="1830800"/>
                  </a:lnTo>
                  <a:lnTo>
                    <a:pt x="7817911" y="1790207"/>
                  </a:lnTo>
                  <a:lnTo>
                    <a:pt x="7834620" y="1746368"/>
                  </a:lnTo>
                  <a:lnTo>
                    <a:pt x="7845019" y="1699796"/>
                  </a:lnTo>
                  <a:lnTo>
                    <a:pt x="7848600" y="1651000"/>
                  </a:lnTo>
                  <a:lnTo>
                    <a:pt x="7848600" y="330200"/>
                  </a:lnTo>
                  <a:lnTo>
                    <a:pt x="7845019" y="281403"/>
                  </a:lnTo>
                  <a:lnTo>
                    <a:pt x="7834620" y="234831"/>
                  </a:lnTo>
                  <a:lnTo>
                    <a:pt x="7817911" y="190992"/>
                  </a:lnTo>
                  <a:lnTo>
                    <a:pt x="7795404" y="150399"/>
                  </a:lnTo>
                  <a:lnTo>
                    <a:pt x="7767610" y="113561"/>
                  </a:lnTo>
                  <a:lnTo>
                    <a:pt x="7735038" y="80989"/>
                  </a:lnTo>
                  <a:lnTo>
                    <a:pt x="7698200" y="53195"/>
                  </a:lnTo>
                  <a:lnTo>
                    <a:pt x="7657607" y="30688"/>
                  </a:lnTo>
                  <a:lnTo>
                    <a:pt x="7613768" y="13979"/>
                  </a:lnTo>
                  <a:lnTo>
                    <a:pt x="7567196" y="3580"/>
                  </a:lnTo>
                  <a:lnTo>
                    <a:pt x="7518400" y="0"/>
                  </a:lnTo>
                  <a:close/>
                </a:path>
              </a:pathLst>
            </a:custGeom>
            <a:solidFill>
              <a:srgbClr val="FF9933"/>
            </a:solidFill>
          </p:spPr>
          <p:txBody>
            <a:bodyPr wrap="square" lIns="0" tIns="0" rIns="0" bIns="0" rtlCol="0"/>
            <a:lstStyle/>
            <a:p>
              <a:endParaRPr/>
            </a:p>
          </p:txBody>
        </p:sp>
        <p:sp>
          <p:nvSpPr>
            <p:cNvPr id="15" name="object 15"/>
            <p:cNvSpPr/>
            <p:nvPr/>
          </p:nvSpPr>
          <p:spPr>
            <a:xfrm>
              <a:off x="838200" y="3124200"/>
              <a:ext cx="7848600" cy="1981200"/>
            </a:xfrm>
            <a:custGeom>
              <a:avLst/>
              <a:gdLst/>
              <a:ahLst/>
              <a:cxnLst/>
              <a:rect l="l" t="t" r="r" b="b"/>
              <a:pathLst>
                <a:path w="7848600" h="1981200">
                  <a:moveTo>
                    <a:pt x="0" y="330200"/>
                  </a:moveTo>
                  <a:lnTo>
                    <a:pt x="3580" y="281403"/>
                  </a:lnTo>
                  <a:lnTo>
                    <a:pt x="13980" y="234831"/>
                  </a:lnTo>
                  <a:lnTo>
                    <a:pt x="30690" y="190992"/>
                  </a:lnTo>
                  <a:lnTo>
                    <a:pt x="53198" y="150399"/>
                  </a:lnTo>
                  <a:lnTo>
                    <a:pt x="80994" y="113561"/>
                  </a:lnTo>
                  <a:lnTo>
                    <a:pt x="113566" y="80989"/>
                  </a:lnTo>
                  <a:lnTo>
                    <a:pt x="150404" y="53195"/>
                  </a:lnTo>
                  <a:lnTo>
                    <a:pt x="190998" y="30688"/>
                  </a:lnTo>
                  <a:lnTo>
                    <a:pt x="234835" y="13979"/>
                  </a:lnTo>
                  <a:lnTo>
                    <a:pt x="281406" y="3580"/>
                  </a:lnTo>
                  <a:lnTo>
                    <a:pt x="330200" y="0"/>
                  </a:lnTo>
                  <a:lnTo>
                    <a:pt x="7518400" y="0"/>
                  </a:lnTo>
                  <a:lnTo>
                    <a:pt x="7567196" y="3580"/>
                  </a:lnTo>
                  <a:lnTo>
                    <a:pt x="7613768" y="13979"/>
                  </a:lnTo>
                  <a:lnTo>
                    <a:pt x="7657607" y="30688"/>
                  </a:lnTo>
                  <a:lnTo>
                    <a:pt x="7698200" y="53195"/>
                  </a:lnTo>
                  <a:lnTo>
                    <a:pt x="7735038" y="80989"/>
                  </a:lnTo>
                  <a:lnTo>
                    <a:pt x="7767610" y="113561"/>
                  </a:lnTo>
                  <a:lnTo>
                    <a:pt x="7795404" y="150399"/>
                  </a:lnTo>
                  <a:lnTo>
                    <a:pt x="7817911" y="190992"/>
                  </a:lnTo>
                  <a:lnTo>
                    <a:pt x="7834620" y="234831"/>
                  </a:lnTo>
                  <a:lnTo>
                    <a:pt x="7845019" y="281403"/>
                  </a:lnTo>
                  <a:lnTo>
                    <a:pt x="7848600" y="330200"/>
                  </a:lnTo>
                  <a:lnTo>
                    <a:pt x="7848600" y="1651000"/>
                  </a:lnTo>
                  <a:lnTo>
                    <a:pt x="7845019" y="1699796"/>
                  </a:lnTo>
                  <a:lnTo>
                    <a:pt x="7834620" y="1746368"/>
                  </a:lnTo>
                  <a:lnTo>
                    <a:pt x="7817911" y="1790207"/>
                  </a:lnTo>
                  <a:lnTo>
                    <a:pt x="7795404" y="1830800"/>
                  </a:lnTo>
                  <a:lnTo>
                    <a:pt x="7767610" y="1867638"/>
                  </a:lnTo>
                  <a:lnTo>
                    <a:pt x="7735038" y="1900210"/>
                  </a:lnTo>
                  <a:lnTo>
                    <a:pt x="7698200" y="1928004"/>
                  </a:lnTo>
                  <a:lnTo>
                    <a:pt x="7657607" y="1950511"/>
                  </a:lnTo>
                  <a:lnTo>
                    <a:pt x="7613768" y="1967220"/>
                  </a:lnTo>
                  <a:lnTo>
                    <a:pt x="7567196" y="1977619"/>
                  </a:lnTo>
                  <a:lnTo>
                    <a:pt x="7518400" y="1981200"/>
                  </a:lnTo>
                  <a:lnTo>
                    <a:pt x="330200" y="1981200"/>
                  </a:lnTo>
                  <a:lnTo>
                    <a:pt x="281406" y="1977619"/>
                  </a:lnTo>
                  <a:lnTo>
                    <a:pt x="234835" y="1967220"/>
                  </a:lnTo>
                  <a:lnTo>
                    <a:pt x="190998" y="1950511"/>
                  </a:lnTo>
                  <a:lnTo>
                    <a:pt x="150404" y="1928004"/>
                  </a:lnTo>
                  <a:lnTo>
                    <a:pt x="113566" y="1900210"/>
                  </a:lnTo>
                  <a:lnTo>
                    <a:pt x="80994" y="1867638"/>
                  </a:lnTo>
                  <a:lnTo>
                    <a:pt x="53198" y="1830800"/>
                  </a:lnTo>
                  <a:lnTo>
                    <a:pt x="30690" y="1790207"/>
                  </a:lnTo>
                  <a:lnTo>
                    <a:pt x="13980" y="1746368"/>
                  </a:lnTo>
                  <a:lnTo>
                    <a:pt x="3580" y="1699796"/>
                  </a:lnTo>
                  <a:lnTo>
                    <a:pt x="0" y="1651000"/>
                  </a:lnTo>
                  <a:lnTo>
                    <a:pt x="0" y="330200"/>
                  </a:lnTo>
                  <a:close/>
                </a:path>
              </a:pathLst>
            </a:custGeom>
            <a:ln w="12700">
              <a:solidFill>
                <a:srgbClr val="FFFFFF"/>
              </a:solidFill>
            </a:ln>
          </p:spPr>
          <p:txBody>
            <a:bodyPr wrap="square" lIns="0" tIns="0" rIns="0" bIns="0" rtlCol="0"/>
            <a:lstStyle/>
            <a:p>
              <a:endParaRPr/>
            </a:p>
          </p:txBody>
        </p:sp>
      </p:grpSp>
      <p:sp>
        <p:nvSpPr>
          <p:cNvPr id="22" name="object 22"/>
          <p:cNvSpPr txBox="1"/>
          <p:nvPr/>
        </p:nvSpPr>
        <p:spPr>
          <a:xfrm>
            <a:off x="2728367" y="2158364"/>
            <a:ext cx="5166995" cy="452120"/>
          </a:xfrm>
          <a:prstGeom prst="rect">
            <a:avLst/>
          </a:prstGeom>
        </p:spPr>
        <p:txBody>
          <a:bodyPr vert="horz" wrap="square" lIns="0" tIns="12065" rIns="0" bIns="0" rtlCol="0">
            <a:spAutoFit/>
          </a:bodyPr>
          <a:lstStyle/>
          <a:p>
            <a:pPr marL="12700">
              <a:spcBef>
                <a:spcPts val="95"/>
              </a:spcBef>
            </a:pPr>
            <a:r>
              <a:rPr sz="2800" b="1" spc="-5" dirty="0">
                <a:solidFill>
                  <a:srgbClr val="FF0000"/>
                </a:solidFill>
                <a:latin typeface="Arial"/>
                <a:cs typeface="Arial"/>
              </a:rPr>
              <a:t>Cuando</a:t>
            </a:r>
            <a:r>
              <a:rPr sz="2800" b="1" spc="15" dirty="0">
                <a:solidFill>
                  <a:srgbClr val="FF0000"/>
                </a:solidFill>
                <a:latin typeface="Arial"/>
                <a:cs typeface="Arial"/>
              </a:rPr>
              <a:t> </a:t>
            </a:r>
            <a:r>
              <a:rPr sz="2800" b="1" spc="-5" dirty="0">
                <a:solidFill>
                  <a:srgbClr val="FF0000"/>
                </a:solidFill>
                <a:latin typeface="Arial"/>
                <a:cs typeface="Arial"/>
              </a:rPr>
              <a:t>se tienen</a:t>
            </a:r>
            <a:r>
              <a:rPr sz="2800" b="1" spc="10" dirty="0">
                <a:solidFill>
                  <a:srgbClr val="FF0000"/>
                </a:solidFill>
                <a:latin typeface="Arial"/>
                <a:cs typeface="Arial"/>
              </a:rPr>
              <a:t> </a:t>
            </a:r>
            <a:r>
              <a:rPr sz="2800" b="1" spc="-5" dirty="0">
                <a:solidFill>
                  <a:srgbClr val="FF0000"/>
                </a:solidFill>
                <a:latin typeface="Arial"/>
                <a:cs typeface="Arial"/>
              </a:rPr>
              <a:t>los</a:t>
            </a:r>
            <a:r>
              <a:rPr sz="2800" b="1" spc="-15" dirty="0">
                <a:solidFill>
                  <a:srgbClr val="FF0000"/>
                </a:solidFill>
                <a:latin typeface="Arial"/>
                <a:cs typeface="Arial"/>
              </a:rPr>
              <a:t> </a:t>
            </a:r>
            <a:r>
              <a:rPr sz="2800" b="1" dirty="0">
                <a:solidFill>
                  <a:srgbClr val="FF0000"/>
                </a:solidFill>
                <a:latin typeface="Arial"/>
                <a:cs typeface="Arial"/>
              </a:rPr>
              <a:t>valores</a:t>
            </a:r>
            <a:r>
              <a:rPr sz="2800" b="1" spc="-20" dirty="0">
                <a:solidFill>
                  <a:srgbClr val="FF0000"/>
                </a:solidFill>
                <a:latin typeface="Arial"/>
                <a:cs typeface="Arial"/>
              </a:rPr>
              <a:t> </a:t>
            </a:r>
            <a:r>
              <a:rPr sz="2800" b="1" spc="-5" dirty="0">
                <a:solidFill>
                  <a:srgbClr val="FF0000"/>
                </a:solidFill>
                <a:latin typeface="Arial"/>
                <a:cs typeface="Arial"/>
              </a:rPr>
              <a:t>:</a:t>
            </a:r>
            <a:endParaRPr sz="2800" dirty="0">
              <a:solidFill>
                <a:srgbClr val="FF0000"/>
              </a:solidFill>
              <a:latin typeface="Arial"/>
              <a:cs typeface="Arial"/>
            </a:endParaRPr>
          </a:p>
        </p:txBody>
      </p:sp>
      <p:pic>
        <p:nvPicPr>
          <p:cNvPr id="24" name="object 24"/>
          <p:cNvPicPr/>
          <p:nvPr/>
        </p:nvPicPr>
        <p:blipFill>
          <a:blip r:embed="rId7" cstate="print"/>
          <a:stretch>
            <a:fillRect/>
          </a:stretch>
        </p:blipFill>
        <p:spPr>
          <a:xfrm>
            <a:off x="6557771" y="3700271"/>
            <a:ext cx="3678174" cy="736854"/>
          </a:xfrm>
          <a:prstGeom prst="rect">
            <a:avLst/>
          </a:prstGeom>
        </p:spPr>
      </p:pic>
      <p:sp>
        <p:nvSpPr>
          <p:cNvPr id="25" name="object 25"/>
          <p:cNvSpPr txBox="1"/>
          <p:nvPr/>
        </p:nvSpPr>
        <p:spPr>
          <a:xfrm>
            <a:off x="4787646" y="3786378"/>
            <a:ext cx="5227320" cy="422275"/>
          </a:xfrm>
          <a:prstGeom prst="rect">
            <a:avLst/>
          </a:prstGeom>
        </p:spPr>
        <p:txBody>
          <a:bodyPr vert="horz" wrap="square" lIns="0" tIns="12700" rIns="0" bIns="0" rtlCol="0">
            <a:spAutoFit/>
          </a:bodyPr>
          <a:lstStyle/>
          <a:p>
            <a:pPr marL="12700">
              <a:spcBef>
                <a:spcPts val="100"/>
              </a:spcBef>
            </a:pPr>
            <a:r>
              <a:rPr sz="2400" b="1" spc="-5" dirty="0">
                <a:solidFill>
                  <a:srgbClr val="FFFFFF"/>
                </a:solidFill>
                <a:latin typeface="Arial"/>
                <a:cs typeface="Arial"/>
              </a:rPr>
              <a:t>para</a:t>
            </a:r>
            <a:r>
              <a:rPr sz="2400" b="1" spc="-10" dirty="0">
                <a:solidFill>
                  <a:srgbClr val="FFFFFF"/>
                </a:solidFill>
                <a:latin typeface="Arial"/>
                <a:cs typeface="Arial"/>
              </a:rPr>
              <a:t> </a:t>
            </a:r>
            <a:r>
              <a:rPr sz="2400" b="1" dirty="0">
                <a:solidFill>
                  <a:srgbClr val="FFFFFF"/>
                </a:solidFill>
                <a:latin typeface="Arial"/>
                <a:cs typeface="Arial"/>
              </a:rPr>
              <a:t>algunas</a:t>
            </a:r>
            <a:r>
              <a:rPr sz="2400" b="1" spc="-15" dirty="0">
                <a:solidFill>
                  <a:srgbClr val="FFFFFF"/>
                </a:solidFill>
                <a:latin typeface="Arial"/>
                <a:cs typeface="Arial"/>
              </a:rPr>
              <a:t> </a:t>
            </a:r>
            <a:r>
              <a:rPr sz="2600" b="1" i="1" dirty="0">
                <a:solidFill>
                  <a:srgbClr val="FFFFFF"/>
                </a:solidFill>
                <a:latin typeface="Arial"/>
                <a:cs typeface="Arial"/>
              </a:rPr>
              <a:t>variables</a:t>
            </a:r>
            <a:r>
              <a:rPr sz="2600" b="1" i="1" spc="-5" dirty="0">
                <a:solidFill>
                  <a:srgbClr val="FFFFFF"/>
                </a:solidFill>
                <a:latin typeface="Arial"/>
                <a:cs typeface="Arial"/>
              </a:rPr>
              <a:t> </a:t>
            </a:r>
            <a:r>
              <a:rPr sz="2600" b="1" i="1" dirty="0">
                <a:solidFill>
                  <a:srgbClr val="FFFFFF"/>
                </a:solidFill>
                <a:latin typeface="Arial"/>
                <a:cs typeface="Arial"/>
              </a:rPr>
              <a:t>no</a:t>
            </a:r>
            <a:r>
              <a:rPr sz="2600" b="1" i="1" spc="-20" dirty="0">
                <a:solidFill>
                  <a:srgbClr val="FFFFFF"/>
                </a:solidFill>
                <a:latin typeface="Arial"/>
                <a:cs typeface="Arial"/>
              </a:rPr>
              <a:t> </a:t>
            </a:r>
            <a:r>
              <a:rPr sz="2600" b="1" i="1" dirty="0">
                <a:solidFill>
                  <a:srgbClr val="FFFFFF"/>
                </a:solidFill>
                <a:latin typeface="Arial"/>
                <a:cs typeface="Arial"/>
              </a:rPr>
              <a:t>básicas</a:t>
            </a:r>
            <a:endParaRPr sz="2600">
              <a:latin typeface="Arial"/>
              <a:cs typeface="Arial"/>
            </a:endParaRPr>
          </a:p>
        </p:txBody>
      </p:sp>
      <p:sp>
        <p:nvSpPr>
          <p:cNvPr id="26" name="object 21">
            <a:extLst>
              <a:ext uri="{FF2B5EF4-FFF2-40B4-BE49-F238E27FC236}">
                <a16:creationId xmlns:a16="http://schemas.microsoft.com/office/drawing/2014/main" id="{526922FC-807D-49ED-842A-B1E8435263B4}"/>
              </a:ext>
            </a:extLst>
          </p:cNvPr>
          <p:cNvSpPr txBox="1"/>
          <p:nvPr/>
        </p:nvSpPr>
        <p:spPr>
          <a:xfrm>
            <a:off x="2677087" y="3779687"/>
            <a:ext cx="1710689" cy="482600"/>
          </a:xfrm>
          <a:prstGeom prst="rect">
            <a:avLst/>
          </a:prstGeom>
        </p:spPr>
        <p:txBody>
          <a:bodyPr vert="horz" wrap="square" lIns="0" tIns="12700" rIns="0" bIns="0" rtlCol="0">
            <a:spAutoFit/>
          </a:bodyPr>
          <a:lstStyle/>
          <a:p>
            <a:pPr marL="38100">
              <a:spcBef>
                <a:spcPts val="100"/>
              </a:spcBef>
            </a:pPr>
            <a:r>
              <a:rPr sz="3000" b="1" dirty="0" err="1">
                <a:solidFill>
                  <a:srgbClr val="FFFFFF"/>
                </a:solidFill>
                <a:latin typeface="Arial"/>
                <a:cs typeface="Arial"/>
              </a:rPr>
              <a:t>C</a:t>
            </a:r>
            <a:r>
              <a:rPr sz="3000" b="1" baseline="-20833" dirty="0" err="1">
                <a:solidFill>
                  <a:srgbClr val="FFFFFF"/>
                </a:solidFill>
                <a:latin typeface="Arial"/>
                <a:cs typeface="Arial"/>
              </a:rPr>
              <a:t>j</a:t>
            </a:r>
            <a:r>
              <a:rPr sz="3000" b="1" spc="367" baseline="-20833" dirty="0">
                <a:solidFill>
                  <a:srgbClr val="FFFFFF"/>
                </a:solidFill>
                <a:latin typeface="Arial"/>
                <a:cs typeface="Arial"/>
              </a:rPr>
              <a:t> </a:t>
            </a:r>
            <a:r>
              <a:rPr lang="es-PE" sz="3000" b="1" dirty="0">
                <a:solidFill>
                  <a:srgbClr val="FFFFFF"/>
                </a:solidFill>
                <a:latin typeface="Arial"/>
                <a:cs typeface="Arial"/>
              </a:rPr>
              <a:t>-</a:t>
            </a:r>
            <a:r>
              <a:rPr lang="es-PE" sz="3000" b="1" spc="-20" dirty="0">
                <a:solidFill>
                  <a:srgbClr val="FFFFFF"/>
                </a:solidFill>
                <a:latin typeface="Arial"/>
                <a:cs typeface="Arial"/>
              </a:rPr>
              <a:t> </a:t>
            </a:r>
            <a:r>
              <a:rPr lang="es-PE" sz="3000" b="1" dirty="0" err="1">
                <a:solidFill>
                  <a:srgbClr val="FFFFFF"/>
                </a:solidFill>
                <a:latin typeface="Arial"/>
                <a:cs typeface="Arial"/>
              </a:rPr>
              <a:t>Z</a:t>
            </a:r>
            <a:r>
              <a:rPr lang="es-PE" sz="3000" b="1" baseline="-20833" dirty="0" err="1">
                <a:solidFill>
                  <a:srgbClr val="FFFFFF"/>
                </a:solidFill>
                <a:latin typeface="Arial"/>
                <a:cs typeface="Arial"/>
              </a:rPr>
              <a:t>j</a:t>
            </a:r>
            <a:r>
              <a:rPr lang="es-PE" sz="3000" b="1" baseline="-20833" dirty="0">
                <a:solidFill>
                  <a:srgbClr val="FFFFFF"/>
                </a:solidFill>
                <a:latin typeface="Arial"/>
                <a:cs typeface="Arial"/>
              </a:rPr>
              <a:t> </a:t>
            </a:r>
            <a:r>
              <a:rPr sz="3000" b="1" dirty="0">
                <a:solidFill>
                  <a:srgbClr val="FFFFFF"/>
                </a:solidFill>
                <a:latin typeface="Arial"/>
                <a:cs typeface="Arial"/>
              </a:rPr>
              <a:t>=</a:t>
            </a:r>
            <a:r>
              <a:rPr sz="3000" b="1" spc="-20" dirty="0">
                <a:solidFill>
                  <a:srgbClr val="FFFFFF"/>
                </a:solidFill>
                <a:latin typeface="Arial"/>
                <a:cs typeface="Arial"/>
              </a:rPr>
              <a:t> </a:t>
            </a:r>
            <a:r>
              <a:rPr sz="3000" b="1" spc="-5" dirty="0">
                <a:solidFill>
                  <a:srgbClr val="FFFFFF"/>
                </a:solidFill>
                <a:latin typeface="Arial"/>
                <a:cs typeface="Arial"/>
              </a:rPr>
              <a:t>0</a:t>
            </a:r>
            <a:endParaRPr sz="3000" dirty="0">
              <a:latin typeface="Arial"/>
              <a:cs typeface="Arial"/>
            </a:endParaRPr>
          </a:p>
        </p:txBody>
      </p:sp>
      <p:sp>
        <p:nvSpPr>
          <p:cNvPr id="27" name="object 19">
            <a:extLst>
              <a:ext uri="{FF2B5EF4-FFF2-40B4-BE49-F238E27FC236}">
                <a16:creationId xmlns:a16="http://schemas.microsoft.com/office/drawing/2014/main" id="{4AA8B3AF-9345-463A-ADEE-21EEBFF3B7E5}"/>
              </a:ext>
            </a:extLst>
          </p:cNvPr>
          <p:cNvSpPr txBox="1">
            <a:spLocks noGrp="1"/>
          </p:cNvSpPr>
          <p:nvPr>
            <p:ph type="title"/>
          </p:nvPr>
        </p:nvSpPr>
        <p:spPr>
          <a:xfrm>
            <a:off x="6096000" y="23623"/>
            <a:ext cx="6057201" cy="875240"/>
          </a:xfrm>
          <a:prstGeom prst="rect">
            <a:avLst/>
          </a:prstGeom>
        </p:spPr>
        <p:txBody>
          <a:bodyPr vert="horz" wrap="square" lIns="0" tIns="13335" rIns="0" bIns="0" rtlCol="0">
            <a:spAutoFit/>
          </a:bodyPr>
          <a:lstStyle/>
          <a:p>
            <a:pPr marL="12700" algn="ctr">
              <a:lnSpc>
                <a:spcPct val="100000"/>
              </a:lnSpc>
              <a:spcBef>
                <a:spcPts val="105"/>
              </a:spcBef>
            </a:pPr>
            <a:r>
              <a:rPr sz="2800" b="1" dirty="0">
                <a:solidFill>
                  <a:schemeClr val="bg1"/>
                </a:solidFill>
                <a:latin typeface="Arial"/>
                <a:cs typeface="Arial"/>
              </a:rPr>
              <a:t>Soluciones</a:t>
            </a:r>
            <a:r>
              <a:rPr sz="2800" b="1" spc="-50" dirty="0">
                <a:solidFill>
                  <a:schemeClr val="bg1"/>
                </a:solidFill>
                <a:latin typeface="Arial"/>
                <a:cs typeface="Arial"/>
              </a:rPr>
              <a:t> </a:t>
            </a:r>
            <a:r>
              <a:rPr sz="2800" b="1" dirty="0">
                <a:solidFill>
                  <a:schemeClr val="bg1"/>
                </a:solidFill>
                <a:latin typeface="Arial"/>
                <a:cs typeface="Arial"/>
              </a:rPr>
              <a:t>óptimas</a:t>
            </a:r>
            <a:r>
              <a:rPr sz="2800" b="1" spc="-50" dirty="0">
                <a:solidFill>
                  <a:schemeClr val="bg1"/>
                </a:solidFill>
                <a:latin typeface="Arial"/>
                <a:cs typeface="Arial"/>
              </a:rPr>
              <a:t> </a:t>
            </a:r>
            <a:r>
              <a:rPr sz="2800" b="1" dirty="0">
                <a:solidFill>
                  <a:schemeClr val="bg1"/>
                </a:solidFill>
                <a:latin typeface="Arial"/>
                <a:cs typeface="Arial"/>
              </a:rPr>
              <a:t>alternativas</a:t>
            </a:r>
            <a:endParaRPr sz="2800" dirty="0">
              <a:solidFill>
                <a:schemeClr val="bg1"/>
              </a:solidFill>
              <a:latin typeface="Arial"/>
              <a:cs typeface="Arial"/>
            </a:endParaRPr>
          </a:p>
          <a:p>
            <a:pPr marL="12700" algn="ctr">
              <a:lnSpc>
                <a:spcPct val="100000"/>
              </a:lnSpc>
            </a:pPr>
            <a:r>
              <a:rPr sz="2800" b="1" i="1" dirty="0">
                <a:solidFill>
                  <a:schemeClr val="bg1"/>
                </a:solidFill>
                <a:latin typeface="Arial"/>
                <a:cs typeface="Arial"/>
              </a:rPr>
              <a:t>(Soluciones</a:t>
            </a:r>
            <a:r>
              <a:rPr sz="2800" b="1" i="1" spc="-45" dirty="0">
                <a:solidFill>
                  <a:schemeClr val="bg1"/>
                </a:solidFill>
                <a:latin typeface="Arial"/>
                <a:cs typeface="Arial"/>
              </a:rPr>
              <a:t> </a:t>
            </a:r>
            <a:r>
              <a:rPr sz="2800" b="1" i="1" dirty="0">
                <a:solidFill>
                  <a:schemeClr val="bg1"/>
                </a:solidFill>
                <a:latin typeface="Arial"/>
                <a:cs typeface="Arial"/>
              </a:rPr>
              <a:t>óptimas</a:t>
            </a:r>
            <a:r>
              <a:rPr sz="2800" b="1" i="1" spc="-55" dirty="0">
                <a:solidFill>
                  <a:schemeClr val="bg1"/>
                </a:solidFill>
                <a:latin typeface="Arial"/>
                <a:cs typeface="Arial"/>
              </a:rPr>
              <a:t> </a:t>
            </a:r>
            <a:r>
              <a:rPr sz="2800" b="1" i="1" dirty="0">
                <a:solidFill>
                  <a:schemeClr val="bg1"/>
                </a:solidFill>
                <a:latin typeface="Arial"/>
                <a:cs typeface="Arial"/>
              </a:rPr>
              <a:t>múltiples)</a:t>
            </a:r>
            <a:endParaRPr sz="2800" dirty="0">
              <a:solidFill>
                <a:schemeClr val="bg1"/>
              </a:solidFill>
              <a:latin typeface="Arial"/>
              <a:cs typeface="Arial"/>
            </a:endParaRPr>
          </a:p>
        </p:txBody>
      </p:sp>
      <p:sp>
        <p:nvSpPr>
          <p:cNvPr id="28" name="CuadroTexto 27">
            <a:extLst>
              <a:ext uri="{FF2B5EF4-FFF2-40B4-BE49-F238E27FC236}">
                <a16:creationId xmlns:a16="http://schemas.microsoft.com/office/drawing/2014/main" id="{5B146878-CC49-4D7D-A7B8-7EAB25961205}"/>
              </a:ext>
            </a:extLst>
          </p:cNvPr>
          <p:cNvSpPr txBox="1"/>
          <p:nvPr/>
        </p:nvSpPr>
        <p:spPr>
          <a:xfrm>
            <a:off x="1173192" y="241550"/>
            <a:ext cx="1535502" cy="584775"/>
          </a:xfrm>
          <a:prstGeom prst="rect">
            <a:avLst/>
          </a:prstGeom>
          <a:noFill/>
        </p:spPr>
        <p:txBody>
          <a:bodyPr wrap="square" rtlCol="0">
            <a:spAutoFit/>
          </a:bodyPr>
          <a:lstStyle/>
          <a:p>
            <a:r>
              <a:rPr lang="es-ES" sz="3200" b="1" dirty="0">
                <a:solidFill>
                  <a:srgbClr val="8A0000"/>
                </a:solidFill>
              </a:rPr>
              <a:t>Caso 3</a:t>
            </a:r>
            <a:endParaRPr lang="es-PE" sz="3200" b="1" dirty="0">
              <a:solidFill>
                <a:srgbClr val="8A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2133600" y="1447800"/>
            <a:ext cx="8077200" cy="152400"/>
          </a:xfrm>
          <a:prstGeom prst="rect">
            <a:avLst/>
          </a:prstGeom>
        </p:spPr>
      </p:pic>
      <p:pic>
        <p:nvPicPr>
          <p:cNvPr id="6" name="object 6"/>
          <p:cNvPicPr/>
          <p:nvPr/>
        </p:nvPicPr>
        <p:blipFill>
          <a:blip r:embed="rId3" cstate="print"/>
          <a:stretch>
            <a:fillRect/>
          </a:stretch>
        </p:blipFill>
        <p:spPr>
          <a:xfrm>
            <a:off x="1905000" y="1219200"/>
            <a:ext cx="8077200" cy="152400"/>
          </a:xfrm>
          <a:prstGeom prst="rect">
            <a:avLst/>
          </a:prstGeom>
        </p:spPr>
      </p:pic>
      <p:grpSp>
        <p:nvGrpSpPr>
          <p:cNvPr id="11" name="object 11"/>
          <p:cNvGrpSpPr/>
          <p:nvPr/>
        </p:nvGrpSpPr>
        <p:grpSpPr>
          <a:xfrm>
            <a:off x="206440" y="2584450"/>
            <a:ext cx="5348971" cy="3289300"/>
            <a:chOff x="908050" y="2584450"/>
            <a:chExt cx="6642100" cy="3289300"/>
          </a:xfrm>
        </p:grpSpPr>
        <p:sp>
          <p:nvSpPr>
            <p:cNvPr id="12" name="object 12"/>
            <p:cNvSpPr/>
            <p:nvPr/>
          </p:nvSpPr>
          <p:spPr>
            <a:xfrm>
              <a:off x="914400" y="2590800"/>
              <a:ext cx="6629400" cy="3276600"/>
            </a:xfrm>
            <a:custGeom>
              <a:avLst/>
              <a:gdLst/>
              <a:ahLst/>
              <a:cxnLst/>
              <a:rect l="l" t="t" r="r" b="b"/>
              <a:pathLst>
                <a:path w="6629400" h="3276600">
                  <a:moveTo>
                    <a:pt x="6083300" y="0"/>
                  </a:moveTo>
                  <a:lnTo>
                    <a:pt x="546100" y="0"/>
                  </a:lnTo>
                  <a:lnTo>
                    <a:pt x="498980" y="2004"/>
                  </a:lnTo>
                  <a:lnTo>
                    <a:pt x="452974" y="7908"/>
                  </a:lnTo>
                  <a:lnTo>
                    <a:pt x="408245" y="17547"/>
                  </a:lnTo>
                  <a:lnTo>
                    <a:pt x="364956" y="30758"/>
                  </a:lnTo>
                  <a:lnTo>
                    <a:pt x="323273" y="47377"/>
                  </a:lnTo>
                  <a:lnTo>
                    <a:pt x="283357" y="67240"/>
                  </a:lnTo>
                  <a:lnTo>
                    <a:pt x="245375" y="90183"/>
                  </a:lnTo>
                  <a:lnTo>
                    <a:pt x="209489" y="116042"/>
                  </a:lnTo>
                  <a:lnTo>
                    <a:pt x="175863" y="144653"/>
                  </a:lnTo>
                  <a:lnTo>
                    <a:pt x="144662" y="175853"/>
                  </a:lnTo>
                  <a:lnTo>
                    <a:pt x="116050" y="209478"/>
                  </a:lnTo>
                  <a:lnTo>
                    <a:pt x="90189" y="245364"/>
                  </a:lnTo>
                  <a:lnTo>
                    <a:pt x="67245" y="283346"/>
                  </a:lnTo>
                  <a:lnTo>
                    <a:pt x="47381" y="323262"/>
                  </a:lnTo>
                  <a:lnTo>
                    <a:pt x="30761" y="364946"/>
                  </a:lnTo>
                  <a:lnTo>
                    <a:pt x="17549" y="408236"/>
                  </a:lnTo>
                  <a:lnTo>
                    <a:pt x="7908" y="452968"/>
                  </a:lnTo>
                  <a:lnTo>
                    <a:pt x="2004" y="498977"/>
                  </a:lnTo>
                  <a:lnTo>
                    <a:pt x="0" y="546100"/>
                  </a:lnTo>
                  <a:lnTo>
                    <a:pt x="0" y="2730500"/>
                  </a:lnTo>
                  <a:lnTo>
                    <a:pt x="2004" y="2777619"/>
                  </a:lnTo>
                  <a:lnTo>
                    <a:pt x="7908" y="2823625"/>
                  </a:lnTo>
                  <a:lnTo>
                    <a:pt x="17549" y="2868354"/>
                  </a:lnTo>
                  <a:lnTo>
                    <a:pt x="30761" y="2911643"/>
                  </a:lnTo>
                  <a:lnTo>
                    <a:pt x="47381" y="2953326"/>
                  </a:lnTo>
                  <a:lnTo>
                    <a:pt x="67245" y="2993242"/>
                  </a:lnTo>
                  <a:lnTo>
                    <a:pt x="90189" y="3031224"/>
                  </a:lnTo>
                  <a:lnTo>
                    <a:pt x="116050" y="3067110"/>
                  </a:lnTo>
                  <a:lnTo>
                    <a:pt x="144662" y="3100736"/>
                  </a:lnTo>
                  <a:lnTo>
                    <a:pt x="175863" y="3131937"/>
                  </a:lnTo>
                  <a:lnTo>
                    <a:pt x="209489" y="3160549"/>
                  </a:lnTo>
                  <a:lnTo>
                    <a:pt x="245375" y="3186410"/>
                  </a:lnTo>
                  <a:lnTo>
                    <a:pt x="283357" y="3209354"/>
                  </a:lnTo>
                  <a:lnTo>
                    <a:pt x="323273" y="3229218"/>
                  </a:lnTo>
                  <a:lnTo>
                    <a:pt x="364956" y="3245838"/>
                  </a:lnTo>
                  <a:lnTo>
                    <a:pt x="408245" y="3259050"/>
                  </a:lnTo>
                  <a:lnTo>
                    <a:pt x="452974" y="3268691"/>
                  </a:lnTo>
                  <a:lnTo>
                    <a:pt x="498980" y="3274595"/>
                  </a:lnTo>
                  <a:lnTo>
                    <a:pt x="546100" y="3276600"/>
                  </a:lnTo>
                  <a:lnTo>
                    <a:pt x="6083300" y="3276600"/>
                  </a:lnTo>
                  <a:lnTo>
                    <a:pt x="6130422" y="3274595"/>
                  </a:lnTo>
                  <a:lnTo>
                    <a:pt x="6176431" y="3268691"/>
                  </a:lnTo>
                  <a:lnTo>
                    <a:pt x="6221163" y="3259050"/>
                  </a:lnTo>
                  <a:lnTo>
                    <a:pt x="6264453" y="3245838"/>
                  </a:lnTo>
                  <a:lnTo>
                    <a:pt x="6306137" y="3229218"/>
                  </a:lnTo>
                  <a:lnTo>
                    <a:pt x="6346053" y="3209354"/>
                  </a:lnTo>
                  <a:lnTo>
                    <a:pt x="6384035" y="3186410"/>
                  </a:lnTo>
                  <a:lnTo>
                    <a:pt x="6419921" y="3160549"/>
                  </a:lnTo>
                  <a:lnTo>
                    <a:pt x="6453546" y="3131937"/>
                  </a:lnTo>
                  <a:lnTo>
                    <a:pt x="6484746" y="3100736"/>
                  </a:lnTo>
                  <a:lnTo>
                    <a:pt x="6513357" y="3067110"/>
                  </a:lnTo>
                  <a:lnTo>
                    <a:pt x="6539216" y="3031224"/>
                  </a:lnTo>
                  <a:lnTo>
                    <a:pt x="6562159" y="2993242"/>
                  </a:lnTo>
                  <a:lnTo>
                    <a:pt x="6582022" y="2953326"/>
                  </a:lnTo>
                  <a:lnTo>
                    <a:pt x="6598641" y="2911643"/>
                  </a:lnTo>
                  <a:lnTo>
                    <a:pt x="6611852" y="2868354"/>
                  </a:lnTo>
                  <a:lnTo>
                    <a:pt x="6621491" y="2823625"/>
                  </a:lnTo>
                  <a:lnTo>
                    <a:pt x="6627395" y="2777619"/>
                  </a:lnTo>
                  <a:lnTo>
                    <a:pt x="6629400" y="2730500"/>
                  </a:lnTo>
                  <a:lnTo>
                    <a:pt x="6629400" y="546100"/>
                  </a:lnTo>
                  <a:lnTo>
                    <a:pt x="6627395" y="498977"/>
                  </a:lnTo>
                  <a:lnTo>
                    <a:pt x="6621491" y="452968"/>
                  </a:lnTo>
                  <a:lnTo>
                    <a:pt x="6611852" y="408236"/>
                  </a:lnTo>
                  <a:lnTo>
                    <a:pt x="6598641" y="364946"/>
                  </a:lnTo>
                  <a:lnTo>
                    <a:pt x="6582022" y="323262"/>
                  </a:lnTo>
                  <a:lnTo>
                    <a:pt x="6562159" y="283346"/>
                  </a:lnTo>
                  <a:lnTo>
                    <a:pt x="6539216" y="245364"/>
                  </a:lnTo>
                  <a:lnTo>
                    <a:pt x="6513357" y="209478"/>
                  </a:lnTo>
                  <a:lnTo>
                    <a:pt x="6484746" y="175853"/>
                  </a:lnTo>
                  <a:lnTo>
                    <a:pt x="6453546" y="144653"/>
                  </a:lnTo>
                  <a:lnTo>
                    <a:pt x="6419921" y="116042"/>
                  </a:lnTo>
                  <a:lnTo>
                    <a:pt x="6384035" y="90183"/>
                  </a:lnTo>
                  <a:lnTo>
                    <a:pt x="6346053" y="67240"/>
                  </a:lnTo>
                  <a:lnTo>
                    <a:pt x="6306137" y="47377"/>
                  </a:lnTo>
                  <a:lnTo>
                    <a:pt x="6264453" y="30758"/>
                  </a:lnTo>
                  <a:lnTo>
                    <a:pt x="6221163" y="17547"/>
                  </a:lnTo>
                  <a:lnTo>
                    <a:pt x="6176431" y="7908"/>
                  </a:lnTo>
                  <a:lnTo>
                    <a:pt x="6130422" y="2004"/>
                  </a:lnTo>
                  <a:lnTo>
                    <a:pt x="6083300" y="0"/>
                  </a:lnTo>
                  <a:close/>
                </a:path>
              </a:pathLst>
            </a:custGeom>
            <a:solidFill>
              <a:srgbClr val="FF9933"/>
            </a:solidFill>
          </p:spPr>
          <p:txBody>
            <a:bodyPr wrap="square" lIns="0" tIns="0" rIns="0" bIns="0" rtlCol="0"/>
            <a:lstStyle/>
            <a:p>
              <a:endParaRPr/>
            </a:p>
          </p:txBody>
        </p:sp>
        <p:sp>
          <p:nvSpPr>
            <p:cNvPr id="13" name="object 13"/>
            <p:cNvSpPr/>
            <p:nvPr/>
          </p:nvSpPr>
          <p:spPr>
            <a:xfrm>
              <a:off x="914400" y="2590800"/>
              <a:ext cx="6629400" cy="3276600"/>
            </a:xfrm>
            <a:custGeom>
              <a:avLst/>
              <a:gdLst/>
              <a:ahLst/>
              <a:cxnLst/>
              <a:rect l="l" t="t" r="r" b="b"/>
              <a:pathLst>
                <a:path w="6629400" h="3276600">
                  <a:moveTo>
                    <a:pt x="0" y="546100"/>
                  </a:moveTo>
                  <a:lnTo>
                    <a:pt x="2004" y="498977"/>
                  </a:lnTo>
                  <a:lnTo>
                    <a:pt x="7908" y="452968"/>
                  </a:lnTo>
                  <a:lnTo>
                    <a:pt x="17549" y="408236"/>
                  </a:lnTo>
                  <a:lnTo>
                    <a:pt x="30761" y="364946"/>
                  </a:lnTo>
                  <a:lnTo>
                    <a:pt x="47381" y="323262"/>
                  </a:lnTo>
                  <a:lnTo>
                    <a:pt x="67245" y="283346"/>
                  </a:lnTo>
                  <a:lnTo>
                    <a:pt x="90189" y="245364"/>
                  </a:lnTo>
                  <a:lnTo>
                    <a:pt x="116050" y="209478"/>
                  </a:lnTo>
                  <a:lnTo>
                    <a:pt x="144662" y="175853"/>
                  </a:lnTo>
                  <a:lnTo>
                    <a:pt x="175863" y="144653"/>
                  </a:lnTo>
                  <a:lnTo>
                    <a:pt x="209489" y="116042"/>
                  </a:lnTo>
                  <a:lnTo>
                    <a:pt x="245375" y="90183"/>
                  </a:lnTo>
                  <a:lnTo>
                    <a:pt x="283357" y="67240"/>
                  </a:lnTo>
                  <a:lnTo>
                    <a:pt x="323273" y="47377"/>
                  </a:lnTo>
                  <a:lnTo>
                    <a:pt x="364956" y="30758"/>
                  </a:lnTo>
                  <a:lnTo>
                    <a:pt x="408245" y="17547"/>
                  </a:lnTo>
                  <a:lnTo>
                    <a:pt x="452974" y="7908"/>
                  </a:lnTo>
                  <a:lnTo>
                    <a:pt x="498980" y="2004"/>
                  </a:lnTo>
                  <a:lnTo>
                    <a:pt x="546100" y="0"/>
                  </a:lnTo>
                  <a:lnTo>
                    <a:pt x="6083300" y="0"/>
                  </a:lnTo>
                  <a:lnTo>
                    <a:pt x="6130422" y="2004"/>
                  </a:lnTo>
                  <a:lnTo>
                    <a:pt x="6176431" y="7908"/>
                  </a:lnTo>
                  <a:lnTo>
                    <a:pt x="6221163" y="17547"/>
                  </a:lnTo>
                  <a:lnTo>
                    <a:pt x="6264453" y="30758"/>
                  </a:lnTo>
                  <a:lnTo>
                    <a:pt x="6306137" y="47377"/>
                  </a:lnTo>
                  <a:lnTo>
                    <a:pt x="6346053" y="67240"/>
                  </a:lnTo>
                  <a:lnTo>
                    <a:pt x="6384035" y="90183"/>
                  </a:lnTo>
                  <a:lnTo>
                    <a:pt x="6419921" y="116042"/>
                  </a:lnTo>
                  <a:lnTo>
                    <a:pt x="6453546" y="144653"/>
                  </a:lnTo>
                  <a:lnTo>
                    <a:pt x="6484746" y="175853"/>
                  </a:lnTo>
                  <a:lnTo>
                    <a:pt x="6513357" y="209478"/>
                  </a:lnTo>
                  <a:lnTo>
                    <a:pt x="6539216" y="245364"/>
                  </a:lnTo>
                  <a:lnTo>
                    <a:pt x="6562159" y="283346"/>
                  </a:lnTo>
                  <a:lnTo>
                    <a:pt x="6582022" y="323262"/>
                  </a:lnTo>
                  <a:lnTo>
                    <a:pt x="6598641" y="364946"/>
                  </a:lnTo>
                  <a:lnTo>
                    <a:pt x="6611852" y="408236"/>
                  </a:lnTo>
                  <a:lnTo>
                    <a:pt x="6621491" y="452968"/>
                  </a:lnTo>
                  <a:lnTo>
                    <a:pt x="6627395" y="498977"/>
                  </a:lnTo>
                  <a:lnTo>
                    <a:pt x="6629400" y="546100"/>
                  </a:lnTo>
                  <a:lnTo>
                    <a:pt x="6629400" y="2730500"/>
                  </a:lnTo>
                  <a:lnTo>
                    <a:pt x="6627395" y="2777619"/>
                  </a:lnTo>
                  <a:lnTo>
                    <a:pt x="6621491" y="2823625"/>
                  </a:lnTo>
                  <a:lnTo>
                    <a:pt x="6611852" y="2868354"/>
                  </a:lnTo>
                  <a:lnTo>
                    <a:pt x="6598641" y="2911643"/>
                  </a:lnTo>
                  <a:lnTo>
                    <a:pt x="6582022" y="2953326"/>
                  </a:lnTo>
                  <a:lnTo>
                    <a:pt x="6562159" y="2993242"/>
                  </a:lnTo>
                  <a:lnTo>
                    <a:pt x="6539216" y="3031224"/>
                  </a:lnTo>
                  <a:lnTo>
                    <a:pt x="6513357" y="3067110"/>
                  </a:lnTo>
                  <a:lnTo>
                    <a:pt x="6484746" y="3100736"/>
                  </a:lnTo>
                  <a:lnTo>
                    <a:pt x="6453546" y="3131937"/>
                  </a:lnTo>
                  <a:lnTo>
                    <a:pt x="6419921" y="3160549"/>
                  </a:lnTo>
                  <a:lnTo>
                    <a:pt x="6384035" y="3186410"/>
                  </a:lnTo>
                  <a:lnTo>
                    <a:pt x="6346053" y="3209354"/>
                  </a:lnTo>
                  <a:lnTo>
                    <a:pt x="6306137" y="3229218"/>
                  </a:lnTo>
                  <a:lnTo>
                    <a:pt x="6264453" y="3245838"/>
                  </a:lnTo>
                  <a:lnTo>
                    <a:pt x="6221163" y="3259050"/>
                  </a:lnTo>
                  <a:lnTo>
                    <a:pt x="6176431" y="3268691"/>
                  </a:lnTo>
                  <a:lnTo>
                    <a:pt x="6130422" y="3274595"/>
                  </a:lnTo>
                  <a:lnTo>
                    <a:pt x="6083300" y="3276600"/>
                  </a:lnTo>
                  <a:lnTo>
                    <a:pt x="546100" y="3276600"/>
                  </a:lnTo>
                  <a:lnTo>
                    <a:pt x="498980" y="3274595"/>
                  </a:lnTo>
                  <a:lnTo>
                    <a:pt x="452974" y="3268691"/>
                  </a:lnTo>
                  <a:lnTo>
                    <a:pt x="408245" y="3259050"/>
                  </a:lnTo>
                  <a:lnTo>
                    <a:pt x="364956" y="3245838"/>
                  </a:lnTo>
                  <a:lnTo>
                    <a:pt x="323273" y="3229218"/>
                  </a:lnTo>
                  <a:lnTo>
                    <a:pt x="283357" y="3209354"/>
                  </a:lnTo>
                  <a:lnTo>
                    <a:pt x="245375" y="3186410"/>
                  </a:lnTo>
                  <a:lnTo>
                    <a:pt x="209489" y="3160549"/>
                  </a:lnTo>
                  <a:lnTo>
                    <a:pt x="175863" y="3131937"/>
                  </a:lnTo>
                  <a:lnTo>
                    <a:pt x="144662" y="3100736"/>
                  </a:lnTo>
                  <a:lnTo>
                    <a:pt x="116050" y="3067110"/>
                  </a:lnTo>
                  <a:lnTo>
                    <a:pt x="90189" y="3031224"/>
                  </a:lnTo>
                  <a:lnTo>
                    <a:pt x="67245" y="2993242"/>
                  </a:lnTo>
                  <a:lnTo>
                    <a:pt x="47381" y="2953326"/>
                  </a:lnTo>
                  <a:lnTo>
                    <a:pt x="30761" y="2911643"/>
                  </a:lnTo>
                  <a:lnTo>
                    <a:pt x="17549" y="2868354"/>
                  </a:lnTo>
                  <a:lnTo>
                    <a:pt x="7908" y="2823625"/>
                  </a:lnTo>
                  <a:lnTo>
                    <a:pt x="2004" y="2777619"/>
                  </a:lnTo>
                  <a:lnTo>
                    <a:pt x="0" y="2730500"/>
                  </a:lnTo>
                  <a:lnTo>
                    <a:pt x="0" y="546100"/>
                  </a:lnTo>
                  <a:close/>
                </a:path>
              </a:pathLst>
            </a:custGeom>
            <a:ln w="12700">
              <a:solidFill>
                <a:srgbClr val="FFFFFF"/>
              </a:solidFill>
            </a:ln>
          </p:spPr>
          <p:txBody>
            <a:bodyPr wrap="square" lIns="0" tIns="0" rIns="0" bIns="0" rtlCol="0"/>
            <a:lstStyle/>
            <a:p>
              <a:endParaRPr/>
            </a:p>
          </p:txBody>
        </p:sp>
      </p:grpSp>
      <p:sp>
        <p:nvSpPr>
          <p:cNvPr id="14" name="object 14"/>
          <p:cNvSpPr txBox="1"/>
          <p:nvPr/>
        </p:nvSpPr>
        <p:spPr>
          <a:xfrm>
            <a:off x="417469" y="1753445"/>
            <a:ext cx="1624965" cy="452120"/>
          </a:xfrm>
          <a:prstGeom prst="rect">
            <a:avLst/>
          </a:prstGeom>
        </p:spPr>
        <p:txBody>
          <a:bodyPr vert="horz" wrap="square" lIns="0" tIns="12065" rIns="0" bIns="0" rtlCol="0">
            <a:spAutoFit/>
          </a:bodyPr>
          <a:lstStyle/>
          <a:p>
            <a:pPr marL="12700">
              <a:spcBef>
                <a:spcPts val="95"/>
              </a:spcBef>
            </a:pPr>
            <a:r>
              <a:rPr sz="2800" b="1" spc="-5" dirty="0">
                <a:solidFill>
                  <a:srgbClr val="FF0000"/>
                </a:solidFill>
                <a:uFill>
                  <a:solidFill>
                    <a:srgbClr val="FFFFFF"/>
                  </a:solidFill>
                </a:uFill>
                <a:latin typeface="Arial"/>
                <a:cs typeface="Arial"/>
              </a:rPr>
              <a:t>Ejemplo</a:t>
            </a:r>
            <a:r>
              <a:rPr sz="2800" b="1" spc="-65" dirty="0">
                <a:solidFill>
                  <a:srgbClr val="FF0000"/>
                </a:solidFill>
                <a:latin typeface="Arial"/>
                <a:cs typeface="Arial"/>
              </a:rPr>
              <a:t> </a:t>
            </a:r>
            <a:r>
              <a:rPr sz="2800" b="1" spc="-5" dirty="0">
                <a:solidFill>
                  <a:srgbClr val="FF0000"/>
                </a:solidFill>
                <a:latin typeface="Arial"/>
                <a:cs typeface="Arial"/>
              </a:rPr>
              <a:t>:</a:t>
            </a:r>
            <a:endParaRPr sz="2800" dirty="0">
              <a:solidFill>
                <a:srgbClr val="FF0000"/>
              </a:solidFill>
              <a:latin typeface="Arial"/>
              <a:cs typeface="Arial"/>
            </a:endParaRPr>
          </a:p>
        </p:txBody>
      </p:sp>
      <p:sp>
        <p:nvSpPr>
          <p:cNvPr id="15" name="object 15"/>
          <p:cNvSpPr txBox="1"/>
          <p:nvPr/>
        </p:nvSpPr>
        <p:spPr>
          <a:xfrm>
            <a:off x="2193736" y="2792348"/>
            <a:ext cx="2953385" cy="452120"/>
          </a:xfrm>
          <a:prstGeom prst="rect">
            <a:avLst/>
          </a:prstGeom>
        </p:spPr>
        <p:txBody>
          <a:bodyPr vert="horz" wrap="square" lIns="0" tIns="12065" rIns="0" bIns="0" rtlCol="0">
            <a:spAutoFit/>
          </a:bodyPr>
          <a:lstStyle/>
          <a:p>
            <a:pPr marL="38100">
              <a:spcBef>
                <a:spcPts val="95"/>
              </a:spcBef>
            </a:pPr>
            <a:r>
              <a:rPr sz="2800" b="1" spc="-5" dirty="0">
                <a:solidFill>
                  <a:srgbClr val="FFFFFF"/>
                </a:solidFill>
                <a:latin typeface="Arial"/>
                <a:cs typeface="Arial"/>
              </a:rPr>
              <a:t>Z</a:t>
            </a:r>
            <a:r>
              <a:rPr sz="2800" b="1" spc="-20" dirty="0">
                <a:solidFill>
                  <a:srgbClr val="FFFFFF"/>
                </a:solidFill>
                <a:latin typeface="Arial"/>
                <a:cs typeface="Arial"/>
              </a:rPr>
              <a:t> </a:t>
            </a:r>
            <a:r>
              <a:rPr sz="2800" b="1" spc="-5" dirty="0">
                <a:solidFill>
                  <a:srgbClr val="FFFFFF"/>
                </a:solidFill>
                <a:latin typeface="Arial"/>
                <a:cs typeface="Arial"/>
              </a:rPr>
              <a:t>=</a:t>
            </a:r>
            <a:r>
              <a:rPr sz="2800" b="1" spc="-15" dirty="0">
                <a:solidFill>
                  <a:srgbClr val="FFFFFF"/>
                </a:solidFill>
                <a:latin typeface="Arial"/>
                <a:cs typeface="Arial"/>
              </a:rPr>
              <a:t> </a:t>
            </a:r>
            <a:r>
              <a:rPr sz="2800" b="1" dirty="0">
                <a:solidFill>
                  <a:srgbClr val="FFFFFF"/>
                </a:solidFill>
                <a:latin typeface="Arial"/>
                <a:cs typeface="Arial"/>
              </a:rPr>
              <a:t>4</a:t>
            </a:r>
            <a:r>
              <a:rPr lang="es-ES" sz="2800" b="1" dirty="0">
                <a:solidFill>
                  <a:srgbClr val="FFFFFF"/>
                </a:solidFill>
                <a:latin typeface="Arial"/>
                <a:cs typeface="Arial"/>
              </a:rPr>
              <a:t>5</a:t>
            </a:r>
            <a:r>
              <a:rPr sz="2800" b="1" dirty="0" err="1">
                <a:solidFill>
                  <a:srgbClr val="FFFFFF"/>
                </a:solidFill>
                <a:latin typeface="Arial"/>
                <a:cs typeface="Arial"/>
              </a:rPr>
              <a:t>0x</a:t>
            </a:r>
            <a:r>
              <a:rPr sz="2775" b="1" baseline="-21021" dirty="0" err="1">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a:t>
            </a:r>
            <a:r>
              <a:rPr sz="2800" b="1" spc="-15" dirty="0">
                <a:solidFill>
                  <a:srgbClr val="FFFFFF"/>
                </a:solidFill>
                <a:latin typeface="Arial"/>
                <a:cs typeface="Arial"/>
              </a:rPr>
              <a:t> </a:t>
            </a:r>
            <a:r>
              <a:rPr sz="2800" b="1" dirty="0">
                <a:solidFill>
                  <a:srgbClr val="FFFFFF"/>
                </a:solidFill>
                <a:latin typeface="Arial"/>
                <a:cs typeface="Arial"/>
              </a:rPr>
              <a:t>200x</a:t>
            </a:r>
            <a:r>
              <a:rPr sz="2775" b="1" baseline="-21021" dirty="0">
                <a:solidFill>
                  <a:srgbClr val="FFFFFF"/>
                </a:solidFill>
                <a:latin typeface="Arial"/>
                <a:cs typeface="Arial"/>
              </a:rPr>
              <a:t>2</a:t>
            </a:r>
            <a:endParaRPr sz="2775" baseline="-21021" dirty="0">
              <a:latin typeface="Arial"/>
              <a:cs typeface="Arial"/>
            </a:endParaRPr>
          </a:p>
        </p:txBody>
      </p:sp>
      <p:sp>
        <p:nvSpPr>
          <p:cNvPr id="16" name="object 16"/>
          <p:cNvSpPr txBox="1"/>
          <p:nvPr/>
        </p:nvSpPr>
        <p:spPr>
          <a:xfrm>
            <a:off x="350356" y="2842640"/>
            <a:ext cx="1499870" cy="736420"/>
          </a:xfrm>
          <a:prstGeom prst="rect">
            <a:avLst/>
          </a:prstGeom>
        </p:spPr>
        <p:txBody>
          <a:bodyPr vert="horz" wrap="square" lIns="0" tIns="635" rIns="0" bIns="0" rtlCol="0">
            <a:spAutoFit/>
          </a:bodyPr>
          <a:lstStyle/>
          <a:p>
            <a:pPr marL="12700" marR="5080">
              <a:lnSpc>
                <a:spcPct val="103299"/>
              </a:lnSpc>
              <a:spcBef>
                <a:spcPts val="5"/>
              </a:spcBef>
            </a:pPr>
            <a:r>
              <a:rPr sz="2400" b="1" spc="-5" dirty="0">
                <a:solidFill>
                  <a:srgbClr val="FFFFFF"/>
                </a:solidFill>
                <a:latin typeface="Arial"/>
                <a:cs typeface="Arial"/>
              </a:rPr>
              <a:t>Maximizar  Sujeto</a:t>
            </a:r>
            <a:r>
              <a:rPr sz="2400" b="1" spc="-35" dirty="0">
                <a:solidFill>
                  <a:srgbClr val="FFFFFF"/>
                </a:solidFill>
                <a:latin typeface="Arial"/>
                <a:cs typeface="Arial"/>
              </a:rPr>
              <a:t> </a:t>
            </a:r>
            <a:r>
              <a:rPr sz="2400" b="1" dirty="0">
                <a:solidFill>
                  <a:srgbClr val="FFFFFF"/>
                </a:solidFill>
                <a:latin typeface="Arial"/>
                <a:cs typeface="Arial"/>
              </a:rPr>
              <a:t>a</a:t>
            </a:r>
            <a:r>
              <a:rPr sz="2400" b="1" spc="-35" dirty="0">
                <a:solidFill>
                  <a:srgbClr val="FFFFFF"/>
                </a:solidFill>
                <a:latin typeface="Arial"/>
                <a:cs typeface="Arial"/>
              </a:rPr>
              <a:t> </a:t>
            </a:r>
            <a:r>
              <a:rPr sz="2400" b="1" dirty="0">
                <a:solidFill>
                  <a:srgbClr val="FFFFFF"/>
                </a:solidFill>
                <a:latin typeface="Arial"/>
                <a:cs typeface="Arial"/>
              </a:rPr>
              <a:t>:</a:t>
            </a:r>
            <a:endParaRPr sz="2400" dirty="0">
              <a:latin typeface="Arial"/>
              <a:cs typeface="Arial"/>
            </a:endParaRPr>
          </a:p>
        </p:txBody>
      </p:sp>
      <p:sp>
        <p:nvSpPr>
          <p:cNvPr id="17" name="object 17"/>
          <p:cNvSpPr txBox="1"/>
          <p:nvPr/>
        </p:nvSpPr>
        <p:spPr>
          <a:xfrm>
            <a:off x="1995227" y="3507823"/>
            <a:ext cx="3196590" cy="2040889"/>
          </a:xfrm>
          <a:prstGeom prst="rect">
            <a:avLst/>
          </a:prstGeom>
        </p:spPr>
        <p:txBody>
          <a:bodyPr vert="horz" wrap="square" lIns="0" tIns="81280" rIns="0" bIns="0" rtlCol="0">
            <a:spAutoFit/>
          </a:bodyPr>
          <a:lstStyle/>
          <a:p>
            <a:pPr marR="86995" algn="r">
              <a:spcBef>
                <a:spcPts val="640"/>
              </a:spcBef>
              <a:tabLst>
                <a:tab pos="1523365" algn="l"/>
              </a:tabLst>
            </a:pPr>
            <a:r>
              <a:rPr sz="2800" b="1" dirty="0">
                <a:solidFill>
                  <a:srgbClr val="FFFFFF"/>
                </a:solidFill>
                <a:latin typeface="Arial"/>
                <a:cs typeface="Arial"/>
              </a:rPr>
              <a:t>18x</a:t>
            </a:r>
            <a:r>
              <a:rPr sz="2775" b="1" baseline="-21021" dirty="0">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a:solidFill>
                  <a:srgbClr val="FFFFFF"/>
                </a:solidFill>
                <a:latin typeface="Arial"/>
                <a:cs typeface="Arial"/>
              </a:rPr>
              <a:t>3x</a:t>
            </a:r>
            <a:r>
              <a:rPr sz="2775" b="1" spc="7" baseline="-21021" dirty="0">
                <a:solidFill>
                  <a:srgbClr val="FFFFFF"/>
                </a:solidFill>
                <a:latin typeface="Arial"/>
                <a:cs typeface="Arial"/>
              </a:rPr>
              <a:t>2</a:t>
            </a:r>
            <a:r>
              <a:rPr sz="2775" b="1" spc="337" baseline="-21021" dirty="0">
                <a:solidFill>
                  <a:srgbClr val="FFFFFF"/>
                </a:solidFill>
                <a:latin typeface="Arial"/>
                <a:cs typeface="Arial"/>
              </a:rPr>
              <a:t> </a:t>
            </a:r>
            <a:r>
              <a:rPr sz="2800" spc="-5" dirty="0">
                <a:solidFill>
                  <a:srgbClr val="FFFFFF"/>
                </a:solidFill>
                <a:latin typeface="Symbol"/>
                <a:cs typeface="Symbol"/>
              </a:rPr>
              <a:t></a:t>
            </a:r>
            <a:r>
              <a:rPr sz="2800" spc="50" dirty="0">
                <a:solidFill>
                  <a:srgbClr val="FFFFFF"/>
                </a:solidFill>
                <a:latin typeface="Times New Roman"/>
                <a:cs typeface="Times New Roman"/>
              </a:rPr>
              <a:t> </a:t>
            </a:r>
            <a:r>
              <a:rPr sz="2800" b="1" dirty="0">
                <a:solidFill>
                  <a:srgbClr val="FFFFFF"/>
                </a:solidFill>
                <a:latin typeface="Arial"/>
                <a:cs typeface="Arial"/>
              </a:rPr>
              <a:t>800</a:t>
            </a:r>
            <a:endParaRPr sz="2800" dirty="0">
              <a:latin typeface="Arial"/>
              <a:cs typeface="Arial"/>
            </a:endParaRPr>
          </a:p>
          <a:p>
            <a:pPr marR="55880" algn="r">
              <a:spcBef>
                <a:spcPts val="540"/>
              </a:spcBef>
              <a:tabLst>
                <a:tab pos="1327150" algn="l"/>
              </a:tabLst>
            </a:pPr>
            <a:r>
              <a:rPr sz="2800" b="1" spc="5" dirty="0">
                <a:solidFill>
                  <a:srgbClr val="FFFFFF"/>
                </a:solidFill>
                <a:latin typeface="Arial"/>
                <a:cs typeface="Arial"/>
              </a:rPr>
              <a:t>9x</a:t>
            </a:r>
            <a:r>
              <a:rPr sz="2775" b="1" spc="7" baseline="-21021" dirty="0">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a:solidFill>
                  <a:srgbClr val="FFFFFF"/>
                </a:solidFill>
                <a:latin typeface="Arial"/>
                <a:cs typeface="Arial"/>
              </a:rPr>
              <a:t>4x</a:t>
            </a:r>
            <a:r>
              <a:rPr sz="2775" b="1" spc="7" baseline="-21021" dirty="0">
                <a:solidFill>
                  <a:srgbClr val="FFFFFF"/>
                </a:solidFill>
                <a:latin typeface="Arial"/>
                <a:cs typeface="Arial"/>
              </a:rPr>
              <a:t>2</a:t>
            </a:r>
            <a:r>
              <a:rPr sz="2775" b="1" spc="337" baseline="-21021" dirty="0">
                <a:solidFill>
                  <a:srgbClr val="FFFFFF"/>
                </a:solidFill>
                <a:latin typeface="Arial"/>
                <a:cs typeface="Arial"/>
              </a:rPr>
              <a:t> </a:t>
            </a:r>
            <a:r>
              <a:rPr sz="2800" spc="-5" dirty="0">
                <a:solidFill>
                  <a:srgbClr val="FFFFFF"/>
                </a:solidFill>
                <a:latin typeface="Symbol"/>
                <a:cs typeface="Symbol"/>
              </a:rPr>
              <a:t></a:t>
            </a:r>
            <a:r>
              <a:rPr sz="2800" spc="50" dirty="0">
                <a:solidFill>
                  <a:srgbClr val="FFFFFF"/>
                </a:solidFill>
                <a:latin typeface="Times New Roman"/>
                <a:cs typeface="Times New Roman"/>
              </a:rPr>
              <a:t> </a:t>
            </a:r>
            <a:r>
              <a:rPr sz="2800" b="1" dirty="0">
                <a:solidFill>
                  <a:srgbClr val="FFFFFF"/>
                </a:solidFill>
                <a:latin typeface="Arial"/>
                <a:cs typeface="Arial"/>
              </a:rPr>
              <a:t>600</a:t>
            </a:r>
            <a:endParaRPr sz="2800" dirty="0">
              <a:latin typeface="Arial"/>
              <a:cs typeface="Arial"/>
            </a:endParaRPr>
          </a:p>
          <a:p>
            <a:pPr marR="84455" algn="r">
              <a:spcBef>
                <a:spcPts val="670"/>
              </a:spcBef>
              <a:tabLst>
                <a:tab pos="1729739" algn="l"/>
                <a:tab pos="2220595" algn="l"/>
              </a:tabLst>
            </a:pPr>
            <a:r>
              <a:rPr sz="2800" b="1" spc="5" dirty="0">
                <a:solidFill>
                  <a:srgbClr val="FFFFFF"/>
                </a:solidFill>
                <a:latin typeface="Arial"/>
                <a:cs typeface="Arial"/>
              </a:rPr>
              <a:t>x</a:t>
            </a:r>
            <a:r>
              <a:rPr sz="2775" b="1" spc="7" baseline="-21021" dirty="0">
                <a:solidFill>
                  <a:srgbClr val="FFFFFF"/>
                </a:solidFill>
                <a:latin typeface="Arial"/>
                <a:cs typeface="Arial"/>
              </a:rPr>
              <a:t>1	</a:t>
            </a:r>
            <a:r>
              <a:rPr sz="2800" spc="-5" dirty="0">
                <a:solidFill>
                  <a:srgbClr val="FFFFFF"/>
                </a:solidFill>
                <a:latin typeface="Symbol"/>
                <a:cs typeface="Symbol"/>
              </a:rPr>
              <a:t></a:t>
            </a:r>
            <a:r>
              <a:rPr sz="2800" spc="-5" dirty="0">
                <a:solidFill>
                  <a:srgbClr val="FFFFFF"/>
                </a:solidFill>
                <a:latin typeface="Times New Roman"/>
                <a:cs typeface="Times New Roman"/>
              </a:rPr>
              <a:t>	</a:t>
            </a:r>
            <a:r>
              <a:rPr sz="2800" b="1" spc="-5" dirty="0">
                <a:solidFill>
                  <a:srgbClr val="FFFFFF"/>
                </a:solidFill>
                <a:latin typeface="Arial"/>
                <a:cs typeface="Arial"/>
              </a:rPr>
              <a:t>80</a:t>
            </a:r>
            <a:endParaRPr sz="2800" dirty="0">
              <a:latin typeface="Arial"/>
              <a:cs typeface="Arial"/>
            </a:endParaRPr>
          </a:p>
          <a:p>
            <a:pPr marL="487045">
              <a:spcBef>
                <a:spcPts val="675"/>
              </a:spcBef>
              <a:tabLst>
                <a:tab pos="1802130" algn="l"/>
                <a:tab pos="2687955" algn="l"/>
              </a:tabLst>
            </a:pPr>
            <a:r>
              <a:rPr sz="2800" b="1" spc="5" dirty="0">
                <a:solidFill>
                  <a:srgbClr val="FFFFFF"/>
                </a:solidFill>
                <a:latin typeface="Arial"/>
                <a:cs typeface="Arial"/>
              </a:rPr>
              <a:t>x</a:t>
            </a:r>
            <a:r>
              <a:rPr sz="2775" b="1" spc="7" baseline="-21021" dirty="0">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a:solidFill>
                  <a:srgbClr val="FFFFFF"/>
                </a:solidFill>
                <a:latin typeface="Arial"/>
                <a:cs typeface="Arial"/>
              </a:rPr>
              <a:t>x</a:t>
            </a:r>
            <a:r>
              <a:rPr sz="2775" b="1" spc="7" baseline="-21021" dirty="0">
                <a:solidFill>
                  <a:srgbClr val="FFFFFF"/>
                </a:solidFill>
                <a:latin typeface="Arial"/>
                <a:cs typeface="Arial"/>
              </a:rPr>
              <a:t>2</a:t>
            </a:r>
            <a:r>
              <a:rPr sz="2775" b="1" spc="-15" baseline="-21021" dirty="0">
                <a:solidFill>
                  <a:srgbClr val="FFFFFF"/>
                </a:solidFill>
                <a:latin typeface="Arial"/>
                <a:cs typeface="Arial"/>
              </a:rPr>
              <a:t> </a:t>
            </a:r>
            <a:r>
              <a:rPr sz="2800" spc="-5" dirty="0">
                <a:solidFill>
                  <a:srgbClr val="FFFFFF"/>
                </a:solidFill>
                <a:latin typeface="Symbol"/>
                <a:cs typeface="Symbol"/>
              </a:rPr>
              <a:t></a:t>
            </a:r>
            <a:r>
              <a:rPr sz="2800" spc="-5" dirty="0">
                <a:solidFill>
                  <a:srgbClr val="FFFFFF"/>
                </a:solidFill>
                <a:latin typeface="Times New Roman"/>
                <a:cs typeface="Times New Roman"/>
              </a:rPr>
              <a:t>	</a:t>
            </a:r>
            <a:r>
              <a:rPr sz="2800" b="1" spc="-5" dirty="0">
                <a:solidFill>
                  <a:srgbClr val="FFFFFF"/>
                </a:solidFill>
                <a:latin typeface="Arial"/>
                <a:cs typeface="Arial"/>
              </a:rPr>
              <a:t>0</a:t>
            </a:r>
            <a:endParaRPr sz="2800" dirty="0">
              <a:latin typeface="Arial"/>
              <a:cs typeface="Arial"/>
            </a:endParaRPr>
          </a:p>
        </p:txBody>
      </p:sp>
      <p:grpSp>
        <p:nvGrpSpPr>
          <p:cNvPr id="18" name="object 11">
            <a:extLst>
              <a:ext uri="{FF2B5EF4-FFF2-40B4-BE49-F238E27FC236}">
                <a16:creationId xmlns:a16="http://schemas.microsoft.com/office/drawing/2014/main" id="{892A2888-5045-4B66-A33E-3F304076BE68}"/>
              </a:ext>
            </a:extLst>
          </p:cNvPr>
          <p:cNvGrpSpPr/>
          <p:nvPr/>
        </p:nvGrpSpPr>
        <p:grpSpPr>
          <a:xfrm>
            <a:off x="5836602" y="2547072"/>
            <a:ext cx="6154115" cy="3289300"/>
            <a:chOff x="908050" y="2584450"/>
            <a:chExt cx="6642100" cy="3289300"/>
          </a:xfrm>
        </p:grpSpPr>
        <p:sp>
          <p:nvSpPr>
            <p:cNvPr id="19" name="object 12">
              <a:extLst>
                <a:ext uri="{FF2B5EF4-FFF2-40B4-BE49-F238E27FC236}">
                  <a16:creationId xmlns:a16="http://schemas.microsoft.com/office/drawing/2014/main" id="{64BA4646-C3FF-45FB-9863-4B6656DD3B53}"/>
                </a:ext>
              </a:extLst>
            </p:cNvPr>
            <p:cNvSpPr/>
            <p:nvPr/>
          </p:nvSpPr>
          <p:spPr>
            <a:xfrm>
              <a:off x="914400" y="2590800"/>
              <a:ext cx="6629400" cy="3276600"/>
            </a:xfrm>
            <a:custGeom>
              <a:avLst/>
              <a:gdLst/>
              <a:ahLst/>
              <a:cxnLst/>
              <a:rect l="l" t="t" r="r" b="b"/>
              <a:pathLst>
                <a:path w="6629400" h="3276600">
                  <a:moveTo>
                    <a:pt x="6083300" y="0"/>
                  </a:moveTo>
                  <a:lnTo>
                    <a:pt x="546100" y="0"/>
                  </a:lnTo>
                  <a:lnTo>
                    <a:pt x="498980" y="2004"/>
                  </a:lnTo>
                  <a:lnTo>
                    <a:pt x="452974" y="7908"/>
                  </a:lnTo>
                  <a:lnTo>
                    <a:pt x="408245" y="17547"/>
                  </a:lnTo>
                  <a:lnTo>
                    <a:pt x="364956" y="30758"/>
                  </a:lnTo>
                  <a:lnTo>
                    <a:pt x="323273" y="47377"/>
                  </a:lnTo>
                  <a:lnTo>
                    <a:pt x="283357" y="67240"/>
                  </a:lnTo>
                  <a:lnTo>
                    <a:pt x="245375" y="90183"/>
                  </a:lnTo>
                  <a:lnTo>
                    <a:pt x="209489" y="116042"/>
                  </a:lnTo>
                  <a:lnTo>
                    <a:pt x="175863" y="144653"/>
                  </a:lnTo>
                  <a:lnTo>
                    <a:pt x="144662" y="175853"/>
                  </a:lnTo>
                  <a:lnTo>
                    <a:pt x="116050" y="209478"/>
                  </a:lnTo>
                  <a:lnTo>
                    <a:pt x="90189" y="245364"/>
                  </a:lnTo>
                  <a:lnTo>
                    <a:pt x="67245" y="283346"/>
                  </a:lnTo>
                  <a:lnTo>
                    <a:pt x="47381" y="323262"/>
                  </a:lnTo>
                  <a:lnTo>
                    <a:pt x="30761" y="364946"/>
                  </a:lnTo>
                  <a:lnTo>
                    <a:pt x="17549" y="408236"/>
                  </a:lnTo>
                  <a:lnTo>
                    <a:pt x="7908" y="452968"/>
                  </a:lnTo>
                  <a:lnTo>
                    <a:pt x="2004" y="498977"/>
                  </a:lnTo>
                  <a:lnTo>
                    <a:pt x="0" y="546100"/>
                  </a:lnTo>
                  <a:lnTo>
                    <a:pt x="0" y="2730500"/>
                  </a:lnTo>
                  <a:lnTo>
                    <a:pt x="2004" y="2777619"/>
                  </a:lnTo>
                  <a:lnTo>
                    <a:pt x="7908" y="2823625"/>
                  </a:lnTo>
                  <a:lnTo>
                    <a:pt x="17549" y="2868354"/>
                  </a:lnTo>
                  <a:lnTo>
                    <a:pt x="30761" y="2911643"/>
                  </a:lnTo>
                  <a:lnTo>
                    <a:pt x="47381" y="2953326"/>
                  </a:lnTo>
                  <a:lnTo>
                    <a:pt x="67245" y="2993242"/>
                  </a:lnTo>
                  <a:lnTo>
                    <a:pt x="90189" y="3031224"/>
                  </a:lnTo>
                  <a:lnTo>
                    <a:pt x="116050" y="3067110"/>
                  </a:lnTo>
                  <a:lnTo>
                    <a:pt x="144662" y="3100736"/>
                  </a:lnTo>
                  <a:lnTo>
                    <a:pt x="175863" y="3131937"/>
                  </a:lnTo>
                  <a:lnTo>
                    <a:pt x="209489" y="3160549"/>
                  </a:lnTo>
                  <a:lnTo>
                    <a:pt x="245375" y="3186410"/>
                  </a:lnTo>
                  <a:lnTo>
                    <a:pt x="283357" y="3209354"/>
                  </a:lnTo>
                  <a:lnTo>
                    <a:pt x="323273" y="3229218"/>
                  </a:lnTo>
                  <a:lnTo>
                    <a:pt x="364956" y="3245838"/>
                  </a:lnTo>
                  <a:lnTo>
                    <a:pt x="408245" y="3259050"/>
                  </a:lnTo>
                  <a:lnTo>
                    <a:pt x="452974" y="3268691"/>
                  </a:lnTo>
                  <a:lnTo>
                    <a:pt x="498980" y="3274595"/>
                  </a:lnTo>
                  <a:lnTo>
                    <a:pt x="546100" y="3276600"/>
                  </a:lnTo>
                  <a:lnTo>
                    <a:pt x="6083300" y="3276600"/>
                  </a:lnTo>
                  <a:lnTo>
                    <a:pt x="6130422" y="3274595"/>
                  </a:lnTo>
                  <a:lnTo>
                    <a:pt x="6176431" y="3268691"/>
                  </a:lnTo>
                  <a:lnTo>
                    <a:pt x="6221163" y="3259050"/>
                  </a:lnTo>
                  <a:lnTo>
                    <a:pt x="6264453" y="3245838"/>
                  </a:lnTo>
                  <a:lnTo>
                    <a:pt x="6306137" y="3229218"/>
                  </a:lnTo>
                  <a:lnTo>
                    <a:pt x="6346053" y="3209354"/>
                  </a:lnTo>
                  <a:lnTo>
                    <a:pt x="6384035" y="3186410"/>
                  </a:lnTo>
                  <a:lnTo>
                    <a:pt x="6419921" y="3160549"/>
                  </a:lnTo>
                  <a:lnTo>
                    <a:pt x="6453546" y="3131937"/>
                  </a:lnTo>
                  <a:lnTo>
                    <a:pt x="6484746" y="3100736"/>
                  </a:lnTo>
                  <a:lnTo>
                    <a:pt x="6513357" y="3067110"/>
                  </a:lnTo>
                  <a:lnTo>
                    <a:pt x="6539216" y="3031224"/>
                  </a:lnTo>
                  <a:lnTo>
                    <a:pt x="6562159" y="2993242"/>
                  </a:lnTo>
                  <a:lnTo>
                    <a:pt x="6582022" y="2953326"/>
                  </a:lnTo>
                  <a:lnTo>
                    <a:pt x="6598641" y="2911643"/>
                  </a:lnTo>
                  <a:lnTo>
                    <a:pt x="6611852" y="2868354"/>
                  </a:lnTo>
                  <a:lnTo>
                    <a:pt x="6621491" y="2823625"/>
                  </a:lnTo>
                  <a:lnTo>
                    <a:pt x="6627395" y="2777619"/>
                  </a:lnTo>
                  <a:lnTo>
                    <a:pt x="6629400" y="2730500"/>
                  </a:lnTo>
                  <a:lnTo>
                    <a:pt x="6629400" y="546100"/>
                  </a:lnTo>
                  <a:lnTo>
                    <a:pt x="6627395" y="498977"/>
                  </a:lnTo>
                  <a:lnTo>
                    <a:pt x="6621491" y="452968"/>
                  </a:lnTo>
                  <a:lnTo>
                    <a:pt x="6611852" y="408236"/>
                  </a:lnTo>
                  <a:lnTo>
                    <a:pt x="6598641" y="364946"/>
                  </a:lnTo>
                  <a:lnTo>
                    <a:pt x="6582022" y="323262"/>
                  </a:lnTo>
                  <a:lnTo>
                    <a:pt x="6562159" y="283346"/>
                  </a:lnTo>
                  <a:lnTo>
                    <a:pt x="6539216" y="245364"/>
                  </a:lnTo>
                  <a:lnTo>
                    <a:pt x="6513357" y="209478"/>
                  </a:lnTo>
                  <a:lnTo>
                    <a:pt x="6484746" y="175853"/>
                  </a:lnTo>
                  <a:lnTo>
                    <a:pt x="6453546" y="144653"/>
                  </a:lnTo>
                  <a:lnTo>
                    <a:pt x="6419921" y="116042"/>
                  </a:lnTo>
                  <a:lnTo>
                    <a:pt x="6384035" y="90183"/>
                  </a:lnTo>
                  <a:lnTo>
                    <a:pt x="6346053" y="67240"/>
                  </a:lnTo>
                  <a:lnTo>
                    <a:pt x="6306137" y="47377"/>
                  </a:lnTo>
                  <a:lnTo>
                    <a:pt x="6264453" y="30758"/>
                  </a:lnTo>
                  <a:lnTo>
                    <a:pt x="6221163" y="17547"/>
                  </a:lnTo>
                  <a:lnTo>
                    <a:pt x="6176431" y="7908"/>
                  </a:lnTo>
                  <a:lnTo>
                    <a:pt x="6130422" y="2004"/>
                  </a:lnTo>
                  <a:lnTo>
                    <a:pt x="6083300" y="0"/>
                  </a:lnTo>
                  <a:close/>
                </a:path>
              </a:pathLst>
            </a:custGeom>
            <a:solidFill>
              <a:srgbClr val="FF9933"/>
            </a:solidFill>
          </p:spPr>
          <p:txBody>
            <a:bodyPr wrap="square" lIns="0" tIns="0" rIns="0" bIns="0" rtlCol="0"/>
            <a:lstStyle/>
            <a:p>
              <a:endParaRPr/>
            </a:p>
          </p:txBody>
        </p:sp>
        <p:sp>
          <p:nvSpPr>
            <p:cNvPr id="20" name="object 13">
              <a:extLst>
                <a:ext uri="{FF2B5EF4-FFF2-40B4-BE49-F238E27FC236}">
                  <a16:creationId xmlns:a16="http://schemas.microsoft.com/office/drawing/2014/main" id="{48EDE384-3835-4A33-9B15-2BC243C07D9B}"/>
                </a:ext>
              </a:extLst>
            </p:cNvPr>
            <p:cNvSpPr/>
            <p:nvPr/>
          </p:nvSpPr>
          <p:spPr>
            <a:xfrm>
              <a:off x="914400" y="2590800"/>
              <a:ext cx="6629400" cy="3276600"/>
            </a:xfrm>
            <a:custGeom>
              <a:avLst/>
              <a:gdLst/>
              <a:ahLst/>
              <a:cxnLst/>
              <a:rect l="l" t="t" r="r" b="b"/>
              <a:pathLst>
                <a:path w="6629400" h="3276600">
                  <a:moveTo>
                    <a:pt x="0" y="546100"/>
                  </a:moveTo>
                  <a:lnTo>
                    <a:pt x="2004" y="498977"/>
                  </a:lnTo>
                  <a:lnTo>
                    <a:pt x="7908" y="452968"/>
                  </a:lnTo>
                  <a:lnTo>
                    <a:pt x="17549" y="408236"/>
                  </a:lnTo>
                  <a:lnTo>
                    <a:pt x="30761" y="364946"/>
                  </a:lnTo>
                  <a:lnTo>
                    <a:pt x="47381" y="323262"/>
                  </a:lnTo>
                  <a:lnTo>
                    <a:pt x="67245" y="283346"/>
                  </a:lnTo>
                  <a:lnTo>
                    <a:pt x="90189" y="245364"/>
                  </a:lnTo>
                  <a:lnTo>
                    <a:pt x="116050" y="209478"/>
                  </a:lnTo>
                  <a:lnTo>
                    <a:pt x="144662" y="175853"/>
                  </a:lnTo>
                  <a:lnTo>
                    <a:pt x="175863" y="144653"/>
                  </a:lnTo>
                  <a:lnTo>
                    <a:pt x="209489" y="116042"/>
                  </a:lnTo>
                  <a:lnTo>
                    <a:pt x="245375" y="90183"/>
                  </a:lnTo>
                  <a:lnTo>
                    <a:pt x="283357" y="67240"/>
                  </a:lnTo>
                  <a:lnTo>
                    <a:pt x="323273" y="47377"/>
                  </a:lnTo>
                  <a:lnTo>
                    <a:pt x="364956" y="30758"/>
                  </a:lnTo>
                  <a:lnTo>
                    <a:pt x="408245" y="17547"/>
                  </a:lnTo>
                  <a:lnTo>
                    <a:pt x="452974" y="7908"/>
                  </a:lnTo>
                  <a:lnTo>
                    <a:pt x="498980" y="2004"/>
                  </a:lnTo>
                  <a:lnTo>
                    <a:pt x="546100" y="0"/>
                  </a:lnTo>
                  <a:lnTo>
                    <a:pt x="6083300" y="0"/>
                  </a:lnTo>
                  <a:lnTo>
                    <a:pt x="6130422" y="2004"/>
                  </a:lnTo>
                  <a:lnTo>
                    <a:pt x="6176431" y="7908"/>
                  </a:lnTo>
                  <a:lnTo>
                    <a:pt x="6221163" y="17547"/>
                  </a:lnTo>
                  <a:lnTo>
                    <a:pt x="6264453" y="30758"/>
                  </a:lnTo>
                  <a:lnTo>
                    <a:pt x="6306137" y="47377"/>
                  </a:lnTo>
                  <a:lnTo>
                    <a:pt x="6346053" y="67240"/>
                  </a:lnTo>
                  <a:lnTo>
                    <a:pt x="6384035" y="90183"/>
                  </a:lnTo>
                  <a:lnTo>
                    <a:pt x="6419921" y="116042"/>
                  </a:lnTo>
                  <a:lnTo>
                    <a:pt x="6453546" y="144653"/>
                  </a:lnTo>
                  <a:lnTo>
                    <a:pt x="6484746" y="175853"/>
                  </a:lnTo>
                  <a:lnTo>
                    <a:pt x="6513357" y="209478"/>
                  </a:lnTo>
                  <a:lnTo>
                    <a:pt x="6539216" y="245364"/>
                  </a:lnTo>
                  <a:lnTo>
                    <a:pt x="6562159" y="283346"/>
                  </a:lnTo>
                  <a:lnTo>
                    <a:pt x="6582022" y="323262"/>
                  </a:lnTo>
                  <a:lnTo>
                    <a:pt x="6598641" y="364946"/>
                  </a:lnTo>
                  <a:lnTo>
                    <a:pt x="6611852" y="408236"/>
                  </a:lnTo>
                  <a:lnTo>
                    <a:pt x="6621491" y="452968"/>
                  </a:lnTo>
                  <a:lnTo>
                    <a:pt x="6627395" y="498977"/>
                  </a:lnTo>
                  <a:lnTo>
                    <a:pt x="6629400" y="546100"/>
                  </a:lnTo>
                  <a:lnTo>
                    <a:pt x="6629400" y="2730500"/>
                  </a:lnTo>
                  <a:lnTo>
                    <a:pt x="6627395" y="2777619"/>
                  </a:lnTo>
                  <a:lnTo>
                    <a:pt x="6621491" y="2823625"/>
                  </a:lnTo>
                  <a:lnTo>
                    <a:pt x="6611852" y="2868354"/>
                  </a:lnTo>
                  <a:lnTo>
                    <a:pt x="6598641" y="2911643"/>
                  </a:lnTo>
                  <a:lnTo>
                    <a:pt x="6582022" y="2953326"/>
                  </a:lnTo>
                  <a:lnTo>
                    <a:pt x="6562159" y="2993242"/>
                  </a:lnTo>
                  <a:lnTo>
                    <a:pt x="6539216" y="3031224"/>
                  </a:lnTo>
                  <a:lnTo>
                    <a:pt x="6513357" y="3067110"/>
                  </a:lnTo>
                  <a:lnTo>
                    <a:pt x="6484746" y="3100736"/>
                  </a:lnTo>
                  <a:lnTo>
                    <a:pt x="6453546" y="3131937"/>
                  </a:lnTo>
                  <a:lnTo>
                    <a:pt x="6419921" y="3160549"/>
                  </a:lnTo>
                  <a:lnTo>
                    <a:pt x="6384035" y="3186410"/>
                  </a:lnTo>
                  <a:lnTo>
                    <a:pt x="6346053" y="3209354"/>
                  </a:lnTo>
                  <a:lnTo>
                    <a:pt x="6306137" y="3229218"/>
                  </a:lnTo>
                  <a:lnTo>
                    <a:pt x="6264453" y="3245838"/>
                  </a:lnTo>
                  <a:lnTo>
                    <a:pt x="6221163" y="3259050"/>
                  </a:lnTo>
                  <a:lnTo>
                    <a:pt x="6176431" y="3268691"/>
                  </a:lnTo>
                  <a:lnTo>
                    <a:pt x="6130422" y="3274595"/>
                  </a:lnTo>
                  <a:lnTo>
                    <a:pt x="6083300" y="3276600"/>
                  </a:lnTo>
                  <a:lnTo>
                    <a:pt x="546100" y="3276600"/>
                  </a:lnTo>
                  <a:lnTo>
                    <a:pt x="498980" y="3274595"/>
                  </a:lnTo>
                  <a:lnTo>
                    <a:pt x="452974" y="3268691"/>
                  </a:lnTo>
                  <a:lnTo>
                    <a:pt x="408245" y="3259050"/>
                  </a:lnTo>
                  <a:lnTo>
                    <a:pt x="364956" y="3245838"/>
                  </a:lnTo>
                  <a:lnTo>
                    <a:pt x="323273" y="3229218"/>
                  </a:lnTo>
                  <a:lnTo>
                    <a:pt x="283357" y="3209354"/>
                  </a:lnTo>
                  <a:lnTo>
                    <a:pt x="245375" y="3186410"/>
                  </a:lnTo>
                  <a:lnTo>
                    <a:pt x="209489" y="3160549"/>
                  </a:lnTo>
                  <a:lnTo>
                    <a:pt x="175863" y="3131937"/>
                  </a:lnTo>
                  <a:lnTo>
                    <a:pt x="144662" y="3100736"/>
                  </a:lnTo>
                  <a:lnTo>
                    <a:pt x="116050" y="3067110"/>
                  </a:lnTo>
                  <a:lnTo>
                    <a:pt x="90189" y="3031224"/>
                  </a:lnTo>
                  <a:lnTo>
                    <a:pt x="67245" y="2993242"/>
                  </a:lnTo>
                  <a:lnTo>
                    <a:pt x="47381" y="2953326"/>
                  </a:lnTo>
                  <a:lnTo>
                    <a:pt x="30761" y="2911643"/>
                  </a:lnTo>
                  <a:lnTo>
                    <a:pt x="17549" y="2868354"/>
                  </a:lnTo>
                  <a:lnTo>
                    <a:pt x="7908" y="2823625"/>
                  </a:lnTo>
                  <a:lnTo>
                    <a:pt x="2004" y="2777619"/>
                  </a:lnTo>
                  <a:lnTo>
                    <a:pt x="0" y="2730500"/>
                  </a:lnTo>
                  <a:lnTo>
                    <a:pt x="0" y="546100"/>
                  </a:lnTo>
                  <a:close/>
                </a:path>
              </a:pathLst>
            </a:custGeom>
            <a:ln w="12700">
              <a:solidFill>
                <a:srgbClr val="FFFFFF"/>
              </a:solidFill>
            </a:ln>
          </p:spPr>
          <p:txBody>
            <a:bodyPr wrap="square" lIns="0" tIns="0" rIns="0" bIns="0" rtlCol="0"/>
            <a:lstStyle/>
            <a:p>
              <a:endParaRPr/>
            </a:p>
          </p:txBody>
        </p:sp>
      </p:grpSp>
      <p:sp>
        <p:nvSpPr>
          <p:cNvPr id="21" name="object 15">
            <a:extLst>
              <a:ext uri="{FF2B5EF4-FFF2-40B4-BE49-F238E27FC236}">
                <a16:creationId xmlns:a16="http://schemas.microsoft.com/office/drawing/2014/main" id="{00E27CD2-6B91-4FED-8F43-69DB22413645}"/>
              </a:ext>
            </a:extLst>
          </p:cNvPr>
          <p:cNvSpPr txBox="1"/>
          <p:nvPr/>
        </p:nvSpPr>
        <p:spPr>
          <a:xfrm>
            <a:off x="7823898" y="2754970"/>
            <a:ext cx="3861824" cy="443070"/>
          </a:xfrm>
          <a:prstGeom prst="rect">
            <a:avLst/>
          </a:prstGeom>
        </p:spPr>
        <p:txBody>
          <a:bodyPr vert="horz" wrap="square" lIns="0" tIns="12065" rIns="0" bIns="0" rtlCol="0">
            <a:spAutoFit/>
          </a:bodyPr>
          <a:lstStyle/>
          <a:p>
            <a:pPr marL="38100">
              <a:spcBef>
                <a:spcPts val="95"/>
              </a:spcBef>
            </a:pPr>
            <a:r>
              <a:rPr sz="2800" b="1" spc="-5" dirty="0">
                <a:solidFill>
                  <a:srgbClr val="FFFFFF"/>
                </a:solidFill>
                <a:latin typeface="Arial"/>
                <a:cs typeface="Arial"/>
              </a:rPr>
              <a:t>Z</a:t>
            </a:r>
            <a:r>
              <a:rPr sz="2800" b="1" spc="-20" dirty="0">
                <a:solidFill>
                  <a:srgbClr val="FFFFFF"/>
                </a:solidFill>
                <a:latin typeface="Arial"/>
                <a:cs typeface="Arial"/>
              </a:rPr>
              <a:t> </a:t>
            </a:r>
            <a:r>
              <a:rPr lang="es-ES" sz="2800" b="1" spc="-20" dirty="0">
                <a:solidFill>
                  <a:srgbClr val="FFFFFF"/>
                </a:solidFill>
                <a:latin typeface="Arial"/>
                <a:cs typeface="Arial"/>
              </a:rPr>
              <a:t>-</a:t>
            </a:r>
            <a:r>
              <a:rPr sz="2800" b="1" spc="-15" dirty="0">
                <a:solidFill>
                  <a:srgbClr val="FFFFFF"/>
                </a:solidFill>
                <a:latin typeface="Arial"/>
                <a:cs typeface="Arial"/>
              </a:rPr>
              <a:t> </a:t>
            </a:r>
            <a:r>
              <a:rPr sz="2800" b="1" dirty="0">
                <a:solidFill>
                  <a:srgbClr val="FFFFFF"/>
                </a:solidFill>
                <a:latin typeface="Arial"/>
                <a:cs typeface="Arial"/>
              </a:rPr>
              <a:t>4</a:t>
            </a:r>
            <a:r>
              <a:rPr lang="es-ES" sz="2800" b="1" dirty="0">
                <a:solidFill>
                  <a:srgbClr val="FFFFFF"/>
                </a:solidFill>
                <a:latin typeface="Arial"/>
                <a:cs typeface="Arial"/>
              </a:rPr>
              <a:t>5</a:t>
            </a:r>
            <a:r>
              <a:rPr sz="2800" b="1" dirty="0" err="1">
                <a:solidFill>
                  <a:srgbClr val="FFFFFF"/>
                </a:solidFill>
                <a:latin typeface="Arial"/>
                <a:cs typeface="Arial"/>
              </a:rPr>
              <a:t>0x</a:t>
            </a:r>
            <a:r>
              <a:rPr sz="2775" b="1" baseline="-21021" dirty="0" err="1">
                <a:solidFill>
                  <a:srgbClr val="FFFFFF"/>
                </a:solidFill>
                <a:latin typeface="Arial"/>
                <a:cs typeface="Arial"/>
              </a:rPr>
              <a:t>1</a:t>
            </a:r>
            <a:r>
              <a:rPr sz="2775" b="1" spc="382" baseline="-21021" dirty="0">
                <a:solidFill>
                  <a:srgbClr val="FFFFFF"/>
                </a:solidFill>
                <a:latin typeface="Arial"/>
                <a:cs typeface="Arial"/>
              </a:rPr>
              <a:t> </a:t>
            </a:r>
            <a:r>
              <a:rPr sz="2800" b="1" spc="-15" dirty="0">
                <a:solidFill>
                  <a:srgbClr val="FFFFFF"/>
                </a:solidFill>
                <a:latin typeface="Arial"/>
                <a:cs typeface="Arial"/>
              </a:rPr>
              <a:t> </a:t>
            </a:r>
            <a:r>
              <a:rPr lang="es-ES" sz="2800" b="1" spc="-15" dirty="0">
                <a:solidFill>
                  <a:srgbClr val="FFFFFF"/>
                </a:solidFill>
                <a:latin typeface="Arial"/>
                <a:cs typeface="Arial"/>
              </a:rPr>
              <a:t>- </a:t>
            </a:r>
            <a:r>
              <a:rPr sz="2800" b="1" dirty="0" err="1">
                <a:solidFill>
                  <a:srgbClr val="FFFFFF"/>
                </a:solidFill>
                <a:latin typeface="Arial"/>
                <a:cs typeface="Arial"/>
              </a:rPr>
              <a:t>200x</a:t>
            </a:r>
            <a:r>
              <a:rPr sz="2775" b="1" baseline="-21021" dirty="0" err="1">
                <a:solidFill>
                  <a:srgbClr val="FFFFFF"/>
                </a:solidFill>
                <a:latin typeface="Arial"/>
                <a:cs typeface="Arial"/>
              </a:rPr>
              <a:t>2</a:t>
            </a:r>
            <a:r>
              <a:rPr lang="es-ES" sz="2400" spc="-5" dirty="0">
                <a:solidFill>
                  <a:srgbClr val="FFFFFF"/>
                </a:solidFill>
                <a:latin typeface="Symbol"/>
                <a:cs typeface="Symbol"/>
              </a:rPr>
              <a:t> =</a:t>
            </a:r>
            <a:r>
              <a:rPr lang="es-ES" sz="2400" spc="50" dirty="0">
                <a:solidFill>
                  <a:srgbClr val="FFFFFF"/>
                </a:solidFill>
                <a:latin typeface="Times New Roman"/>
                <a:cs typeface="Times New Roman"/>
              </a:rPr>
              <a:t> </a:t>
            </a:r>
            <a:r>
              <a:rPr lang="es-ES" sz="2400" b="1" dirty="0">
                <a:solidFill>
                  <a:srgbClr val="FFFFFF"/>
                </a:solidFill>
                <a:latin typeface="Arial"/>
                <a:cs typeface="Arial"/>
              </a:rPr>
              <a:t>0</a:t>
            </a:r>
            <a:endParaRPr sz="2775" baseline="-21021" dirty="0">
              <a:latin typeface="Arial"/>
              <a:cs typeface="Arial"/>
            </a:endParaRPr>
          </a:p>
        </p:txBody>
      </p:sp>
      <p:sp>
        <p:nvSpPr>
          <p:cNvPr id="22" name="object 16">
            <a:extLst>
              <a:ext uri="{FF2B5EF4-FFF2-40B4-BE49-F238E27FC236}">
                <a16:creationId xmlns:a16="http://schemas.microsoft.com/office/drawing/2014/main" id="{1B0E7081-2EC3-4895-BC2F-C02622DA50D6}"/>
              </a:ext>
            </a:extLst>
          </p:cNvPr>
          <p:cNvSpPr txBox="1"/>
          <p:nvPr/>
        </p:nvSpPr>
        <p:spPr>
          <a:xfrm>
            <a:off x="5980518" y="2805262"/>
            <a:ext cx="1499870" cy="736420"/>
          </a:xfrm>
          <a:prstGeom prst="rect">
            <a:avLst/>
          </a:prstGeom>
        </p:spPr>
        <p:txBody>
          <a:bodyPr vert="horz" wrap="square" lIns="0" tIns="635" rIns="0" bIns="0" rtlCol="0">
            <a:spAutoFit/>
          </a:bodyPr>
          <a:lstStyle/>
          <a:p>
            <a:pPr marL="12700" marR="5080">
              <a:lnSpc>
                <a:spcPct val="103299"/>
              </a:lnSpc>
              <a:spcBef>
                <a:spcPts val="5"/>
              </a:spcBef>
            </a:pPr>
            <a:r>
              <a:rPr sz="2400" b="1" spc="-5" dirty="0">
                <a:solidFill>
                  <a:srgbClr val="FFFFFF"/>
                </a:solidFill>
                <a:latin typeface="Arial"/>
                <a:cs typeface="Arial"/>
              </a:rPr>
              <a:t>Maximizar  Sujeto</a:t>
            </a:r>
            <a:r>
              <a:rPr sz="2400" b="1" spc="-35" dirty="0">
                <a:solidFill>
                  <a:srgbClr val="FFFFFF"/>
                </a:solidFill>
                <a:latin typeface="Arial"/>
                <a:cs typeface="Arial"/>
              </a:rPr>
              <a:t> </a:t>
            </a:r>
            <a:r>
              <a:rPr sz="2400" b="1" dirty="0">
                <a:solidFill>
                  <a:srgbClr val="FFFFFF"/>
                </a:solidFill>
                <a:latin typeface="Arial"/>
                <a:cs typeface="Arial"/>
              </a:rPr>
              <a:t>a</a:t>
            </a:r>
            <a:r>
              <a:rPr sz="2400" b="1" spc="-35" dirty="0">
                <a:solidFill>
                  <a:srgbClr val="FFFFFF"/>
                </a:solidFill>
                <a:latin typeface="Arial"/>
                <a:cs typeface="Arial"/>
              </a:rPr>
              <a:t> </a:t>
            </a:r>
            <a:r>
              <a:rPr sz="2400" b="1" dirty="0">
                <a:solidFill>
                  <a:srgbClr val="FFFFFF"/>
                </a:solidFill>
                <a:latin typeface="Arial"/>
                <a:cs typeface="Arial"/>
              </a:rPr>
              <a:t>:</a:t>
            </a:r>
            <a:endParaRPr sz="2400" dirty="0">
              <a:latin typeface="Arial"/>
              <a:cs typeface="Arial"/>
            </a:endParaRPr>
          </a:p>
        </p:txBody>
      </p:sp>
      <p:sp>
        <p:nvSpPr>
          <p:cNvPr id="23" name="object 17">
            <a:extLst>
              <a:ext uri="{FF2B5EF4-FFF2-40B4-BE49-F238E27FC236}">
                <a16:creationId xmlns:a16="http://schemas.microsoft.com/office/drawing/2014/main" id="{48E25550-86C3-45B2-9BCB-FFE669D32063}"/>
              </a:ext>
            </a:extLst>
          </p:cNvPr>
          <p:cNvSpPr txBox="1"/>
          <p:nvPr/>
        </p:nvSpPr>
        <p:spPr>
          <a:xfrm>
            <a:off x="5969111" y="3470445"/>
            <a:ext cx="5435010" cy="1528624"/>
          </a:xfrm>
          <a:prstGeom prst="rect">
            <a:avLst/>
          </a:prstGeom>
        </p:spPr>
        <p:txBody>
          <a:bodyPr vert="horz" wrap="square" lIns="0" tIns="81280" rIns="0" bIns="0" rtlCol="0">
            <a:spAutoFit/>
          </a:bodyPr>
          <a:lstStyle/>
          <a:p>
            <a:pPr marR="86995">
              <a:spcBef>
                <a:spcPts val="640"/>
              </a:spcBef>
              <a:tabLst>
                <a:tab pos="1523365" algn="l"/>
              </a:tabLst>
            </a:pPr>
            <a:r>
              <a:rPr sz="2800" b="1" dirty="0" err="1">
                <a:solidFill>
                  <a:srgbClr val="FFFFFF"/>
                </a:solidFill>
                <a:latin typeface="Arial"/>
                <a:cs typeface="Arial"/>
              </a:rPr>
              <a:t>18x</a:t>
            </a:r>
            <a:r>
              <a:rPr sz="2775" b="1" baseline="-21021" dirty="0" err="1">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a:t>
            </a:r>
            <a:r>
              <a:rPr lang="es-ES" sz="2800" b="1" spc="-5" dirty="0">
                <a:solidFill>
                  <a:srgbClr val="FFFFFF"/>
                </a:solidFill>
                <a:latin typeface="Arial"/>
                <a:cs typeface="Arial"/>
              </a:rPr>
              <a:t>   </a:t>
            </a:r>
            <a:r>
              <a:rPr sz="2800" b="1" spc="5" dirty="0" err="1">
                <a:solidFill>
                  <a:srgbClr val="FFFFFF"/>
                </a:solidFill>
                <a:latin typeface="Arial"/>
                <a:cs typeface="Arial"/>
              </a:rPr>
              <a:t>3x</a:t>
            </a:r>
            <a:r>
              <a:rPr sz="2775" b="1" spc="7" baseline="-21021" dirty="0" err="1">
                <a:solidFill>
                  <a:srgbClr val="FFFFFF"/>
                </a:solidFill>
                <a:latin typeface="Arial"/>
                <a:cs typeface="Arial"/>
              </a:rPr>
              <a:t>2</a:t>
            </a:r>
            <a:r>
              <a:rPr sz="2775" b="1" spc="337" baseline="-21021" dirty="0">
                <a:solidFill>
                  <a:srgbClr val="FFFFFF"/>
                </a:solidFill>
                <a:latin typeface="Arial"/>
                <a:cs typeface="Arial"/>
              </a:rPr>
              <a:t> </a:t>
            </a:r>
            <a:r>
              <a:rPr lang="es-PE" sz="2800" b="1" spc="-5" dirty="0">
                <a:solidFill>
                  <a:srgbClr val="FFFFFF"/>
                </a:solidFill>
                <a:latin typeface="Arial"/>
                <a:cs typeface="Arial"/>
              </a:rPr>
              <a:t>+ </a:t>
            </a:r>
            <a:r>
              <a:rPr lang="es-PE" sz="2800" b="1" spc="-5" dirty="0" err="1">
                <a:solidFill>
                  <a:srgbClr val="FFFFFF"/>
                </a:solidFill>
                <a:latin typeface="Arial"/>
                <a:cs typeface="Arial"/>
              </a:rPr>
              <a:t>S</a:t>
            </a:r>
            <a:r>
              <a:rPr lang="es-PE" sz="2775" b="1" spc="7" baseline="-21021" dirty="0" err="1">
                <a:solidFill>
                  <a:srgbClr val="FFFFFF"/>
                </a:solidFill>
                <a:latin typeface="Arial"/>
                <a:cs typeface="Arial"/>
              </a:rPr>
              <a:t>2</a:t>
            </a:r>
            <a:r>
              <a:rPr lang="es-PE" sz="2775" b="1" spc="337" baseline="-21021" dirty="0">
                <a:solidFill>
                  <a:srgbClr val="FFFFFF"/>
                </a:solidFill>
                <a:latin typeface="Arial"/>
                <a:cs typeface="Arial"/>
              </a:rPr>
              <a:t>            </a:t>
            </a:r>
            <a:r>
              <a:rPr lang="es-ES" sz="2800" spc="-5" dirty="0">
                <a:solidFill>
                  <a:srgbClr val="FFFFFF"/>
                </a:solidFill>
                <a:latin typeface="Symbol"/>
                <a:cs typeface="Symbol"/>
              </a:rPr>
              <a:t>=</a:t>
            </a:r>
            <a:r>
              <a:rPr sz="2800" spc="50" dirty="0">
                <a:solidFill>
                  <a:srgbClr val="FFFFFF"/>
                </a:solidFill>
                <a:latin typeface="Times New Roman"/>
                <a:cs typeface="Times New Roman"/>
              </a:rPr>
              <a:t> </a:t>
            </a:r>
            <a:r>
              <a:rPr sz="2800" b="1" dirty="0">
                <a:solidFill>
                  <a:srgbClr val="FFFFFF"/>
                </a:solidFill>
                <a:latin typeface="Arial"/>
                <a:cs typeface="Arial"/>
              </a:rPr>
              <a:t>800</a:t>
            </a:r>
            <a:endParaRPr sz="2800" dirty="0">
              <a:latin typeface="Arial"/>
              <a:cs typeface="Arial"/>
            </a:endParaRPr>
          </a:p>
          <a:p>
            <a:pPr marR="55880">
              <a:spcBef>
                <a:spcPts val="540"/>
              </a:spcBef>
              <a:tabLst>
                <a:tab pos="1327150" algn="l"/>
              </a:tabLst>
            </a:pPr>
            <a:r>
              <a:rPr lang="es-ES" sz="2800" b="1" spc="5" dirty="0">
                <a:solidFill>
                  <a:srgbClr val="FFFFFF"/>
                </a:solidFill>
                <a:latin typeface="Arial"/>
                <a:cs typeface="Arial"/>
              </a:rPr>
              <a:t> </a:t>
            </a:r>
            <a:r>
              <a:rPr sz="2800" b="1" spc="5" dirty="0" err="1">
                <a:solidFill>
                  <a:srgbClr val="FFFFFF"/>
                </a:solidFill>
                <a:latin typeface="Arial"/>
                <a:cs typeface="Arial"/>
              </a:rPr>
              <a:t>9x</a:t>
            </a:r>
            <a:r>
              <a:rPr sz="2775" b="1" spc="7" baseline="-21021" dirty="0" err="1">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err="1">
                <a:solidFill>
                  <a:srgbClr val="FFFFFF"/>
                </a:solidFill>
                <a:latin typeface="Arial"/>
                <a:cs typeface="Arial"/>
              </a:rPr>
              <a:t>4x</a:t>
            </a:r>
            <a:r>
              <a:rPr sz="2775" b="1" spc="7" baseline="-21021" dirty="0" err="1">
                <a:solidFill>
                  <a:srgbClr val="FFFFFF"/>
                </a:solidFill>
                <a:latin typeface="Arial"/>
                <a:cs typeface="Arial"/>
              </a:rPr>
              <a:t>2</a:t>
            </a:r>
            <a:r>
              <a:rPr sz="2775" b="1" spc="337" baseline="-21021" dirty="0">
                <a:solidFill>
                  <a:srgbClr val="FFFFFF"/>
                </a:solidFill>
                <a:latin typeface="Arial"/>
                <a:cs typeface="Arial"/>
              </a:rPr>
              <a:t> </a:t>
            </a:r>
            <a:r>
              <a:rPr lang="es-PE" sz="2800" b="1" spc="-5" dirty="0">
                <a:solidFill>
                  <a:srgbClr val="FFFFFF"/>
                </a:solidFill>
                <a:latin typeface="Arial"/>
                <a:cs typeface="Arial"/>
              </a:rPr>
              <a:t>+	</a:t>
            </a:r>
            <a:r>
              <a:rPr lang="es-PE" sz="2800" b="1" spc="-5" dirty="0" err="1">
                <a:solidFill>
                  <a:srgbClr val="FFFFFF"/>
                </a:solidFill>
                <a:latin typeface="Arial"/>
                <a:cs typeface="Arial"/>
              </a:rPr>
              <a:t>S</a:t>
            </a:r>
            <a:r>
              <a:rPr lang="es-PE" sz="2775" b="1" spc="7" baseline="-21021" dirty="0" err="1">
                <a:solidFill>
                  <a:srgbClr val="FFFFFF"/>
                </a:solidFill>
                <a:latin typeface="Arial"/>
                <a:cs typeface="Arial"/>
              </a:rPr>
              <a:t>3</a:t>
            </a:r>
            <a:r>
              <a:rPr lang="es-PE" sz="2775" b="1" spc="337" baseline="-21021" dirty="0">
                <a:solidFill>
                  <a:srgbClr val="FFFFFF"/>
                </a:solidFill>
                <a:latin typeface="Arial"/>
                <a:cs typeface="Arial"/>
              </a:rPr>
              <a:t>       </a:t>
            </a:r>
            <a:r>
              <a:rPr lang="es-ES" sz="2800" spc="-5" dirty="0">
                <a:solidFill>
                  <a:srgbClr val="FFFFFF"/>
                </a:solidFill>
                <a:latin typeface="Symbol"/>
                <a:cs typeface="Symbol"/>
              </a:rPr>
              <a:t>= </a:t>
            </a:r>
            <a:r>
              <a:rPr sz="2800" b="1" dirty="0">
                <a:solidFill>
                  <a:srgbClr val="FFFFFF"/>
                </a:solidFill>
                <a:latin typeface="Arial"/>
                <a:cs typeface="Arial"/>
              </a:rPr>
              <a:t>600</a:t>
            </a:r>
            <a:endParaRPr sz="2800" dirty="0">
              <a:latin typeface="Arial"/>
              <a:cs typeface="Arial"/>
            </a:endParaRPr>
          </a:p>
          <a:p>
            <a:pPr marR="84455">
              <a:spcBef>
                <a:spcPts val="670"/>
              </a:spcBef>
              <a:tabLst>
                <a:tab pos="1729739" algn="l"/>
                <a:tab pos="2220595" algn="l"/>
              </a:tabLst>
            </a:pPr>
            <a:r>
              <a:rPr lang="es-ES" sz="2800" b="1" spc="5" dirty="0">
                <a:solidFill>
                  <a:srgbClr val="FFFFFF"/>
                </a:solidFill>
                <a:latin typeface="Arial"/>
                <a:cs typeface="Arial"/>
              </a:rPr>
              <a:t>    </a:t>
            </a:r>
            <a:r>
              <a:rPr sz="2800" b="1" spc="5" dirty="0" err="1">
                <a:solidFill>
                  <a:srgbClr val="FFFFFF"/>
                </a:solidFill>
                <a:latin typeface="Arial"/>
                <a:cs typeface="Arial"/>
              </a:rPr>
              <a:t>x</a:t>
            </a:r>
            <a:r>
              <a:rPr sz="2775" b="1" spc="7" baseline="-21021" dirty="0" err="1">
                <a:solidFill>
                  <a:srgbClr val="FFFFFF"/>
                </a:solidFill>
                <a:latin typeface="Arial"/>
                <a:cs typeface="Arial"/>
              </a:rPr>
              <a:t>1</a:t>
            </a:r>
            <a:r>
              <a:rPr sz="2775" b="1" spc="7" baseline="-21021" dirty="0">
                <a:solidFill>
                  <a:srgbClr val="FFFFFF"/>
                </a:solidFill>
                <a:latin typeface="Arial"/>
                <a:cs typeface="Arial"/>
              </a:rPr>
              <a:t>	</a:t>
            </a:r>
            <a:r>
              <a:rPr lang="es-PE" sz="2800" b="1" spc="-5" dirty="0">
                <a:solidFill>
                  <a:srgbClr val="FFFFFF"/>
                </a:solidFill>
                <a:latin typeface="Arial"/>
                <a:cs typeface="Arial"/>
              </a:rPr>
              <a:t>  +            </a:t>
            </a:r>
            <a:r>
              <a:rPr lang="es-PE" sz="2800" b="1" spc="-5" dirty="0" err="1">
                <a:solidFill>
                  <a:srgbClr val="FFFFFF"/>
                </a:solidFill>
                <a:latin typeface="Arial"/>
                <a:cs typeface="Arial"/>
              </a:rPr>
              <a:t>S</a:t>
            </a:r>
            <a:r>
              <a:rPr lang="es-PE" sz="2775" b="1" spc="7" baseline="-21021" dirty="0" err="1">
                <a:solidFill>
                  <a:srgbClr val="FFFFFF"/>
                </a:solidFill>
                <a:latin typeface="Arial"/>
                <a:cs typeface="Arial"/>
              </a:rPr>
              <a:t>4</a:t>
            </a:r>
            <a:r>
              <a:rPr lang="es-ES" sz="2800" spc="-5" dirty="0">
                <a:solidFill>
                  <a:srgbClr val="FFFFFF"/>
                </a:solidFill>
                <a:latin typeface="Symbol"/>
                <a:cs typeface="Symbol"/>
              </a:rPr>
              <a:t> = </a:t>
            </a:r>
            <a:r>
              <a:rPr sz="2800" b="1" spc="-5" dirty="0">
                <a:solidFill>
                  <a:srgbClr val="FFFFFF"/>
                </a:solidFill>
                <a:latin typeface="Arial"/>
                <a:cs typeface="Arial"/>
              </a:rPr>
              <a:t>80</a:t>
            </a:r>
            <a:endParaRPr sz="2800" dirty="0">
              <a:latin typeface="Arial"/>
              <a:cs typeface="Arial"/>
            </a:endParaRPr>
          </a:p>
        </p:txBody>
      </p:sp>
      <p:sp>
        <p:nvSpPr>
          <p:cNvPr id="24" name="object 19">
            <a:extLst>
              <a:ext uri="{FF2B5EF4-FFF2-40B4-BE49-F238E27FC236}">
                <a16:creationId xmlns:a16="http://schemas.microsoft.com/office/drawing/2014/main" id="{DBA9EBCF-90C3-4FE4-9988-D065B10EFD77}"/>
              </a:ext>
            </a:extLst>
          </p:cNvPr>
          <p:cNvSpPr txBox="1">
            <a:spLocks noGrp="1"/>
          </p:cNvSpPr>
          <p:nvPr>
            <p:ph type="title"/>
          </p:nvPr>
        </p:nvSpPr>
        <p:spPr>
          <a:xfrm>
            <a:off x="6096000" y="23623"/>
            <a:ext cx="6057201" cy="875240"/>
          </a:xfrm>
          <a:prstGeom prst="rect">
            <a:avLst/>
          </a:prstGeom>
        </p:spPr>
        <p:txBody>
          <a:bodyPr vert="horz" wrap="square" lIns="0" tIns="13335" rIns="0" bIns="0" rtlCol="0">
            <a:spAutoFit/>
          </a:bodyPr>
          <a:lstStyle/>
          <a:p>
            <a:pPr marL="12700" algn="ctr">
              <a:lnSpc>
                <a:spcPct val="100000"/>
              </a:lnSpc>
              <a:spcBef>
                <a:spcPts val="105"/>
              </a:spcBef>
            </a:pPr>
            <a:r>
              <a:rPr sz="2800" b="1" dirty="0">
                <a:solidFill>
                  <a:schemeClr val="bg1"/>
                </a:solidFill>
                <a:latin typeface="Arial"/>
                <a:cs typeface="Arial"/>
              </a:rPr>
              <a:t>Soluciones</a:t>
            </a:r>
            <a:r>
              <a:rPr sz="2800" b="1" spc="-50" dirty="0">
                <a:solidFill>
                  <a:schemeClr val="bg1"/>
                </a:solidFill>
                <a:latin typeface="Arial"/>
                <a:cs typeface="Arial"/>
              </a:rPr>
              <a:t> </a:t>
            </a:r>
            <a:r>
              <a:rPr sz="2800" b="1" dirty="0">
                <a:solidFill>
                  <a:schemeClr val="bg1"/>
                </a:solidFill>
                <a:latin typeface="Arial"/>
                <a:cs typeface="Arial"/>
              </a:rPr>
              <a:t>óptimas</a:t>
            </a:r>
            <a:r>
              <a:rPr sz="2800" b="1" spc="-50" dirty="0">
                <a:solidFill>
                  <a:schemeClr val="bg1"/>
                </a:solidFill>
                <a:latin typeface="Arial"/>
                <a:cs typeface="Arial"/>
              </a:rPr>
              <a:t> </a:t>
            </a:r>
            <a:r>
              <a:rPr sz="2800" b="1" dirty="0">
                <a:solidFill>
                  <a:schemeClr val="bg1"/>
                </a:solidFill>
                <a:latin typeface="Arial"/>
                <a:cs typeface="Arial"/>
              </a:rPr>
              <a:t>alternativas</a:t>
            </a:r>
            <a:endParaRPr sz="2800" dirty="0">
              <a:solidFill>
                <a:schemeClr val="bg1"/>
              </a:solidFill>
              <a:latin typeface="Arial"/>
              <a:cs typeface="Arial"/>
            </a:endParaRPr>
          </a:p>
          <a:p>
            <a:pPr marL="12700" algn="ctr">
              <a:lnSpc>
                <a:spcPct val="100000"/>
              </a:lnSpc>
            </a:pPr>
            <a:r>
              <a:rPr sz="2800" b="1" i="1" dirty="0">
                <a:solidFill>
                  <a:schemeClr val="bg1"/>
                </a:solidFill>
                <a:latin typeface="Arial"/>
                <a:cs typeface="Arial"/>
              </a:rPr>
              <a:t>(Soluciones</a:t>
            </a:r>
            <a:r>
              <a:rPr sz="2800" b="1" i="1" spc="-45" dirty="0">
                <a:solidFill>
                  <a:schemeClr val="bg1"/>
                </a:solidFill>
                <a:latin typeface="Arial"/>
                <a:cs typeface="Arial"/>
              </a:rPr>
              <a:t> </a:t>
            </a:r>
            <a:r>
              <a:rPr sz="2800" b="1" i="1" dirty="0">
                <a:solidFill>
                  <a:schemeClr val="bg1"/>
                </a:solidFill>
                <a:latin typeface="Arial"/>
                <a:cs typeface="Arial"/>
              </a:rPr>
              <a:t>óptimas</a:t>
            </a:r>
            <a:r>
              <a:rPr sz="2800" b="1" i="1" spc="-55" dirty="0">
                <a:solidFill>
                  <a:schemeClr val="bg1"/>
                </a:solidFill>
                <a:latin typeface="Arial"/>
                <a:cs typeface="Arial"/>
              </a:rPr>
              <a:t> </a:t>
            </a:r>
            <a:r>
              <a:rPr sz="2800" b="1" i="1" dirty="0">
                <a:solidFill>
                  <a:schemeClr val="bg1"/>
                </a:solidFill>
                <a:latin typeface="Arial"/>
                <a:cs typeface="Arial"/>
              </a:rPr>
              <a:t>múltiples)</a:t>
            </a:r>
            <a:endParaRPr sz="2800" dirty="0">
              <a:solidFill>
                <a:schemeClr val="bg1"/>
              </a:solidFill>
              <a:latin typeface="Arial"/>
              <a:cs typeface="Arial"/>
            </a:endParaRPr>
          </a:p>
        </p:txBody>
      </p:sp>
      <p:sp>
        <p:nvSpPr>
          <p:cNvPr id="25" name="CuadroTexto 24">
            <a:extLst>
              <a:ext uri="{FF2B5EF4-FFF2-40B4-BE49-F238E27FC236}">
                <a16:creationId xmlns:a16="http://schemas.microsoft.com/office/drawing/2014/main" id="{4223D869-4B19-4A10-87EE-BA98296A7887}"/>
              </a:ext>
            </a:extLst>
          </p:cNvPr>
          <p:cNvSpPr txBox="1"/>
          <p:nvPr/>
        </p:nvSpPr>
        <p:spPr>
          <a:xfrm>
            <a:off x="1173192" y="241550"/>
            <a:ext cx="1535502" cy="584775"/>
          </a:xfrm>
          <a:prstGeom prst="rect">
            <a:avLst/>
          </a:prstGeom>
          <a:noFill/>
        </p:spPr>
        <p:txBody>
          <a:bodyPr wrap="square" rtlCol="0">
            <a:spAutoFit/>
          </a:bodyPr>
          <a:lstStyle/>
          <a:p>
            <a:r>
              <a:rPr lang="es-ES" sz="3200" b="1" dirty="0">
                <a:solidFill>
                  <a:srgbClr val="8A0000"/>
                </a:solidFill>
              </a:rPr>
              <a:t>Caso 3</a:t>
            </a:r>
            <a:endParaRPr lang="es-PE" sz="3200" b="1" dirty="0">
              <a:solidFill>
                <a:srgbClr val="8A0000"/>
              </a:solidFill>
            </a:endParaRPr>
          </a:p>
        </p:txBody>
      </p:sp>
    </p:spTree>
    <p:extLst>
      <p:ext uri="{BB962C8B-B14F-4D97-AF65-F5344CB8AC3E}">
        <p14:creationId xmlns:p14="http://schemas.microsoft.com/office/powerpoint/2010/main" val="2532291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800045" y="3985830"/>
            <a:ext cx="3203276" cy="2700020"/>
          </a:xfrm>
          <a:custGeom>
            <a:avLst/>
            <a:gdLst/>
            <a:ahLst/>
            <a:cxnLst/>
            <a:rect l="l" t="t" r="r" b="b"/>
            <a:pathLst>
              <a:path w="2390140" h="2700020">
                <a:moveTo>
                  <a:pt x="0" y="0"/>
                </a:moveTo>
                <a:lnTo>
                  <a:pt x="2389718" y="2699639"/>
                </a:lnTo>
              </a:path>
            </a:pathLst>
          </a:custGeom>
          <a:ln w="31749">
            <a:solidFill>
              <a:srgbClr val="00FF00"/>
            </a:solidFill>
            <a:prstDash val="lgDash"/>
          </a:ln>
        </p:spPr>
        <p:txBody>
          <a:bodyPr wrap="square" lIns="0" tIns="0" rIns="0" bIns="0" rtlCol="0"/>
          <a:lstStyle/>
          <a:p>
            <a:endParaRPr/>
          </a:p>
        </p:txBody>
      </p:sp>
      <p:sp>
        <p:nvSpPr>
          <p:cNvPr id="3" name="object 3"/>
          <p:cNvSpPr txBox="1">
            <a:spLocks noGrp="1"/>
          </p:cNvSpPr>
          <p:nvPr>
            <p:ph type="title"/>
          </p:nvPr>
        </p:nvSpPr>
        <p:spPr>
          <a:xfrm>
            <a:off x="4639436" y="1624965"/>
            <a:ext cx="4314190" cy="391160"/>
          </a:xfrm>
          <a:prstGeom prst="rect">
            <a:avLst/>
          </a:prstGeom>
        </p:spPr>
        <p:txBody>
          <a:bodyPr vert="horz" wrap="square" lIns="0" tIns="12700" rIns="0" bIns="0" rtlCol="0">
            <a:spAutoFit/>
          </a:bodyPr>
          <a:lstStyle/>
          <a:p>
            <a:pPr marL="12700">
              <a:lnSpc>
                <a:spcPct val="100000"/>
              </a:lnSpc>
              <a:spcBef>
                <a:spcPts val="100"/>
              </a:spcBef>
            </a:pPr>
            <a:r>
              <a:rPr sz="2400" spc="-5" dirty="0"/>
              <a:t>Soluciones</a:t>
            </a:r>
            <a:r>
              <a:rPr sz="2400" spc="25" dirty="0"/>
              <a:t> </a:t>
            </a:r>
            <a:r>
              <a:rPr sz="2400" spc="-5" dirty="0"/>
              <a:t>óptimas</a:t>
            </a:r>
            <a:r>
              <a:rPr sz="2400" spc="10" dirty="0"/>
              <a:t> </a:t>
            </a:r>
            <a:r>
              <a:rPr sz="2400" spc="-5" dirty="0"/>
              <a:t>alternativas</a:t>
            </a:r>
            <a:endParaRPr sz="2400"/>
          </a:p>
        </p:txBody>
      </p:sp>
      <p:sp>
        <p:nvSpPr>
          <p:cNvPr id="4" name="object 2">
            <a:extLst>
              <a:ext uri="{FF2B5EF4-FFF2-40B4-BE49-F238E27FC236}">
                <a16:creationId xmlns:a16="http://schemas.microsoft.com/office/drawing/2014/main" id="{574228EA-2196-4A09-9479-1B4A353129DC}"/>
              </a:ext>
            </a:extLst>
          </p:cNvPr>
          <p:cNvSpPr/>
          <p:nvPr/>
        </p:nvSpPr>
        <p:spPr>
          <a:xfrm>
            <a:off x="2181225" y="752475"/>
            <a:ext cx="4879496" cy="4114100"/>
          </a:xfrm>
          <a:custGeom>
            <a:avLst/>
            <a:gdLst/>
            <a:ahLst/>
            <a:cxnLst/>
            <a:rect l="l" t="t" r="r" b="b"/>
            <a:pathLst>
              <a:path w="2390140" h="2700020">
                <a:moveTo>
                  <a:pt x="0" y="0"/>
                </a:moveTo>
                <a:lnTo>
                  <a:pt x="2389718" y="2699639"/>
                </a:lnTo>
              </a:path>
            </a:pathLst>
          </a:custGeom>
          <a:ln w="31749">
            <a:solidFill>
              <a:srgbClr val="00FF00"/>
            </a:solidFill>
            <a:prstDash val="lgDash"/>
          </a:ln>
        </p:spPr>
        <p:txBody>
          <a:bodyPr wrap="square" lIns="0" tIns="0" rIns="0" bIns="0" rtlCol="0"/>
          <a:lstStyle/>
          <a:p>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0" y="270796"/>
            <a:ext cx="6096000" cy="574040"/>
          </a:xfrm>
          <a:prstGeom prst="rect">
            <a:avLst/>
          </a:prstGeom>
        </p:spPr>
        <p:txBody>
          <a:bodyPr vert="horz" wrap="square" lIns="0" tIns="12700" rIns="0" bIns="0" rtlCol="0">
            <a:spAutoFit/>
          </a:bodyPr>
          <a:lstStyle/>
          <a:p>
            <a:pPr marL="12700" algn="ctr">
              <a:lnSpc>
                <a:spcPct val="100000"/>
              </a:lnSpc>
              <a:spcBef>
                <a:spcPts val="100"/>
              </a:spcBef>
            </a:pPr>
            <a:r>
              <a:rPr sz="3600" dirty="0">
                <a:solidFill>
                  <a:schemeClr val="bg1"/>
                </a:solidFill>
              </a:rPr>
              <a:t>Soluciones</a:t>
            </a:r>
            <a:r>
              <a:rPr sz="3600" spc="-30" dirty="0">
                <a:solidFill>
                  <a:schemeClr val="bg1"/>
                </a:solidFill>
              </a:rPr>
              <a:t> </a:t>
            </a:r>
            <a:r>
              <a:rPr sz="3600" spc="-5" dirty="0">
                <a:solidFill>
                  <a:schemeClr val="bg1"/>
                </a:solidFill>
              </a:rPr>
              <a:t>óptimas</a:t>
            </a:r>
            <a:r>
              <a:rPr sz="3600" dirty="0">
                <a:solidFill>
                  <a:schemeClr val="bg1"/>
                </a:solidFill>
              </a:rPr>
              <a:t> </a:t>
            </a:r>
            <a:r>
              <a:rPr sz="3600" spc="-5" dirty="0">
                <a:solidFill>
                  <a:schemeClr val="bg1"/>
                </a:solidFill>
              </a:rPr>
              <a:t>alternativas</a:t>
            </a:r>
            <a:endParaRPr sz="3600" dirty="0">
              <a:solidFill>
                <a:schemeClr val="bg1"/>
              </a:solidFill>
            </a:endParaRPr>
          </a:p>
        </p:txBody>
      </p:sp>
      <p:graphicFrame>
        <p:nvGraphicFramePr>
          <p:cNvPr id="4" name="Tabla 3">
            <a:extLst>
              <a:ext uri="{FF2B5EF4-FFF2-40B4-BE49-F238E27FC236}">
                <a16:creationId xmlns:a16="http://schemas.microsoft.com/office/drawing/2014/main" id="{184535ED-B525-41CA-9BCC-DAEC9084FFDB}"/>
              </a:ext>
            </a:extLst>
          </p:cNvPr>
          <p:cNvGraphicFramePr>
            <a:graphicFrameLocks noGrp="1"/>
          </p:cNvGraphicFramePr>
          <p:nvPr/>
        </p:nvGraphicFramePr>
        <p:xfrm>
          <a:off x="914400" y="1254125"/>
          <a:ext cx="10383865" cy="5441141"/>
        </p:xfrm>
        <a:graphic>
          <a:graphicData uri="http://schemas.openxmlformats.org/drawingml/2006/table">
            <a:tbl>
              <a:tblPr>
                <a:tableStyleId>{5C22544A-7EE6-4342-B048-85BDC9FD1C3A}</a:tableStyleId>
              </a:tblPr>
              <a:tblGrid>
                <a:gridCol w="1088202">
                  <a:extLst>
                    <a:ext uri="{9D8B030D-6E8A-4147-A177-3AD203B41FA5}">
                      <a16:colId xmlns:a16="http://schemas.microsoft.com/office/drawing/2014/main" val="923148572"/>
                    </a:ext>
                  </a:extLst>
                </a:gridCol>
                <a:gridCol w="1088202">
                  <a:extLst>
                    <a:ext uri="{9D8B030D-6E8A-4147-A177-3AD203B41FA5}">
                      <a16:colId xmlns:a16="http://schemas.microsoft.com/office/drawing/2014/main" val="1119522711"/>
                    </a:ext>
                  </a:extLst>
                </a:gridCol>
                <a:gridCol w="1088202">
                  <a:extLst>
                    <a:ext uri="{9D8B030D-6E8A-4147-A177-3AD203B41FA5}">
                      <a16:colId xmlns:a16="http://schemas.microsoft.com/office/drawing/2014/main" val="4124475491"/>
                    </a:ext>
                  </a:extLst>
                </a:gridCol>
                <a:gridCol w="1257478">
                  <a:extLst>
                    <a:ext uri="{9D8B030D-6E8A-4147-A177-3AD203B41FA5}">
                      <a16:colId xmlns:a16="http://schemas.microsoft.com/office/drawing/2014/main" val="135872095"/>
                    </a:ext>
                  </a:extLst>
                </a:gridCol>
                <a:gridCol w="1088202">
                  <a:extLst>
                    <a:ext uri="{9D8B030D-6E8A-4147-A177-3AD203B41FA5}">
                      <a16:colId xmlns:a16="http://schemas.microsoft.com/office/drawing/2014/main" val="2246722432"/>
                    </a:ext>
                  </a:extLst>
                </a:gridCol>
                <a:gridCol w="1088202">
                  <a:extLst>
                    <a:ext uri="{9D8B030D-6E8A-4147-A177-3AD203B41FA5}">
                      <a16:colId xmlns:a16="http://schemas.microsoft.com/office/drawing/2014/main" val="3218298461"/>
                    </a:ext>
                  </a:extLst>
                </a:gridCol>
                <a:gridCol w="1088202">
                  <a:extLst>
                    <a:ext uri="{9D8B030D-6E8A-4147-A177-3AD203B41FA5}">
                      <a16:colId xmlns:a16="http://schemas.microsoft.com/office/drawing/2014/main" val="1225337311"/>
                    </a:ext>
                  </a:extLst>
                </a:gridCol>
                <a:gridCol w="1508973">
                  <a:extLst>
                    <a:ext uri="{9D8B030D-6E8A-4147-A177-3AD203B41FA5}">
                      <a16:colId xmlns:a16="http://schemas.microsoft.com/office/drawing/2014/main" val="1320340092"/>
                    </a:ext>
                  </a:extLst>
                </a:gridCol>
                <a:gridCol w="1088202">
                  <a:extLst>
                    <a:ext uri="{9D8B030D-6E8A-4147-A177-3AD203B41FA5}">
                      <a16:colId xmlns:a16="http://schemas.microsoft.com/office/drawing/2014/main" val="2450599499"/>
                    </a:ext>
                  </a:extLst>
                </a:gridCol>
              </a:tblGrid>
              <a:tr h="424905">
                <a:tc gridSpan="2">
                  <a:txBody>
                    <a:bodyPr/>
                    <a:lstStyle/>
                    <a:p>
                      <a:pPr algn="ctr" rtl="0" fontAlgn="ctr"/>
                      <a:r>
                        <a:rPr lang="es-PE" sz="2000" u="none" strike="noStrike">
                          <a:effectLst/>
                        </a:rPr>
                        <a:t>C</a:t>
                      </a:r>
                      <a:r>
                        <a:rPr lang="es-PE" sz="2000" u="none" strike="noStrike" baseline="-25000">
                          <a:effectLst/>
                        </a:rPr>
                        <a:t>j</a:t>
                      </a:r>
                      <a:endParaRPr lang="es-PE" sz="2000" b="1" i="0" u="none" strike="noStrike">
                        <a:solidFill>
                          <a:srgbClr val="000000"/>
                        </a:solidFill>
                        <a:effectLst/>
                        <a:latin typeface="Arial" panose="020B0604020202020204" pitchFamily="34" charset="0"/>
                      </a:endParaRPr>
                    </a:p>
                  </a:txBody>
                  <a:tcPr marL="0" marR="0" marT="0" marB="0" anchor="ctr"/>
                </a:tc>
                <a:tc hMerge="1">
                  <a:txBody>
                    <a:bodyPr/>
                    <a:lstStyle/>
                    <a:p>
                      <a:endParaRPr lang="es-PE"/>
                    </a:p>
                  </a:txBody>
                  <a:tcPr/>
                </a:tc>
                <a:tc>
                  <a:txBody>
                    <a:bodyPr/>
                    <a:lstStyle/>
                    <a:p>
                      <a:pPr algn="ctr" rtl="0" fontAlgn="ctr"/>
                      <a:r>
                        <a:rPr lang="es-PE" sz="2000" u="none" strike="noStrike">
                          <a:effectLst/>
                        </a:rPr>
                        <a:t>450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200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 </a:t>
                      </a:r>
                      <a:endParaRPr lang="es-PE" sz="2000" b="0" i="0" u="none" strike="noStrike">
                        <a:solidFill>
                          <a:srgbClr val="000000"/>
                        </a:solidFill>
                        <a:effectLst/>
                        <a:latin typeface="Arial MT"/>
                      </a:endParaRPr>
                    </a:p>
                  </a:txBody>
                  <a:tcPr marL="0" marR="0" marT="0" marB="0" anchor="ctr"/>
                </a:tc>
                <a:extLst>
                  <a:ext uri="{0D108BD9-81ED-4DB2-BD59-A6C34878D82A}">
                    <a16:rowId xmlns:a16="http://schemas.microsoft.com/office/drawing/2014/main" val="3906575893"/>
                  </a:ext>
                </a:extLst>
              </a:tr>
              <a:tr h="413102">
                <a:tc>
                  <a:txBody>
                    <a:bodyPr/>
                    <a:lstStyle/>
                    <a:p>
                      <a:pPr algn="ctr" rtl="0" fontAlgn="ctr"/>
                      <a:r>
                        <a:rPr lang="es-PE" sz="2000" u="none" strike="noStrike">
                          <a:effectLst/>
                        </a:rPr>
                        <a:t>C</a:t>
                      </a:r>
                      <a:r>
                        <a:rPr lang="es-PE" sz="2000" u="none" strike="noStrike" baseline="-25000">
                          <a:effectLst/>
                        </a:rPr>
                        <a:t>B</a:t>
                      </a:r>
                      <a:endParaRPr lang="es-PE" sz="20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2000" u="none" strike="noStrike">
                          <a:effectLst/>
                        </a:rPr>
                        <a:t>X</a:t>
                      </a:r>
                      <a:r>
                        <a:rPr lang="es-PE" sz="2000" u="none" strike="noStrike" baseline="-25000">
                          <a:effectLst/>
                        </a:rPr>
                        <a:t>B</a:t>
                      </a:r>
                      <a:endParaRPr lang="es-PE" sz="20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2000" u="none" strike="noStrike">
                          <a:effectLst/>
                        </a:rPr>
                        <a:t>X</a:t>
                      </a:r>
                      <a:r>
                        <a:rPr lang="es-PE" sz="2000" u="none" strike="noStrike" baseline="-25000">
                          <a:effectLst/>
                        </a:rPr>
                        <a:t>1</a:t>
                      </a:r>
                      <a:endParaRPr lang="es-PE" sz="20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2000" u="none" strike="noStrike">
                          <a:effectLst/>
                        </a:rPr>
                        <a:t>X</a:t>
                      </a:r>
                      <a:r>
                        <a:rPr lang="es-PE" sz="2000" u="none" strike="noStrike" baseline="-25000">
                          <a:effectLst/>
                        </a:rPr>
                        <a:t>2</a:t>
                      </a:r>
                      <a:endParaRPr lang="es-PE" sz="20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2000" u="none" strike="noStrike">
                          <a:effectLst/>
                        </a:rPr>
                        <a:t>S</a:t>
                      </a:r>
                      <a:r>
                        <a:rPr lang="es-PE" sz="2000" u="none" strike="noStrike" baseline="-25000">
                          <a:effectLst/>
                        </a:rPr>
                        <a:t>2</a:t>
                      </a:r>
                      <a:endParaRPr lang="es-PE" sz="20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2000" u="none" strike="noStrike">
                          <a:effectLst/>
                        </a:rPr>
                        <a:t>S</a:t>
                      </a:r>
                      <a:r>
                        <a:rPr lang="es-PE" sz="2000" u="none" strike="noStrike" baseline="-25000">
                          <a:effectLst/>
                        </a:rPr>
                        <a:t>3</a:t>
                      </a:r>
                      <a:endParaRPr lang="es-PE" sz="20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2000" u="none" strike="noStrike">
                          <a:effectLst/>
                        </a:rPr>
                        <a:t>S</a:t>
                      </a:r>
                      <a:r>
                        <a:rPr lang="es-PE" sz="2000" u="none" strike="noStrike" baseline="-25000">
                          <a:effectLst/>
                        </a:rPr>
                        <a:t>4</a:t>
                      </a:r>
                      <a:endParaRPr lang="es-PE" sz="2000" b="1" i="0" u="none" strike="noStrike">
                        <a:solidFill>
                          <a:srgbClr val="000000"/>
                        </a:solidFill>
                        <a:effectLst/>
                        <a:latin typeface="Arial" panose="020B0604020202020204" pitchFamily="34" charset="0"/>
                      </a:endParaRPr>
                    </a:p>
                  </a:txBody>
                  <a:tcPr marL="0" marR="0" marT="0" marB="0" anchor="ctr"/>
                </a:tc>
                <a:tc rowSpan="2">
                  <a:txBody>
                    <a:bodyPr/>
                    <a:lstStyle/>
                    <a:p>
                      <a:pPr algn="ctr" rtl="0" fontAlgn="ctr"/>
                      <a:r>
                        <a:rPr lang="es-PE" sz="2000" u="none" strike="noStrike">
                          <a:effectLst/>
                        </a:rPr>
                        <a:t>B</a:t>
                      </a:r>
                      <a:r>
                        <a:rPr lang="es-PE" sz="2000" u="none" strike="noStrike" baseline="-25000">
                          <a:effectLst/>
                        </a:rPr>
                        <a:t>i</a:t>
                      </a:r>
                      <a:endParaRPr lang="es-PE" sz="2000" b="1" i="0" u="none" strike="noStrike">
                        <a:solidFill>
                          <a:srgbClr val="000000"/>
                        </a:solidFill>
                        <a:effectLst/>
                        <a:latin typeface="Arial" panose="020B0604020202020204" pitchFamily="34" charset="0"/>
                      </a:endParaRPr>
                    </a:p>
                  </a:txBody>
                  <a:tcPr marL="0" marR="0" marT="0" marB="0" anchor="ctr"/>
                </a:tc>
                <a:tc rowSpan="2">
                  <a:txBody>
                    <a:bodyPr/>
                    <a:lstStyle/>
                    <a:p>
                      <a:pPr algn="ctr" rtl="0" fontAlgn="ctr"/>
                      <a:r>
                        <a:rPr lang="es-PE" sz="2000" u="none" strike="noStrike">
                          <a:effectLst/>
                        </a:rPr>
                        <a:t>Ɵ</a:t>
                      </a:r>
                      <a:r>
                        <a:rPr lang="es-PE" sz="2000" u="none" strike="noStrike" baseline="-25000">
                          <a:effectLst/>
                        </a:rPr>
                        <a:t>i</a:t>
                      </a:r>
                      <a:endParaRPr lang="es-PE" sz="2000" b="1"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826199246"/>
                  </a:ext>
                </a:extLst>
              </a:tr>
              <a:tr h="365890">
                <a:tc gridSpan="2">
                  <a:txBody>
                    <a:bodyPr/>
                    <a:lstStyle/>
                    <a:p>
                      <a:pPr algn="ctr" rtl="0" fontAlgn="ctr"/>
                      <a:r>
                        <a:rPr lang="es-PE" sz="2000" u="none" strike="noStrike">
                          <a:effectLst/>
                        </a:rPr>
                        <a:t>Z</a:t>
                      </a:r>
                      <a:endParaRPr lang="es-PE" sz="2000" b="1" i="0" u="none" strike="noStrike">
                        <a:solidFill>
                          <a:srgbClr val="000000"/>
                        </a:solidFill>
                        <a:effectLst/>
                        <a:latin typeface="Arial" panose="020B0604020202020204" pitchFamily="34" charset="0"/>
                      </a:endParaRPr>
                    </a:p>
                  </a:txBody>
                  <a:tcPr marL="0" marR="0" marT="0" marB="0" anchor="ctr"/>
                </a:tc>
                <a:tc hMerge="1">
                  <a:txBody>
                    <a:bodyPr/>
                    <a:lstStyle/>
                    <a:p>
                      <a:endParaRPr lang="es-PE"/>
                    </a:p>
                  </a:txBody>
                  <a:tcPr/>
                </a:tc>
                <a:tc>
                  <a:txBody>
                    <a:bodyPr/>
                    <a:lstStyle/>
                    <a:p>
                      <a:pPr algn="ctr" rtl="0" fontAlgn="ctr"/>
                      <a:r>
                        <a:rPr lang="es-PE" sz="2000" u="none" strike="noStrike">
                          <a:effectLst/>
                        </a:rPr>
                        <a:t>-450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-200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0" i="0" u="none" strike="noStrike">
                        <a:solidFill>
                          <a:srgbClr val="000000"/>
                        </a:solidFill>
                        <a:effectLst/>
                        <a:latin typeface="Arial MT"/>
                      </a:endParaRPr>
                    </a:p>
                  </a:txBody>
                  <a:tcPr marL="0" marR="0" marT="0" marB="0" anchor="ctr"/>
                </a:tc>
                <a:tc vMerge="1">
                  <a:txBody>
                    <a:bodyPr/>
                    <a:lstStyle/>
                    <a:p>
                      <a:endParaRPr lang="es-PE"/>
                    </a:p>
                  </a:txBody>
                  <a:tcPr/>
                </a:tc>
                <a:tc vMerge="1">
                  <a:txBody>
                    <a:bodyPr/>
                    <a:lstStyle/>
                    <a:p>
                      <a:endParaRPr lang="es-PE"/>
                    </a:p>
                  </a:txBody>
                  <a:tcPr/>
                </a:tc>
                <a:extLst>
                  <a:ext uri="{0D108BD9-81ED-4DB2-BD59-A6C34878D82A}">
                    <a16:rowId xmlns:a16="http://schemas.microsoft.com/office/drawing/2014/main" val="2432830156"/>
                  </a:ext>
                </a:extLst>
              </a:tr>
              <a:tr h="389496">
                <a:tc>
                  <a:txBody>
                    <a:bodyPr/>
                    <a:lstStyle/>
                    <a:p>
                      <a:pPr algn="ctr" rtl="0" fontAlgn="ctr"/>
                      <a:r>
                        <a:rPr lang="es-PE" sz="2000" u="none" strike="noStrike">
                          <a:effectLst/>
                        </a:rPr>
                        <a:t>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S</a:t>
                      </a:r>
                      <a:r>
                        <a:rPr lang="es-PE" sz="2000" u="none" strike="noStrike" baseline="-25000">
                          <a:effectLst/>
                        </a:rPr>
                        <a:t>2</a:t>
                      </a:r>
                      <a:endParaRPr lang="es-PE" sz="2000" b="0" i="0" u="none" strike="noStrike">
                        <a:solidFill>
                          <a:srgbClr val="000000"/>
                        </a:solidFill>
                        <a:effectLst/>
                        <a:latin typeface="Arial MT"/>
                      </a:endParaRPr>
                    </a:p>
                  </a:txBody>
                  <a:tcPr marL="0" marR="0" marT="0" marB="0" anchor="ctr"/>
                </a:tc>
                <a:tc>
                  <a:txBody>
                    <a:bodyPr/>
                    <a:lstStyle/>
                    <a:p>
                      <a:pPr algn="ctr" fontAlgn="b"/>
                      <a:r>
                        <a:rPr lang="es-PE" sz="2000" u="none" strike="noStrike" dirty="0">
                          <a:effectLst/>
                        </a:rPr>
                        <a:t>18</a:t>
                      </a:r>
                      <a:endParaRPr lang="es-PE" sz="2000" b="0"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000" u="none" strike="noStrike">
                          <a:effectLst/>
                        </a:rPr>
                        <a:t>3</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1</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800</a:t>
                      </a:r>
                      <a:endParaRPr lang="es-PE" sz="2000" b="0" i="0" u="none" strike="noStrike">
                        <a:solidFill>
                          <a:srgbClr val="000000"/>
                        </a:solidFill>
                        <a:effectLst/>
                        <a:latin typeface="Arial MT"/>
                      </a:endParaRPr>
                    </a:p>
                  </a:txBody>
                  <a:tcPr marL="0" marR="0" marT="0" marB="0" anchor="ctr"/>
                </a:tc>
                <a:tc>
                  <a:txBody>
                    <a:bodyPr/>
                    <a:lstStyle/>
                    <a:p>
                      <a:pPr algn="r" fontAlgn="t"/>
                      <a:r>
                        <a:rPr lang="es-PE" sz="2000" u="none" strike="noStrike">
                          <a:effectLst/>
                        </a:rPr>
                        <a:t>44,44</a:t>
                      </a:r>
                      <a:endParaRPr lang="es-PE" sz="2000" b="0"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4039207770"/>
                  </a:ext>
                </a:extLst>
              </a:tr>
              <a:tr h="389496">
                <a:tc>
                  <a:txBody>
                    <a:bodyPr/>
                    <a:lstStyle/>
                    <a:p>
                      <a:pPr algn="ctr" rtl="0" fontAlgn="ctr"/>
                      <a:r>
                        <a:rPr lang="es-PE" sz="2000" u="none" strike="noStrike" dirty="0">
                          <a:effectLst/>
                        </a:rPr>
                        <a:t>0</a:t>
                      </a:r>
                      <a:endParaRPr lang="es-PE" sz="2000" b="0" i="0" u="none" strike="noStrike" dirty="0">
                        <a:solidFill>
                          <a:srgbClr val="000000"/>
                        </a:solidFill>
                        <a:effectLst/>
                        <a:latin typeface="Arial MT"/>
                      </a:endParaRPr>
                    </a:p>
                  </a:txBody>
                  <a:tcPr marL="0" marR="0" marT="0" marB="0" anchor="ctr"/>
                </a:tc>
                <a:tc>
                  <a:txBody>
                    <a:bodyPr/>
                    <a:lstStyle/>
                    <a:p>
                      <a:pPr algn="ctr" rtl="0" fontAlgn="ctr"/>
                      <a:r>
                        <a:rPr lang="es-PE" sz="2000" u="none" strike="noStrike">
                          <a:effectLst/>
                        </a:rPr>
                        <a:t>S</a:t>
                      </a:r>
                      <a:r>
                        <a:rPr lang="es-PE" sz="2000" u="none" strike="noStrike" baseline="-25000">
                          <a:effectLst/>
                        </a:rPr>
                        <a:t>3</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9</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4</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1</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600</a:t>
                      </a:r>
                      <a:endParaRPr lang="es-PE" sz="2000" b="0" i="0" u="none" strike="noStrike">
                        <a:solidFill>
                          <a:srgbClr val="000000"/>
                        </a:solidFill>
                        <a:effectLst/>
                        <a:latin typeface="Arial MT"/>
                      </a:endParaRPr>
                    </a:p>
                  </a:txBody>
                  <a:tcPr marL="0" marR="0" marT="0" marB="0" anchor="ctr"/>
                </a:tc>
                <a:tc>
                  <a:txBody>
                    <a:bodyPr/>
                    <a:lstStyle/>
                    <a:p>
                      <a:pPr algn="r" fontAlgn="t"/>
                      <a:r>
                        <a:rPr lang="es-PE" sz="2000" u="none" strike="noStrike">
                          <a:effectLst/>
                        </a:rPr>
                        <a:t>66,67</a:t>
                      </a:r>
                      <a:endParaRPr lang="es-PE" sz="2000" b="0"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140550083"/>
                  </a:ext>
                </a:extLst>
              </a:tr>
              <a:tr h="389496">
                <a:tc>
                  <a:txBody>
                    <a:bodyPr/>
                    <a:lstStyle/>
                    <a:p>
                      <a:pPr algn="ctr" rtl="0" fontAlgn="ctr"/>
                      <a:r>
                        <a:rPr lang="es-PE" sz="2000" u="none" strike="noStrike">
                          <a:effectLst/>
                        </a:rPr>
                        <a:t>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s</a:t>
                      </a:r>
                      <a:r>
                        <a:rPr lang="es-PE" sz="2000" u="none" strike="noStrike" baseline="-25000">
                          <a:effectLst/>
                        </a:rPr>
                        <a:t>4</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1</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1</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80</a:t>
                      </a:r>
                      <a:endParaRPr lang="es-PE" sz="2000" b="0" i="0" u="none" strike="noStrike">
                        <a:solidFill>
                          <a:srgbClr val="000000"/>
                        </a:solidFill>
                        <a:effectLst/>
                        <a:latin typeface="Arial MT"/>
                      </a:endParaRPr>
                    </a:p>
                  </a:txBody>
                  <a:tcPr marL="0" marR="0" marT="0" marB="0" anchor="ctr"/>
                </a:tc>
                <a:tc>
                  <a:txBody>
                    <a:bodyPr/>
                    <a:lstStyle/>
                    <a:p>
                      <a:pPr algn="r" fontAlgn="t"/>
                      <a:r>
                        <a:rPr lang="es-PE" sz="2000" u="none" strike="noStrike">
                          <a:effectLst/>
                        </a:rPr>
                        <a:t>80,00</a:t>
                      </a:r>
                      <a:endParaRPr lang="es-PE" sz="2000" b="0"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1683617444"/>
                  </a:ext>
                </a:extLst>
              </a:tr>
              <a:tr h="365890">
                <a:tc gridSpan="2">
                  <a:txBody>
                    <a:bodyPr/>
                    <a:lstStyle/>
                    <a:p>
                      <a:pPr algn="ctr" rtl="0" fontAlgn="ctr"/>
                      <a:r>
                        <a:rPr lang="es-PE" sz="2000" u="none" strike="noStrike">
                          <a:effectLst/>
                        </a:rPr>
                        <a:t>Z</a:t>
                      </a:r>
                      <a:endParaRPr lang="es-PE" sz="2000" b="1" i="0" u="none" strike="noStrike">
                        <a:solidFill>
                          <a:srgbClr val="000000"/>
                        </a:solidFill>
                        <a:effectLst/>
                        <a:latin typeface="Arial" panose="020B0604020202020204" pitchFamily="34" charset="0"/>
                      </a:endParaRPr>
                    </a:p>
                  </a:txBody>
                  <a:tcPr marL="0" marR="0" marT="0" marB="0" anchor="ctr"/>
                </a:tc>
                <a:tc hMerge="1">
                  <a:txBody>
                    <a:bodyPr/>
                    <a:lstStyle/>
                    <a:p>
                      <a:endParaRPr lang="es-PE"/>
                    </a:p>
                  </a:txBody>
                  <a:tcPr/>
                </a:tc>
                <a:tc>
                  <a:txBody>
                    <a:bodyPr/>
                    <a:lstStyle/>
                    <a:p>
                      <a:pPr algn="ctr" rtl="0" fontAlgn="ctr"/>
                      <a:r>
                        <a:rPr lang="es-PE" sz="2000" u="none" strike="noStrike">
                          <a:effectLst/>
                        </a:rPr>
                        <a:t>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-125</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25</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20000</a:t>
                      </a:r>
                      <a:endParaRPr lang="es-PE" sz="2000" b="0" i="0" u="none" strike="noStrike">
                        <a:solidFill>
                          <a:srgbClr val="000000"/>
                        </a:solidFill>
                        <a:effectLst/>
                        <a:latin typeface="Arial MT"/>
                      </a:endParaRPr>
                    </a:p>
                  </a:txBody>
                  <a:tcPr marL="0" marR="0" marT="0" marB="0" anchor="ctr"/>
                </a:tc>
                <a:tc>
                  <a:txBody>
                    <a:bodyPr/>
                    <a:lstStyle/>
                    <a:p>
                      <a:pPr algn="l" fontAlgn="t"/>
                      <a:r>
                        <a:rPr lang="es-PE" sz="2000" u="none" strike="noStrike">
                          <a:effectLst/>
                        </a:rPr>
                        <a:t> </a:t>
                      </a:r>
                      <a:endParaRPr lang="es-PE" sz="2000" b="0"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3394629806"/>
                  </a:ext>
                </a:extLst>
              </a:tr>
              <a:tr h="389496">
                <a:tc>
                  <a:txBody>
                    <a:bodyPr/>
                    <a:lstStyle/>
                    <a:p>
                      <a:pPr algn="ctr" rtl="0" fontAlgn="ctr"/>
                      <a:r>
                        <a:rPr lang="es-PE" sz="2000" u="none" strike="noStrike">
                          <a:effectLst/>
                        </a:rPr>
                        <a:t>460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x</a:t>
                      </a:r>
                      <a:r>
                        <a:rPr lang="es-PE" sz="2000" u="none" strike="noStrike" baseline="-25000">
                          <a:effectLst/>
                        </a:rPr>
                        <a:t>1</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1    </a:t>
                      </a:r>
                      <a:endParaRPr lang="es-PE" sz="2000" b="0" i="0" u="none" strike="noStrike">
                        <a:solidFill>
                          <a:srgbClr val="000000"/>
                        </a:solidFill>
                        <a:effectLst/>
                        <a:latin typeface="Arial MT"/>
                      </a:endParaRPr>
                    </a:p>
                  </a:txBody>
                  <a:tcPr marL="0" marR="0" marT="0" marB="0" anchor="ctr"/>
                </a:tc>
                <a:tc>
                  <a:txBody>
                    <a:bodyPr/>
                    <a:lstStyle/>
                    <a:p>
                      <a:pPr algn="ctr" fontAlgn="b"/>
                      <a:r>
                        <a:rPr lang="es-PE" sz="2000" u="none" strike="noStrike" dirty="0">
                          <a:effectLst/>
                        </a:rPr>
                        <a:t> 1/6</a:t>
                      </a:r>
                      <a:endParaRPr lang="es-PE" sz="2000" b="0"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2000" u="none" strike="noStrike">
                          <a:effectLst/>
                        </a:rPr>
                        <a:t>0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44 4/9</a:t>
                      </a:r>
                      <a:endParaRPr lang="es-PE" sz="2000" b="0" i="0" u="none" strike="noStrike">
                        <a:solidFill>
                          <a:srgbClr val="000000"/>
                        </a:solidFill>
                        <a:effectLst/>
                        <a:latin typeface="Arial MT"/>
                      </a:endParaRPr>
                    </a:p>
                  </a:txBody>
                  <a:tcPr marL="0" marR="0" marT="0" marB="0" anchor="ctr"/>
                </a:tc>
                <a:tc>
                  <a:txBody>
                    <a:bodyPr/>
                    <a:lstStyle/>
                    <a:p>
                      <a:pPr algn="r" fontAlgn="t"/>
                      <a:r>
                        <a:rPr lang="es-PE" sz="2000" u="none" strike="noStrike">
                          <a:effectLst/>
                        </a:rPr>
                        <a:t>266,7</a:t>
                      </a:r>
                      <a:endParaRPr lang="es-PE" sz="2000" b="0"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2899770128"/>
                  </a:ext>
                </a:extLst>
              </a:tr>
              <a:tr h="389496">
                <a:tc>
                  <a:txBody>
                    <a:bodyPr/>
                    <a:lstStyle/>
                    <a:p>
                      <a:pPr algn="ctr" rtl="0" fontAlgn="ctr"/>
                      <a:r>
                        <a:rPr lang="es-PE" sz="2000" u="none" strike="noStrike">
                          <a:effectLst/>
                        </a:rPr>
                        <a:t>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S</a:t>
                      </a:r>
                      <a:r>
                        <a:rPr lang="es-PE" sz="2000" u="none" strike="noStrike" baseline="-25000">
                          <a:effectLst/>
                        </a:rPr>
                        <a:t>3</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2 1/2</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- 1/2</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1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200    </a:t>
                      </a:r>
                      <a:endParaRPr lang="es-PE" sz="2000" b="0" i="0" u="none" strike="noStrike">
                        <a:solidFill>
                          <a:srgbClr val="000000"/>
                        </a:solidFill>
                        <a:effectLst/>
                        <a:latin typeface="Arial MT"/>
                      </a:endParaRPr>
                    </a:p>
                  </a:txBody>
                  <a:tcPr marL="0" marR="0" marT="0" marB="0" anchor="ctr"/>
                </a:tc>
                <a:tc>
                  <a:txBody>
                    <a:bodyPr/>
                    <a:lstStyle/>
                    <a:p>
                      <a:pPr algn="r" fontAlgn="t"/>
                      <a:r>
                        <a:rPr lang="es-PE" sz="2000" u="none" strike="noStrike">
                          <a:effectLst/>
                        </a:rPr>
                        <a:t>80</a:t>
                      </a:r>
                      <a:endParaRPr lang="es-PE" sz="2000" b="0"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3140710795"/>
                  </a:ext>
                </a:extLst>
              </a:tr>
              <a:tr h="389496">
                <a:tc>
                  <a:txBody>
                    <a:bodyPr/>
                    <a:lstStyle/>
                    <a:p>
                      <a:pPr algn="ctr" rtl="0" fontAlgn="ctr"/>
                      <a:r>
                        <a:rPr lang="es-PE" sz="2000" u="none" strike="noStrike">
                          <a:effectLst/>
                        </a:rPr>
                        <a:t>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s</a:t>
                      </a:r>
                      <a:r>
                        <a:rPr lang="es-PE" sz="2000" u="none" strike="noStrike" baseline="-25000">
                          <a:effectLst/>
                        </a:rPr>
                        <a:t>4</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- 1/6</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1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35 5/9</a:t>
                      </a:r>
                      <a:endParaRPr lang="es-PE" sz="2000" b="0" i="0" u="none" strike="noStrike">
                        <a:solidFill>
                          <a:srgbClr val="000000"/>
                        </a:solidFill>
                        <a:effectLst/>
                        <a:latin typeface="Arial MT"/>
                      </a:endParaRPr>
                    </a:p>
                  </a:txBody>
                  <a:tcPr marL="0" marR="0" marT="0" marB="0" anchor="ctr"/>
                </a:tc>
                <a:tc>
                  <a:txBody>
                    <a:bodyPr/>
                    <a:lstStyle/>
                    <a:p>
                      <a:pPr algn="r" fontAlgn="t"/>
                      <a:r>
                        <a:rPr lang="es-PE" sz="2000" u="none" strike="noStrike">
                          <a:effectLst/>
                        </a:rPr>
                        <a:t>-213</a:t>
                      </a:r>
                      <a:endParaRPr lang="es-PE" sz="2000" b="0"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1058958148"/>
                  </a:ext>
                </a:extLst>
              </a:tr>
              <a:tr h="365890">
                <a:tc gridSpan="2">
                  <a:txBody>
                    <a:bodyPr/>
                    <a:lstStyle/>
                    <a:p>
                      <a:pPr algn="ctr" rtl="0" fontAlgn="ctr"/>
                      <a:r>
                        <a:rPr lang="es-PE" sz="2000" u="none" strike="noStrike">
                          <a:effectLst/>
                        </a:rPr>
                        <a:t>Z</a:t>
                      </a:r>
                      <a:endParaRPr lang="es-PE" sz="2000" b="1" i="0" u="none" strike="noStrike">
                        <a:solidFill>
                          <a:srgbClr val="000000"/>
                        </a:solidFill>
                        <a:effectLst/>
                        <a:latin typeface="Arial" panose="020B0604020202020204" pitchFamily="34" charset="0"/>
                      </a:endParaRPr>
                    </a:p>
                  </a:txBody>
                  <a:tcPr marL="0" marR="0" marT="0" marB="0" anchor="ctr"/>
                </a:tc>
                <a:tc hMerge="1">
                  <a:txBody>
                    <a:bodyPr/>
                    <a:lstStyle/>
                    <a:p>
                      <a:endParaRPr lang="es-PE"/>
                    </a:p>
                  </a:txBody>
                  <a:tcPr/>
                </a:tc>
                <a:tc>
                  <a:txBody>
                    <a:bodyPr/>
                    <a:lstStyle/>
                    <a:p>
                      <a:pPr algn="ctr" rtl="0" fontAlgn="ctr"/>
                      <a:r>
                        <a:rPr lang="es-PE" sz="2000" u="none" strike="noStrike">
                          <a:effectLst/>
                        </a:rPr>
                        <a:t>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50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30000</a:t>
                      </a:r>
                      <a:endParaRPr lang="es-PE" sz="2000" b="0" i="0" u="none" strike="noStrike">
                        <a:solidFill>
                          <a:srgbClr val="000000"/>
                        </a:solidFill>
                        <a:effectLst/>
                        <a:latin typeface="Arial MT"/>
                      </a:endParaRPr>
                    </a:p>
                  </a:txBody>
                  <a:tcPr marL="0" marR="0" marT="0" marB="0" anchor="ctr"/>
                </a:tc>
                <a:tc>
                  <a:txBody>
                    <a:bodyPr/>
                    <a:lstStyle/>
                    <a:p>
                      <a:pPr algn="l" fontAlgn="t"/>
                      <a:r>
                        <a:rPr lang="es-PE" sz="2000" u="none" strike="noStrike">
                          <a:effectLst/>
                        </a:rPr>
                        <a:t> </a:t>
                      </a:r>
                      <a:endParaRPr lang="es-PE" sz="2000" b="0"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2593264873"/>
                  </a:ext>
                </a:extLst>
              </a:tr>
              <a:tr h="389496">
                <a:tc>
                  <a:txBody>
                    <a:bodyPr/>
                    <a:lstStyle/>
                    <a:p>
                      <a:pPr algn="ctr" rtl="0" fontAlgn="ctr"/>
                      <a:r>
                        <a:rPr lang="es-PE" sz="2000" u="none" strike="noStrike">
                          <a:effectLst/>
                        </a:rPr>
                        <a:t>460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x</a:t>
                      </a:r>
                      <a:r>
                        <a:rPr lang="es-PE" sz="2000" u="none" strike="noStrike" baseline="-25000">
                          <a:effectLst/>
                        </a:rPr>
                        <a:t>1</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1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  4/45</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  1/15</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31 1/9</a:t>
                      </a:r>
                      <a:endParaRPr lang="es-PE" sz="2000" b="0" i="0" u="none" strike="noStrike">
                        <a:solidFill>
                          <a:srgbClr val="000000"/>
                        </a:solidFill>
                        <a:effectLst/>
                        <a:latin typeface="Arial MT"/>
                      </a:endParaRPr>
                    </a:p>
                  </a:txBody>
                  <a:tcPr marL="0" marR="0" marT="0" marB="0" anchor="ctr"/>
                </a:tc>
                <a:tc>
                  <a:txBody>
                    <a:bodyPr/>
                    <a:lstStyle/>
                    <a:p>
                      <a:pPr algn="l" fontAlgn="t"/>
                      <a:r>
                        <a:rPr lang="es-PE" sz="2000" u="none" strike="noStrike">
                          <a:effectLst/>
                        </a:rPr>
                        <a:t> </a:t>
                      </a:r>
                      <a:endParaRPr lang="es-PE" sz="2000" b="0"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4213256815"/>
                  </a:ext>
                </a:extLst>
              </a:tr>
              <a:tr h="389496">
                <a:tc>
                  <a:txBody>
                    <a:bodyPr/>
                    <a:lstStyle/>
                    <a:p>
                      <a:pPr algn="ctr" rtl="0" fontAlgn="ctr"/>
                      <a:r>
                        <a:rPr lang="es-PE" sz="2000" u="none" strike="noStrike">
                          <a:effectLst/>
                        </a:rPr>
                        <a:t>200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x</a:t>
                      </a:r>
                      <a:r>
                        <a:rPr lang="es-PE" sz="2000" u="none" strike="noStrike" baseline="-25000">
                          <a:effectLst/>
                        </a:rPr>
                        <a:t>2</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1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- 1/5</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 2/5</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80    </a:t>
                      </a:r>
                      <a:endParaRPr lang="es-PE" sz="2000" b="0" i="0" u="none" strike="noStrike">
                        <a:solidFill>
                          <a:srgbClr val="000000"/>
                        </a:solidFill>
                        <a:effectLst/>
                        <a:latin typeface="Arial MT"/>
                      </a:endParaRPr>
                    </a:p>
                  </a:txBody>
                  <a:tcPr marL="0" marR="0" marT="0" marB="0" anchor="ctr"/>
                </a:tc>
                <a:tc>
                  <a:txBody>
                    <a:bodyPr/>
                    <a:lstStyle/>
                    <a:p>
                      <a:pPr algn="l" fontAlgn="t"/>
                      <a:r>
                        <a:rPr lang="es-PE" sz="2000" u="none" strike="noStrike">
                          <a:effectLst/>
                        </a:rPr>
                        <a:t> </a:t>
                      </a:r>
                      <a:endParaRPr lang="es-PE" sz="2000" b="0"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2018170741"/>
                  </a:ext>
                </a:extLst>
              </a:tr>
              <a:tr h="389496">
                <a:tc>
                  <a:txBody>
                    <a:bodyPr/>
                    <a:lstStyle/>
                    <a:p>
                      <a:pPr algn="ctr" rtl="0" fontAlgn="ctr"/>
                      <a:r>
                        <a:rPr lang="es-PE" sz="2000" u="none" strike="noStrike">
                          <a:effectLst/>
                        </a:rPr>
                        <a:t>0</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s</a:t>
                      </a:r>
                      <a:r>
                        <a:rPr lang="es-PE" sz="2000" u="none" strike="noStrike" baseline="-25000">
                          <a:effectLst/>
                        </a:rPr>
                        <a:t>4</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  4/45</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  1/15</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1      </a:t>
                      </a:r>
                      <a:endParaRPr lang="es-PE" sz="2000" b="0"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48 8/9</a:t>
                      </a:r>
                      <a:endParaRPr lang="es-PE" sz="2000" b="0" i="0" u="none" strike="noStrike">
                        <a:solidFill>
                          <a:srgbClr val="000000"/>
                        </a:solidFill>
                        <a:effectLst/>
                        <a:latin typeface="Arial MT"/>
                      </a:endParaRPr>
                    </a:p>
                  </a:txBody>
                  <a:tcPr marL="0" marR="0" marT="0" marB="0" anchor="ctr"/>
                </a:tc>
                <a:tc>
                  <a:txBody>
                    <a:bodyPr/>
                    <a:lstStyle/>
                    <a:p>
                      <a:pPr algn="l" fontAlgn="t"/>
                      <a:r>
                        <a:rPr lang="es-PE" sz="2000" u="none" strike="noStrike" dirty="0">
                          <a:effectLst/>
                        </a:rPr>
                        <a:t> </a:t>
                      </a:r>
                      <a:endParaRPr lang="es-PE" sz="2000" b="0" i="0" u="none" strike="noStrike" dirty="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2869278484"/>
                  </a:ext>
                </a:extLst>
              </a:tr>
            </a:tbl>
          </a:graphicData>
        </a:graphic>
      </p:graphicFrame>
      <p:sp>
        <p:nvSpPr>
          <p:cNvPr id="5" name="Elipse 4">
            <a:extLst>
              <a:ext uri="{FF2B5EF4-FFF2-40B4-BE49-F238E27FC236}">
                <a16:creationId xmlns:a16="http://schemas.microsoft.com/office/drawing/2014/main" id="{2A554B9F-EB08-421F-B1F4-A1CEA8902016}"/>
              </a:ext>
            </a:extLst>
          </p:cNvPr>
          <p:cNvSpPr/>
          <p:nvPr/>
        </p:nvSpPr>
        <p:spPr>
          <a:xfrm>
            <a:off x="3352859" y="2485891"/>
            <a:ext cx="494549" cy="37319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1100"/>
          </a:p>
        </p:txBody>
      </p:sp>
      <p:sp>
        <p:nvSpPr>
          <p:cNvPr id="6" name="Elipse 5">
            <a:extLst>
              <a:ext uri="{FF2B5EF4-FFF2-40B4-BE49-F238E27FC236}">
                <a16:creationId xmlns:a16="http://schemas.microsoft.com/office/drawing/2014/main" id="{2ACBEF28-EA44-4ADB-B407-950C8DC9E435}"/>
              </a:ext>
            </a:extLst>
          </p:cNvPr>
          <p:cNvSpPr/>
          <p:nvPr/>
        </p:nvSpPr>
        <p:spPr>
          <a:xfrm>
            <a:off x="4525081" y="3979727"/>
            <a:ext cx="494549" cy="37518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0" y="260163"/>
            <a:ext cx="6096000" cy="574040"/>
          </a:xfrm>
          <a:prstGeom prst="rect">
            <a:avLst/>
          </a:prstGeom>
        </p:spPr>
        <p:txBody>
          <a:bodyPr vert="horz" wrap="square" lIns="0" tIns="12700" rIns="0" bIns="0" rtlCol="0">
            <a:spAutoFit/>
          </a:bodyPr>
          <a:lstStyle/>
          <a:p>
            <a:pPr marL="12700" algn="ctr">
              <a:lnSpc>
                <a:spcPct val="100000"/>
              </a:lnSpc>
              <a:spcBef>
                <a:spcPts val="100"/>
              </a:spcBef>
            </a:pPr>
            <a:r>
              <a:rPr sz="3600" dirty="0">
                <a:solidFill>
                  <a:schemeClr val="bg1"/>
                </a:solidFill>
              </a:rPr>
              <a:t>Soluciones</a:t>
            </a:r>
            <a:r>
              <a:rPr sz="3600" spc="-30" dirty="0">
                <a:solidFill>
                  <a:schemeClr val="bg1"/>
                </a:solidFill>
              </a:rPr>
              <a:t> </a:t>
            </a:r>
            <a:r>
              <a:rPr sz="3600" spc="-5" dirty="0">
                <a:solidFill>
                  <a:schemeClr val="bg1"/>
                </a:solidFill>
              </a:rPr>
              <a:t>óptimas</a:t>
            </a:r>
            <a:r>
              <a:rPr sz="3600" dirty="0">
                <a:solidFill>
                  <a:schemeClr val="bg1"/>
                </a:solidFill>
              </a:rPr>
              <a:t> </a:t>
            </a:r>
            <a:r>
              <a:rPr sz="3600" spc="-5" dirty="0">
                <a:solidFill>
                  <a:schemeClr val="bg1"/>
                </a:solidFill>
              </a:rPr>
              <a:t>alternativas</a:t>
            </a:r>
            <a:endParaRPr sz="3600" dirty="0">
              <a:solidFill>
                <a:schemeClr val="bg1"/>
              </a:solidFill>
            </a:endParaRPr>
          </a:p>
        </p:txBody>
      </p:sp>
      <p:graphicFrame>
        <p:nvGraphicFramePr>
          <p:cNvPr id="3" name="object 3"/>
          <p:cNvGraphicFramePr>
            <a:graphicFrameLocks noGrp="1"/>
          </p:cNvGraphicFramePr>
          <p:nvPr/>
        </p:nvGraphicFramePr>
        <p:xfrm>
          <a:off x="1974850" y="1799209"/>
          <a:ext cx="8235312" cy="3351651"/>
        </p:xfrm>
        <a:graphic>
          <a:graphicData uri="http://schemas.openxmlformats.org/drawingml/2006/table">
            <a:tbl>
              <a:tblPr firstRow="1" bandRow="1">
                <a:tableStyleId>{2D5ABB26-0587-4C30-8999-92F81FD0307C}</a:tableStyleId>
              </a:tblPr>
              <a:tblGrid>
                <a:gridCol w="915035">
                  <a:extLst>
                    <a:ext uri="{9D8B030D-6E8A-4147-A177-3AD203B41FA5}">
                      <a16:colId xmlns:a16="http://schemas.microsoft.com/office/drawing/2014/main" val="20000"/>
                    </a:ext>
                  </a:extLst>
                </a:gridCol>
                <a:gridCol w="915035">
                  <a:extLst>
                    <a:ext uri="{9D8B030D-6E8A-4147-A177-3AD203B41FA5}">
                      <a16:colId xmlns:a16="http://schemas.microsoft.com/office/drawing/2014/main" val="20001"/>
                    </a:ext>
                  </a:extLst>
                </a:gridCol>
                <a:gridCol w="915034">
                  <a:extLst>
                    <a:ext uri="{9D8B030D-6E8A-4147-A177-3AD203B41FA5}">
                      <a16:colId xmlns:a16="http://schemas.microsoft.com/office/drawing/2014/main" val="20002"/>
                    </a:ext>
                  </a:extLst>
                </a:gridCol>
                <a:gridCol w="915035">
                  <a:extLst>
                    <a:ext uri="{9D8B030D-6E8A-4147-A177-3AD203B41FA5}">
                      <a16:colId xmlns:a16="http://schemas.microsoft.com/office/drawing/2014/main" val="20003"/>
                    </a:ext>
                  </a:extLst>
                </a:gridCol>
                <a:gridCol w="915035">
                  <a:extLst>
                    <a:ext uri="{9D8B030D-6E8A-4147-A177-3AD203B41FA5}">
                      <a16:colId xmlns:a16="http://schemas.microsoft.com/office/drawing/2014/main" val="20004"/>
                    </a:ext>
                  </a:extLst>
                </a:gridCol>
                <a:gridCol w="915035">
                  <a:extLst>
                    <a:ext uri="{9D8B030D-6E8A-4147-A177-3AD203B41FA5}">
                      <a16:colId xmlns:a16="http://schemas.microsoft.com/office/drawing/2014/main" val="20005"/>
                    </a:ext>
                  </a:extLst>
                </a:gridCol>
                <a:gridCol w="915035">
                  <a:extLst>
                    <a:ext uri="{9D8B030D-6E8A-4147-A177-3AD203B41FA5}">
                      <a16:colId xmlns:a16="http://schemas.microsoft.com/office/drawing/2014/main" val="20006"/>
                    </a:ext>
                  </a:extLst>
                </a:gridCol>
                <a:gridCol w="915034">
                  <a:extLst>
                    <a:ext uri="{9D8B030D-6E8A-4147-A177-3AD203B41FA5}">
                      <a16:colId xmlns:a16="http://schemas.microsoft.com/office/drawing/2014/main" val="20007"/>
                    </a:ext>
                  </a:extLst>
                </a:gridCol>
                <a:gridCol w="915034">
                  <a:extLst>
                    <a:ext uri="{9D8B030D-6E8A-4147-A177-3AD203B41FA5}">
                      <a16:colId xmlns:a16="http://schemas.microsoft.com/office/drawing/2014/main" val="20008"/>
                    </a:ext>
                  </a:extLst>
                </a:gridCol>
              </a:tblGrid>
              <a:tr h="372363">
                <a:tc>
                  <a:txBody>
                    <a:bodyPr/>
                    <a:lstStyle/>
                    <a:p>
                      <a:pPr algn="ctr">
                        <a:lnSpc>
                          <a:spcPct val="100000"/>
                        </a:lnSpc>
                        <a:spcBef>
                          <a:spcPts val="315"/>
                        </a:spcBef>
                      </a:pPr>
                      <a:r>
                        <a:rPr sz="1800" b="1" spc="-5" dirty="0">
                          <a:latin typeface="Arial"/>
                          <a:cs typeface="Arial"/>
                        </a:rPr>
                        <a:t>C</a:t>
                      </a:r>
                      <a:r>
                        <a:rPr sz="1800" b="1" spc="-7" baseline="-20833" dirty="0">
                          <a:latin typeface="Arial"/>
                          <a:cs typeface="Arial"/>
                        </a:rPr>
                        <a:t>B</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800" b="1" spc="-5" dirty="0">
                          <a:latin typeface="Arial"/>
                          <a:cs typeface="Arial"/>
                        </a:rPr>
                        <a:t>X</a:t>
                      </a:r>
                      <a:r>
                        <a:rPr sz="1800" b="1" spc="-7" baseline="-20833" dirty="0">
                          <a:latin typeface="Arial"/>
                          <a:cs typeface="Arial"/>
                        </a:rPr>
                        <a:t>B</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800" b="1" spc="-5" dirty="0">
                          <a:latin typeface="Arial"/>
                          <a:cs typeface="Arial"/>
                        </a:rPr>
                        <a:t>X</a:t>
                      </a:r>
                      <a:r>
                        <a:rPr sz="1800" b="1" spc="-7" baseline="-20833" dirty="0">
                          <a:latin typeface="Arial"/>
                          <a:cs typeface="Arial"/>
                        </a:rPr>
                        <a:t>1</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800" b="1" spc="-5" dirty="0">
                          <a:latin typeface="Arial"/>
                          <a:cs typeface="Arial"/>
                        </a:rPr>
                        <a:t>X</a:t>
                      </a:r>
                      <a:r>
                        <a:rPr sz="1800" b="1" spc="-7" baseline="-20833" dirty="0">
                          <a:latin typeface="Arial"/>
                          <a:cs typeface="Arial"/>
                        </a:rPr>
                        <a:t>2</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800" b="1" spc="-5" dirty="0">
                          <a:latin typeface="Arial"/>
                          <a:cs typeface="Arial"/>
                        </a:rPr>
                        <a:t>S</a:t>
                      </a:r>
                      <a:r>
                        <a:rPr sz="1800" b="1" spc="-7" baseline="-20833" dirty="0">
                          <a:latin typeface="Arial"/>
                          <a:cs typeface="Arial"/>
                        </a:rPr>
                        <a:t>2</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800" b="1" spc="-5" dirty="0">
                          <a:latin typeface="Arial"/>
                          <a:cs typeface="Arial"/>
                        </a:rPr>
                        <a:t>S</a:t>
                      </a:r>
                      <a:r>
                        <a:rPr sz="1800" b="1" spc="-7" baseline="-20833" dirty="0">
                          <a:latin typeface="Arial"/>
                          <a:cs typeface="Arial"/>
                        </a:rPr>
                        <a:t>3</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800" b="1" spc="-5" dirty="0">
                          <a:latin typeface="Arial"/>
                          <a:cs typeface="Arial"/>
                        </a:rPr>
                        <a:t>S</a:t>
                      </a:r>
                      <a:r>
                        <a:rPr sz="1800" b="1" spc="-7" baseline="-20833" dirty="0">
                          <a:latin typeface="Arial"/>
                          <a:cs typeface="Arial"/>
                        </a:rPr>
                        <a:t>4</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800" b="1" spc="-5" dirty="0">
                          <a:latin typeface="Arial"/>
                          <a:cs typeface="Arial"/>
                        </a:rPr>
                        <a:t>B</a:t>
                      </a:r>
                      <a:r>
                        <a:rPr sz="1800" b="1" spc="-7" baseline="-20833" dirty="0">
                          <a:latin typeface="Arial"/>
                          <a:cs typeface="Arial"/>
                        </a:rPr>
                        <a:t>i</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40"/>
                        </a:spcBef>
                      </a:pPr>
                      <a:r>
                        <a:rPr sz="1800" b="1" spc="-5" dirty="0">
                          <a:latin typeface="Calibri"/>
                          <a:cs typeface="Calibri"/>
                        </a:rPr>
                        <a:t>Ɵ</a:t>
                      </a:r>
                      <a:r>
                        <a:rPr sz="1800" b="1" spc="-7" baseline="-20833" dirty="0">
                          <a:latin typeface="Calibri"/>
                          <a:cs typeface="Calibri"/>
                        </a:rPr>
                        <a:t>i</a:t>
                      </a:r>
                      <a:endParaRPr sz="1800" baseline="-20833">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2490">
                <a:tc gridSpan="2">
                  <a:txBody>
                    <a:bodyPr/>
                    <a:lstStyle/>
                    <a:p>
                      <a:pPr algn="ctr">
                        <a:lnSpc>
                          <a:spcPct val="100000"/>
                        </a:lnSpc>
                        <a:spcBef>
                          <a:spcPts val="315"/>
                        </a:spcBef>
                      </a:pPr>
                      <a:r>
                        <a:rPr sz="1800" b="1" dirty="0">
                          <a:latin typeface="Arial"/>
                          <a:cs typeface="Arial"/>
                        </a:rPr>
                        <a:t>Z</a:t>
                      </a:r>
                      <a:endParaRPr sz="1800">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a:txBody>
                    <a:bodyPr/>
                    <a:lstStyle/>
                    <a:p>
                      <a:pPr algn="ctr">
                        <a:lnSpc>
                          <a:spcPct val="100000"/>
                        </a:lnSpc>
                        <a:spcBef>
                          <a:spcPts val="470"/>
                        </a:spcBef>
                      </a:pPr>
                      <a:r>
                        <a:rPr sz="1600" dirty="0">
                          <a:latin typeface="Arial MT"/>
                          <a:cs typeface="Arial MT"/>
                        </a:rPr>
                        <a:t>0</a:t>
                      </a:r>
                      <a:endParaRPr sz="1600">
                        <a:latin typeface="Arial MT"/>
                        <a:cs typeface="Arial MT"/>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470"/>
                        </a:spcBef>
                      </a:pPr>
                      <a:r>
                        <a:rPr sz="1600" dirty="0">
                          <a:latin typeface="Arial MT"/>
                          <a:cs typeface="Arial MT"/>
                        </a:rPr>
                        <a:t>0</a:t>
                      </a:r>
                      <a:endParaRPr sz="1600">
                        <a:latin typeface="Arial MT"/>
                        <a:cs typeface="Arial MT"/>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470"/>
                        </a:spcBef>
                      </a:pPr>
                      <a:r>
                        <a:rPr sz="1600" dirty="0">
                          <a:latin typeface="Arial MT"/>
                          <a:cs typeface="Arial MT"/>
                        </a:rPr>
                        <a:t>0</a:t>
                      </a:r>
                      <a:endParaRPr sz="1600">
                        <a:latin typeface="Arial MT"/>
                        <a:cs typeface="Arial MT"/>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470"/>
                        </a:spcBef>
                      </a:pPr>
                      <a:r>
                        <a:rPr sz="1600" spc="-5" dirty="0">
                          <a:latin typeface="Arial MT"/>
                          <a:cs typeface="Arial MT"/>
                        </a:rPr>
                        <a:t>50</a:t>
                      </a:r>
                      <a:endParaRPr sz="1600">
                        <a:latin typeface="Arial MT"/>
                        <a:cs typeface="Arial MT"/>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1270" algn="ctr">
                        <a:lnSpc>
                          <a:spcPct val="100000"/>
                        </a:lnSpc>
                        <a:spcBef>
                          <a:spcPts val="470"/>
                        </a:spcBef>
                      </a:pPr>
                      <a:r>
                        <a:rPr sz="1600" dirty="0">
                          <a:latin typeface="Arial MT"/>
                          <a:cs typeface="Arial MT"/>
                        </a:rPr>
                        <a:t>0</a:t>
                      </a:r>
                      <a:endParaRPr sz="1600">
                        <a:latin typeface="Arial MT"/>
                        <a:cs typeface="Arial MT"/>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1270" algn="ctr">
                        <a:lnSpc>
                          <a:spcPct val="100000"/>
                        </a:lnSpc>
                        <a:spcBef>
                          <a:spcPts val="470"/>
                        </a:spcBef>
                      </a:pPr>
                      <a:r>
                        <a:rPr sz="1600" spc="-5" dirty="0">
                          <a:latin typeface="Arial MT"/>
                          <a:cs typeface="Arial MT"/>
                        </a:rPr>
                        <a:t>30000</a:t>
                      </a:r>
                      <a:endParaRPr sz="1600">
                        <a:latin typeface="Arial MT"/>
                        <a:cs typeface="Arial MT"/>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2363">
                <a:tc>
                  <a:txBody>
                    <a:bodyPr/>
                    <a:lstStyle/>
                    <a:p>
                      <a:pPr algn="ctr">
                        <a:lnSpc>
                          <a:spcPct val="100000"/>
                        </a:lnSpc>
                        <a:spcBef>
                          <a:spcPts val="320"/>
                        </a:spcBef>
                      </a:pPr>
                      <a:r>
                        <a:rPr sz="1600" spc="-5" dirty="0">
                          <a:latin typeface="Arial MT"/>
                          <a:cs typeface="Arial MT"/>
                        </a:rPr>
                        <a:t>450</a:t>
                      </a:r>
                      <a:endParaRPr sz="16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800" spc="-10" dirty="0">
                          <a:latin typeface="Arial MT"/>
                          <a:cs typeface="Arial MT"/>
                        </a:rPr>
                        <a:t>x</a:t>
                      </a:r>
                      <a:r>
                        <a:rPr sz="1800" spc="-15" baseline="-20833" dirty="0">
                          <a:latin typeface="Arial MT"/>
                          <a:cs typeface="Arial MT"/>
                        </a:rPr>
                        <a:t>1</a:t>
                      </a:r>
                      <a:endParaRPr sz="1800" baseline="-20833">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600" dirty="0">
                          <a:latin typeface="Arial MT"/>
                          <a:cs typeface="Arial MT"/>
                        </a:rPr>
                        <a:t>1</a:t>
                      </a:r>
                      <a:endParaRPr sz="16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algn="ctr">
                        <a:lnSpc>
                          <a:spcPct val="100000"/>
                        </a:lnSpc>
                        <a:spcBef>
                          <a:spcPts val="320"/>
                        </a:spcBef>
                      </a:pPr>
                      <a:r>
                        <a:rPr sz="1600" dirty="0">
                          <a:latin typeface="Arial MT"/>
                          <a:cs typeface="Arial MT"/>
                        </a:rPr>
                        <a:t>0</a:t>
                      </a:r>
                      <a:endParaRPr sz="16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259715">
                        <a:lnSpc>
                          <a:spcPct val="100000"/>
                        </a:lnSpc>
                        <a:spcBef>
                          <a:spcPts val="320"/>
                        </a:spcBef>
                      </a:pPr>
                      <a:r>
                        <a:rPr sz="1600" spc="-5" dirty="0">
                          <a:latin typeface="Arial MT"/>
                          <a:cs typeface="Arial MT"/>
                        </a:rPr>
                        <a:t>4/45</a:t>
                      </a:r>
                      <a:endParaRPr sz="16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226060">
                        <a:lnSpc>
                          <a:spcPct val="100000"/>
                        </a:lnSpc>
                        <a:spcBef>
                          <a:spcPts val="320"/>
                        </a:spcBef>
                      </a:pPr>
                      <a:r>
                        <a:rPr sz="1600" spc="-5" dirty="0">
                          <a:latin typeface="Arial MT"/>
                          <a:cs typeface="Arial MT"/>
                        </a:rPr>
                        <a:t>-1/15</a:t>
                      </a:r>
                      <a:endParaRPr sz="16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1270" algn="ctr">
                        <a:lnSpc>
                          <a:spcPct val="100000"/>
                        </a:lnSpc>
                        <a:spcBef>
                          <a:spcPts val="320"/>
                        </a:spcBef>
                      </a:pPr>
                      <a:r>
                        <a:rPr sz="1600" dirty="0">
                          <a:latin typeface="Arial MT"/>
                          <a:cs typeface="Arial MT"/>
                        </a:rPr>
                        <a:t>0</a:t>
                      </a:r>
                      <a:endParaRPr sz="16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1270" algn="ctr">
                        <a:lnSpc>
                          <a:spcPct val="100000"/>
                        </a:lnSpc>
                        <a:spcBef>
                          <a:spcPts val="320"/>
                        </a:spcBef>
                      </a:pPr>
                      <a:r>
                        <a:rPr sz="1600" spc="-5" dirty="0">
                          <a:latin typeface="Arial MT"/>
                          <a:cs typeface="Arial MT"/>
                        </a:rPr>
                        <a:t>31</a:t>
                      </a:r>
                      <a:r>
                        <a:rPr sz="1600" spc="-40" dirty="0">
                          <a:latin typeface="Arial MT"/>
                          <a:cs typeface="Arial MT"/>
                        </a:rPr>
                        <a:t> </a:t>
                      </a:r>
                      <a:r>
                        <a:rPr sz="1600" spc="-5" dirty="0">
                          <a:latin typeface="Arial MT"/>
                          <a:cs typeface="Arial MT"/>
                        </a:rPr>
                        <a:t>1/9</a:t>
                      </a:r>
                      <a:endParaRPr sz="16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1905" algn="ctr">
                        <a:lnSpc>
                          <a:spcPct val="100000"/>
                        </a:lnSpc>
                        <a:spcBef>
                          <a:spcPts val="320"/>
                        </a:spcBef>
                      </a:pPr>
                      <a:r>
                        <a:rPr sz="1600" spc="-5" dirty="0">
                          <a:latin typeface="Arial MT"/>
                          <a:cs typeface="Arial MT"/>
                        </a:rPr>
                        <a:t>350</a:t>
                      </a:r>
                      <a:endParaRPr sz="16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2363">
                <a:tc>
                  <a:txBody>
                    <a:bodyPr/>
                    <a:lstStyle/>
                    <a:p>
                      <a:pPr algn="ctr">
                        <a:lnSpc>
                          <a:spcPct val="100000"/>
                        </a:lnSpc>
                        <a:spcBef>
                          <a:spcPts val="325"/>
                        </a:spcBef>
                      </a:pPr>
                      <a:r>
                        <a:rPr sz="1600" spc="-5" dirty="0">
                          <a:latin typeface="Arial MT"/>
                          <a:cs typeface="Arial MT"/>
                        </a:rPr>
                        <a:t>200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800" spc="-10" dirty="0">
                          <a:latin typeface="Arial MT"/>
                          <a:cs typeface="Arial MT"/>
                        </a:rPr>
                        <a:t>x</a:t>
                      </a:r>
                      <a:r>
                        <a:rPr sz="1800" spc="-15" baseline="-20833" dirty="0">
                          <a:latin typeface="Arial MT"/>
                          <a:cs typeface="Arial MT"/>
                        </a:rPr>
                        <a:t>2</a:t>
                      </a:r>
                      <a:endParaRPr sz="1800" baseline="-20833">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dirty="0">
                          <a:latin typeface="Arial MT"/>
                          <a:cs typeface="Arial MT"/>
                        </a:rPr>
                        <a:t>1</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282575">
                        <a:lnSpc>
                          <a:spcPct val="100000"/>
                        </a:lnSpc>
                        <a:spcBef>
                          <a:spcPts val="325"/>
                        </a:spcBef>
                      </a:pPr>
                      <a:r>
                        <a:rPr sz="1600" spc="-5" dirty="0">
                          <a:latin typeface="Arial MT"/>
                          <a:cs typeface="Arial MT"/>
                        </a:rPr>
                        <a:t>-1/5</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5" dirty="0">
                          <a:latin typeface="Arial MT"/>
                          <a:cs typeface="Arial MT"/>
                        </a:rPr>
                        <a:t>2/5</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spc="-5" dirty="0">
                          <a:latin typeface="Arial MT"/>
                          <a:cs typeface="Arial MT"/>
                        </a:rPr>
                        <a:t>80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72491">
                <a:tc>
                  <a:txBody>
                    <a:bodyPr/>
                    <a:lstStyle/>
                    <a:p>
                      <a:pPr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800" spc="-5" dirty="0">
                          <a:latin typeface="Arial MT"/>
                          <a:cs typeface="Arial MT"/>
                        </a:rPr>
                        <a:t>s</a:t>
                      </a:r>
                      <a:r>
                        <a:rPr sz="1800" spc="-7" baseline="-20833" dirty="0">
                          <a:latin typeface="Arial MT"/>
                          <a:cs typeface="Arial MT"/>
                        </a:rPr>
                        <a:t>4</a:t>
                      </a:r>
                      <a:endParaRPr sz="1800" baseline="-20833">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226060">
                        <a:lnSpc>
                          <a:spcPct val="100000"/>
                        </a:lnSpc>
                        <a:spcBef>
                          <a:spcPts val="325"/>
                        </a:spcBef>
                      </a:pPr>
                      <a:r>
                        <a:rPr sz="1600" spc="-5" dirty="0">
                          <a:latin typeface="Arial MT"/>
                          <a:cs typeface="Arial MT"/>
                        </a:rPr>
                        <a:t>-4/45</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9715">
                        <a:lnSpc>
                          <a:spcPct val="100000"/>
                        </a:lnSpc>
                        <a:spcBef>
                          <a:spcPts val="325"/>
                        </a:spcBef>
                      </a:pPr>
                      <a:r>
                        <a:rPr sz="1600" spc="-5" dirty="0">
                          <a:latin typeface="Arial MT"/>
                          <a:cs typeface="Arial MT"/>
                        </a:rPr>
                        <a:t>1/15</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1</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spc="-5" dirty="0">
                          <a:latin typeface="Arial MT"/>
                          <a:cs typeface="Arial MT"/>
                        </a:rPr>
                        <a:t>48</a:t>
                      </a:r>
                      <a:r>
                        <a:rPr sz="1600" spc="-40" dirty="0">
                          <a:latin typeface="Arial MT"/>
                          <a:cs typeface="Arial MT"/>
                        </a:rPr>
                        <a:t> </a:t>
                      </a:r>
                      <a:r>
                        <a:rPr sz="1600" spc="-5" dirty="0">
                          <a:latin typeface="Arial MT"/>
                          <a:cs typeface="Arial MT"/>
                        </a:rPr>
                        <a:t>8/9</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72364">
                <a:tc gridSpan="2">
                  <a:txBody>
                    <a:bodyPr/>
                    <a:lstStyle/>
                    <a:p>
                      <a:pPr algn="ctr">
                        <a:lnSpc>
                          <a:spcPct val="100000"/>
                        </a:lnSpc>
                        <a:spcBef>
                          <a:spcPts val="340"/>
                        </a:spcBef>
                      </a:pPr>
                      <a:r>
                        <a:rPr sz="1800" b="1" dirty="0">
                          <a:latin typeface="Arial"/>
                          <a:cs typeface="Arial"/>
                        </a:rPr>
                        <a:t>Z</a:t>
                      </a:r>
                      <a:endParaRPr sz="1800">
                        <a:latin typeface="Arial"/>
                        <a:cs typeface="Arial"/>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a:txBody>
                    <a:bodyPr/>
                    <a:lstStyle/>
                    <a:p>
                      <a:pPr algn="ctr">
                        <a:lnSpc>
                          <a:spcPct val="100000"/>
                        </a:lnSpc>
                        <a:spcBef>
                          <a:spcPts val="470"/>
                        </a:spcBef>
                      </a:pPr>
                      <a:r>
                        <a:rPr sz="1600" dirty="0">
                          <a:latin typeface="Arial MT"/>
                          <a:cs typeface="Arial MT"/>
                        </a:rPr>
                        <a:t>0</a:t>
                      </a:r>
                      <a:endParaRPr sz="1600">
                        <a:latin typeface="Arial MT"/>
                        <a:cs typeface="Arial MT"/>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70"/>
                        </a:spcBef>
                      </a:pPr>
                      <a:r>
                        <a:rPr sz="1600" dirty="0">
                          <a:latin typeface="Arial MT"/>
                          <a:cs typeface="Arial MT"/>
                        </a:rPr>
                        <a:t>0</a:t>
                      </a:r>
                      <a:endParaRPr sz="1600">
                        <a:latin typeface="Arial MT"/>
                        <a:cs typeface="Arial MT"/>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70"/>
                        </a:spcBef>
                      </a:pPr>
                      <a:r>
                        <a:rPr sz="1600" dirty="0">
                          <a:latin typeface="Arial MT"/>
                          <a:cs typeface="Arial MT"/>
                        </a:rPr>
                        <a:t>0</a:t>
                      </a:r>
                      <a:endParaRPr sz="1600">
                        <a:latin typeface="Arial MT"/>
                        <a:cs typeface="Arial MT"/>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70"/>
                        </a:spcBef>
                      </a:pPr>
                      <a:r>
                        <a:rPr sz="1600" spc="-5" dirty="0">
                          <a:latin typeface="Arial MT"/>
                          <a:cs typeface="Arial MT"/>
                        </a:rPr>
                        <a:t>50</a:t>
                      </a:r>
                      <a:endParaRPr sz="1600">
                        <a:latin typeface="Arial MT"/>
                        <a:cs typeface="Arial MT"/>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70"/>
                        </a:spcBef>
                      </a:pPr>
                      <a:r>
                        <a:rPr sz="1600" dirty="0">
                          <a:latin typeface="Arial MT"/>
                          <a:cs typeface="Arial MT"/>
                        </a:rPr>
                        <a:t>0</a:t>
                      </a:r>
                      <a:endParaRPr sz="1600">
                        <a:latin typeface="Arial MT"/>
                        <a:cs typeface="Arial MT"/>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70"/>
                        </a:spcBef>
                      </a:pPr>
                      <a:r>
                        <a:rPr sz="1600" spc="-5" dirty="0">
                          <a:latin typeface="Arial MT"/>
                          <a:cs typeface="Arial MT"/>
                        </a:rPr>
                        <a:t>30000</a:t>
                      </a:r>
                      <a:endParaRPr sz="1600">
                        <a:latin typeface="Arial MT"/>
                        <a:cs typeface="Arial MT"/>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72363">
                <a:tc>
                  <a:txBody>
                    <a:bodyPr/>
                    <a:lstStyle/>
                    <a:p>
                      <a:pPr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800" spc="-5" dirty="0">
                          <a:latin typeface="Arial MT"/>
                          <a:cs typeface="Arial MT"/>
                        </a:rPr>
                        <a:t>s</a:t>
                      </a:r>
                      <a:r>
                        <a:rPr sz="1800" spc="-7" baseline="-20833" dirty="0">
                          <a:latin typeface="Arial MT"/>
                          <a:cs typeface="Arial MT"/>
                        </a:rPr>
                        <a:t>2</a:t>
                      </a:r>
                      <a:endParaRPr sz="1800" baseline="-20833">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45" dirty="0">
                          <a:latin typeface="Arial MT"/>
                          <a:cs typeface="Arial MT"/>
                        </a:rPr>
                        <a:t>-11</a:t>
                      </a:r>
                      <a:r>
                        <a:rPr sz="1600" spc="-35" dirty="0">
                          <a:latin typeface="Arial MT"/>
                          <a:cs typeface="Arial MT"/>
                        </a:rPr>
                        <a:t> </a:t>
                      </a:r>
                      <a:r>
                        <a:rPr sz="1600" spc="-5" dirty="0">
                          <a:latin typeface="Arial MT"/>
                          <a:cs typeface="Arial MT"/>
                        </a:rPr>
                        <a:t>1/4</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600" dirty="0">
                          <a:latin typeface="Arial MT"/>
                          <a:cs typeface="Arial MT"/>
                        </a:rPr>
                        <a:t>1</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82575">
                        <a:lnSpc>
                          <a:spcPct val="100000"/>
                        </a:lnSpc>
                        <a:spcBef>
                          <a:spcPts val="325"/>
                        </a:spcBef>
                      </a:pPr>
                      <a:r>
                        <a:rPr sz="1600" spc="-10" dirty="0">
                          <a:latin typeface="Arial MT"/>
                          <a:cs typeface="Arial MT"/>
                        </a:rPr>
                        <a:t>-3/4</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spc="-10" dirty="0">
                          <a:latin typeface="Arial MT"/>
                          <a:cs typeface="Arial MT"/>
                        </a:rPr>
                        <a:t>350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372363">
                <a:tc>
                  <a:txBody>
                    <a:bodyPr/>
                    <a:lstStyle/>
                    <a:p>
                      <a:pPr algn="ctr">
                        <a:lnSpc>
                          <a:spcPct val="100000"/>
                        </a:lnSpc>
                        <a:spcBef>
                          <a:spcPts val="325"/>
                        </a:spcBef>
                      </a:pPr>
                      <a:r>
                        <a:rPr sz="1600" spc="-10" dirty="0">
                          <a:latin typeface="Arial MT"/>
                          <a:cs typeface="Arial MT"/>
                        </a:rPr>
                        <a:t>200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800" spc="-10" dirty="0">
                          <a:latin typeface="Arial MT"/>
                          <a:cs typeface="Arial MT"/>
                        </a:rPr>
                        <a:t>x</a:t>
                      </a:r>
                      <a:r>
                        <a:rPr sz="1800" spc="-15" baseline="-20833" dirty="0">
                          <a:latin typeface="Arial MT"/>
                          <a:cs typeface="Arial MT"/>
                        </a:rPr>
                        <a:t>2</a:t>
                      </a:r>
                      <a:endParaRPr sz="1800" baseline="-20833">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5" dirty="0">
                          <a:latin typeface="Arial MT"/>
                          <a:cs typeface="Arial MT"/>
                        </a:rPr>
                        <a:t>2</a:t>
                      </a:r>
                      <a:r>
                        <a:rPr sz="1600" spc="-45" dirty="0">
                          <a:latin typeface="Arial MT"/>
                          <a:cs typeface="Arial MT"/>
                        </a:rPr>
                        <a:t> </a:t>
                      </a:r>
                      <a:r>
                        <a:rPr sz="1600" spc="-10" dirty="0">
                          <a:latin typeface="Arial MT"/>
                          <a:cs typeface="Arial MT"/>
                        </a:rPr>
                        <a:t>1/4</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600" dirty="0">
                          <a:latin typeface="Arial MT"/>
                          <a:cs typeface="Arial MT"/>
                        </a:rPr>
                        <a:t>1</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10" dirty="0">
                          <a:latin typeface="Arial MT"/>
                          <a:cs typeface="Arial MT"/>
                        </a:rPr>
                        <a:t>1/4</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spc="-10" dirty="0">
                          <a:latin typeface="Arial MT"/>
                          <a:cs typeface="Arial MT"/>
                        </a:rPr>
                        <a:t>150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372491">
                <a:tc>
                  <a:txBody>
                    <a:bodyPr/>
                    <a:lstStyle/>
                    <a:p>
                      <a:pPr algn="ctr">
                        <a:lnSpc>
                          <a:spcPct val="100000"/>
                        </a:lnSpc>
                        <a:spcBef>
                          <a:spcPts val="330"/>
                        </a:spcBef>
                      </a:pPr>
                      <a:r>
                        <a:rPr sz="1600" dirty="0">
                          <a:latin typeface="Arial MT"/>
                          <a:cs typeface="Arial MT"/>
                        </a:rPr>
                        <a:t>0</a:t>
                      </a:r>
                      <a:endParaRPr sz="1600">
                        <a:latin typeface="Arial MT"/>
                        <a:cs typeface="Arial MT"/>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800" spc="-5" dirty="0">
                          <a:latin typeface="Arial MT"/>
                          <a:cs typeface="Arial MT"/>
                        </a:rPr>
                        <a:t>s</a:t>
                      </a:r>
                      <a:r>
                        <a:rPr sz="1800" spc="-7" baseline="-20833" dirty="0">
                          <a:latin typeface="Arial MT"/>
                          <a:cs typeface="Arial MT"/>
                        </a:rPr>
                        <a:t>4</a:t>
                      </a:r>
                      <a:endParaRPr sz="1800" baseline="-20833">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30"/>
                        </a:spcBef>
                      </a:pPr>
                      <a:r>
                        <a:rPr sz="1600" dirty="0">
                          <a:latin typeface="Arial MT"/>
                          <a:cs typeface="Arial MT"/>
                        </a:rPr>
                        <a:t>1</a:t>
                      </a:r>
                      <a:endParaRPr sz="1600">
                        <a:latin typeface="Arial MT"/>
                        <a:cs typeface="Arial MT"/>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30"/>
                        </a:spcBef>
                      </a:pPr>
                      <a:r>
                        <a:rPr sz="1600" dirty="0">
                          <a:latin typeface="Arial MT"/>
                          <a:cs typeface="Arial MT"/>
                        </a:rPr>
                        <a:t>0</a:t>
                      </a:r>
                      <a:endParaRPr sz="1600">
                        <a:latin typeface="Arial MT"/>
                        <a:cs typeface="Arial MT"/>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30"/>
                        </a:spcBef>
                      </a:pPr>
                      <a:r>
                        <a:rPr sz="1600" dirty="0">
                          <a:latin typeface="Arial MT"/>
                          <a:cs typeface="Arial MT"/>
                        </a:rPr>
                        <a:t>0</a:t>
                      </a:r>
                      <a:endParaRPr sz="1600">
                        <a:latin typeface="Arial MT"/>
                        <a:cs typeface="Arial MT"/>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30"/>
                        </a:spcBef>
                      </a:pPr>
                      <a:r>
                        <a:rPr sz="1600" dirty="0">
                          <a:latin typeface="Arial MT"/>
                          <a:cs typeface="Arial MT"/>
                        </a:rPr>
                        <a:t>0</a:t>
                      </a:r>
                      <a:endParaRPr sz="1600">
                        <a:latin typeface="Arial MT"/>
                        <a:cs typeface="Arial MT"/>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30"/>
                        </a:spcBef>
                      </a:pPr>
                      <a:r>
                        <a:rPr sz="1600" dirty="0">
                          <a:latin typeface="Arial MT"/>
                          <a:cs typeface="Arial MT"/>
                        </a:rPr>
                        <a:t>1</a:t>
                      </a:r>
                      <a:endParaRPr sz="1600">
                        <a:latin typeface="Arial MT"/>
                        <a:cs typeface="Arial MT"/>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30"/>
                        </a:spcBef>
                      </a:pPr>
                      <a:r>
                        <a:rPr sz="1600" spc="-5" dirty="0">
                          <a:latin typeface="Arial MT"/>
                          <a:cs typeface="Arial MT"/>
                        </a:rPr>
                        <a:t>80</a:t>
                      </a:r>
                      <a:endParaRPr sz="1600">
                        <a:latin typeface="Arial MT"/>
                        <a:cs typeface="Arial MT"/>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452104" y="5923992"/>
            <a:ext cx="577342" cy="575767"/>
          </a:xfrm>
          <a:prstGeom prst="rect">
            <a:avLst/>
          </a:prstGeom>
        </p:spPr>
      </p:pic>
      <p:pic>
        <p:nvPicPr>
          <p:cNvPr id="3" name="object 3"/>
          <p:cNvPicPr/>
          <p:nvPr/>
        </p:nvPicPr>
        <p:blipFill>
          <a:blip r:embed="rId3" cstate="print"/>
          <a:stretch>
            <a:fillRect/>
          </a:stretch>
        </p:blipFill>
        <p:spPr>
          <a:xfrm>
            <a:off x="9215628" y="5353811"/>
            <a:ext cx="495300" cy="495300"/>
          </a:xfrm>
          <a:prstGeom prst="rect">
            <a:avLst/>
          </a:prstGeom>
        </p:spPr>
      </p:pic>
      <p:pic>
        <p:nvPicPr>
          <p:cNvPr id="4" name="object 4"/>
          <p:cNvPicPr/>
          <p:nvPr/>
        </p:nvPicPr>
        <p:blipFill>
          <a:blip r:embed="rId4" cstate="print"/>
          <a:stretch>
            <a:fillRect/>
          </a:stretch>
        </p:blipFill>
        <p:spPr>
          <a:xfrm>
            <a:off x="9821926" y="5280026"/>
            <a:ext cx="674624" cy="788149"/>
          </a:xfrm>
          <a:prstGeom prst="rect">
            <a:avLst/>
          </a:prstGeom>
        </p:spPr>
      </p:pic>
      <p:pic>
        <p:nvPicPr>
          <p:cNvPr id="7" name="object 7"/>
          <p:cNvPicPr/>
          <p:nvPr/>
        </p:nvPicPr>
        <p:blipFill>
          <a:blip r:embed="rId5" cstate="print"/>
          <a:stretch>
            <a:fillRect/>
          </a:stretch>
        </p:blipFill>
        <p:spPr>
          <a:xfrm>
            <a:off x="2305813" y="6416040"/>
            <a:ext cx="554735" cy="347402"/>
          </a:xfrm>
          <a:prstGeom prst="rect">
            <a:avLst/>
          </a:prstGeom>
        </p:spPr>
      </p:pic>
      <p:pic>
        <p:nvPicPr>
          <p:cNvPr id="8" name="object 8"/>
          <p:cNvPicPr/>
          <p:nvPr/>
        </p:nvPicPr>
        <p:blipFill>
          <a:blip r:embed="rId6" cstate="print"/>
          <a:stretch>
            <a:fillRect/>
          </a:stretch>
        </p:blipFill>
        <p:spPr>
          <a:xfrm>
            <a:off x="2971800" y="6416040"/>
            <a:ext cx="556132" cy="347402"/>
          </a:xfrm>
          <a:prstGeom prst="rect">
            <a:avLst/>
          </a:prstGeom>
        </p:spPr>
      </p:pic>
      <p:sp>
        <p:nvSpPr>
          <p:cNvPr id="10" name="object 10"/>
          <p:cNvSpPr txBox="1">
            <a:spLocks noGrp="1"/>
          </p:cNvSpPr>
          <p:nvPr>
            <p:ph type="title"/>
          </p:nvPr>
        </p:nvSpPr>
        <p:spPr>
          <a:xfrm>
            <a:off x="6096000" y="204407"/>
            <a:ext cx="6096000" cy="505908"/>
          </a:xfrm>
          <a:prstGeom prst="rect">
            <a:avLst/>
          </a:prstGeom>
        </p:spPr>
        <p:txBody>
          <a:bodyPr vert="horz" wrap="square" lIns="0" tIns="13335" rIns="0" bIns="0" rtlCol="0">
            <a:spAutoFit/>
          </a:bodyPr>
          <a:lstStyle/>
          <a:p>
            <a:pPr marL="12700" algn="ctr">
              <a:lnSpc>
                <a:spcPct val="100000"/>
              </a:lnSpc>
              <a:spcBef>
                <a:spcPts val="105"/>
              </a:spcBef>
            </a:pPr>
            <a:r>
              <a:rPr sz="3200" b="1" dirty="0">
                <a:solidFill>
                  <a:schemeClr val="bg1"/>
                </a:solidFill>
                <a:latin typeface="Arial"/>
                <a:cs typeface="Arial"/>
              </a:rPr>
              <a:t>SOLUCION</a:t>
            </a:r>
            <a:r>
              <a:rPr sz="3200" b="1" spc="-25" dirty="0">
                <a:solidFill>
                  <a:schemeClr val="bg1"/>
                </a:solidFill>
                <a:latin typeface="Arial"/>
                <a:cs typeface="Arial"/>
              </a:rPr>
              <a:t> </a:t>
            </a:r>
            <a:r>
              <a:rPr sz="3200" b="1" dirty="0">
                <a:solidFill>
                  <a:schemeClr val="bg1"/>
                </a:solidFill>
                <a:latin typeface="Arial"/>
                <a:cs typeface="Arial"/>
              </a:rPr>
              <a:t>NO</a:t>
            </a:r>
            <a:r>
              <a:rPr sz="3200" b="1" spc="-40" dirty="0">
                <a:solidFill>
                  <a:schemeClr val="bg1"/>
                </a:solidFill>
                <a:latin typeface="Arial"/>
                <a:cs typeface="Arial"/>
              </a:rPr>
              <a:t> </a:t>
            </a:r>
            <a:r>
              <a:rPr sz="3200" b="1" dirty="0">
                <a:solidFill>
                  <a:schemeClr val="bg1"/>
                </a:solidFill>
                <a:latin typeface="Arial"/>
                <a:cs typeface="Arial"/>
              </a:rPr>
              <a:t>FACTIBLE</a:t>
            </a:r>
            <a:endParaRPr sz="3200" dirty="0">
              <a:solidFill>
                <a:schemeClr val="bg1"/>
              </a:solidFill>
              <a:latin typeface="Arial"/>
              <a:cs typeface="Arial"/>
            </a:endParaRPr>
          </a:p>
        </p:txBody>
      </p:sp>
      <p:sp>
        <p:nvSpPr>
          <p:cNvPr id="25" name="object 25"/>
          <p:cNvSpPr txBox="1"/>
          <p:nvPr/>
        </p:nvSpPr>
        <p:spPr>
          <a:xfrm>
            <a:off x="1322705" y="1491233"/>
            <a:ext cx="9969072" cy="3399264"/>
          </a:xfrm>
          <a:prstGeom prst="rect">
            <a:avLst/>
          </a:prstGeom>
        </p:spPr>
        <p:txBody>
          <a:bodyPr vert="horz" wrap="square" lIns="0" tIns="12065" rIns="0" bIns="0" rtlCol="0">
            <a:spAutoFit/>
          </a:bodyPr>
          <a:lstStyle/>
          <a:p>
            <a:pPr marL="127000" marR="55880" algn="just">
              <a:lnSpc>
                <a:spcPct val="110000"/>
              </a:lnSpc>
              <a:spcBef>
                <a:spcPts val="95"/>
              </a:spcBef>
            </a:pPr>
            <a:r>
              <a:rPr sz="4200" b="1" dirty="0">
                <a:latin typeface="Arial"/>
                <a:cs typeface="Arial"/>
              </a:rPr>
              <a:t>Cuando </a:t>
            </a:r>
            <a:r>
              <a:rPr sz="4200" b="1" spc="-5" dirty="0">
                <a:latin typeface="Arial"/>
                <a:cs typeface="Arial"/>
              </a:rPr>
              <a:t>en </a:t>
            </a:r>
            <a:r>
              <a:rPr sz="4200" b="1" dirty="0">
                <a:latin typeface="Arial"/>
                <a:cs typeface="Arial"/>
              </a:rPr>
              <a:t>el tablero </a:t>
            </a:r>
            <a:r>
              <a:rPr sz="4200" b="1" spc="-5" dirty="0">
                <a:latin typeface="Arial"/>
                <a:cs typeface="Arial"/>
              </a:rPr>
              <a:t>simplex </a:t>
            </a:r>
            <a:r>
              <a:rPr sz="4200" b="1" dirty="0">
                <a:latin typeface="Arial"/>
                <a:cs typeface="Arial"/>
              </a:rPr>
              <a:t> </a:t>
            </a:r>
            <a:r>
              <a:rPr sz="4200" b="1" spc="-5" dirty="0">
                <a:latin typeface="Arial"/>
                <a:cs typeface="Arial"/>
              </a:rPr>
              <a:t>óptimo</a:t>
            </a:r>
            <a:r>
              <a:rPr sz="4200" b="1" dirty="0">
                <a:latin typeface="Arial"/>
                <a:cs typeface="Arial"/>
              </a:rPr>
              <a:t> </a:t>
            </a:r>
            <a:r>
              <a:rPr sz="4200" b="1" spc="-10" dirty="0">
                <a:latin typeface="Arial"/>
                <a:cs typeface="Arial"/>
              </a:rPr>
              <a:t>una </a:t>
            </a:r>
            <a:r>
              <a:rPr sz="4200" b="1" dirty="0">
                <a:latin typeface="Arial"/>
                <a:cs typeface="Arial"/>
              </a:rPr>
              <a:t>variable artificial </a:t>
            </a:r>
            <a:r>
              <a:rPr sz="4200" b="1" spc="5" dirty="0">
                <a:latin typeface="Arial"/>
                <a:cs typeface="Arial"/>
              </a:rPr>
              <a:t> </a:t>
            </a:r>
            <a:r>
              <a:rPr sz="4200" b="1" dirty="0">
                <a:latin typeface="Arial"/>
                <a:cs typeface="Arial"/>
              </a:rPr>
              <a:t>(A</a:t>
            </a:r>
            <a:r>
              <a:rPr sz="4200" b="1" baseline="-20833" dirty="0">
                <a:latin typeface="Arial"/>
                <a:cs typeface="Arial"/>
              </a:rPr>
              <a:t>j</a:t>
            </a:r>
            <a:r>
              <a:rPr sz="4200" b="1" dirty="0">
                <a:latin typeface="Arial"/>
                <a:cs typeface="Arial"/>
              </a:rPr>
              <a:t>)</a:t>
            </a:r>
            <a:r>
              <a:rPr sz="4200" b="1" spc="5" dirty="0">
                <a:latin typeface="Arial"/>
                <a:cs typeface="Arial"/>
              </a:rPr>
              <a:t> </a:t>
            </a:r>
            <a:r>
              <a:rPr sz="4200" b="1" spc="-10" dirty="0">
                <a:latin typeface="Arial"/>
                <a:cs typeface="Arial"/>
              </a:rPr>
              <a:t>es</a:t>
            </a:r>
            <a:r>
              <a:rPr sz="4200" b="1" spc="-5" dirty="0">
                <a:latin typeface="Arial"/>
                <a:cs typeface="Arial"/>
              </a:rPr>
              <a:t> </a:t>
            </a:r>
            <a:r>
              <a:rPr sz="4200" b="1" dirty="0">
                <a:latin typeface="Arial"/>
                <a:cs typeface="Arial"/>
              </a:rPr>
              <a:t>variable</a:t>
            </a:r>
            <a:r>
              <a:rPr sz="4200" b="1" spc="5" dirty="0">
                <a:latin typeface="Arial"/>
                <a:cs typeface="Arial"/>
              </a:rPr>
              <a:t> </a:t>
            </a:r>
            <a:r>
              <a:rPr sz="4200" b="1" dirty="0">
                <a:latin typeface="Arial"/>
                <a:cs typeface="Arial"/>
              </a:rPr>
              <a:t>básica</a:t>
            </a:r>
            <a:r>
              <a:rPr sz="4200" b="1" spc="5" dirty="0">
                <a:latin typeface="Arial"/>
                <a:cs typeface="Arial"/>
              </a:rPr>
              <a:t> </a:t>
            </a:r>
            <a:r>
              <a:rPr sz="4200" b="1" dirty="0">
                <a:latin typeface="Arial"/>
                <a:cs typeface="Arial"/>
              </a:rPr>
              <a:t>con </a:t>
            </a:r>
            <a:r>
              <a:rPr sz="4200" b="1" spc="5" dirty="0">
                <a:latin typeface="Arial"/>
                <a:cs typeface="Arial"/>
              </a:rPr>
              <a:t> </a:t>
            </a:r>
            <a:r>
              <a:rPr sz="4200" b="1" dirty="0">
                <a:latin typeface="Arial"/>
                <a:cs typeface="Arial"/>
              </a:rPr>
              <a:t>valor</a:t>
            </a:r>
            <a:r>
              <a:rPr sz="4200" b="1" spc="-15" dirty="0">
                <a:latin typeface="Arial"/>
                <a:cs typeface="Arial"/>
              </a:rPr>
              <a:t> </a:t>
            </a:r>
            <a:r>
              <a:rPr sz="4200" b="1" spc="-5" dirty="0">
                <a:latin typeface="Arial"/>
                <a:cs typeface="Arial"/>
              </a:rPr>
              <a:t>mayor</a:t>
            </a:r>
            <a:r>
              <a:rPr sz="4200" b="1" dirty="0">
                <a:latin typeface="Arial"/>
                <a:cs typeface="Arial"/>
              </a:rPr>
              <a:t> </a:t>
            </a:r>
            <a:r>
              <a:rPr sz="4200" b="1" spc="-5" dirty="0">
                <a:latin typeface="Arial"/>
                <a:cs typeface="Arial"/>
              </a:rPr>
              <a:t>a</a:t>
            </a:r>
            <a:r>
              <a:rPr sz="4200" b="1" dirty="0">
                <a:latin typeface="Arial"/>
                <a:cs typeface="Arial"/>
              </a:rPr>
              <a:t> cero.</a:t>
            </a:r>
            <a:endParaRPr sz="4200" dirty="0">
              <a:latin typeface="Arial"/>
              <a:cs typeface="Arial"/>
            </a:endParaRPr>
          </a:p>
          <a:p>
            <a:pPr>
              <a:spcBef>
                <a:spcPts val="35"/>
              </a:spcBef>
            </a:pPr>
            <a:endParaRPr sz="3750" dirty="0">
              <a:latin typeface="Arial"/>
              <a:cs typeface="Arial"/>
            </a:endParaRPr>
          </a:p>
          <a:p>
            <a:pPr marR="84455" algn="ctr">
              <a:tabLst>
                <a:tab pos="661035" algn="l"/>
              </a:tabLst>
            </a:pPr>
            <a:r>
              <a:rPr sz="4400" b="1" spc="5" dirty="0">
                <a:latin typeface="Arial"/>
                <a:cs typeface="Arial"/>
              </a:rPr>
              <a:t>A</a:t>
            </a:r>
            <a:r>
              <a:rPr sz="4350" b="1" spc="7" baseline="-21072" dirty="0">
                <a:latin typeface="Arial"/>
                <a:cs typeface="Arial"/>
              </a:rPr>
              <a:t>j	</a:t>
            </a:r>
            <a:r>
              <a:rPr sz="4400" b="1" dirty="0">
                <a:latin typeface="Arial"/>
                <a:cs typeface="Arial"/>
              </a:rPr>
              <a:t>&gt;</a:t>
            </a:r>
            <a:r>
              <a:rPr sz="4400" b="1" spc="-45" dirty="0">
                <a:latin typeface="Arial"/>
                <a:cs typeface="Arial"/>
              </a:rPr>
              <a:t> </a:t>
            </a:r>
            <a:r>
              <a:rPr sz="4400" b="1" dirty="0">
                <a:latin typeface="Arial"/>
                <a:cs typeface="Arial"/>
              </a:rPr>
              <a:t>0</a:t>
            </a:r>
            <a:endParaRPr sz="4400" dirty="0">
              <a:latin typeface="Arial"/>
              <a:cs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2305813" y="6416040"/>
            <a:ext cx="554735" cy="347402"/>
          </a:xfrm>
          <a:prstGeom prst="rect">
            <a:avLst/>
          </a:prstGeom>
        </p:spPr>
      </p:pic>
      <p:pic>
        <p:nvPicPr>
          <p:cNvPr id="8" name="object 8"/>
          <p:cNvPicPr/>
          <p:nvPr/>
        </p:nvPicPr>
        <p:blipFill>
          <a:blip r:embed="rId3" cstate="print"/>
          <a:stretch>
            <a:fillRect/>
          </a:stretch>
        </p:blipFill>
        <p:spPr>
          <a:xfrm>
            <a:off x="2971800" y="6416040"/>
            <a:ext cx="556132" cy="347402"/>
          </a:xfrm>
          <a:prstGeom prst="rect">
            <a:avLst/>
          </a:prstGeom>
        </p:spPr>
      </p:pic>
      <p:grpSp>
        <p:nvGrpSpPr>
          <p:cNvPr id="9" name="object 9"/>
          <p:cNvGrpSpPr/>
          <p:nvPr/>
        </p:nvGrpSpPr>
        <p:grpSpPr>
          <a:xfrm>
            <a:off x="169427" y="2384800"/>
            <a:ext cx="5926573" cy="3289300"/>
            <a:chOff x="908050" y="2584450"/>
            <a:chExt cx="6642100" cy="3289300"/>
          </a:xfrm>
        </p:grpSpPr>
        <p:sp>
          <p:nvSpPr>
            <p:cNvPr id="10" name="object 10"/>
            <p:cNvSpPr/>
            <p:nvPr/>
          </p:nvSpPr>
          <p:spPr>
            <a:xfrm>
              <a:off x="914400" y="2590800"/>
              <a:ext cx="6629400" cy="3276600"/>
            </a:xfrm>
            <a:custGeom>
              <a:avLst/>
              <a:gdLst/>
              <a:ahLst/>
              <a:cxnLst/>
              <a:rect l="l" t="t" r="r" b="b"/>
              <a:pathLst>
                <a:path w="6629400" h="3276600">
                  <a:moveTo>
                    <a:pt x="6083300" y="0"/>
                  </a:moveTo>
                  <a:lnTo>
                    <a:pt x="546100" y="0"/>
                  </a:lnTo>
                  <a:lnTo>
                    <a:pt x="498980" y="2004"/>
                  </a:lnTo>
                  <a:lnTo>
                    <a:pt x="452974" y="7908"/>
                  </a:lnTo>
                  <a:lnTo>
                    <a:pt x="408245" y="17547"/>
                  </a:lnTo>
                  <a:lnTo>
                    <a:pt x="364956" y="30758"/>
                  </a:lnTo>
                  <a:lnTo>
                    <a:pt x="323273" y="47377"/>
                  </a:lnTo>
                  <a:lnTo>
                    <a:pt x="283357" y="67240"/>
                  </a:lnTo>
                  <a:lnTo>
                    <a:pt x="245375" y="90183"/>
                  </a:lnTo>
                  <a:lnTo>
                    <a:pt x="209489" y="116042"/>
                  </a:lnTo>
                  <a:lnTo>
                    <a:pt x="175863" y="144653"/>
                  </a:lnTo>
                  <a:lnTo>
                    <a:pt x="144662" y="175853"/>
                  </a:lnTo>
                  <a:lnTo>
                    <a:pt x="116050" y="209478"/>
                  </a:lnTo>
                  <a:lnTo>
                    <a:pt x="90189" y="245364"/>
                  </a:lnTo>
                  <a:lnTo>
                    <a:pt x="67245" y="283346"/>
                  </a:lnTo>
                  <a:lnTo>
                    <a:pt x="47381" y="323262"/>
                  </a:lnTo>
                  <a:lnTo>
                    <a:pt x="30761" y="364946"/>
                  </a:lnTo>
                  <a:lnTo>
                    <a:pt x="17549" y="408236"/>
                  </a:lnTo>
                  <a:lnTo>
                    <a:pt x="7908" y="452968"/>
                  </a:lnTo>
                  <a:lnTo>
                    <a:pt x="2004" y="498977"/>
                  </a:lnTo>
                  <a:lnTo>
                    <a:pt x="0" y="546100"/>
                  </a:lnTo>
                  <a:lnTo>
                    <a:pt x="0" y="2730500"/>
                  </a:lnTo>
                  <a:lnTo>
                    <a:pt x="2004" y="2777619"/>
                  </a:lnTo>
                  <a:lnTo>
                    <a:pt x="7908" y="2823625"/>
                  </a:lnTo>
                  <a:lnTo>
                    <a:pt x="17549" y="2868354"/>
                  </a:lnTo>
                  <a:lnTo>
                    <a:pt x="30761" y="2911643"/>
                  </a:lnTo>
                  <a:lnTo>
                    <a:pt x="47381" y="2953326"/>
                  </a:lnTo>
                  <a:lnTo>
                    <a:pt x="67245" y="2993242"/>
                  </a:lnTo>
                  <a:lnTo>
                    <a:pt x="90189" y="3031224"/>
                  </a:lnTo>
                  <a:lnTo>
                    <a:pt x="116050" y="3067110"/>
                  </a:lnTo>
                  <a:lnTo>
                    <a:pt x="144662" y="3100736"/>
                  </a:lnTo>
                  <a:lnTo>
                    <a:pt x="175863" y="3131937"/>
                  </a:lnTo>
                  <a:lnTo>
                    <a:pt x="209489" y="3160549"/>
                  </a:lnTo>
                  <a:lnTo>
                    <a:pt x="245375" y="3186410"/>
                  </a:lnTo>
                  <a:lnTo>
                    <a:pt x="283357" y="3209354"/>
                  </a:lnTo>
                  <a:lnTo>
                    <a:pt x="323273" y="3229218"/>
                  </a:lnTo>
                  <a:lnTo>
                    <a:pt x="364956" y="3245838"/>
                  </a:lnTo>
                  <a:lnTo>
                    <a:pt x="408245" y="3259050"/>
                  </a:lnTo>
                  <a:lnTo>
                    <a:pt x="452974" y="3268691"/>
                  </a:lnTo>
                  <a:lnTo>
                    <a:pt x="498980" y="3274595"/>
                  </a:lnTo>
                  <a:lnTo>
                    <a:pt x="546100" y="3276600"/>
                  </a:lnTo>
                  <a:lnTo>
                    <a:pt x="6083300" y="3276600"/>
                  </a:lnTo>
                  <a:lnTo>
                    <a:pt x="6130422" y="3274595"/>
                  </a:lnTo>
                  <a:lnTo>
                    <a:pt x="6176431" y="3268691"/>
                  </a:lnTo>
                  <a:lnTo>
                    <a:pt x="6221163" y="3259050"/>
                  </a:lnTo>
                  <a:lnTo>
                    <a:pt x="6264453" y="3245838"/>
                  </a:lnTo>
                  <a:lnTo>
                    <a:pt x="6306137" y="3229218"/>
                  </a:lnTo>
                  <a:lnTo>
                    <a:pt x="6346053" y="3209354"/>
                  </a:lnTo>
                  <a:lnTo>
                    <a:pt x="6384035" y="3186410"/>
                  </a:lnTo>
                  <a:lnTo>
                    <a:pt x="6419921" y="3160549"/>
                  </a:lnTo>
                  <a:lnTo>
                    <a:pt x="6453546" y="3131937"/>
                  </a:lnTo>
                  <a:lnTo>
                    <a:pt x="6484746" y="3100736"/>
                  </a:lnTo>
                  <a:lnTo>
                    <a:pt x="6513357" y="3067110"/>
                  </a:lnTo>
                  <a:lnTo>
                    <a:pt x="6539216" y="3031224"/>
                  </a:lnTo>
                  <a:lnTo>
                    <a:pt x="6562159" y="2993242"/>
                  </a:lnTo>
                  <a:lnTo>
                    <a:pt x="6582022" y="2953326"/>
                  </a:lnTo>
                  <a:lnTo>
                    <a:pt x="6598641" y="2911643"/>
                  </a:lnTo>
                  <a:lnTo>
                    <a:pt x="6611852" y="2868354"/>
                  </a:lnTo>
                  <a:lnTo>
                    <a:pt x="6621491" y="2823625"/>
                  </a:lnTo>
                  <a:lnTo>
                    <a:pt x="6627395" y="2777619"/>
                  </a:lnTo>
                  <a:lnTo>
                    <a:pt x="6629400" y="2730500"/>
                  </a:lnTo>
                  <a:lnTo>
                    <a:pt x="6629400" y="546100"/>
                  </a:lnTo>
                  <a:lnTo>
                    <a:pt x="6627395" y="498977"/>
                  </a:lnTo>
                  <a:lnTo>
                    <a:pt x="6621491" y="452968"/>
                  </a:lnTo>
                  <a:lnTo>
                    <a:pt x="6611852" y="408236"/>
                  </a:lnTo>
                  <a:lnTo>
                    <a:pt x="6598641" y="364946"/>
                  </a:lnTo>
                  <a:lnTo>
                    <a:pt x="6582022" y="323262"/>
                  </a:lnTo>
                  <a:lnTo>
                    <a:pt x="6562159" y="283346"/>
                  </a:lnTo>
                  <a:lnTo>
                    <a:pt x="6539216" y="245364"/>
                  </a:lnTo>
                  <a:lnTo>
                    <a:pt x="6513357" y="209478"/>
                  </a:lnTo>
                  <a:lnTo>
                    <a:pt x="6484746" y="175853"/>
                  </a:lnTo>
                  <a:lnTo>
                    <a:pt x="6453546" y="144653"/>
                  </a:lnTo>
                  <a:lnTo>
                    <a:pt x="6419921" y="116042"/>
                  </a:lnTo>
                  <a:lnTo>
                    <a:pt x="6384035" y="90183"/>
                  </a:lnTo>
                  <a:lnTo>
                    <a:pt x="6346053" y="67240"/>
                  </a:lnTo>
                  <a:lnTo>
                    <a:pt x="6306137" y="47377"/>
                  </a:lnTo>
                  <a:lnTo>
                    <a:pt x="6264453" y="30758"/>
                  </a:lnTo>
                  <a:lnTo>
                    <a:pt x="6221163" y="17547"/>
                  </a:lnTo>
                  <a:lnTo>
                    <a:pt x="6176431" y="7908"/>
                  </a:lnTo>
                  <a:lnTo>
                    <a:pt x="6130422" y="2004"/>
                  </a:lnTo>
                  <a:lnTo>
                    <a:pt x="6083300" y="0"/>
                  </a:lnTo>
                  <a:close/>
                </a:path>
              </a:pathLst>
            </a:custGeom>
            <a:solidFill>
              <a:srgbClr val="FF9933"/>
            </a:solidFill>
          </p:spPr>
          <p:txBody>
            <a:bodyPr wrap="square" lIns="0" tIns="0" rIns="0" bIns="0" rtlCol="0"/>
            <a:lstStyle/>
            <a:p>
              <a:endParaRPr/>
            </a:p>
          </p:txBody>
        </p:sp>
        <p:sp>
          <p:nvSpPr>
            <p:cNvPr id="11" name="object 11"/>
            <p:cNvSpPr/>
            <p:nvPr/>
          </p:nvSpPr>
          <p:spPr>
            <a:xfrm>
              <a:off x="914400" y="2590800"/>
              <a:ext cx="6629400" cy="3276600"/>
            </a:xfrm>
            <a:custGeom>
              <a:avLst/>
              <a:gdLst/>
              <a:ahLst/>
              <a:cxnLst/>
              <a:rect l="l" t="t" r="r" b="b"/>
              <a:pathLst>
                <a:path w="6629400" h="3276600">
                  <a:moveTo>
                    <a:pt x="0" y="546100"/>
                  </a:moveTo>
                  <a:lnTo>
                    <a:pt x="2004" y="498977"/>
                  </a:lnTo>
                  <a:lnTo>
                    <a:pt x="7908" y="452968"/>
                  </a:lnTo>
                  <a:lnTo>
                    <a:pt x="17549" y="408236"/>
                  </a:lnTo>
                  <a:lnTo>
                    <a:pt x="30761" y="364946"/>
                  </a:lnTo>
                  <a:lnTo>
                    <a:pt x="47381" y="323262"/>
                  </a:lnTo>
                  <a:lnTo>
                    <a:pt x="67245" y="283346"/>
                  </a:lnTo>
                  <a:lnTo>
                    <a:pt x="90189" y="245364"/>
                  </a:lnTo>
                  <a:lnTo>
                    <a:pt x="116050" y="209478"/>
                  </a:lnTo>
                  <a:lnTo>
                    <a:pt x="144662" y="175853"/>
                  </a:lnTo>
                  <a:lnTo>
                    <a:pt x="175863" y="144653"/>
                  </a:lnTo>
                  <a:lnTo>
                    <a:pt x="209489" y="116042"/>
                  </a:lnTo>
                  <a:lnTo>
                    <a:pt x="245375" y="90183"/>
                  </a:lnTo>
                  <a:lnTo>
                    <a:pt x="283357" y="67240"/>
                  </a:lnTo>
                  <a:lnTo>
                    <a:pt x="323273" y="47377"/>
                  </a:lnTo>
                  <a:lnTo>
                    <a:pt x="364956" y="30758"/>
                  </a:lnTo>
                  <a:lnTo>
                    <a:pt x="408245" y="17547"/>
                  </a:lnTo>
                  <a:lnTo>
                    <a:pt x="452974" y="7908"/>
                  </a:lnTo>
                  <a:lnTo>
                    <a:pt x="498980" y="2004"/>
                  </a:lnTo>
                  <a:lnTo>
                    <a:pt x="546100" y="0"/>
                  </a:lnTo>
                  <a:lnTo>
                    <a:pt x="6083300" y="0"/>
                  </a:lnTo>
                  <a:lnTo>
                    <a:pt x="6130422" y="2004"/>
                  </a:lnTo>
                  <a:lnTo>
                    <a:pt x="6176431" y="7908"/>
                  </a:lnTo>
                  <a:lnTo>
                    <a:pt x="6221163" y="17547"/>
                  </a:lnTo>
                  <a:lnTo>
                    <a:pt x="6264453" y="30758"/>
                  </a:lnTo>
                  <a:lnTo>
                    <a:pt x="6306137" y="47377"/>
                  </a:lnTo>
                  <a:lnTo>
                    <a:pt x="6346053" y="67240"/>
                  </a:lnTo>
                  <a:lnTo>
                    <a:pt x="6384035" y="90183"/>
                  </a:lnTo>
                  <a:lnTo>
                    <a:pt x="6419921" y="116042"/>
                  </a:lnTo>
                  <a:lnTo>
                    <a:pt x="6453546" y="144653"/>
                  </a:lnTo>
                  <a:lnTo>
                    <a:pt x="6484746" y="175853"/>
                  </a:lnTo>
                  <a:lnTo>
                    <a:pt x="6513357" y="209478"/>
                  </a:lnTo>
                  <a:lnTo>
                    <a:pt x="6539216" y="245364"/>
                  </a:lnTo>
                  <a:lnTo>
                    <a:pt x="6562159" y="283346"/>
                  </a:lnTo>
                  <a:lnTo>
                    <a:pt x="6582022" y="323262"/>
                  </a:lnTo>
                  <a:lnTo>
                    <a:pt x="6598641" y="364946"/>
                  </a:lnTo>
                  <a:lnTo>
                    <a:pt x="6611852" y="408236"/>
                  </a:lnTo>
                  <a:lnTo>
                    <a:pt x="6621491" y="452968"/>
                  </a:lnTo>
                  <a:lnTo>
                    <a:pt x="6627395" y="498977"/>
                  </a:lnTo>
                  <a:lnTo>
                    <a:pt x="6629400" y="546100"/>
                  </a:lnTo>
                  <a:lnTo>
                    <a:pt x="6629400" y="2730500"/>
                  </a:lnTo>
                  <a:lnTo>
                    <a:pt x="6627395" y="2777619"/>
                  </a:lnTo>
                  <a:lnTo>
                    <a:pt x="6621491" y="2823625"/>
                  </a:lnTo>
                  <a:lnTo>
                    <a:pt x="6611852" y="2868354"/>
                  </a:lnTo>
                  <a:lnTo>
                    <a:pt x="6598641" y="2911643"/>
                  </a:lnTo>
                  <a:lnTo>
                    <a:pt x="6582022" y="2953326"/>
                  </a:lnTo>
                  <a:lnTo>
                    <a:pt x="6562159" y="2993242"/>
                  </a:lnTo>
                  <a:lnTo>
                    <a:pt x="6539216" y="3031224"/>
                  </a:lnTo>
                  <a:lnTo>
                    <a:pt x="6513357" y="3067110"/>
                  </a:lnTo>
                  <a:lnTo>
                    <a:pt x="6484746" y="3100736"/>
                  </a:lnTo>
                  <a:lnTo>
                    <a:pt x="6453546" y="3131937"/>
                  </a:lnTo>
                  <a:lnTo>
                    <a:pt x="6419921" y="3160549"/>
                  </a:lnTo>
                  <a:lnTo>
                    <a:pt x="6384035" y="3186410"/>
                  </a:lnTo>
                  <a:lnTo>
                    <a:pt x="6346053" y="3209354"/>
                  </a:lnTo>
                  <a:lnTo>
                    <a:pt x="6306137" y="3229218"/>
                  </a:lnTo>
                  <a:lnTo>
                    <a:pt x="6264453" y="3245838"/>
                  </a:lnTo>
                  <a:lnTo>
                    <a:pt x="6221163" y="3259050"/>
                  </a:lnTo>
                  <a:lnTo>
                    <a:pt x="6176431" y="3268691"/>
                  </a:lnTo>
                  <a:lnTo>
                    <a:pt x="6130422" y="3274595"/>
                  </a:lnTo>
                  <a:lnTo>
                    <a:pt x="6083300" y="3276600"/>
                  </a:lnTo>
                  <a:lnTo>
                    <a:pt x="546100" y="3276600"/>
                  </a:lnTo>
                  <a:lnTo>
                    <a:pt x="498980" y="3274595"/>
                  </a:lnTo>
                  <a:lnTo>
                    <a:pt x="452974" y="3268691"/>
                  </a:lnTo>
                  <a:lnTo>
                    <a:pt x="408245" y="3259050"/>
                  </a:lnTo>
                  <a:lnTo>
                    <a:pt x="364956" y="3245838"/>
                  </a:lnTo>
                  <a:lnTo>
                    <a:pt x="323273" y="3229218"/>
                  </a:lnTo>
                  <a:lnTo>
                    <a:pt x="283357" y="3209354"/>
                  </a:lnTo>
                  <a:lnTo>
                    <a:pt x="245375" y="3186410"/>
                  </a:lnTo>
                  <a:lnTo>
                    <a:pt x="209489" y="3160549"/>
                  </a:lnTo>
                  <a:lnTo>
                    <a:pt x="175863" y="3131937"/>
                  </a:lnTo>
                  <a:lnTo>
                    <a:pt x="144662" y="3100736"/>
                  </a:lnTo>
                  <a:lnTo>
                    <a:pt x="116050" y="3067110"/>
                  </a:lnTo>
                  <a:lnTo>
                    <a:pt x="90189" y="3031224"/>
                  </a:lnTo>
                  <a:lnTo>
                    <a:pt x="67245" y="2993242"/>
                  </a:lnTo>
                  <a:lnTo>
                    <a:pt x="47381" y="2953326"/>
                  </a:lnTo>
                  <a:lnTo>
                    <a:pt x="30761" y="2911643"/>
                  </a:lnTo>
                  <a:lnTo>
                    <a:pt x="17549" y="2868354"/>
                  </a:lnTo>
                  <a:lnTo>
                    <a:pt x="7908" y="2823625"/>
                  </a:lnTo>
                  <a:lnTo>
                    <a:pt x="2004" y="2777619"/>
                  </a:lnTo>
                  <a:lnTo>
                    <a:pt x="0" y="2730500"/>
                  </a:lnTo>
                  <a:lnTo>
                    <a:pt x="0" y="546100"/>
                  </a:lnTo>
                  <a:close/>
                </a:path>
              </a:pathLst>
            </a:custGeom>
            <a:ln w="12700">
              <a:solidFill>
                <a:srgbClr val="FFFFFF"/>
              </a:solidFill>
            </a:ln>
          </p:spPr>
          <p:txBody>
            <a:bodyPr wrap="square" lIns="0" tIns="0" rIns="0" bIns="0" rtlCol="0"/>
            <a:lstStyle/>
            <a:p>
              <a:endParaRPr/>
            </a:p>
          </p:txBody>
        </p:sp>
      </p:grpSp>
      <p:sp>
        <p:nvSpPr>
          <p:cNvPr id="12" name="object 12"/>
          <p:cNvSpPr txBox="1"/>
          <p:nvPr/>
        </p:nvSpPr>
        <p:spPr>
          <a:xfrm>
            <a:off x="2575967" y="1853564"/>
            <a:ext cx="1624965" cy="452120"/>
          </a:xfrm>
          <a:prstGeom prst="rect">
            <a:avLst/>
          </a:prstGeom>
        </p:spPr>
        <p:txBody>
          <a:bodyPr vert="horz" wrap="square" lIns="0" tIns="12065" rIns="0" bIns="0" rtlCol="0">
            <a:spAutoFit/>
          </a:bodyPr>
          <a:lstStyle/>
          <a:p>
            <a:pPr marL="12700">
              <a:spcBef>
                <a:spcPts val="95"/>
              </a:spcBef>
            </a:pPr>
            <a:r>
              <a:rPr sz="2800" b="1" spc="-5" dirty="0">
                <a:solidFill>
                  <a:srgbClr val="FF0000"/>
                </a:solidFill>
                <a:uFill>
                  <a:solidFill>
                    <a:srgbClr val="FFFFFF"/>
                  </a:solidFill>
                </a:uFill>
                <a:latin typeface="Arial"/>
                <a:cs typeface="Arial"/>
              </a:rPr>
              <a:t>Ejemplo</a:t>
            </a:r>
            <a:r>
              <a:rPr sz="2800" b="1" spc="-75" dirty="0">
                <a:solidFill>
                  <a:srgbClr val="FF0000"/>
                </a:solidFill>
                <a:latin typeface="Arial"/>
                <a:cs typeface="Arial"/>
              </a:rPr>
              <a:t> </a:t>
            </a:r>
            <a:r>
              <a:rPr sz="2800" b="1" spc="-5" dirty="0">
                <a:solidFill>
                  <a:srgbClr val="FF0000"/>
                </a:solidFill>
                <a:latin typeface="Arial"/>
                <a:cs typeface="Arial"/>
              </a:rPr>
              <a:t>:</a:t>
            </a:r>
            <a:endParaRPr sz="2800">
              <a:solidFill>
                <a:srgbClr val="FF0000"/>
              </a:solidFill>
              <a:latin typeface="Arial"/>
              <a:cs typeface="Arial"/>
            </a:endParaRPr>
          </a:p>
        </p:txBody>
      </p:sp>
      <p:sp>
        <p:nvSpPr>
          <p:cNvPr id="13" name="object 13"/>
          <p:cNvSpPr txBox="1"/>
          <p:nvPr/>
        </p:nvSpPr>
        <p:spPr>
          <a:xfrm>
            <a:off x="2372178" y="2792348"/>
            <a:ext cx="2953385" cy="452120"/>
          </a:xfrm>
          <a:prstGeom prst="rect">
            <a:avLst/>
          </a:prstGeom>
        </p:spPr>
        <p:txBody>
          <a:bodyPr vert="horz" wrap="square" lIns="0" tIns="12065" rIns="0" bIns="0" rtlCol="0">
            <a:spAutoFit/>
          </a:bodyPr>
          <a:lstStyle/>
          <a:p>
            <a:pPr marL="38100">
              <a:spcBef>
                <a:spcPts val="95"/>
              </a:spcBef>
            </a:pPr>
            <a:r>
              <a:rPr sz="2800" b="1" spc="-5" dirty="0">
                <a:solidFill>
                  <a:srgbClr val="FFFFFF"/>
                </a:solidFill>
                <a:latin typeface="Arial"/>
                <a:cs typeface="Arial"/>
              </a:rPr>
              <a:t>Z</a:t>
            </a:r>
            <a:r>
              <a:rPr sz="2800" b="1" spc="-20" dirty="0">
                <a:solidFill>
                  <a:srgbClr val="FFFFFF"/>
                </a:solidFill>
                <a:latin typeface="Arial"/>
                <a:cs typeface="Arial"/>
              </a:rPr>
              <a:t> </a:t>
            </a:r>
            <a:r>
              <a:rPr sz="2800" b="1" spc="-5" dirty="0">
                <a:solidFill>
                  <a:srgbClr val="FFFFFF"/>
                </a:solidFill>
                <a:latin typeface="Arial"/>
                <a:cs typeface="Arial"/>
              </a:rPr>
              <a:t>=</a:t>
            </a:r>
            <a:r>
              <a:rPr sz="2800" b="1" spc="-15" dirty="0">
                <a:solidFill>
                  <a:srgbClr val="FFFFFF"/>
                </a:solidFill>
                <a:latin typeface="Arial"/>
                <a:cs typeface="Arial"/>
              </a:rPr>
              <a:t> </a:t>
            </a:r>
            <a:r>
              <a:rPr sz="2800" b="1" dirty="0">
                <a:solidFill>
                  <a:srgbClr val="FFFFFF"/>
                </a:solidFill>
                <a:latin typeface="Arial"/>
                <a:cs typeface="Arial"/>
              </a:rPr>
              <a:t>460x</a:t>
            </a:r>
            <a:r>
              <a:rPr sz="2800" b="1" baseline="-21021" dirty="0">
                <a:solidFill>
                  <a:srgbClr val="FFFFFF"/>
                </a:solidFill>
                <a:latin typeface="Arial"/>
                <a:cs typeface="Arial"/>
              </a:rPr>
              <a:t>1</a:t>
            </a:r>
            <a:r>
              <a:rPr sz="2800" b="1" spc="382" baseline="-21021" dirty="0">
                <a:solidFill>
                  <a:srgbClr val="FFFFFF"/>
                </a:solidFill>
                <a:latin typeface="Arial"/>
                <a:cs typeface="Arial"/>
              </a:rPr>
              <a:t> </a:t>
            </a:r>
            <a:r>
              <a:rPr sz="2800" b="1" spc="-5" dirty="0">
                <a:solidFill>
                  <a:srgbClr val="FFFFFF"/>
                </a:solidFill>
                <a:latin typeface="Arial"/>
                <a:cs typeface="Arial"/>
              </a:rPr>
              <a:t>+</a:t>
            </a:r>
            <a:r>
              <a:rPr sz="2800" b="1" spc="-15" dirty="0">
                <a:solidFill>
                  <a:srgbClr val="FFFFFF"/>
                </a:solidFill>
                <a:latin typeface="Arial"/>
                <a:cs typeface="Arial"/>
              </a:rPr>
              <a:t> </a:t>
            </a:r>
            <a:r>
              <a:rPr sz="2800" b="1" dirty="0">
                <a:solidFill>
                  <a:srgbClr val="FFFFFF"/>
                </a:solidFill>
                <a:latin typeface="Arial"/>
                <a:cs typeface="Arial"/>
              </a:rPr>
              <a:t>200x</a:t>
            </a:r>
            <a:r>
              <a:rPr sz="2800" b="1" baseline="-21021" dirty="0">
                <a:solidFill>
                  <a:srgbClr val="FFFFFF"/>
                </a:solidFill>
                <a:latin typeface="Arial"/>
                <a:cs typeface="Arial"/>
              </a:rPr>
              <a:t>2</a:t>
            </a:r>
            <a:endParaRPr sz="2800" baseline="-21021" dirty="0">
              <a:latin typeface="Arial"/>
              <a:cs typeface="Arial"/>
            </a:endParaRPr>
          </a:p>
        </p:txBody>
      </p:sp>
      <p:sp>
        <p:nvSpPr>
          <p:cNvPr id="14" name="object 14"/>
          <p:cNvSpPr txBox="1"/>
          <p:nvPr/>
        </p:nvSpPr>
        <p:spPr>
          <a:xfrm>
            <a:off x="523701" y="2792348"/>
            <a:ext cx="1499870" cy="1302985"/>
          </a:xfrm>
          <a:prstGeom prst="rect">
            <a:avLst/>
          </a:prstGeom>
        </p:spPr>
        <p:txBody>
          <a:bodyPr vert="horz" wrap="square" lIns="0" tIns="635" rIns="0" bIns="0" rtlCol="0">
            <a:spAutoFit/>
          </a:bodyPr>
          <a:lstStyle/>
          <a:p>
            <a:pPr marL="12700" marR="5080">
              <a:lnSpc>
                <a:spcPct val="103299"/>
              </a:lnSpc>
              <a:spcBef>
                <a:spcPts val="5"/>
              </a:spcBef>
            </a:pPr>
            <a:r>
              <a:rPr sz="2800" b="1" spc="-5" dirty="0">
                <a:solidFill>
                  <a:srgbClr val="FFFFFF"/>
                </a:solidFill>
                <a:latin typeface="Arial"/>
                <a:cs typeface="Arial"/>
              </a:rPr>
              <a:t>Max  Sujeto</a:t>
            </a:r>
            <a:r>
              <a:rPr sz="2800" b="1" spc="-35" dirty="0">
                <a:solidFill>
                  <a:srgbClr val="FFFFFF"/>
                </a:solidFill>
                <a:latin typeface="Arial"/>
                <a:cs typeface="Arial"/>
              </a:rPr>
              <a:t> </a:t>
            </a:r>
            <a:r>
              <a:rPr sz="2800" b="1" dirty="0">
                <a:solidFill>
                  <a:srgbClr val="FFFFFF"/>
                </a:solidFill>
                <a:latin typeface="Arial"/>
                <a:cs typeface="Arial"/>
              </a:rPr>
              <a:t>a</a:t>
            </a:r>
            <a:r>
              <a:rPr sz="2800" b="1" spc="-35" dirty="0">
                <a:solidFill>
                  <a:srgbClr val="FFFFFF"/>
                </a:solidFill>
                <a:latin typeface="Arial"/>
                <a:cs typeface="Arial"/>
              </a:rPr>
              <a:t> </a:t>
            </a:r>
            <a:r>
              <a:rPr sz="2800" b="1" dirty="0">
                <a:solidFill>
                  <a:srgbClr val="FFFFFF"/>
                </a:solidFill>
                <a:latin typeface="Arial"/>
                <a:cs typeface="Arial"/>
              </a:rPr>
              <a:t>:</a:t>
            </a:r>
            <a:endParaRPr sz="2800" dirty="0">
              <a:latin typeface="Arial"/>
              <a:cs typeface="Arial"/>
            </a:endParaRPr>
          </a:p>
        </p:txBody>
      </p:sp>
      <p:sp>
        <p:nvSpPr>
          <p:cNvPr id="15" name="object 15"/>
          <p:cNvSpPr txBox="1"/>
          <p:nvPr/>
        </p:nvSpPr>
        <p:spPr>
          <a:xfrm>
            <a:off x="2221682" y="3363250"/>
            <a:ext cx="3254375" cy="2040889"/>
          </a:xfrm>
          <a:prstGeom prst="rect">
            <a:avLst/>
          </a:prstGeom>
        </p:spPr>
        <p:txBody>
          <a:bodyPr vert="horz" wrap="square" lIns="0" tIns="81280" rIns="0" bIns="0" rtlCol="0">
            <a:spAutoFit/>
          </a:bodyPr>
          <a:lstStyle/>
          <a:p>
            <a:pPr marR="143510" algn="r">
              <a:spcBef>
                <a:spcPts val="640"/>
              </a:spcBef>
              <a:tabLst>
                <a:tab pos="1523365" algn="l"/>
              </a:tabLst>
            </a:pPr>
            <a:r>
              <a:rPr sz="2800" b="1" dirty="0">
                <a:solidFill>
                  <a:srgbClr val="FFFFFF"/>
                </a:solidFill>
                <a:latin typeface="Arial"/>
                <a:cs typeface="Arial"/>
              </a:rPr>
              <a:t>18x</a:t>
            </a:r>
            <a:r>
              <a:rPr sz="2800" b="1" baseline="-21021" dirty="0">
                <a:solidFill>
                  <a:srgbClr val="FFFFFF"/>
                </a:solidFill>
                <a:latin typeface="Arial"/>
                <a:cs typeface="Arial"/>
              </a:rPr>
              <a:t>1</a:t>
            </a:r>
            <a:r>
              <a:rPr sz="2800"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a:solidFill>
                  <a:srgbClr val="FFFFFF"/>
                </a:solidFill>
                <a:latin typeface="Arial"/>
                <a:cs typeface="Arial"/>
              </a:rPr>
              <a:t>3x</a:t>
            </a:r>
            <a:r>
              <a:rPr sz="2800" b="1" spc="7" baseline="-21021" dirty="0">
                <a:solidFill>
                  <a:srgbClr val="FFFFFF"/>
                </a:solidFill>
                <a:latin typeface="Arial"/>
                <a:cs typeface="Arial"/>
              </a:rPr>
              <a:t>2</a:t>
            </a:r>
            <a:r>
              <a:rPr sz="2800" b="1" spc="337" baseline="-21021" dirty="0">
                <a:solidFill>
                  <a:srgbClr val="FFFFFF"/>
                </a:solidFill>
                <a:latin typeface="Arial"/>
                <a:cs typeface="Arial"/>
              </a:rPr>
              <a:t> </a:t>
            </a:r>
            <a:r>
              <a:rPr sz="2800" spc="-5" dirty="0">
                <a:solidFill>
                  <a:srgbClr val="FFFFFF"/>
                </a:solidFill>
                <a:latin typeface="Symbol"/>
                <a:cs typeface="Symbol"/>
              </a:rPr>
              <a:t></a:t>
            </a:r>
            <a:r>
              <a:rPr sz="2800" spc="50" dirty="0">
                <a:solidFill>
                  <a:srgbClr val="FFFFFF"/>
                </a:solidFill>
                <a:latin typeface="Times New Roman"/>
                <a:cs typeface="Times New Roman"/>
              </a:rPr>
              <a:t> </a:t>
            </a:r>
            <a:r>
              <a:rPr sz="2800" b="1" dirty="0">
                <a:solidFill>
                  <a:srgbClr val="FFFFFF"/>
                </a:solidFill>
                <a:latin typeface="Arial"/>
                <a:cs typeface="Arial"/>
              </a:rPr>
              <a:t>800</a:t>
            </a:r>
            <a:endParaRPr sz="2800" dirty="0">
              <a:latin typeface="Arial"/>
              <a:cs typeface="Arial"/>
            </a:endParaRPr>
          </a:p>
          <a:p>
            <a:pPr marR="113030" algn="r">
              <a:spcBef>
                <a:spcPts val="540"/>
              </a:spcBef>
              <a:tabLst>
                <a:tab pos="1327150" algn="l"/>
              </a:tabLst>
            </a:pPr>
            <a:r>
              <a:rPr sz="2800" b="1" spc="5" dirty="0">
                <a:solidFill>
                  <a:srgbClr val="FFFFFF"/>
                </a:solidFill>
                <a:latin typeface="Arial"/>
                <a:cs typeface="Arial"/>
              </a:rPr>
              <a:t>9x</a:t>
            </a:r>
            <a:r>
              <a:rPr sz="2800" b="1" spc="7" baseline="-21021" dirty="0">
                <a:solidFill>
                  <a:srgbClr val="FFFFFF"/>
                </a:solidFill>
                <a:latin typeface="Arial"/>
                <a:cs typeface="Arial"/>
              </a:rPr>
              <a:t>1</a:t>
            </a:r>
            <a:r>
              <a:rPr sz="2800"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a:solidFill>
                  <a:srgbClr val="FFFFFF"/>
                </a:solidFill>
                <a:latin typeface="Arial"/>
                <a:cs typeface="Arial"/>
              </a:rPr>
              <a:t>4x</a:t>
            </a:r>
            <a:r>
              <a:rPr sz="2800" b="1" spc="7" baseline="-21021" dirty="0">
                <a:solidFill>
                  <a:srgbClr val="FFFFFF"/>
                </a:solidFill>
                <a:latin typeface="Arial"/>
                <a:cs typeface="Arial"/>
              </a:rPr>
              <a:t>2</a:t>
            </a:r>
            <a:r>
              <a:rPr sz="2800" b="1" spc="337" baseline="-21021" dirty="0">
                <a:solidFill>
                  <a:srgbClr val="FFFFFF"/>
                </a:solidFill>
                <a:latin typeface="Arial"/>
                <a:cs typeface="Arial"/>
              </a:rPr>
              <a:t> </a:t>
            </a:r>
            <a:r>
              <a:rPr sz="2800" spc="-5" dirty="0">
                <a:solidFill>
                  <a:srgbClr val="FFFFFF"/>
                </a:solidFill>
                <a:latin typeface="Symbol"/>
                <a:cs typeface="Symbol"/>
              </a:rPr>
              <a:t></a:t>
            </a:r>
            <a:r>
              <a:rPr sz="2800" spc="50" dirty="0">
                <a:solidFill>
                  <a:srgbClr val="FFFFFF"/>
                </a:solidFill>
                <a:latin typeface="Times New Roman"/>
                <a:cs typeface="Times New Roman"/>
              </a:rPr>
              <a:t> </a:t>
            </a:r>
            <a:r>
              <a:rPr sz="2800" b="1" dirty="0">
                <a:solidFill>
                  <a:srgbClr val="FFFFFF"/>
                </a:solidFill>
                <a:latin typeface="Arial"/>
                <a:cs typeface="Arial"/>
              </a:rPr>
              <a:t>600</a:t>
            </a:r>
            <a:endParaRPr sz="2800" dirty="0">
              <a:latin typeface="Arial"/>
              <a:cs typeface="Arial"/>
            </a:endParaRPr>
          </a:p>
          <a:p>
            <a:pPr marR="43180" algn="r">
              <a:spcBef>
                <a:spcPts val="670"/>
              </a:spcBef>
              <a:tabLst>
                <a:tab pos="1729739" algn="l"/>
                <a:tab pos="2319655" algn="l"/>
              </a:tabLst>
            </a:pPr>
            <a:r>
              <a:rPr sz="2800" b="1" spc="5" dirty="0">
                <a:solidFill>
                  <a:srgbClr val="FFFFFF"/>
                </a:solidFill>
                <a:latin typeface="Arial"/>
                <a:cs typeface="Arial"/>
              </a:rPr>
              <a:t>x</a:t>
            </a:r>
            <a:r>
              <a:rPr sz="2800" b="1" spc="7" baseline="-21021" dirty="0">
                <a:solidFill>
                  <a:srgbClr val="FFFFFF"/>
                </a:solidFill>
                <a:latin typeface="Arial"/>
                <a:cs typeface="Arial"/>
              </a:rPr>
              <a:t>1	</a:t>
            </a:r>
            <a:r>
              <a:rPr sz="2800" spc="-5" dirty="0">
                <a:solidFill>
                  <a:srgbClr val="FFFFFF"/>
                </a:solidFill>
                <a:latin typeface="Symbol"/>
                <a:cs typeface="Symbol"/>
              </a:rPr>
              <a:t></a:t>
            </a:r>
            <a:r>
              <a:rPr sz="2800" spc="-5" dirty="0">
                <a:solidFill>
                  <a:srgbClr val="FFFFFF"/>
                </a:solidFill>
                <a:latin typeface="Times New Roman"/>
                <a:cs typeface="Times New Roman"/>
              </a:rPr>
              <a:t>	</a:t>
            </a:r>
            <a:r>
              <a:rPr sz="2800" b="1" spc="-5" dirty="0">
                <a:solidFill>
                  <a:srgbClr val="FFFFFF"/>
                </a:solidFill>
                <a:latin typeface="Arial"/>
                <a:cs typeface="Arial"/>
              </a:rPr>
              <a:t>80</a:t>
            </a:r>
            <a:endParaRPr sz="2800" dirty="0">
              <a:latin typeface="Arial"/>
              <a:cs typeface="Arial"/>
            </a:endParaRPr>
          </a:p>
          <a:p>
            <a:pPr marR="163830" algn="r">
              <a:spcBef>
                <a:spcPts val="675"/>
              </a:spcBef>
              <a:tabLst>
                <a:tab pos="1315085" algn="l"/>
                <a:tab pos="1809114" algn="l"/>
                <a:tab pos="2397125" algn="l"/>
              </a:tabLst>
            </a:pPr>
            <a:r>
              <a:rPr sz="2800" b="1" spc="5" dirty="0">
                <a:solidFill>
                  <a:srgbClr val="FFFFFF"/>
                </a:solidFill>
                <a:latin typeface="Arial"/>
                <a:cs typeface="Arial"/>
              </a:rPr>
              <a:t>x</a:t>
            </a:r>
            <a:r>
              <a:rPr sz="2800" b="1" spc="7" baseline="-21021" dirty="0">
                <a:solidFill>
                  <a:srgbClr val="FFFFFF"/>
                </a:solidFill>
                <a:latin typeface="Arial"/>
                <a:cs typeface="Arial"/>
              </a:rPr>
              <a:t>1</a:t>
            </a:r>
            <a:r>
              <a:rPr sz="2800"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a:solidFill>
                  <a:srgbClr val="FFFFFF"/>
                </a:solidFill>
                <a:latin typeface="Arial"/>
                <a:cs typeface="Arial"/>
              </a:rPr>
              <a:t>x</a:t>
            </a:r>
            <a:r>
              <a:rPr sz="2800" b="1" spc="7" baseline="-21021" dirty="0">
                <a:solidFill>
                  <a:srgbClr val="FFFFFF"/>
                </a:solidFill>
                <a:latin typeface="Arial"/>
                <a:cs typeface="Arial"/>
              </a:rPr>
              <a:t>2	</a:t>
            </a:r>
            <a:r>
              <a:rPr sz="2800" spc="-5" dirty="0">
                <a:solidFill>
                  <a:srgbClr val="FFFFFF"/>
                </a:solidFill>
                <a:latin typeface="Symbol"/>
                <a:cs typeface="Symbol"/>
              </a:rPr>
              <a:t></a:t>
            </a:r>
            <a:r>
              <a:rPr sz="2800" spc="-5" dirty="0">
                <a:solidFill>
                  <a:srgbClr val="FFFFFF"/>
                </a:solidFill>
                <a:latin typeface="Times New Roman"/>
                <a:cs typeface="Times New Roman"/>
              </a:rPr>
              <a:t>	</a:t>
            </a:r>
            <a:r>
              <a:rPr sz="2800" b="1" spc="-5" dirty="0">
                <a:solidFill>
                  <a:srgbClr val="FFFFFF"/>
                </a:solidFill>
                <a:latin typeface="Arial"/>
                <a:cs typeface="Arial"/>
              </a:rPr>
              <a:t>0</a:t>
            </a:r>
            <a:endParaRPr sz="2800" dirty="0">
              <a:latin typeface="Arial"/>
              <a:cs typeface="Arial"/>
            </a:endParaRPr>
          </a:p>
        </p:txBody>
      </p:sp>
      <p:sp>
        <p:nvSpPr>
          <p:cNvPr id="17" name="object 17"/>
          <p:cNvSpPr txBox="1">
            <a:spLocks noGrp="1"/>
          </p:cNvSpPr>
          <p:nvPr>
            <p:ph type="title"/>
          </p:nvPr>
        </p:nvSpPr>
        <p:spPr>
          <a:xfrm>
            <a:off x="6096000" y="169416"/>
            <a:ext cx="6096000" cy="505908"/>
          </a:xfrm>
          <a:prstGeom prst="rect">
            <a:avLst/>
          </a:prstGeom>
        </p:spPr>
        <p:txBody>
          <a:bodyPr vert="horz" wrap="square" lIns="0" tIns="13335" rIns="0" bIns="0" rtlCol="0">
            <a:spAutoFit/>
          </a:bodyPr>
          <a:lstStyle/>
          <a:p>
            <a:pPr marL="12700" algn="ctr">
              <a:lnSpc>
                <a:spcPct val="100000"/>
              </a:lnSpc>
              <a:spcBef>
                <a:spcPts val="105"/>
              </a:spcBef>
            </a:pPr>
            <a:r>
              <a:rPr sz="3200" b="1" dirty="0">
                <a:solidFill>
                  <a:schemeClr val="bg1"/>
                </a:solidFill>
                <a:latin typeface="Arial"/>
                <a:cs typeface="Arial"/>
              </a:rPr>
              <a:t>SOLUCION</a:t>
            </a:r>
            <a:r>
              <a:rPr sz="3200" b="1" spc="-25" dirty="0">
                <a:solidFill>
                  <a:schemeClr val="bg1"/>
                </a:solidFill>
                <a:latin typeface="Arial"/>
                <a:cs typeface="Arial"/>
              </a:rPr>
              <a:t> </a:t>
            </a:r>
            <a:r>
              <a:rPr sz="3200" b="1" dirty="0">
                <a:solidFill>
                  <a:schemeClr val="bg1"/>
                </a:solidFill>
                <a:latin typeface="Arial"/>
                <a:cs typeface="Arial"/>
              </a:rPr>
              <a:t>NO</a:t>
            </a:r>
            <a:r>
              <a:rPr sz="3200" b="1" spc="-35" dirty="0">
                <a:solidFill>
                  <a:schemeClr val="bg1"/>
                </a:solidFill>
                <a:latin typeface="Arial"/>
                <a:cs typeface="Arial"/>
              </a:rPr>
              <a:t> </a:t>
            </a:r>
            <a:r>
              <a:rPr sz="3200" b="1" dirty="0">
                <a:solidFill>
                  <a:schemeClr val="bg1"/>
                </a:solidFill>
                <a:latin typeface="Arial"/>
                <a:cs typeface="Arial"/>
              </a:rPr>
              <a:t>FACTIBLE</a:t>
            </a:r>
            <a:endParaRPr sz="3200" dirty="0">
              <a:solidFill>
                <a:schemeClr val="bg1"/>
              </a:solidFill>
              <a:latin typeface="Arial"/>
              <a:cs typeface="Arial"/>
            </a:endParaRPr>
          </a:p>
        </p:txBody>
      </p:sp>
      <p:grpSp>
        <p:nvGrpSpPr>
          <p:cNvPr id="5" name="object 9">
            <a:extLst>
              <a:ext uri="{FF2B5EF4-FFF2-40B4-BE49-F238E27FC236}">
                <a16:creationId xmlns:a16="http://schemas.microsoft.com/office/drawing/2014/main" id="{F3818A08-F017-89CC-21C3-DC6AC4D03AE2}"/>
              </a:ext>
            </a:extLst>
          </p:cNvPr>
          <p:cNvGrpSpPr/>
          <p:nvPr/>
        </p:nvGrpSpPr>
        <p:grpSpPr>
          <a:xfrm>
            <a:off x="6283348" y="2391150"/>
            <a:ext cx="5572868" cy="3030715"/>
            <a:chOff x="908050" y="2584450"/>
            <a:chExt cx="6642100" cy="3289300"/>
          </a:xfrm>
        </p:grpSpPr>
        <p:sp>
          <p:nvSpPr>
            <p:cNvPr id="6" name="object 10">
              <a:extLst>
                <a:ext uri="{FF2B5EF4-FFF2-40B4-BE49-F238E27FC236}">
                  <a16:creationId xmlns:a16="http://schemas.microsoft.com/office/drawing/2014/main" id="{A29E38C8-F61A-6946-5550-C5E0DA31E069}"/>
                </a:ext>
              </a:extLst>
            </p:cNvPr>
            <p:cNvSpPr/>
            <p:nvPr/>
          </p:nvSpPr>
          <p:spPr>
            <a:xfrm>
              <a:off x="914400" y="2590800"/>
              <a:ext cx="6629400" cy="3276600"/>
            </a:xfrm>
            <a:custGeom>
              <a:avLst/>
              <a:gdLst/>
              <a:ahLst/>
              <a:cxnLst/>
              <a:rect l="l" t="t" r="r" b="b"/>
              <a:pathLst>
                <a:path w="6629400" h="3276600">
                  <a:moveTo>
                    <a:pt x="6083300" y="0"/>
                  </a:moveTo>
                  <a:lnTo>
                    <a:pt x="546100" y="0"/>
                  </a:lnTo>
                  <a:lnTo>
                    <a:pt x="498980" y="2004"/>
                  </a:lnTo>
                  <a:lnTo>
                    <a:pt x="452974" y="7908"/>
                  </a:lnTo>
                  <a:lnTo>
                    <a:pt x="408245" y="17547"/>
                  </a:lnTo>
                  <a:lnTo>
                    <a:pt x="364956" y="30758"/>
                  </a:lnTo>
                  <a:lnTo>
                    <a:pt x="323273" y="47377"/>
                  </a:lnTo>
                  <a:lnTo>
                    <a:pt x="283357" y="67240"/>
                  </a:lnTo>
                  <a:lnTo>
                    <a:pt x="245375" y="90183"/>
                  </a:lnTo>
                  <a:lnTo>
                    <a:pt x="209489" y="116042"/>
                  </a:lnTo>
                  <a:lnTo>
                    <a:pt x="175863" y="144653"/>
                  </a:lnTo>
                  <a:lnTo>
                    <a:pt x="144662" y="175853"/>
                  </a:lnTo>
                  <a:lnTo>
                    <a:pt x="116050" y="209478"/>
                  </a:lnTo>
                  <a:lnTo>
                    <a:pt x="90189" y="245364"/>
                  </a:lnTo>
                  <a:lnTo>
                    <a:pt x="67245" y="283346"/>
                  </a:lnTo>
                  <a:lnTo>
                    <a:pt x="47381" y="323262"/>
                  </a:lnTo>
                  <a:lnTo>
                    <a:pt x="30761" y="364946"/>
                  </a:lnTo>
                  <a:lnTo>
                    <a:pt x="17549" y="408236"/>
                  </a:lnTo>
                  <a:lnTo>
                    <a:pt x="7908" y="452968"/>
                  </a:lnTo>
                  <a:lnTo>
                    <a:pt x="2004" y="498977"/>
                  </a:lnTo>
                  <a:lnTo>
                    <a:pt x="0" y="546100"/>
                  </a:lnTo>
                  <a:lnTo>
                    <a:pt x="0" y="2730500"/>
                  </a:lnTo>
                  <a:lnTo>
                    <a:pt x="2004" y="2777619"/>
                  </a:lnTo>
                  <a:lnTo>
                    <a:pt x="7908" y="2823625"/>
                  </a:lnTo>
                  <a:lnTo>
                    <a:pt x="17549" y="2868354"/>
                  </a:lnTo>
                  <a:lnTo>
                    <a:pt x="30761" y="2911643"/>
                  </a:lnTo>
                  <a:lnTo>
                    <a:pt x="47381" y="2953326"/>
                  </a:lnTo>
                  <a:lnTo>
                    <a:pt x="67245" y="2993242"/>
                  </a:lnTo>
                  <a:lnTo>
                    <a:pt x="90189" y="3031224"/>
                  </a:lnTo>
                  <a:lnTo>
                    <a:pt x="116050" y="3067110"/>
                  </a:lnTo>
                  <a:lnTo>
                    <a:pt x="144662" y="3100736"/>
                  </a:lnTo>
                  <a:lnTo>
                    <a:pt x="175863" y="3131937"/>
                  </a:lnTo>
                  <a:lnTo>
                    <a:pt x="209489" y="3160549"/>
                  </a:lnTo>
                  <a:lnTo>
                    <a:pt x="245375" y="3186410"/>
                  </a:lnTo>
                  <a:lnTo>
                    <a:pt x="283357" y="3209354"/>
                  </a:lnTo>
                  <a:lnTo>
                    <a:pt x="323273" y="3229218"/>
                  </a:lnTo>
                  <a:lnTo>
                    <a:pt x="364956" y="3245838"/>
                  </a:lnTo>
                  <a:lnTo>
                    <a:pt x="408245" y="3259050"/>
                  </a:lnTo>
                  <a:lnTo>
                    <a:pt x="452974" y="3268691"/>
                  </a:lnTo>
                  <a:lnTo>
                    <a:pt x="498980" y="3274595"/>
                  </a:lnTo>
                  <a:lnTo>
                    <a:pt x="546100" y="3276600"/>
                  </a:lnTo>
                  <a:lnTo>
                    <a:pt x="6083300" y="3276600"/>
                  </a:lnTo>
                  <a:lnTo>
                    <a:pt x="6130422" y="3274595"/>
                  </a:lnTo>
                  <a:lnTo>
                    <a:pt x="6176431" y="3268691"/>
                  </a:lnTo>
                  <a:lnTo>
                    <a:pt x="6221163" y="3259050"/>
                  </a:lnTo>
                  <a:lnTo>
                    <a:pt x="6264453" y="3245838"/>
                  </a:lnTo>
                  <a:lnTo>
                    <a:pt x="6306137" y="3229218"/>
                  </a:lnTo>
                  <a:lnTo>
                    <a:pt x="6346053" y="3209354"/>
                  </a:lnTo>
                  <a:lnTo>
                    <a:pt x="6384035" y="3186410"/>
                  </a:lnTo>
                  <a:lnTo>
                    <a:pt x="6419921" y="3160549"/>
                  </a:lnTo>
                  <a:lnTo>
                    <a:pt x="6453546" y="3131937"/>
                  </a:lnTo>
                  <a:lnTo>
                    <a:pt x="6484746" y="3100736"/>
                  </a:lnTo>
                  <a:lnTo>
                    <a:pt x="6513357" y="3067110"/>
                  </a:lnTo>
                  <a:lnTo>
                    <a:pt x="6539216" y="3031224"/>
                  </a:lnTo>
                  <a:lnTo>
                    <a:pt x="6562159" y="2993242"/>
                  </a:lnTo>
                  <a:lnTo>
                    <a:pt x="6582022" y="2953326"/>
                  </a:lnTo>
                  <a:lnTo>
                    <a:pt x="6598641" y="2911643"/>
                  </a:lnTo>
                  <a:lnTo>
                    <a:pt x="6611852" y="2868354"/>
                  </a:lnTo>
                  <a:lnTo>
                    <a:pt x="6621491" y="2823625"/>
                  </a:lnTo>
                  <a:lnTo>
                    <a:pt x="6627395" y="2777619"/>
                  </a:lnTo>
                  <a:lnTo>
                    <a:pt x="6629400" y="2730500"/>
                  </a:lnTo>
                  <a:lnTo>
                    <a:pt x="6629400" y="546100"/>
                  </a:lnTo>
                  <a:lnTo>
                    <a:pt x="6627395" y="498977"/>
                  </a:lnTo>
                  <a:lnTo>
                    <a:pt x="6621491" y="452968"/>
                  </a:lnTo>
                  <a:lnTo>
                    <a:pt x="6611852" y="408236"/>
                  </a:lnTo>
                  <a:lnTo>
                    <a:pt x="6598641" y="364946"/>
                  </a:lnTo>
                  <a:lnTo>
                    <a:pt x="6582022" y="323262"/>
                  </a:lnTo>
                  <a:lnTo>
                    <a:pt x="6562159" y="283346"/>
                  </a:lnTo>
                  <a:lnTo>
                    <a:pt x="6539216" y="245364"/>
                  </a:lnTo>
                  <a:lnTo>
                    <a:pt x="6513357" y="209478"/>
                  </a:lnTo>
                  <a:lnTo>
                    <a:pt x="6484746" y="175853"/>
                  </a:lnTo>
                  <a:lnTo>
                    <a:pt x="6453546" y="144653"/>
                  </a:lnTo>
                  <a:lnTo>
                    <a:pt x="6419921" y="116042"/>
                  </a:lnTo>
                  <a:lnTo>
                    <a:pt x="6384035" y="90183"/>
                  </a:lnTo>
                  <a:lnTo>
                    <a:pt x="6346053" y="67240"/>
                  </a:lnTo>
                  <a:lnTo>
                    <a:pt x="6306137" y="47377"/>
                  </a:lnTo>
                  <a:lnTo>
                    <a:pt x="6264453" y="30758"/>
                  </a:lnTo>
                  <a:lnTo>
                    <a:pt x="6221163" y="17547"/>
                  </a:lnTo>
                  <a:lnTo>
                    <a:pt x="6176431" y="7908"/>
                  </a:lnTo>
                  <a:lnTo>
                    <a:pt x="6130422" y="2004"/>
                  </a:lnTo>
                  <a:lnTo>
                    <a:pt x="6083300" y="0"/>
                  </a:lnTo>
                  <a:close/>
                </a:path>
              </a:pathLst>
            </a:custGeom>
            <a:solidFill>
              <a:srgbClr val="FF9933"/>
            </a:solidFill>
          </p:spPr>
          <p:txBody>
            <a:bodyPr wrap="square" lIns="0" tIns="0" rIns="0" bIns="0" rtlCol="0"/>
            <a:lstStyle/>
            <a:p>
              <a:endParaRPr/>
            </a:p>
          </p:txBody>
        </p:sp>
        <p:sp>
          <p:nvSpPr>
            <p:cNvPr id="16" name="object 11">
              <a:extLst>
                <a:ext uri="{FF2B5EF4-FFF2-40B4-BE49-F238E27FC236}">
                  <a16:creationId xmlns:a16="http://schemas.microsoft.com/office/drawing/2014/main" id="{81EA34AE-4C89-DB49-0DD9-EE4AAE0610DC}"/>
                </a:ext>
              </a:extLst>
            </p:cNvPr>
            <p:cNvSpPr/>
            <p:nvPr/>
          </p:nvSpPr>
          <p:spPr>
            <a:xfrm>
              <a:off x="914400" y="2590800"/>
              <a:ext cx="6629400" cy="3276600"/>
            </a:xfrm>
            <a:custGeom>
              <a:avLst/>
              <a:gdLst/>
              <a:ahLst/>
              <a:cxnLst/>
              <a:rect l="l" t="t" r="r" b="b"/>
              <a:pathLst>
                <a:path w="6629400" h="3276600">
                  <a:moveTo>
                    <a:pt x="0" y="546100"/>
                  </a:moveTo>
                  <a:lnTo>
                    <a:pt x="2004" y="498977"/>
                  </a:lnTo>
                  <a:lnTo>
                    <a:pt x="7908" y="452968"/>
                  </a:lnTo>
                  <a:lnTo>
                    <a:pt x="17549" y="408236"/>
                  </a:lnTo>
                  <a:lnTo>
                    <a:pt x="30761" y="364946"/>
                  </a:lnTo>
                  <a:lnTo>
                    <a:pt x="47381" y="323262"/>
                  </a:lnTo>
                  <a:lnTo>
                    <a:pt x="67245" y="283346"/>
                  </a:lnTo>
                  <a:lnTo>
                    <a:pt x="90189" y="245364"/>
                  </a:lnTo>
                  <a:lnTo>
                    <a:pt x="116050" y="209478"/>
                  </a:lnTo>
                  <a:lnTo>
                    <a:pt x="144662" y="175853"/>
                  </a:lnTo>
                  <a:lnTo>
                    <a:pt x="175863" y="144653"/>
                  </a:lnTo>
                  <a:lnTo>
                    <a:pt x="209489" y="116042"/>
                  </a:lnTo>
                  <a:lnTo>
                    <a:pt x="245375" y="90183"/>
                  </a:lnTo>
                  <a:lnTo>
                    <a:pt x="283357" y="67240"/>
                  </a:lnTo>
                  <a:lnTo>
                    <a:pt x="323273" y="47377"/>
                  </a:lnTo>
                  <a:lnTo>
                    <a:pt x="364956" y="30758"/>
                  </a:lnTo>
                  <a:lnTo>
                    <a:pt x="408245" y="17547"/>
                  </a:lnTo>
                  <a:lnTo>
                    <a:pt x="452974" y="7908"/>
                  </a:lnTo>
                  <a:lnTo>
                    <a:pt x="498980" y="2004"/>
                  </a:lnTo>
                  <a:lnTo>
                    <a:pt x="546100" y="0"/>
                  </a:lnTo>
                  <a:lnTo>
                    <a:pt x="6083300" y="0"/>
                  </a:lnTo>
                  <a:lnTo>
                    <a:pt x="6130422" y="2004"/>
                  </a:lnTo>
                  <a:lnTo>
                    <a:pt x="6176431" y="7908"/>
                  </a:lnTo>
                  <a:lnTo>
                    <a:pt x="6221163" y="17547"/>
                  </a:lnTo>
                  <a:lnTo>
                    <a:pt x="6264453" y="30758"/>
                  </a:lnTo>
                  <a:lnTo>
                    <a:pt x="6306137" y="47377"/>
                  </a:lnTo>
                  <a:lnTo>
                    <a:pt x="6346053" y="67240"/>
                  </a:lnTo>
                  <a:lnTo>
                    <a:pt x="6384035" y="90183"/>
                  </a:lnTo>
                  <a:lnTo>
                    <a:pt x="6419921" y="116042"/>
                  </a:lnTo>
                  <a:lnTo>
                    <a:pt x="6453546" y="144653"/>
                  </a:lnTo>
                  <a:lnTo>
                    <a:pt x="6484746" y="175853"/>
                  </a:lnTo>
                  <a:lnTo>
                    <a:pt x="6513357" y="209478"/>
                  </a:lnTo>
                  <a:lnTo>
                    <a:pt x="6539216" y="245364"/>
                  </a:lnTo>
                  <a:lnTo>
                    <a:pt x="6562159" y="283346"/>
                  </a:lnTo>
                  <a:lnTo>
                    <a:pt x="6582022" y="323262"/>
                  </a:lnTo>
                  <a:lnTo>
                    <a:pt x="6598641" y="364946"/>
                  </a:lnTo>
                  <a:lnTo>
                    <a:pt x="6611852" y="408236"/>
                  </a:lnTo>
                  <a:lnTo>
                    <a:pt x="6621491" y="452968"/>
                  </a:lnTo>
                  <a:lnTo>
                    <a:pt x="6627395" y="498977"/>
                  </a:lnTo>
                  <a:lnTo>
                    <a:pt x="6629400" y="546100"/>
                  </a:lnTo>
                  <a:lnTo>
                    <a:pt x="6629400" y="2730500"/>
                  </a:lnTo>
                  <a:lnTo>
                    <a:pt x="6627395" y="2777619"/>
                  </a:lnTo>
                  <a:lnTo>
                    <a:pt x="6621491" y="2823625"/>
                  </a:lnTo>
                  <a:lnTo>
                    <a:pt x="6611852" y="2868354"/>
                  </a:lnTo>
                  <a:lnTo>
                    <a:pt x="6598641" y="2911643"/>
                  </a:lnTo>
                  <a:lnTo>
                    <a:pt x="6582022" y="2953326"/>
                  </a:lnTo>
                  <a:lnTo>
                    <a:pt x="6562159" y="2993242"/>
                  </a:lnTo>
                  <a:lnTo>
                    <a:pt x="6539216" y="3031224"/>
                  </a:lnTo>
                  <a:lnTo>
                    <a:pt x="6513357" y="3067110"/>
                  </a:lnTo>
                  <a:lnTo>
                    <a:pt x="6484746" y="3100736"/>
                  </a:lnTo>
                  <a:lnTo>
                    <a:pt x="6453546" y="3131937"/>
                  </a:lnTo>
                  <a:lnTo>
                    <a:pt x="6419921" y="3160549"/>
                  </a:lnTo>
                  <a:lnTo>
                    <a:pt x="6384035" y="3186410"/>
                  </a:lnTo>
                  <a:lnTo>
                    <a:pt x="6346053" y="3209354"/>
                  </a:lnTo>
                  <a:lnTo>
                    <a:pt x="6306137" y="3229218"/>
                  </a:lnTo>
                  <a:lnTo>
                    <a:pt x="6264453" y="3245838"/>
                  </a:lnTo>
                  <a:lnTo>
                    <a:pt x="6221163" y="3259050"/>
                  </a:lnTo>
                  <a:lnTo>
                    <a:pt x="6176431" y="3268691"/>
                  </a:lnTo>
                  <a:lnTo>
                    <a:pt x="6130422" y="3274595"/>
                  </a:lnTo>
                  <a:lnTo>
                    <a:pt x="6083300" y="3276600"/>
                  </a:lnTo>
                  <a:lnTo>
                    <a:pt x="546100" y="3276600"/>
                  </a:lnTo>
                  <a:lnTo>
                    <a:pt x="498980" y="3274595"/>
                  </a:lnTo>
                  <a:lnTo>
                    <a:pt x="452974" y="3268691"/>
                  </a:lnTo>
                  <a:lnTo>
                    <a:pt x="408245" y="3259050"/>
                  </a:lnTo>
                  <a:lnTo>
                    <a:pt x="364956" y="3245838"/>
                  </a:lnTo>
                  <a:lnTo>
                    <a:pt x="323273" y="3229218"/>
                  </a:lnTo>
                  <a:lnTo>
                    <a:pt x="283357" y="3209354"/>
                  </a:lnTo>
                  <a:lnTo>
                    <a:pt x="245375" y="3186410"/>
                  </a:lnTo>
                  <a:lnTo>
                    <a:pt x="209489" y="3160549"/>
                  </a:lnTo>
                  <a:lnTo>
                    <a:pt x="175863" y="3131937"/>
                  </a:lnTo>
                  <a:lnTo>
                    <a:pt x="144662" y="3100736"/>
                  </a:lnTo>
                  <a:lnTo>
                    <a:pt x="116050" y="3067110"/>
                  </a:lnTo>
                  <a:lnTo>
                    <a:pt x="90189" y="3031224"/>
                  </a:lnTo>
                  <a:lnTo>
                    <a:pt x="67245" y="2993242"/>
                  </a:lnTo>
                  <a:lnTo>
                    <a:pt x="47381" y="2953326"/>
                  </a:lnTo>
                  <a:lnTo>
                    <a:pt x="30761" y="2911643"/>
                  </a:lnTo>
                  <a:lnTo>
                    <a:pt x="17549" y="2868354"/>
                  </a:lnTo>
                  <a:lnTo>
                    <a:pt x="7908" y="2823625"/>
                  </a:lnTo>
                  <a:lnTo>
                    <a:pt x="2004" y="2777619"/>
                  </a:lnTo>
                  <a:lnTo>
                    <a:pt x="0" y="2730500"/>
                  </a:lnTo>
                  <a:lnTo>
                    <a:pt x="0" y="546100"/>
                  </a:lnTo>
                  <a:close/>
                </a:path>
              </a:pathLst>
            </a:custGeom>
            <a:ln w="12700">
              <a:solidFill>
                <a:srgbClr val="FFFFFF"/>
              </a:solidFill>
            </a:ln>
          </p:spPr>
          <p:txBody>
            <a:bodyPr wrap="square" lIns="0" tIns="0" rIns="0" bIns="0" rtlCol="0"/>
            <a:lstStyle/>
            <a:p>
              <a:endParaRPr/>
            </a:p>
          </p:txBody>
        </p:sp>
      </p:grpSp>
      <p:sp>
        <p:nvSpPr>
          <p:cNvPr id="18" name="object 12">
            <a:extLst>
              <a:ext uri="{FF2B5EF4-FFF2-40B4-BE49-F238E27FC236}">
                <a16:creationId xmlns:a16="http://schemas.microsoft.com/office/drawing/2014/main" id="{313938A8-A1DF-5DF4-8EA6-955553F4787F}"/>
              </a:ext>
            </a:extLst>
          </p:cNvPr>
          <p:cNvSpPr txBox="1"/>
          <p:nvPr/>
        </p:nvSpPr>
        <p:spPr>
          <a:xfrm>
            <a:off x="7833816" y="1842188"/>
            <a:ext cx="2988574" cy="443070"/>
          </a:xfrm>
          <a:prstGeom prst="rect">
            <a:avLst/>
          </a:prstGeom>
        </p:spPr>
        <p:txBody>
          <a:bodyPr vert="horz" wrap="square" lIns="0" tIns="12065" rIns="0" bIns="0" rtlCol="0">
            <a:spAutoFit/>
          </a:bodyPr>
          <a:lstStyle/>
          <a:p>
            <a:pPr marL="12700">
              <a:spcBef>
                <a:spcPts val="95"/>
              </a:spcBef>
            </a:pPr>
            <a:r>
              <a:rPr lang="es-ES" sz="2800" b="1" spc="-5" dirty="0">
                <a:solidFill>
                  <a:srgbClr val="FF0000"/>
                </a:solidFill>
                <a:uFill>
                  <a:solidFill>
                    <a:srgbClr val="FFFFFF"/>
                  </a:solidFill>
                </a:uFill>
                <a:latin typeface="Arial"/>
                <a:cs typeface="Arial"/>
              </a:rPr>
              <a:t>Sistema estándar</a:t>
            </a:r>
            <a:endParaRPr sz="2800" dirty="0">
              <a:solidFill>
                <a:srgbClr val="FF0000"/>
              </a:solidFill>
              <a:latin typeface="Arial"/>
              <a:cs typeface="Arial"/>
            </a:endParaRPr>
          </a:p>
        </p:txBody>
      </p:sp>
      <p:sp>
        <p:nvSpPr>
          <p:cNvPr id="19" name="object 13">
            <a:extLst>
              <a:ext uri="{FF2B5EF4-FFF2-40B4-BE49-F238E27FC236}">
                <a16:creationId xmlns:a16="http://schemas.microsoft.com/office/drawing/2014/main" id="{615E3079-5053-0A21-03BA-E67BA0B374BC}"/>
              </a:ext>
            </a:extLst>
          </p:cNvPr>
          <p:cNvSpPr txBox="1"/>
          <p:nvPr/>
        </p:nvSpPr>
        <p:spPr>
          <a:xfrm>
            <a:off x="7247686" y="2796873"/>
            <a:ext cx="3644192" cy="443070"/>
          </a:xfrm>
          <a:prstGeom prst="rect">
            <a:avLst/>
          </a:prstGeom>
        </p:spPr>
        <p:txBody>
          <a:bodyPr vert="horz" wrap="square" lIns="0" tIns="12065" rIns="0" bIns="0" rtlCol="0">
            <a:spAutoFit/>
          </a:bodyPr>
          <a:lstStyle/>
          <a:p>
            <a:pPr marL="38100">
              <a:spcBef>
                <a:spcPts val="95"/>
              </a:spcBef>
            </a:pPr>
            <a:r>
              <a:rPr sz="2800" b="1" spc="-5" dirty="0">
                <a:solidFill>
                  <a:srgbClr val="FFFFFF"/>
                </a:solidFill>
                <a:latin typeface="Arial"/>
                <a:cs typeface="Arial"/>
              </a:rPr>
              <a:t>Z</a:t>
            </a:r>
            <a:r>
              <a:rPr sz="2800" b="1" spc="-20" dirty="0">
                <a:solidFill>
                  <a:srgbClr val="FFFFFF"/>
                </a:solidFill>
                <a:latin typeface="Arial"/>
                <a:cs typeface="Arial"/>
              </a:rPr>
              <a:t> </a:t>
            </a:r>
            <a:r>
              <a:rPr lang="es-ES" sz="2800" b="1" spc="-20" dirty="0">
                <a:solidFill>
                  <a:srgbClr val="FFFFFF"/>
                </a:solidFill>
                <a:latin typeface="Arial"/>
                <a:cs typeface="Arial"/>
              </a:rPr>
              <a:t>-</a:t>
            </a:r>
            <a:r>
              <a:rPr sz="2800" b="1" spc="-15" dirty="0">
                <a:solidFill>
                  <a:srgbClr val="FFFFFF"/>
                </a:solidFill>
                <a:latin typeface="Arial"/>
                <a:cs typeface="Arial"/>
              </a:rPr>
              <a:t> </a:t>
            </a:r>
            <a:r>
              <a:rPr sz="2800" b="1" dirty="0">
                <a:solidFill>
                  <a:srgbClr val="FFFFFF"/>
                </a:solidFill>
                <a:latin typeface="Arial"/>
                <a:cs typeface="Arial"/>
              </a:rPr>
              <a:t>460x</a:t>
            </a:r>
            <a:r>
              <a:rPr sz="2800" b="1" baseline="-21021" dirty="0">
                <a:solidFill>
                  <a:srgbClr val="FFFFFF"/>
                </a:solidFill>
                <a:latin typeface="Arial"/>
                <a:cs typeface="Arial"/>
              </a:rPr>
              <a:t>1</a:t>
            </a:r>
            <a:r>
              <a:rPr sz="2800" b="1" spc="382" baseline="-21021" dirty="0">
                <a:solidFill>
                  <a:srgbClr val="FFFFFF"/>
                </a:solidFill>
                <a:latin typeface="Arial"/>
                <a:cs typeface="Arial"/>
              </a:rPr>
              <a:t> </a:t>
            </a:r>
            <a:r>
              <a:rPr lang="es-ES" sz="2800" b="1" spc="-20" dirty="0">
                <a:solidFill>
                  <a:srgbClr val="FFFFFF"/>
                </a:solidFill>
                <a:latin typeface="Arial"/>
                <a:cs typeface="Arial"/>
              </a:rPr>
              <a:t>- </a:t>
            </a:r>
            <a:r>
              <a:rPr sz="2800" b="1" dirty="0">
                <a:solidFill>
                  <a:srgbClr val="FFFFFF"/>
                </a:solidFill>
                <a:latin typeface="Arial"/>
                <a:cs typeface="Arial"/>
              </a:rPr>
              <a:t>200x</a:t>
            </a:r>
            <a:r>
              <a:rPr sz="2800" b="1" baseline="-21021" dirty="0">
                <a:solidFill>
                  <a:srgbClr val="FFFFFF"/>
                </a:solidFill>
                <a:latin typeface="Arial"/>
                <a:cs typeface="Arial"/>
              </a:rPr>
              <a:t>2</a:t>
            </a:r>
            <a:r>
              <a:rPr lang="es-ES" sz="2800" b="1" spc="-20" dirty="0">
                <a:solidFill>
                  <a:srgbClr val="FFFFFF"/>
                </a:solidFill>
                <a:latin typeface="Arial"/>
                <a:cs typeface="Arial"/>
              </a:rPr>
              <a:t>=0</a:t>
            </a:r>
            <a:endParaRPr sz="2800" b="1" spc="-20" dirty="0">
              <a:solidFill>
                <a:srgbClr val="FFFFFF"/>
              </a:solidFill>
              <a:latin typeface="Arial"/>
              <a:cs typeface="Arial"/>
            </a:endParaRPr>
          </a:p>
        </p:txBody>
      </p:sp>
      <p:sp>
        <p:nvSpPr>
          <p:cNvPr id="21" name="object 15">
            <a:extLst>
              <a:ext uri="{FF2B5EF4-FFF2-40B4-BE49-F238E27FC236}">
                <a16:creationId xmlns:a16="http://schemas.microsoft.com/office/drawing/2014/main" id="{BE7AEC4F-94D9-C871-7E52-3BA65AFBA811}"/>
              </a:ext>
            </a:extLst>
          </p:cNvPr>
          <p:cNvSpPr txBox="1"/>
          <p:nvPr/>
        </p:nvSpPr>
        <p:spPr>
          <a:xfrm>
            <a:off x="6438942" y="3488820"/>
            <a:ext cx="5411945" cy="1528624"/>
          </a:xfrm>
          <a:prstGeom prst="rect">
            <a:avLst/>
          </a:prstGeom>
        </p:spPr>
        <p:txBody>
          <a:bodyPr vert="horz" wrap="square" lIns="0" tIns="81280" rIns="0" bIns="0" rtlCol="0">
            <a:spAutoFit/>
          </a:bodyPr>
          <a:lstStyle/>
          <a:p>
            <a:pPr marR="143510">
              <a:spcBef>
                <a:spcPts val="640"/>
              </a:spcBef>
              <a:tabLst>
                <a:tab pos="1523365" algn="l"/>
              </a:tabLst>
            </a:pPr>
            <a:r>
              <a:rPr sz="2800" b="1" dirty="0">
                <a:solidFill>
                  <a:srgbClr val="FFFFFF"/>
                </a:solidFill>
                <a:latin typeface="Arial"/>
                <a:cs typeface="Arial"/>
              </a:rPr>
              <a:t>18x</a:t>
            </a:r>
            <a:r>
              <a:rPr sz="2800" b="1" baseline="-21021" dirty="0">
                <a:solidFill>
                  <a:srgbClr val="FFFFFF"/>
                </a:solidFill>
                <a:latin typeface="Arial"/>
                <a:cs typeface="Arial"/>
              </a:rPr>
              <a:t>1</a:t>
            </a:r>
            <a:r>
              <a:rPr sz="2800" b="1" spc="382" baseline="-21021" dirty="0">
                <a:solidFill>
                  <a:srgbClr val="FFFFFF"/>
                </a:solidFill>
                <a:latin typeface="Arial"/>
                <a:cs typeface="Arial"/>
              </a:rPr>
              <a:t> </a:t>
            </a:r>
            <a:r>
              <a:rPr sz="2800" b="1" spc="-5" dirty="0">
                <a:solidFill>
                  <a:srgbClr val="FFFFFF"/>
                </a:solidFill>
                <a:latin typeface="Arial"/>
                <a:cs typeface="Arial"/>
              </a:rPr>
              <a:t>+</a:t>
            </a:r>
            <a:r>
              <a:rPr lang="es-ES" sz="2800" b="1" spc="-5" dirty="0">
                <a:solidFill>
                  <a:srgbClr val="FFFFFF"/>
                </a:solidFill>
                <a:latin typeface="Arial"/>
                <a:cs typeface="Arial"/>
              </a:rPr>
              <a:t>  </a:t>
            </a:r>
            <a:r>
              <a:rPr sz="2800" b="1" spc="5" dirty="0">
                <a:solidFill>
                  <a:srgbClr val="FFFFFF"/>
                </a:solidFill>
                <a:latin typeface="Arial"/>
                <a:cs typeface="Arial"/>
              </a:rPr>
              <a:t>3x</a:t>
            </a:r>
            <a:r>
              <a:rPr sz="2800" b="1" spc="7" baseline="-21021" dirty="0">
                <a:solidFill>
                  <a:srgbClr val="FFFFFF"/>
                </a:solidFill>
                <a:latin typeface="Arial"/>
                <a:cs typeface="Arial"/>
              </a:rPr>
              <a:t>2</a:t>
            </a:r>
            <a:r>
              <a:rPr sz="2800" b="1" spc="337" baseline="-21021" dirty="0">
                <a:solidFill>
                  <a:srgbClr val="FFFFFF"/>
                </a:solidFill>
                <a:latin typeface="Arial"/>
                <a:cs typeface="Arial"/>
              </a:rPr>
              <a:t> </a:t>
            </a:r>
            <a:r>
              <a:rPr lang="es-PE" sz="2800" b="1" spc="-5" dirty="0">
                <a:solidFill>
                  <a:srgbClr val="FFFFFF"/>
                </a:solidFill>
                <a:latin typeface="Arial"/>
                <a:cs typeface="Arial"/>
              </a:rPr>
              <a:t>+ S</a:t>
            </a:r>
            <a:r>
              <a:rPr lang="es-PE" sz="2800" b="1" spc="7" baseline="-21021" dirty="0">
                <a:solidFill>
                  <a:srgbClr val="FFFFFF"/>
                </a:solidFill>
                <a:latin typeface="Arial"/>
                <a:cs typeface="Arial"/>
              </a:rPr>
              <a:t>2                          </a:t>
            </a:r>
            <a:r>
              <a:rPr sz="2800" spc="-5" dirty="0">
                <a:solidFill>
                  <a:srgbClr val="FFFFFF"/>
                </a:solidFill>
                <a:latin typeface="Symbol"/>
                <a:cs typeface="Symbol"/>
              </a:rPr>
              <a:t></a:t>
            </a:r>
            <a:r>
              <a:rPr sz="2800" spc="50" dirty="0">
                <a:solidFill>
                  <a:srgbClr val="FFFFFF"/>
                </a:solidFill>
                <a:latin typeface="Times New Roman"/>
                <a:cs typeface="Times New Roman"/>
              </a:rPr>
              <a:t> </a:t>
            </a:r>
            <a:r>
              <a:rPr sz="2800" b="1" dirty="0">
                <a:solidFill>
                  <a:srgbClr val="FFFFFF"/>
                </a:solidFill>
                <a:latin typeface="Arial"/>
                <a:cs typeface="Arial"/>
              </a:rPr>
              <a:t>800</a:t>
            </a:r>
            <a:endParaRPr sz="2800" dirty="0">
              <a:latin typeface="Arial"/>
              <a:cs typeface="Arial"/>
            </a:endParaRPr>
          </a:p>
          <a:p>
            <a:pPr marR="113030">
              <a:spcBef>
                <a:spcPts val="540"/>
              </a:spcBef>
              <a:tabLst>
                <a:tab pos="1327150" algn="l"/>
              </a:tabLst>
            </a:pPr>
            <a:r>
              <a:rPr sz="2800" b="1" spc="5" dirty="0">
                <a:solidFill>
                  <a:srgbClr val="FFFFFF"/>
                </a:solidFill>
                <a:latin typeface="Arial"/>
                <a:cs typeface="Arial"/>
              </a:rPr>
              <a:t>9x</a:t>
            </a:r>
            <a:r>
              <a:rPr sz="2800" b="1" spc="7" baseline="-21021" dirty="0">
                <a:solidFill>
                  <a:srgbClr val="FFFFFF"/>
                </a:solidFill>
                <a:latin typeface="Arial"/>
                <a:cs typeface="Arial"/>
              </a:rPr>
              <a:t>1</a:t>
            </a:r>
            <a:r>
              <a:rPr sz="2800"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a:solidFill>
                  <a:srgbClr val="FFFFFF"/>
                </a:solidFill>
                <a:latin typeface="Arial"/>
                <a:cs typeface="Arial"/>
              </a:rPr>
              <a:t>4x</a:t>
            </a:r>
            <a:r>
              <a:rPr sz="2800" b="1" spc="7" baseline="-21021" dirty="0">
                <a:solidFill>
                  <a:srgbClr val="FFFFFF"/>
                </a:solidFill>
                <a:latin typeface="Arial"/>
                <a:cs typeface="Arial"/>
              </a:rPr>
              <a:t>2</a:t>
            </a:r>
            <a:r>
              <a:rPr sz="2800" b="1" spc="337" baseline="-21021" dirty="0">
                <a:solidFill>
                  <a:srgbClr val="FFFFFF"/>
                </a:solidFill>
                <a:latin typeface="Arial"/>
                <a:cs typeface="Arial"/>
              </a:rPr>
              <a:t> </a:t>
            </a:r>
            <a:r>
              <a:rPr lang="es-ES" sz="2800" b="1" spc="337" baseline="-21021" dirty="0">
                <a:solidFill>
                  <a:srgbClr val="FFFFFF"/>
                </a:solidFill>
                <a:latin typeface="Arial"/>
                <a:cs typeface="Arial"/>
              </a:rPr>
              <a:t>     </a:t>
            </a:r>
            <a:r>
              <a:rPr lang="es-PE" sz="2800" b="1" spc="-5" dirty="0">
                <a:solidFill>
                  <a:srgbClr val="FFFFFF"/>
                </a:solidFill>
                <a:latin typeface="Arial"/>
                <a:cs typeface="Arial"/>
              </a:rPr>
              <a:t>+ S</a:t>
            </a:r>
            <a:r>
              <a:rPr lang="es-PE" sz="2800" b="1" spc="7" baseline="-21021" dirty="0">
                <a:solidFill>
                  <a:srgbClr val="FFFFFF"/>
                </a:solidFill>
                <a:latin typeface="Arial"/>
                <a:cs typeface="Arial"/>
              </a:rPr>
              <a:t>3</a:t>
            </a:r>
            <a:r>
              <a:rPr lang="es-PE" sz="2800" b="1" spc="-5" dirty="0">
                <a:solidFill>
                  <a:srgbClr val="FFFFFF"/>
                </a:solidFill>
                <a:latin typeface="Arial"/>
                <a:cs typeface="Arial"/>
              </a:rPr>
              <a:t>            </a:t>
            </a:r>
            <a:r>
              <a:rPr sz="2800" spc="-5" dirty="0">
                <a:solidFill>
                  <a:srgbClr val="FFFFFF"/>
                </a:solidFill>
                <a:latin typeface="Symbol"/>
                <a:cs typeface="Symbol"/>
              </a:rPr>
              <a:t></a:t>
            </a:r>
            <a:r>
              <a:rPr sz="2800" spc="50" dirty="0">
                <a:solidFill>
                  <a:srgbClr val="FFFFFF"/>
                </a:solidFill>
                <a:latin typeface="Times New Roman"/>
                <a:cs typeface="Times New Roman"/>
              </a:rPr>
              <a:t> </a:t>
            </a:r>
            <a:r>
              <a:rPr lang="es-ES" sz="2800" spc="50" dirty="0">
                <a:solidFill>
                  <a:srgbClr val="FFFFFF"/>
                </a:solidFill>
                <a:latin typeface="Times New Roman"/>
                <a:cs typeface="Times New Roman"/>
              </a:rPr>
              <a:t> </a:t>
            </a:r>
            <a:r>
              <a:rPr sz="2800" b="1" dirty="0">
                <a:solidFill>
                  <a:srgbClr val="FFFFFF"/>
                </a:solidFill>
                <a:latin typeface="Arial"/>
                <a:cs typeface="Arial"/>
              </a:rPr>
              <a:t>600</a:t>
            </a:r>
            <a:endParaRPr sz="2800" dirty="0">
              <a:latin typeface="Arial"/>
              <a:cs typeface="Arial"/>
            </a:endParaRPr>
          </a:p>
          <a:p>
            <a:pPr marR="43180">
              <a:spcBef>
                <a:spcPts val="670"/>
              </a:spcBef>
              <a:tabLst>
                <a:tab pos="1729739" algn="l"/>
                <a:tab pos="2319655" algn="l"/>
              </a:tabLst>
            </a:pPr>
            <a:r>
              <a:rPr lang="es-PE" sz="2800" b="1" spc="5" dirty="0">
                <a:solidFill>
                  <a:srgbClr val="FFFFFF"/>
                </a:solidFill>
                <a:latin typeface="Arial"/>
                <a:cs typeface="Arial"/>
              </a:rPr>
              <a:t>X</a:t>
            </a:r>
            <a:r>
              <a:rPr sz="2800" b="1" spc="7" baseline="-21021" dirty="0">
                <a:solidFill>
                  <a:srgbClr val="FFFFFF"/>
                </a:solidFill>
                <a:latin typeface="Arial"/>
                <a:cs typeface="Arial"/>
              </a:rPr>
              <a:t>1</a:t>
            </a:r>
            <a:r>
              <a:rPr lang="es-ES" sz="2800" b="1" spc="7" baseline="-21021" dirty="0">
                <a:solidFill>
                  <a:srgbClr val="FFFFFF"/>
                </a:solidFill>
                <a:latin typeface="Arial"/>
                <a:cs typeface="Arial"/>
              </a:rPr>
              <a:t>           </a:t>
            </a:r>
            <a:r>
              <a:rPr lang="es-PE" sz="2800" b="1" spc="-5" dirty="0">
                <a:solidFill>
                  <a:srgbClr val="FFFFFF"/>
                </a:solidFill>
                <a:latin typeface="Arial"/>
                <a:cs typeface="Arial"/>
              </a:rPr>
              <a:t>                  - S</a:t>
            </a:r>
            <a:r>
              <a:rPr lang="es-PE" sz="2800" b="1" spc="7" baseline="-21021" dirty="0">
                <a:solidFill>
                  <a:srgbClr val="FFFFFF"/>
                </a:solidFill>
                <a:latin typeface="Arial"/>
                <a:cs typeface="Arial"/>
              </a:rPr>
              <a:t>4</a:t>
            </a:r>
            <a:r>
              <a:rPr lang="es-PE" sz="2800" b="1" spc="-5" dirty="0">
                <a:solidFill>
                  <a:srgbClr val="FFFFFF"/>
                </a:solidFill>
                <a:latin typeface="Arial"/>
                <a:cs typeface="Arial"/>
              </a:rPr>
              <a:t> + A</a:t>
            </a:r>
            <a:r>
              <a:rPr lang="es-PE" sz="2800" b="1" spc="7" baseline="-21021" dirty="0">
                <a:solidFill>
                  <a:srgbClr val="FFFFFF"/>
                </a:solidFill>
                <a:latin typeface="Arial"/>
                <a:cs typeface="Arial"/>
              </a:rPr>
              <a:t>1</a:t>
            </a:r>
            <a:r>
              <a:rPr lang="es-PE" sz="2800" b="1" spc="-5" dirty="0">
                <a:solidFill>
                  <a:srgbClr val="FFFFFF"/>
                </a:solidFill>
                <a:latin typeface="Arial"/>
                <a:cs typeface="Arial"/>
              </a:rPr>
              <a:t> </a:t>
            </a:r>
            <a:r>
              <a:rPr sz="2800" spc="-5" dirty="0">
                <a:solidFill>
                  <a:srgbClr val="FFFFFF"/>
                </a:solidFill>
                <a:latin typeface="Symbol"/>
                <a:cs typeface="Symbol"/>
              </a:rPr>
              <a:t></a:t>
            </a:r>
            <a:r>
              <a:rPr lang="es-ES" sz="2800" spc="-5" dirty="0">
                <a:solidFill>
                  <a:srgbClr val="FFFFFF"/>
                </a:solidFill>
                <a:latin typeface="Symbol"/>
                <a:cs typeface="Symbol"/>
              </a:rPr>
              <a:t>  </a:t>
            </a:r>
            <a:r>
              <a:rPr sz="2800" b="1" spc="-5" dirty="0">
                <a:solidFill>
                  <a:srgbClr val="FFFFFF"/>
                </a:solidFill>
                <a:latin typeface="Arial"/>
                <a:cs typeface="Arial"/>
              </a:rPr>
              <a:t>80</a:t>
            </a:r>
            <a:endParaRPr sz="2800" dirty="0">
              <a:latin typeface="Arial"/>
              <a:cs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568702" y="224791"/>
            <a:ext cx="6985000" cy="6456045"/>
            <a:chOff x="1044702" y="224790"/>
            <a:chExt cx="6985000" cy="6456045"/>
          </a:xfrm>
        </p:grpSpPr>
        <p:sp>
          <p:nvSpPr>
            <p:cNvPr id="3" name="object 3"/>
            <p:cNvSpPr/>
            <p:nvPr/>
          </p:nvSpPr>
          <p:spPr>
            <a:xfrm>
              <a:off x="3315462" y="584454"/>
              <a:ext cx="1871980" cy="5984875"/>
            </a:xfrm>
            <a:custGeom>
              <a:avLst/>
              <a:gdLst/>
              <a:ahLst/>
              <a:cxnLst/>
              <a:rect l="l" t="t" r="r" b="b"/>
              <a:pathLst>
                <a:path w="1871979" h="5984875">
                  <a:moveTo>
                    <a:pt x="0" y="0"/>
                  </a:moveTo>
                  <a:lnTo>
                    <a:pt x="1871472" y="5984748"/>
                  </a:lnTo>
                </a:path>
              </a:pathLst>
            </a:custGeom>
            <a:ln w="31750">
              <a:solidFill>
                <a:srgbClr val="993300"/>
              </a:solidFill>
            </a:ln>
          </p:spPr>
          <p:txBody>
            <a:bodyPr wrap="square" lIns="0" tIns="0" rIns="0" bIns="0" rtlCol="0"/>
            <a:lstStyle/>
            <a:p>
              <a:endParaRPr/>
            </a:p>
          </p:txBody>
        </p:sp>
        <p:sp>
          <p:nvSpPr>
            <p:cNvPr id="4" name="object 4"/>
            <p:cNvSpPr/>
            <p:nvPr/>
          </p:nvSpPr>
          <p:spPr>
            <a:xfrm>
              <a:off x="3060954" y="569213"/>
              <a:ext cx="2130425" cy="6083935"/>
            </a:xfrm>
            <a:custGeom>
              <a:avLst/>
              <a:gdLst/>
              <a:ahLst/>
              <a:cxnLst/>
              <a:rect l="l" t="t" r="r" b="b"/>
              <a:pathLst>
                <a:path w="2130425" h="6083934">
                  <a:moveTo>
                    <a:pt x="257289" y="30480"/>
                  </a:moveTo>
                  <a:lnTo>
                    <a:pt x="248666" y="0"/>
                  </a:lnTo>
                  <a:lnTo>
                    <a:pt x="66903" y="51485"/>
                  </a:lnTo>
                  <a:lnTo>
                    <a:pt x="78613" y="15113"/>
                  </a:lnTo>
                  <a:lnTo>
                    <a:pt x="0" y="86868"/>
                  </a:lnTo>
                  <a:lnTo>
                    <a:pt x="104648" y="106680"/>
                  </a:lnTo>
                  <a:lnTo>
                    <a:pt x="78981" y="84836"/>
                  </a:lnTo>
                  <a:lnTo>
                    <a:pt x="75590" y="81953"/>
                  </a:lnTo>
                  <a:lnTo>
                    <a:pt x="257289" y="30480"/>
                  </a:lnTo>
                  <a:close/>
                </a:path>
                <a:path w="2130425" h="6083934">
                  <a:moveTo>
                    <a:pt x="2130298" y="6007633"/>
                  </a:moveTo>
                  <a:lnTo>
                    <a:pt x="2121662" y="5977102"/>
                  </a:lnTo>
                  <a:lnTo>
                    <a:pt x="1941436" y="6028448"/>
                  </a:lnTo>
                  <a:lnTo>
                    <a:pt x="1953133" y="5992101"/>
                  </a:lnTo>
                  <a:lnTo>
                    <a:pt x="1874520" y="6063996"/>
                  </a:lnTo>
                  <a:lnTo>
                    <a:pt x="1979168" y="6083706"/>
                  </a:lnTo>
                  <a:lnTo>
                    <a:pt x="1953514" y="6061862"/>
                  </a:lnTo>
                  <a:lnTo>
                    <a:pt x="1950110" y="6058967"/>
                  </a:lnTo>
                  <a:lnTo>
                    <a:pt x="2130298" y="6007633"/>
                  </a:lnTo>
                  <a:close/>
                </a:path>
              </a:pathLst>
            </a:custGeom>
            <a:solidFill>
              <a:srgbClr val="993300"/>
            </a:solidFill>
          </p:spPr>
          <p:txBody>
            <a:bodyPr wrap="square" lIns="0" tIns="0" rIns="0" bIns="0" rtlCol="0"/>
            <a:lstStyle/>
            <a:p>
              <a:endParaRPr/>
            </a:p>
          </p:txBody>
        </p:sp>
        <p:sp>
          <p:nvSpPr>
            <p:cNvPr id="5" name="object 5"/>
            <p:cNvSpPr/>
            <p:nvPr/>
          </p:nvSpPr>
          <p:spPr>
            <a:xfrm>
              <a:off x="1622298" y="584454"/>
              <a:ext cx="5257800" cy="5904230"/>
            </a:xfrm>
            <a:custGeom>
              <a:avLst/>
              <a:gdLst/>
              <a:ahLst/>
              <a:cxnLst/>
              <a:rect l="l" t="t" r="r" b="b"/>
              <a:pathLst>
                <a:path w="5257800" h="5904230">
                  <a:moveTo>
                    <a:pt x="0" y="0"/>
                  </a:moveTo>
                  <a:lnTo>
                    <a:pt x="5257800" y="5903976"/>
                  </a:lnTo>
                </a:path>
              </a:pathLst>
            </a:custGeom>
            <a:ln w="31750">
              <a:solidFill>
                <a:srgbClr val="FF3300"/>
              </a:solidFill>
            </a:ln>
          </p:spPr>
          <p:txBody>
            <a:bodyPr wrap="square" lIns="0" tIns="0" rIns="0" bIns="0" rtlCol="0"/>
            <a:lstStyle/>
            <a:p>
              <a:endParaRPr/>
            </a:p>
          </p:txBody>
        </p:sp>
        <p:pic>
          <p:nvPicPr>
            <p:cNvPr id="6" name="object 6"/>
            <p:cNvPicPr/>
            <p:nvPr/>
          </p:nvPicPr>
          <p:blipFill>
            <a:blip r:embed="rId2" cstate="print"/>
            <a:stretch>
              <a:fillRect/>
            </a:stretch>
          </p:blipFill>
          <p:spPr>
            <a:xfrm>
              <a:off x="1405890" y="571246"/>
              <a:ext cx="225171" cy="156463"/>
            </a:xfrm>
            <a:prstGeom prst="rect">
              <a:avLst/>
            </a:prstGeom>
          </p:spPr>
        </p:pic>
        <p:pic>
          <p:nvPicPr>
            <p:cNvPr id="7" name="object 7"/>
            <p:cNvPicPr/>
            <p:nvPr/>
          </p:nvPicPr>
          <p:blipFill>
            <a:blip r:embed="rId3" cstate="print"/>
            <a:stretch>
              <a:fillRect/>
            </a:stretch>
          </p:blipFill>
          <p:spPr>
            <a:xfrm>
              <a:off x="6662166" y="6476720"/>
              <a:ext cx="225170" cy="156489"/>
            </a:xfrm>
            <a:prstGeom prst="rect">
              <a:avLst/>
            </a:prstGeom>
          </p:spPr>
        </p:pic>
        <p:sp>
          <p:nvSpPr>
            <p:cNvPr id="8" name="object 8"/>
            <p:cNvSpPr/>
            <p:nvPr/>
          </p:nvSpPr>
          <p:spPr>
            <a:xfrm>
              <a:off x="1044702" y="224802"/>
              <a:ext cx="6985000" cy="6408420"/>
            </a:xfrm>
            <a:custGeom>
              <a:avLst/>
              <a:gdLst/>
              <a:ahLst/>
              <a:cxnLst/>
              <a:rect l="l" t="t" r="r" b="b"/>
              <a:pathLst>
                <a:path w="6985000" h="6408420">
                  <a:moveTo>
                    <a:pt x="6984492" y="6048743"/>
                  </a:moveTo>
                  <a:lnTo>
                    <a:pt x="6952742" y="6032868"/>
                  </a:lnTo>
                  <a:lnTo>
                    <a:pt x="6889242" y="6001118"/>
                  </a:lnTo>
                  <a:lnTo>
                    <a:pt x="6910400" y="6032868"/>
                  </a:lnTo>
                  <a:lnTo>
                    <a:pt x="735203" y="6032868"/>
                  </a:lnTo>
                  <a:lnTo>
                    <a:pt x="735203" y="74079"/>
                  </a:lnTo>
                  <a:lnTo>
                    <a:pt x="766953" y="95250"/>
                  </a:lnTo>
                  <a:lnTo>
                    <a:pt x="751078" y="63500"/>
                  </a:lnTo>
                  <a:lnTo>
                    <a:pt x="719328" y="0"/>
                  </a:lnTo>
                  <a:lnTo>
                    <a:pt x="671703" y="95250"/>
                  </a:lnTo>
                  <a:lnTo>
                    <a:pt x="703453" y="74079"/>
                  </a:lnTo>
                  <a:lnTo>
                    <a:pt x="703453" y="6032868"/>
                  </a:lnTo>
                  <a:lnTo>
                    <a:pt x="0" y="6032868"/>
                  </a:lnTo>
                  <a:lnTo>
                    <a:pt x="0" y="6064618"/>
                  </a:lnTo>
                  <a:lnTo>
                    <a:pt x="703453" y="6064618"/>
                  </a:lnTo>
                  <a:lnTo>
                    <a:pt x="703453" y="6408407"/>
                  </a:lnTo>
                  <a:lnTo>
                    <a:pt x="735203" y="6408420"/>
                  </a:lnTo>
                  <a:lnTo>
                    <a:pt x="735203" y="6064618"/>
                  </a:lnTo>
                  <a:lnTo>
                    <a:pt x="6910400" y="6064618"/>
                  </a:lnTo>
                  <a:lnTo>
                    <a:pt x="6889242" y="6096368"/>
                  </a:lnTo>
                  <a:lnTo>
                    <a:pt x="6952742" y="6064618"/>
                  </a:lnTo>
                  <a:lnTo>
                    <a:pt x="6984492" y="6048743"/>
                  </a:lnTo>
                  <a:close/>
                </a:path>
              </a:pathLst>
            </a:custGeom>
            <a:solidFill>
              <a:srgbClr val="000000"/>
            </a:solidFill>
          </p:spPr>
          <p:txBody>
            <a:bodyPr wrap="square" lIns="0" tIns="0" rIns="0" bIns="0" rtlCol="0"/>
            <a:lstStyle/>
            <a:p>
              <a:endParaRPr/>
            </a:p>
          </p:txBody>
        </p:sp>
        <p:sp>
          <p:nvSpPr>
            <p:cNvPr id="9" name="object 9"/>
            <p:cNvSpPr/>
            <p:nvPr/>
          </p:nvSpPr>
          <p:spPr>
            <a:xfrm>
              <a:off x="7383017" y="441198"/>
              <a:ext cx="0" cy="6190615"/>
            </a:xfrm>
            <a:custGeom>
              <a:avLst/>
              <a:gdLst/>
              <a:ahLst/>
              <a:cxnLst/>
              <a:rect l="l" t="t" r="r" b="b"/>
              <a:pathLst>
                <a:path h="6190615">
                  <a:moveTo>
                    <a:pt x="0" y="6190488"/>
                  </a:moveTo>
                  <a:lnTo>
                    <a:pt x="0" y="0"/>
                  </a:lnTo>
                </a:path>
              </a:pathLst>
            </a:custGeom>
            <a:ln w="31750">
              <a:solidFill>
                <a:srgbClr val="339966"/>
              </a:solidFill>
            </a:ln>
          </p:spPr>
          <p:txBody>
            <a:bodyPr wrap="square" lIns="0" tIns="0" rIns="0" bIns="0" rtlCol="0"/>
            <a:lstStyle/>
            <a:p>
              <a:endParaRPr/>
            </a:p>
          </p:txBody>
        </p:sp>
        <p:pic>
          <p:nvPicPr>
            <p:cNvPr id="10" name="object 10"/>
            <p:cNvPicPr/>
            <p:nvPr/>
          </p:nvPicPr>
          <p:blipFill>
            <a:blip r:embed="rId4" cstate="print"/>
            <a:stretch>
              <a:fillRect/>
            </a:stretch>
          </p:blipFill>
          <p:spPr>
            <a:xfrm>
              <a:off x="7383017" y="6585585"/>
              <a:ext cx="214883" cy="95250"/>
            </a:xfrm>
            <a:prstGeom prst="rect">
              <a:avLst/>
            </a:prstGeom>
          </p:spPr>
        </p:pic>
        <p:pic>
          <p:nvPicPr>
            <p:cNvPr id="11" name="object 11"/>
            <p:cNvPicPr/>
            <p:nvPr/>
          </p:nvPicPr>
          <p:blipFill>
            <a:blip r:embed="rId4" cstate="print"/>
            <a:stretch>
              <a:fillRect/>
            </a:stretch>
          </p:blipFill>
          <p:spPr>
            <a:xfrm>
              <a:off x="7383017" y="393573"/>
              <a:ext cx="214883" cy="95250"/>
            </a:xfrm>
            <a:prstGeom prst="rect">
              <a:avLst/>
            </a:prstGeom>
          </p:spPr>
        </p:pic>
        <p:sp>
          <p:nvSpPr>
            <p:cNvPr id="12" name="object 12"/>
            <p:cNvSpPr/>
            <p:nvPr/>
          </p:nvSpPr>
          <p:spPr>
            <a:xfrm>
              <a:off x="7543799" y="448056"/>
              <a:ext cx="467995" cy="5809615"/>
            </a:xfrm>
            <a:custGeom>
              <a:avLst/>
              <a:gdLst/>
              <a:ahLst/>
              <a:cxnLst/>
              <a:rect l="l" t="t" r="r" b="b"/>
              <a:pathLst>
                <a:path w="467995" h="5809615">
                  <a:moveTo>
                    <a:pt x="0" y="0"/>
                  </a:moveTo>
                  <a:lnTo>
                    <a:pt x="47974" y="10884"/>
                  </a:lnTo>
                  <a:lnTo>
                    <a:pt x="87712" y="24024"/>
                  </a:lnTo>
                  <a:lnTo>
                    <a:pt x="145355" y="57522"/>
                  </a:lnTo>
                  <a:lnTo>
                    <a:pt x="178676" y="101391"/>
                  </a:lnTo>
                  <a:lnTo>
                    <a:pt x="193423" y="156529"/>
                  </a:lnTo>
                  <a:lnTo>
                    <a:pt x="195627" y="188605"/>
                  </a:lnTo>
                  <a:lnTo>
                    <a:pt x="195342" y="223835"/>
                  </a:lnTo>
                  <a:lnTo>
                    <a:pt x="193288" y="262332"/>
                  </a:lnTo>
                  <a:lnTo>
                    <a:pt x="190182" y="304207"/>
                  </a:lnTo>
                  <a:lnTo>
                    <a:pt x="186743" y="349574"/>
                  </a:lnTo>
                  <a:lnTo>
                    <a:pt x="183689" y="398544"/>
                  </a:lnTo>
                  <a:lnTo>
                    <a:pt x="181738" y="451230"/>
                  </a:lnTo>
                  <a:lnTo>
                    <a:pt x="181610" y="507743"/>
                  </a:lnTo>
                  <a:lnTo>
                    <a:pt x="184023" y="568198"/>
                  </a:lnTo>
                  <a:lnTo>
                    <a:pt x="190325" y="628274"/>
                  </a:lnTo>
                  <a:lnTo>
                    <a:pt x="200366" y="677919"/>
                  </a:lnTo>
                  <a:lnTo>
                    <a:pt x="213548" y="719760"/>
                  </a:lnTo>
                  <a:lnTo>
                    <a:pt x="229273" y="756424"/>
                  </a:lnTo>
                  <a:lnTo>
                    <a:pt x="246943" y="790538"/>
                  </a:lnTo>
                  <a:lnTo>
                    <a:pt x="265961" y="824728"/>
                  </a:lnTo>
                  <a:lnTo>
                    <a:pt x="285728" y="861621"/>
                  </a:lnTo>
                  <a:lnTo>
                    <a:pt x="305647" y="903844"/>
                  </a:lnTo>
                  <a:lnTo>
                    <a:pt x="325120" y="954024"/>
                  </a:lnTo>
                  <a:lnTo>
                    <a:pt x="322228" y="1002061"/>
                  </a:lnTo>
                  <a:lnTo>
                    <a:pt x="320336" y="1051427"/>
                  </a:lnTo>
                  <a:lnTo>
                    <a:pt x="319176" y="1101884"/>
                  </a:lnTo>
                  <a:lnTo>
                    <a:pt x="318479" y="1153196"/>
                  </a:lnTo>
                  <a:lnTo>
                    <a:pt x="317979" y="1205126"/>
                  </a:lnTo>
                  <a:lnTo>
                    <a:pt x="317408" y="1257438"/>
                  </a:lnTo>
                  <a:lnTo>
                    <a:pt x="316498" y="1309894"/>
                  </a:lnTo>
                  <a:lnTo>
                    <a:pt x="314982" y="1362259"/>
                  </a:lnTo>
                  <a:lnTo>
                    <a:pt x="312592" y="1414296"/>
                  </a:lnTo>
                  <a:lnTo>
                    <a:pt x="309061" y="1465768"/>
                  </a:lnTo>
                  <a:lnTo>
                    <a:pt x="304121" y="1516438"/>
                  </a:lnTo>
                  <a:lnTo>
                    <a:pt x="297505" y="1566070"/>
                  </a:lnTo>
                  <a:lnTo>
                    <a:pt x="288944" y="1614427"/>
                  </a:lnTo>
                  <a:lnTo>
                    <a:pt x="278172" y="1661273"/>
                  </a:lnTo>
                  <a:lnTo>
                    <a:pt x="264922" y="1706372"/>
                  </a:lnTo>
                  <a:lnTo>
                    <a:pt x="269471" y="1768232"/>
                  </a:lnTo>
                  <a:lnTo>
                    <a:pt x="272743" y="1819206"/>
                  </a:lnTo>
                  <a:lnTo>
                    <a:pt x="274936" y="1860358"/>
                  </a:lnTo>
                  <a:lnTo>
                    <a:pt x="276879" y="1917450"/>
                  </a:lnTo>
                  <a:lnTo>
                    <a:pt x="277025" y="1935517"/>
                  </a:lnTo>
                  <a:lnTo>
                    <a:pt x="276886" y="1948015"/>
                  </a:lnTo>
                  <a:lnTo>
                    <a:pt x="276659" y="1956009"/>
                  </a:lnTo>
                  <a:lnTo>
                    <a:pt x="276544" y="1960561"/>
                  </a:lnTo>
                  <a:lnTo>
                    <a:pt x="276738" y="1962736"/>
                  </a:lnTo>
                  <a:lnTo>
                    <a:pt x="277439" y="1963597"/>
                  </a:lnTo>
                  <a:lnTo>
                    <a:pt x="278846" y="1964207"/>
                  </a:lnTo>
                  <a:lnTo>
                    <a:pt x="281158" y="1965630"/>
                  </a:lnTo>
                  <a:lnTo>
                    <a:pt x="303411" y="2000721"/>
                  </a:lnTo>
                  <a:lnTo>
                    <a:pt x="325120" y="2050796"/>
                  </a:lnTo>
                  <a:lnTo>
                    <a:pt x="338266" y="2086602"/>
                  </a:lnTo>
                  <a:lnTo>
                    <a:pt x="351710" y="2126741"/>
                  </a:lnTo>
                  <a:lnTo>
                    <a:pt x="366395" y="2172970"/>
                  </a:lnTo>
                  <a:lnTo>
                    <a:pt x="368621" y="2225457"/>
                  </a:lnTo>
                  <a:lnTo>
                    <a:pt x="370207" y="2278037"/>
                  </a:lnTo>
                  <a:lnTo>
                    <a:pt x="371680" y="2330634"/>
                  </a:lnTo>
                  <a:lnTo>
                    <a:pt x="373566" y="2383167"/>
                  </a:lnTo>
                  <a:lnTo>
                    <a:pt x="376392" y="2435561"/>
                  </a:lnTo>
                  <a:lnTo>
                    <a:pt x="380684" y="2487738"/>
                  </a:lnTo>
                  <a:lnTo>
                    <a:pt x="386969" y="2539619"/>
                  </a:lnTo>
                  <a:lnTo>
                    <a:pt x="416829" y="2584499"/>
                  </a:lnTo>
                  <a:lnTo>
                    <a:pt x="426593" y="2599944"/>
                  </a:lnTo>
                  <a:lnTo>
                    <a:pt x="440436" y="2635823"/>
                  </a:lnTo>
                  <a:lnTo>
                    <a:pt x="453802" y="2676001"/>
                  </a:lnTo>
                  <a:lnTo>
                    <a:pt x="463883" y="2708725"/>
                  </a:lnTo>
                  <a:lnTo>
                    <a:pt x="467868" y="2722245"/>
                  </a:lnTo>
                  <a:lnTo>
                    <a:pt x="463974" y="2762940"/>
                  </a:lnTo>
                  <a:lnTo>
                    <a:pt x="460533" y="2803779"/>
                  </a:lnTo>
                  <a:lnTo>
                    <a:pt x="455616" y="2844331"/>
                  </a:lnTo>
                  <a:lnTo>
                    <a:pt x="447294" y="2884170"/>
                  </a:lnTo>
                  <a:lnTo>
                    <a:pt x="417703" y="2945780"/>
                  </a:lnTo>
                  <a:lnTo>
                    <a:pt x="400609" y="2975377"/>
                  </a:lnTo>
                  <a:lnTo>
                    <a:pt x="386969" y="3006344"/>
                  </a:lnTo>
                  <a:lnTo>
                    <a:pt x="381539" y="3074047"/>
                  </a:lnTo>
                  <a:lnTo>
                    <a:pt x="377070" y="3127463"/>
                  </a:lnTo>
                  <a:lnTo>
                    <a:pt x="373102" y="3169305"/>
                  </a:lnTo>
                  <a:lnTo>
                    <a:pt x="364844" y="3229104"/>
                  </a:lnTo>
                  <a:lnTo>
                    <a:pt x="353104" y="3275132"/>
                  </a:lnTo>
                  <a:lnTo>
                    <a:pt x="334225" y="3329074"/>
                  </a:lnTo>
                  <a:lnTo>
                    <a:pt x="320964" y="3365790"/>
                  </a:lnTo>
                  <a:lnTo>
                    <a:pt x="304546" y="3412617"/>
                  </a:lnTo>
                  <a:lnTo>
                    <a:pt x="309311" y="3476258"/>
                  </a:lnTo>
                  <a:lnTo>
                    <a:pt x="312754" y="3528556"/>
                  </a:lnTo>
                  <a:lnTo>
                    <a:pt x="315078" y="3570623"/>
                  </a:lnTo>
                  <a:lnTo>
                    <a:pt x="317186" y="3628504"/>
                  </a:lnTo>
                  <a:lnTo>
                    <a:pt x="317377" y="3646541"/>
                  </a:lnTo>
                  <a:lnTo>
                    <a:pt x="317264" y="3658789"/>
                  </a:lnTo>
                  <a:lnTo>
                    <a:pt x="317052" y="3666361"/>
                  </a:lnTo>
                  <a:lnTo>
                    <a:pt x="316943" y="3670366"/>
                  </a:lnTo>
                  <a:lnTo>
                    <a:pt x="317142" y="3671917"/>
                  </a:lnTo>
                  <a:lnTo>
                    <a:pt x="317853" y="3672123"/>
                  </a:lnTo>
                  <a:lnTo>
                    <a:pt x="319278" y="3672095"/>
                  </a:lnTo>
                  <a:lnTo>
                    <a:pt x="321622" y="3672946"/>
                  </a:lnTo>
                  <a:lnTo>
                    <a:pt x="344263" y="3707343"/>
                  </a:lnTo>
                  <a:lnTo>
                    <a:pt x="366395" y="3758692"/>
                  </a:lnTo>
                  <a:lnTo>
                    <a:pt x="392160" y="3833923"/>
                  </a:lnTo>
                  <a:lnTo>
                    <a:pt x="406019" y="3879342"/>
                  </a:lnTo>
                  <a:lnTo>
                    <a:pt x="409016" y="3931575"/>
                  </a:lnTo>
                  <a:lnTo>
                    <a:pt x="411148" y="3983551"/>
                  </a:lnTo>
                  <a:lnTo>
                    <a:pt x="412560" y="4035305"/>
                  </a:lnTo>
                  <a:lnTo>
                    <a:pt x="413397" y="4086874"/>
                  </a:lnTo>
                  <a:lnTo>
                    <a:pt x="413808" y="4138295"/>
                  </a:lnTo>
                  <a:lnTo>
                    <a:pt x="413937" y="4189604"/>
                  </a:lnTo>
                  <a:lnTo>
                    <a:pt x="413932" y="4240837"/>
                  </a:lnTo>
                  <a:lnTo>
                    <a:pt x="413938" y="4292033"/>
                  </a:lnTo>
                  <a:lnTo>
                    <a:pt x="414102" y="4343226"/>
                  </a:lnTo>
                  <a:lnTo>
                    <a:pt x="414570" y="4394454"/>
                  </a:lnTo>
                  <a:lnTo>
                    <a:pt x="415488" y="4445752"/>
                  </a:lnTo>
                  <a:lnTo>
                    <a:pt x="417003" y="4497159"/>
                  </a:lnTo>
                  <a:lnTo>
                    <a:pt x="419262" y="4548710"/>
                  </a:lnTo>
                  <a:lnTo>
                    <a:pt x="422409" y="4600441"/>
                  </a:lnTo>
                  <a:lnTo>
                    <a:pt x="426593" y="4652391"/>
                  </a:lnTo>
                  <a:lnTo>
                    <a:pt x="425126" y="4673869"/>
                  </a:lnTo>
                  <a:lnTo>
                    <a:pt x="421884" y="4716299"/>
                  </a:lnTo>
                  <a:lnTo>
                    <a:pt x="416888" y="4773392"/>
                  </a:lnTo>
                  <a:lnTo>
                    <a:pt x="410162" y="4838858"/>
                  </a:lnTo>
                  <a:lnTo>
                    <a:pt x="401727" y="4906408"/>
                  </a:lnTo>
                  <a:lnTo>
                    <a:pt x="391606" y="4969752"/>
                  </a:lnTo>
                  <a:lnTo>
                    <a:pt x="379821" y="5022600"/>
                  </a:lnTo>
                  <a:lnTo>
                    <a:pt x="366395" y="5058664"/>
                  </a:lnTo>
                  <a:lnTo>
                    <a:pt x="338947" y="5095430"/>
                  </a:lnTo>
                  <a:lnTo>
                    <a:pt x="302736" y="5127556"/>
                  </a:lnTo>
                  <a:lnTo>
                    <a:pt x="262667" y="5155799"/>
                  </a:lnTo>
                  <a:lnTo>
                    <a:pt x="223647" y="5180914"/>
                  </a:lnTo>
                  <a:lnTo>
                    <a:pt x="198538" y="5227769"/>
                  </a:lnTo>
                  <a:lnTo>
                    <a:pt x="186647" y="5270039"/>
                  </a:lnTo>
                  <a:lnTo>
                    <a:pt x="185594" y="5310282"/>
                  </a:lnTo>
                  <a:lnTo>
                    <a:pt x="192997" y="5351054"/>
                  </a:lnTo>
                  <a:lnTo>
                    <a:pt x="206475" y="5394912"/>
                  </a:lnTo>
                  <a:lnTo>
                    <a:pt x="223647" y="5444413"/>
                  </a:lnTo>
                  <a:lnTo>
                    <a:pt x="220644" y="5470550"/>
                  </a:lnTo>
                  <a:lnTo>
                    <a:pt x="214020" y="5523429"/>
                  </a:lnTo>
                  <a:lnTo>
                    <a:pt x="171416" y="5574717"/>
                  </a:lnTo>
                  <a:lnTo>
                    <a:pt x="131397" y="5600758"/>
                  </a:lnTo>
                  <a:lnTo>
                    <a:pt x="97022" y="5619658"/>
                  </a:lnTo>
                  <a:lnTo>
                    <a:pt x="82423" y="5626950"/>
                  </a:lnTo>
                  <a:lnTo>
                    <a:pt x="88366" y="5696688"/>
                  </a:lnTo>
                  <a:lnTo>
                    <a:pt x="88523" y="5738825"/>
                  </a:lnTo>
                  <a:lnTo>
                    <a:pt x="87439" y="5762267"/>
                  </a:lnTo>
                  <a:lnTo>
                    <a:pt x="89657" y="5775921"/>
                  </a:lnTo>
                  <a:lnTo>
                    <a:pt x="99720" y="5788693"/>
                  </a:lnTo>
                  <a:lnTo>
                    <a:pt x="122174" y="5809488"/>
                  </a:lnTo>
                </a:path>
              </a:pathLst>
            </a:custGeom>
            <a:ln w="9525">
              <a:solidFill>
                <a:srgbClr val="FFFFFF"/>
              </a:solidFill>
            </a:ln>
          </p:spPr>
          <p:txBody>
            <a:bodyPr wrap="square" lIns="0" tIns="0" rIns="0" bIns="0" rtlCol="0"/>
            <a:lstStyle/>
            <a:p>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2133600" y="1447800"/>
            <a:ext cx="8077200" cy="152400"/>
          </a:xfrm>
          <a:prstGeom prst="rect">
            <a:avLst/>
          </a:prstGeom>
        </p:spPr>
      </p:pic>
      <p:pic>
        <p:nvPicPr>
          <p:cNvPr id="6" name="object 6"/>
          <p:cNvPicPr/>
          <p:nvPr/>
        </p:nvPicPr>
        <p:blipFill>
          <a:blip r:embed="rId3" cstate="print"/>
          <a:stretch>
            <a:fillRect/>
          </a:stretch>
        </p:blipFill>
        <p:spPr>
          <a:xfrm>
            <a:off x="1905000" y="1219200"/>
            <a:ext cx="8077200" cy="152400"/>
          </a:xfrm>
          <a:prstGeom prst="rect">
            <a:avLst/>
          </a:prstGeom>
        </p:spPr>
      </p:pic>
      <p:grpSp>
        <p:nvGrpSpPr>
          <p:cNvPr id="11" name="object 11"/>
          <p:cNvGrpSpPr/>
          <p:nvPr/>
        </p:nvGrpSpPr>
        <p:grpSpPr>
          <a:xfrm>
            <a:off x="206440" y="2584450"/>
            <a:ext cx="5348971" cy="3289300"/>
            <a:chOff x="908050" y="2584450"/>
            <a:chExt cx="6642100" cy="3289300"/>
          </a:xfrm>
        </p:grpSpPr>
        <p:sp>
          <p:nvSpPr>
            <p:cNvPr id="12" name="object 12"/>
            <p:cNvSpPr/>
            <p:nvPr/>
          </p:nvSpPr>
          <p:spPr>
            <a:xfrm>
              <a:off x="914400" y="2590800"/>
              <a:ext cx="6629400" cy="3276600"/>
            </a:xfrm>
            <a:custGeom>
              <a:avLst/>
              <a:gdLst/>
              <a:ahLst/>
              <a:cxnLst/>
              <a:rect l="l" t="t" r="r" b="b"/>
              <a:pathLst>
                <a:path w="6629400" h="3276600">
                  <a:moveTo>
                    <a:pt x="6083300" y="0"/>
                  </a:moveTo>
                  <a:lnTo>
                    <a:pt x="546100" y="0"/>
                  </a:lnTo>
                  <a:lnTo>
                    <a:pt x="498980" y="2004"/>
                  </a:lnTo>
                  <a:lnTo>
                    <a:pt x="452974" y="7908"/>
                  </a:lnTo>
                  <a:lnTo>
                    <a:pt x="408245" y="17547"/>
                  </a:lnTo>
                  <a:lnTo>
                    <a:pt x="364956" y="30758"/>
                  </a:lnTo>
                  <a:lnTo>
                    <a:pt x="323273" y="47377"/>
                  </a:lnTo>
                  <a:lnTo>
                    <a:pt x="283357" y="67240"/>
                  </a:lnTo>
                  <a:lnTo>
                    <a:pt x="245375" y="90183"/>
                  </a:lnTo>
                  <a:lnTo>
                    <a:pt x="209489" y="116042"/>
                  </a:lnTo>
                  <a:lnTo>
                    <a:pt x="175863" y="144653"/>
                  </a:lnTo>
                  <a:lnTo>
                    <a:pt x="144662" y="175853"/>
                  </a:lnTo>
                  <a:lnTo>
                    <a:pt x="116050" y="209478"/>
                  </a:lnTo>
                  <a:lnTo>
                    <a:pt x="90189" y="245364"/>
                  </a:lnTo>
                  <a:lnTo>
                    <a:pt x="67245" y="283346"/>
                  </a:lnTo>
                  <a:lnTo>
                    <a:pt x="47381" y="323262"/>
                  </a:lnTo>
                  <a:lnTo>
                    <a:pt x="30761" y="364946"/>
                  </a:lnTo>
                  <a:lnTo>
                    <a:pt x="17549" y="408236"/>
                  </a:lnTo>
                  <a:lnTo>
                    <a:pt x="7908" y="452968"/>
                  </a:lnTo>
                  <a:lnTo>
                    <a:pt x="2004" y="498977"/>
                  </a:lnTo>
                  <a:lnTo>
                    <a:pt x="0" y="546100"/>
                  </a:lnTo>
                  <a:lnTo>
                    <a:pt x="0" y="2730500"/>
                  </a:lnTo>
                  <a:lnTo>
                    <a:pt x="2004" y="2777619"/>
                  </a:lnTo>
                  <a:lnTo>
                    <a:pt x="7908" y="2823625"/>
                  </a:lnTo>
                  <a:lnTo>
                    <a:pt x="17549" y="2868354"/>
                  </a:lnTo>
                  <a:lnTo>
                    <a:pt x="30761" y="2911643"/>
                  </a:lnTo>
                  <a:lnTo>
                    <a:pt x="47381" y="2953326"/>
                  </a:lnTo>
                  <a:lnTo>
                    <a:pt x="67245" y="2993242"/>
                  </a:lnTo>
                  <a:lnTo>
                    <a:pt x="90189" y="3031224"/>
                  </a:lnTo>
                  <a:lnTo>
                    <a:pt x="116050" y="3067110"/>
                  </a:lnTo>
                  <a:lnTo>
                    <a:pt x="144662" y="3100736"/>
                  </a:lnTo>
                  <a:lnTo>
                    <a:pt x="175863" y="3131937"/>
                  </a:lnTo>
                  <a:lnTo>
                    <a:pt x="209489" y="3160549"/>
                  </a:lnTo>
                  <a:lnTo>
                    <a:pt x="245375" y="3186410"/>
                  </a:lnTo>
                  <a:lnTo>
                    <a:pt x="283357" y="3209354"/>
                  </a:lnTo>
                  <a:lnTo>
                    <a:pt x="323273" y="3229218"/>
                  </a:lnTo>
                  <a:lnTo>
                    <a:pt x="364956" y="3245838"/>
                  </a:lnTo>
                  <a:lnTo>
                    <a:pt x="408245" y="3259050"/>
                  </a:lnTo>
                  <a:lnTo>
                    <a:pt x="452974" y="3268691"/>
                  </a:lnTo>
                  <a:lnTo>
                    <a:pt x="498980" y="3274595"/>
                  </a:lnTo>
                  <a:lnTo>
                    <a:pt x="546100" y="3276600"/>
                  </a:lnTo>
                  <a:lnTo>
                    <a:pt x="6083300" y="3276600"/>
                  </a:lnTo>
                  <a:lnTo>
                    <a:pt x="6130422" y="3274595"/>
                  </a:lnTo>
                  <a:lnTo>
                    <a:pt x="6176431" y="3268691"/>
                  </a:lnTo>
                  <a:lnTo>
                    <a:pt x="6221163" y="3259050"/>
                  </a:lnTo>
                  <a:lnTo>
                    <a:pt x="6264453" y="3245838"/>
                  </a:lnTo>
                  <a:lnTo>
                    <a:pt x="6306137" y="3229218"/>
                  </a:lnTo>
                  <a:lnTo>
                    <a:pt x="6346053" y="3209354"/>
                  </a:lnTo>
                  <a:lnTo>
                    <a:pt x="6384035" y="3186410"/>
                  </a:lnTo>
                  <a:lnTo>
                    <a:pt x="6419921" y="3160549"/>
                  </a:lnTo>
                  <a:lnTo>
                    <a:pt x="6453546" y="3131937"/>
                  </a:lnTo>
                  <a:lnTo>
                    <a:pt x="6484746" y="3100736"/>
                  </a:lnTo>
                  <a:lnTo>
                    <a:pt x="6513357" y="3067110"/>
                  </a:lnTo>
                  <a:lnTo>
                    <a:pt x="6539216" y="3031224"/>
                  </a:lnTo>
                  <a:lnTo>
                    <a:pt x="6562159" y="2993242"/>
                  </a:lnTo>
                  <a:lnTo>
                    <a:pt x="6582022" y="2953326"/>
                  </a:lnTo>
                  <a:lnTo>
                    <a:pt x="6598641" y="2911643"/>
                  </a:lnTo>
                  <a:lnTo>
                    <a:pt x="6611852" y="2868354"/>
                  </a:lnTo>
                  <a:lnTo>
                    <a:pt x="6621491" y="2823625"/>
                  </a:lnTo>
                  <a:lnTo>
                    <a:pt x="6627395" y="2777619"/>
                  </a:lnTo>
                  <a:lnTo>
                    <a:pt x="6629400" y="2730500"/>
                  </a:lnTo>
                  <a:lnTo>
                    <a:pt x="6629400" y="546100"/>
                  </a:lnTo>
                  <a:lnTo>
                    <a:pt x="6627395" y="498977"/>
                  </a:lnTo>
                  <a:lnTo>
                    <a:pt x="6621491" y="452968"/>
                  </a:lnTo>
                  <a:lnTo>
                    <a:pt x="6611852" y="408236"/>
                  </a:lnTo>
                  <a:lnTo>
                    <a:pt x="6598641" y="364946"/>
                  </a:lnTo>
                  <a:lnTo>
                    <a:pt x="6582022" y="323262"/>
                  </a:lnTo>
                  <a:lnTo>
                    <a:pt x="6562159" y="283346"/>
                  </a:lnTo>
                  <a:lnTo>
                    <a:pt x="6539216" y="245364"/>
                  </a:lnTo>
                  <a:lnTo>
                    <a:pt x="6513357" y="209478"/>
                  </a:lnTo>
                  <a:lnTo>
                    <a:pt x="6484746" y="175853"/>
                  </a:lnTo>
                  <a:lnTo>
                    <a:pt x="6453546" y="144653"/>
                  </a:lnTo>
                  <a:lnTo>
                    <a:pt x="6419921" y="116042"/>
                  </a:lnTo>
                  <a:lnTo>
                    <a:pt x="6384035" y="90183"/>
                  </a:lnTo>
                  <a:lnTo>
                    <a:pt x="6346053" y="67240"/>
                  </a:lnTo>
                  <a:lnTo>
                    <a:pt x="6306137" y="47377"/>
                  </a:lnTo>
                  <a:lnTo>
                    <a:pt x="6264453" y="30758"/>
                  </a:lnTo>
                  <a:lnTo>
                    <a:pt x="6221163" y="17547"/>
                  </a:lnTo>
                  <a:lnTo>
                    <a:pt x="6176431" y="7908"/>
                  </a:lnTo>
                  <a:lnTo>
                    <a:pt x="6130422" y="2004"/>
                  </a:lnTo>
                  <a:lnTo>
                    <a:pt x="6083300" y="0"/>
                  </a:lnTo>
                  <a:close/>
                </a:path>
              </a:pathLst>
            </a:custGeom>
            <a:solidFill>
              <a:srgbClr val="FF9933"/>
            </a:solidFill>
          </p:spPr>
          <p:txBody>
            <a:bodyPr wrap="square" lIns="0" tIns="0" rIns="0" bIns="0" rtlCol="0"/>
            <a:lstStyle/>
            <a:p>
              <a:endParaRPr/>
            </a:p>
          </p:txBody>
        </p:sp>
        <p:sp>
          <p:nvSpPr>
            <p:cNvPr id="13" name="object 13"/>
            <p:cNvSpPr/>
            <p:nvPr/>
          </p:nvSpPr>
          <p:spPr>
            <a:xfrm>
              <a:off x="914400" y="2590800"/>
              <a:ext cx="6629400" cy="3276600"/>
            </a:xfrm>
            <a:custGeom>
              <a:avLst/>
              <a:gdLst/>
              <a:ahLst/>
              <a:cxnLst/>
              <a:rect l="l" t="t" r="r" b="b"/>
              <a:pathLst>
                <a:path w="6629400" h="3276600">
                  <a:moveTo>
                    <a:pt x="0" y="546100"/>
                  </a:moveTo>
                  <a:lnTo>
                    <a:pt x="2004" y="498977"/>
                  </a:lnTo>
                  <a:lnTo>
                    <a:pt x="7908" y="452968"/>
                  </a:lnTo>
                  <a:lnTo>
                    <a:pt x="17549" y="408236"/>
                  </a:lnTo>
                  <a:lnTo>
                    <a:pt x="30761" y="364946"/>
                  </a:lnTo>
                  <a:lnTo>
                    <a:pt x="47381" y="323262"/>
                  </a:lnTo>
                  <a:lnTo>
                    <a:pt x="67245" y="283346"/>
                  </a:lnTo>
                  <a:lnTo>
                    <a:pt x="90189" y="245364"/>
                  </a:lnTo>
                  <a:lnTo>
                    <a:pt x="116050" y="209478"/>
                  </a:lnTo>
                  <a:lnTo>
                    <a:pt x="144662" y="175853"/>
                  </a:lnTo>
                  <a:lnTo>
                    <a:pt x="175863" y="144653"/>
                  </a:lnTo>
                  <a:lnTo>
                    <a:pt x="209489" y="116042"/>
                  </a:lnTo>
                  <a:lnTo>
                    <a:pt x="245375" y="90183"/>
                  </a:lnTo>
                  <a:lnTo>
                    <a:pt x="283357" y="67240"/>
                  </a:lnTo>
                  <a:lnTo>
                    <a:pt x="323273" y="47377"/>
                  </a:lnTo>
                  <a:lnTo>
                    <a:pt x="364956" y="30758"/>
                  </a:lnTo>
                  <a:lnTo>
                    <a:pt x="408245" y="17547"/>
                  </a:lnTo>
                  <a:lnTo>
                    <a:pt x="452974" y="7908"/>
                  </a:lnTo>
                  <a:lnTo>
                    <a:pt x="498980" y="2004"/>
                  </a:lnTo>
                  <a:lnTo>
                    <a:pt x="546100" y="0"/>
                  </a:lnTo>
                  <a:lnTo>
                    <a:pt x="6083300" y="0"/>
                  </a:lnTo>
                  <a:lnTo>
                    <a:pt x="6130422" y="2004"/>
                  </a:lnTo>
                  <a:lnTo>
                    <a:pt x="6176431" y="7908"/>
                  </a:lnTo>
                  <a:lnTo>
                    <a:pt x="6221163" y="17547"/>
                  </a:lnTo>
                  <a:lnTo>
                    <a:pt x="6264453" y="30758"/>
                  </a:lnTo>
                  <a:lnTo>
                    <a:pt x="6306137" y="47377"/>
                  </a:lnTo>
                  <a:lnTo>
                    <a:pt x="6346053" y="67240"/>
                  </a:lnTo>
                  <a:lnTo>
                    <a:pt x="6384035" y="90183"/>
                  </a:lnTo>
                  <a:lnTo>
                    <a:pt x="6419921" y="116042"/>
                  </a:lnTo>
                  <a:lnTo>
                    <a:pt x="6453546" y="144653"/>
                  </a:lnTo>
                  <a:lnTo>
                    <a:pt x="6484746" y="175853"/>
                  </a:lnTo>
                  <a:lnTo>
                    <a:pt x="6513357" y="209478"/>
                  </a:lnTo>
                  <a:lnTo>
                    <a:pt x="6539216" y="245364"/>
                  </a:lnTo>
                  <a:lnTo>
                    <a:pt x="6562159" y="283346"/>
                  </a:lnTo>
                  <a:lnTo>
                    <a:pt x="6582022" y="323262"/>
                  </a:lnTo>
                  <a:lnTo>
                    <a:pt x="6598641" y="364946"/>
                  </a:lnTo>
                  <a:lnTo>
                    <a:pt x="6611852" y="408236"/>
                  </a:lnTo>
                  <a:lnTo>
                    <a:pt x="6621491" y="452968"/>
                  </a:lnTo>
                  <a:lnTo>
                    <a:pt x="6627395" y="498977"/>
                  </a:lnTo>
                  <a:lnTo>
                    <a:pt x="6629400" y="546100"/>
                  </a:lnTo>
                  <a:lnTo>
                    <a:pt x="6629400" y="2730500"/>
                  </a:lnTo>
                  <a:lnTo>
                    <a:pt x="6627395" y="2777619"/>
                  </a:lnTo>
                  <a:lnTo>
                    <a:pt x="6621491" y="2823625"/>
                  </a:lnTo>
                  <a:lnTo>
                    <a:pt x="6611852" y="2868354"/>
                  </a:lnTo>
                  <a:lnTo>
                    <a:pt x="6598641" y="2911643"/>
                  </a:lnTo>
                  <a:lnTo>
                    <a:pt x="6582022" y="2953326"/>
                  </a:lnTo>
                  <a:lnTo>
                    <a:pt x="6562159" y="2993242"/>
                  </a:lnTo>
                  <a:lnTo>
                    <a:pt x="6539216" y="3031224"/>
                  </a:lnTo>
                  <a:lnTo>
                    <a:pt x="6513357" y="3067110"/>
                  </a:lnTo>
                  <a:lnTo>
                    <a:pt x="6484746" y="3100736"/>
                  </a:lnTo>
                  <a:lnTo>
                    <a:pt x="6453546" y="3131937"/>
                  </a:lnTo>
                  <a:lnTo>
                    <a:pt x="6419921" y="3160549"/>
                  </a:lnTo>
                  <a:lnTo>
                    <a:pt x="6384035" y="3186410"/>
                  </a:lnTo>
                  <a:lnTo>
                    <a:pt x="6346053" y="3209354"/>
                  </a:lnTo>
                  <a:lnTo>
                    <a:pt x="6306137" y="3229218"/>
                  </a:lnTo>
                  <a:lnTo>
                    <a:pt x="6264453" y="3245838"/>
                  </a:lnTo>
                  <a:lnTo>
                    <a:pt x="6221163" y="3259050"/>
                  </a:lnTo>
                  <a:lnTo>
                    <a:pt x="6176431" y="3268691"/>
                  </a:lnTo>
                  <a:lnTo>
                    <a:pt x="6130422" y="3274595"/>
                  </a:lnTo>
                  <a:lnTo>
                    <a:pt x="6083300" y="3276600"/>
                  </a:lnTo>
                  <a:lnTo>
                    <a:pt x="546100" y="3276600"/>
                  </a:lnTo>
                  <a:lnTo>
                    <a:pt x="498980" y="3274595"/>
                  </a:lnTo>
                  <a:lnTo>
                    <a:pt x="452974" y="3268691"/>
                  </a:lnTo>
                  <a:lnTo>
                    <a:pt x="408245" y="3259050"/>
                  </a:lnTo>
                  <a:lnTo>
                    <a:pt x="364956" y="3245838"/>
                  </a:lnTo>
                  <a:lnTo>
                    <a:pt x="323273" y="3229218"/>
                  </a:lnTo>
                  <a:lnTo>
                    <a:pt x="283357" y="3209354"/>
                  </a:lnTo>
                  <a:lnTo>
                    <a:pt x="245375" y="3186410"/>
                  </a:lnTo>
                  <a:lnTo>
                    <a:pt x="209489" y="3160549"/>
                  </a:lnTo>
                  <a:lnTo>
                    <a:pt x="175863" y="3131937"/>
                  </a:lnTo>
                  <a:lnTo>
                    <a:pt x="144662" y="3100736"/>
                  </a:lnTo>
                  <a:lnTo>
                    <a:pt x="116050" y="3067110"/>
                  </a:lnTo>
                  <a:lnTo>
                    <a:pt x="90189" y="3031224"/>
                  </a:lnTo>
                  <a:lnTo>
                    <a:pt x="67245" y="2993242"/>
                  </a:lnTo>
                  <a:lnTo>
                    <a:pt x="47381" y="2953326"/>
                  </a:lnTo>
                  <a:lnTo>
                    <a:pt x="30761" y="2911643"/>
                  </a:lnTo>
                  <a:lnTo>
                    <a:pt x="17549" y="2868354"/>
                  </a:lnTo>
                  <a:lnTo>
                    <a:pt x="7908" y="2823625"/>
                  </a:lnTo>
                  <a:lnTo>
                    <a:pt x="2004" y="2777619"/>
                  </a:lnTo>
                  <a:lnTo>
                    <a:pt x="0" y="2730500"/>
                  </a:lnTo>
                  <a:lnTo>
                    <a:pt x="0" y="546100"/>
                  </a:lnTo>
                  <a:close/>
                </a:path>
              </a:pathLst>
            </a:custGeom>
            <a:ln w="12700">
              <a:solidFill>
                <a:srgbClr val="FFFFFF"/>
              </a:solidFill>
            </a:ln>
          </p:spPr>
          <p:txBody>
            <a:bodyPr wrap="square" lIns="0" tIns="0" rIns="0" bIns="0" rtlCol="0"/>
            <a:lstStyle/>
            <a:p>
              <a:endParaRPr/>
            </a:p>
          </p:txBody>
        </p:sp>
      </p:grpSp>
      <p:sp>
        <p:nvSpPr>
          <p:cNvPr id="14" name="object 14"/>
          <p:cNvSpPr txBox="1"/>
          <p:nvPr/>
        </p:nvSpPr>
        <p:spPr>
          <a:xfrm>
            <a:off x="417469" y="1753445"/>
            <a:ext cx="1624965" cy="452120"/>
          </a:xfrm>
          <a:prstGeom prst="rect">
            <a:avLst/>
          </a:prstGeom>
        </p:spPr>
        <p:txBody>
          <a:bodyPr vert="horz" wrap="square" lIns="0" tIns="12065" rIns="0" bIns="0" rtlCol="0">
            <a:spAutoFit/>
          </a:bodyPr>
          <a:lstStyle/>
          <a:p>
            <a:pPr marL="12700">
              <a:spcBef>
                <a:spcPts val="95"/>
              </a:spcBef>
            </a:pPr>
            <a:r>
              <a:rPr sz="2800" b="1" spc="-5" dirty="0">
                <a:solidFill>
                  <a:srgbClr val="FF0000"/>
                </a:solidFill>
                <a:uFill>
                  <a:solidFill>
                    <a:srgbClr val="FFFFFF"/>
                  </a:solidFill>
                </a:uFill>
                <a:latin typeface="Arial"/>
                <a:cs typeface="Arial"/>
              </a:rPr>
              <a:t>Ejemplo</a:t>
            </a:r>
            <a:r>
              <a:rPr sz="2800" b="1" spc="-65" dirty="0">
                <a:solidFill>
                  <a:srgbClr val="FF0000"/>
                </a:solidFill>
                <a:latin typeface="Arial"/>
                <a:cs typeface="Arial"/>
              </a:rPr>
              <a:t> </a:t>
            </a:r>
            <a:r>
              <a:rPr sz="2800" b="1" spc="-5" dirty="0">
                <a:solidFill>
                  <a:srgbClr val="FF0000"/>
                </a:solidFill>
                <a:latin typeface="Arial"/>
                <a:cs typeface="Arial"/>
              </a:rPr>
              <a:t>:</a:t>
            </a:r>
            <a:endParaRPr sz="2800" dirty="0">
              <a:solidFill>
                <a:srgbClr val="FF0000"/>
              </a:solidFill>
              <a:latin typeface="Arial"/>
              <a:cs typeface="Arial"/>
            </a:endParaRPr>
          </a:p>
        </p:txBody>
      </p:sp>
      <p:sp>
        <p:nvSpPr>
          <p:cNvPr id="15" name="object 15"/>
          <p:cNvSpPr txBox="1"/>
          <p:nvPr/>
        </p:nvSpPr>
        <p:spPr>
          <a:xfrm>
            <a:off x="2193736" y="2792348"/>
            <a:ext cx="2953385" cy="452120"/>
          </a:xfrm>
          <a:prstGeom prst="rect">
            <a:avLst/>
          </a:prstGeom>
        </p:spPr>
        <p:txBody>
          <a:bodyPr vert="horz" wrap="square" lIns="0" tIns="12065" rIns="0" bIns="0" rtlCol="0">
            <a:spAutoFit/>
          </a:bodyPr>
          <a:lstStyle/>
          <a:p>
            <a:pPr marL="38100">
              <a:spcBef>
                <a:spcPts val="95"/>
              </a:spcBef>
            </a:pPr>
            <a:r>
              <a:rPr sz="2800" b="1" spc="-5" dirty="0">
                <a:solidFill>
                  <a:srgbClr val="FFFFFF"/>
                </a:solidFill>
                <a:latin typeface="Arial"/>
                <a:cs typeface="Arial"/>
              </a:rPr>
              <a:t>Z</a:t>
            </a:r>
            <a:r>
              <a:rPr sz="2800" b="1" spc="-20" dirty="0">
                <a:solidFill>
                  <a:srgbClr val="FFFFFF"/>
                </a:solidFill>
                <a:latin typeface="Arial"/>
                <a:cs typeface="Arial"/>
              </a:rPr>
              <a:t> </a:t>
            </a:r>
            <a:r>
              <a:rPr sz="2800" b="1" spc="-5" dirty="0">
                <a:solidFill>
                  <a:srgbClr val="FFFFFF"/>
                </a:solidFill>
                <a:latin typeface="Arial"/>
                <a:cs typeface="Arial"/>
              </a:rPr>
              <a:t>=</a:t>
            </a:r>
            <a:r>
              <a:rPr sz="2800" b="1" spc="-15" dirty="0">
                <a:solidFill>
                  <a:srgbClr val="FFFFFF"/>
                </a:solidFill>
                <a:latin typeface="Arial"/>
                <a:cs typeface="Arial"/>
              </a:rPr>
              <a:t> </a:t>
            </a:r>
            <a:r>
              <a:rPr sz="2800" b="1" dirty="0">
                <a:solidFill>
                  <a:srgbClr val="FFFFFF"/>
                </a:solidFill>
                <a:latin typeface="Arial"/>
                <a:cs typeface="Arial"/>
              </a:rPr>
              <a:t>4</a:t>
            </a:r>
            <a:r>
              <a:rPr lang="es-ES" sz="2800" b="1" dirty="0">
                <a:solidFill>
                  <a:srgbClr val="FFFFFF"/>
                </a:solidFill>
                <a:latin typeface="Arial"/>
                <a:cs typeface="Arial"/>
              </a:rPr>
              <a:t>6</a:t>
            </a:r>
            <a:r>
              <a:rPr sz="2800" b="1" dirty="0" err="1">
                <a:solidFill>
                  <a:srgbClr val="FFFFFF"/>
                </a:solidFill>
                <a:latin typeface="Arial"/>
                <a:cs typeface="Arial"/>
              </a:rPr>
              <a:t>0x</a:t>
            </a:r>
            <a:r>
              <a:rPr sz="2775" b="1" baseline="-21021" dirty="0" err="1">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a:t>
            </a:r>
            <a:r>
              <a:rPr sz="2800" b="1" spc="-15" dirty="0">
                <a:solidFill>
                  <a:srgbClr val="FFFFFF"/>
                </a:solidFill>
                <a:latin typeface="Arial"/>
                <a:cs typeface="Arial"/>
              </a:rPr>
              <a:t> </a:t>
            </a:r>
            <a:r>
              <a:rPr sz="2800" b="1" dirty="0">
                <a:solidFill>
                  <a:srgbClr val="FFFFFF"/>
                </a:solidFill>
                <a:latin typeface="Arial"/>
                <a:cs typeface="Arial"/>
              </a:rPr>
              <a:t>200x</a:t>
            </a:r>
            <a:r>
              <a:rPr sz="2775" b="1" baseline="-21021" dirty="0">
                <a:solidFill>
                  <a:srgbClr val="FFFFFF"/>
                </a:solidFill>
                <a:latin typeface="Arial"/>
                <a:cs typeface="Arial"/>
              </a:rPr>
              <a:t>2</a:t>
            </a:r>
            <a:endParaRPr sz="2775" baseline="-21021" dirty="0">
              <a:latin typeface="Arial"/>
              <a:cs typeface="Arial"/>
            </a:endParaRPr>
          </a:p>
        </p:txBody>
      </p:sp>
      <p:sp>
        <p:nvSpPr>
          <p:cNvPr id="16" name="object 16"/>
          <p:cNvSpPr txBox="1"/>
          <p:nvPr/>
        </p:nvSpPr>
        <p:spPr>
          <a:xfrm>
            <a:off x="350356" y="2842640"/>
            <a:ext cx="1499870" cy="736420"/>
          </a:xfrm>
          <a:prstGeom prst="rect">
            <a:avLst/>
          </a:prstGeom>
        </p:spPr>
        <p:txBody>
          <a:bodyPr vert="horz" wrap="square" lIns="0" tIns="635" rIns="0" bIns="0" rtlCol="0">
            <a:spAutoFit/>
          </a:bodyPr>
          <a:lstStyle/>
          <a:p>
            <a:pPr marL="12700" marR="5080">
              <a:lnSpc>
                <a:spcPct val="103299"/>
              </a:lnSpc>
              <a:spcBef>
                <a:spcPts val="5"/>
              </a:spcBef>
            </a:pPr>
            <a:r>
              <a:rPr sz="2400" b="1" spc="-5" dirty="0">
                <a:solidFill>
                  <a:srgbClr val="FFFFFF"/>
                </a:solidFill>
                <a:latin typeface="Arial"/>
                <a:cs typeface="Arial"/>
              </a:rPr>
              <a:t>Maximizar  Sujeto</a:t>
            </a:r>
            <a:r>
              <a:rPr sz="2400" b="1" spc="-35" dirty="0">
                <a:solidFill>
                  <a:srgbClr val="FFFFFF"/>
                </a:solidFill>
                <a:latin typeface="Arial"/>
                <a:cs typeface="Arial"/>
              </a:rPr>
              <a:t> </a:t>
            </a:r>
            <a:r>
              <a:rPr sz="2400" b="1" dirty="0">
                <a:solidFill>
                  <a:srgbClr val="FFFFFF"/>
                </a:solidFill>
                <a:latin typeface="Arial"/>
                <a:cs typeface="Arial"/>
              </a:rPr>
              <a:t>a</a:t>
            </a:r>
            <a:r>
              <a:rPr sz="2400" b="1" spc="-35" dirty="0">
                <a:solidFill>
                  <a:srgbClr val="FFFFFF"/>
                </a:solidFill>
                <a:latin typeface="Arial"/>
                <a:cs typeface="Arial"/>
              </a:rPr>
              <a:t> </a:t>
            </a:r>
            <a:r>
              <a:rPr sz="2400" b="1" dirty="0">
                <a:solidFill>
                  <a:srgbClr val="FFFFFF"/>
                </a:solidFill>
                <a:latin typeface="Arial"/>
                <a:cs typeface="Arial"/>
              </a:rPr>
              <a:t>:</a:t>
            </a:r>
            <a:endParaRPr sz="2400" dirty="0">
              <a:latin typeface="Arial"/>
              <a:cs typeface="Arial"/>
            </a:endParaRPr>
          </a:p>
        </p:txBody>
      </p:sp>
      <p:sp>
        <p:nvSpPr>
          <p:cNvPr id="17" name="object 17"/>
          <p:cNvSpPr txBox="1"/>
          <p:nvPr/>
        </p:nvSpPr>
        <p:spPr>
          <a:xfrm>
            <a:off x="1995227" y="3507823"/>
            <a:ext cx="3196590" cy="2040889"/>
          </a:xfrm>
          <a:prstGeom prst="rect">
            <a:avLst/>
          </a:prstGeom>
        </p:spPr>
        <p:txBody>
          <a:bodyPr vert="horz" wrap="square" lIns="0" tIns="81280" rIns="0" bIns="0" rtlCol="0">
            <a:spAutoFit/>
          </a:bodyPr>
          <a:lstStyle/>
          <a:p>
            <a:pPr marR="86995" algn="r">
              <a:spcBef>
                <a:spcPts val="640"/>
              </a:spcBef>
              <a:tabLst>
                <a:tab pos="1523365" algn="l"/>
              </a:tabLst>
            </a:pPr>
            <a:r>
              <a:rPr sz="2800" b="1" dirty="0">
                <a:solidFill>
                  <a:srgbClr val="FFFFFF"/>
                </a:solidFill>
                <a:latin typeface="Arial"/>
                <a:cs typeface="Arial"/>
              </a:rPr>
              <a:t>18x</a:t>
            </a:r>
            <a:r>
              <a:rPr sz="2775" b="1" baseline="-21021" dirty="0">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a:solidFill>
                  <a:srgbClr val="FFFFFF"/>
                </a:solidFill>
                <a:latin typeface="Arial"/>
                <a:cs typeface="Arial"/>
              </a:rPr>
              <a:t>3x</a:t>
            </a:r>
            <a:r>
              <a:rPr sz="2775" b="1" spc="7" baseline="-21021" dirty="0">
                <a:solidFill>
                  <a:srgbClr val="FFFFFF"/>
                </a:solidFill>
                <a:latin typeface="Arial"/>
                <a:cs typeface="Arial"/>
              </a:rPr>
              <a:t>2</a:t>
            </a:r>
            <a:r>
              <a:rPr sz="2775" b="1" spc="337" baseline="-21021" dirty="0">
                <a:solidFill>
                  <a:srgbClr val="FFFFFF"/>
                </a:solidFill>
                <a:latin typeface="Arial"/>
                <a:cs typeface="Arial"/>
              </a:rPr>
              <a:t> </a:t>
            </a:r>
            <a:r>
              <a:rPr sz="2800" spc="-5" dirty="0">
                <a:solidFill>
                  <a:srgbClr val="FFFFFF"/>
                </a:solidFill>
                <a:latin typeface="Symbol"/>
                <a:cs typeface="Symbol"/>
              </a:rPr>
              <a:t></a:t>
            </a:r>
            <a:r>
              <a:rPr sz="2800" spc="50" dirty="0">
                <a:solidFill>
                  <a:srgbClr val="FFFFFF"/>
                </a:solidFill>
                <a:latin typeface="Times New Roman"/>
                <a:cs typeface="Times New Roman"/>
              </a:rPr>
              <a:t> </a:t>
            </a:r>
            <a:r>
              <a:rPr sz="2800" b="1" dirty="0">
                <a:solidFill>
                  <a:srgbClr val="FFFFFF"/>
                </a:solidFill>
                <a:latin typeface="Arial"/>
                <a:cs typeface="Arial"/>
              </a:rPr>
              <a:t>800</a:t>
            </a:r>
            <a:endParaRPr sz="2800" dirty="0">
              <a:latin typeface="Arial"/>
              <a:cs typeface="Arial"/>
            </a:endParaRPr>
          </a:p>
          <a:p>
            <a:pPr marR="55880" algn="r">
              <a:spcBef>
                <a:spcPts val="540"/>
              </a:spcBef>
              <a:tabLst>
                <a:tab pos="1327150" algn="l"/>
              </a:tabLst>
            </a:pPr>
            <a:r>
              <a:rPr sz="2800" b="1" spc="5" dirty="0">
                <a:solidFill>
                  <a:srgbClr val="FFFFFF"/>
                </a:solidFill>
                <a:latin typeface="Arial"/>
                <a:cs typeface="Arial"/>
              </a:rPr>
              <a:t>9x</a:t>
            </a:r>
            <a:r>
              <a:rPr sz="2775" b="1" spc="7" baseline="-21021" dirty="0">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a:solidFill>
                  <a:srgbClr val="FFFFFF"/>
                </a:solidFill>
                <a:latin typeface="Arial"/>
                <a:cs typeface="Arial"/>
              </a:rPr>
              <a:t>4x</a:t>
            </a:r>
            <a:r>
              <a:rPr sz="2775" b="1" spc="7" baseline="-21021" dirty="0">
                <a:solidFill>
                  <a:srgbClr val="FFFFFF"/>
                </a:solidFill>
                <a:latin typeface="Arial"/>
                <a:cs typeface="Arial"/>
              </a:rPr>
              <a:t>2</a:t>
            </a:r>
            <a:r>
              <a:rPr sz="2775" b="1" spc="337" baseline="-21021" dirty="0">
                <a:solidFill>
                  <a:srgbClr val="FFFFFF"/>
                </a:solidFill>
                <a:latin typeface="Arial"/>
                <a:cs typeface="Arial"/>
              </a:rPr>
              <a:t> </a:t>
            </a:r>
            <a:r>
              <a:rPr sz="2800" spc="-5" dirty="0">
                <a:solidFill>
                  <a:srgbClr val="FFFFFF"/>
                </a:solidFill>
                <a:latin typeface="Symbol"/>
                <a:cs typeface="Symbol"/>
              </a:rPr>
              <a:t></a:t>
            </a:r>
            <a:r>
              <a:rPr sz="2800" spc="50" dirty="0">
                <a:solidFill>
                  <a:srgbClr val="FFFFFF"/>
                </a:solidFill>
                <a:latin typeface="Times New Roman"/>
                <a:cs typeface="Times New Roman"/>
              </a:rPr>
              <a:t> </a:t>
            </a:r>
            <a:r>
              <a:rPr sz="2800" b="1" dirty="0">
                <a:solidFill>
                  <a:srgbClr val="FFFFFF"/>
                </a:solidFill>
                <a:latin typeface="Arial"/>
                <a:cs typeface="Arial"/>
              </a:rPr>
              <a:t>600</a:t>
            </a:r>
            <a:endParaRPr sz="2800" dirty="0">
              <a:latin typeface="Arial"/>
              <a:cs typeface="Arial"/>
            </a:endParaRPr>
          </a:p>
          <a:p>
            <a:pPr marR="84455" algn="r">
              <a:spcBef>
                <a:spcPts val="670"/>
              </a:spcBef>
              <a:tabLst>
                <a:tab pos="1729739" algn="l"/>
                <a:tab pos="2220595" algn="l"/>
              </a:tabLst>
            </a:pPr>
            <a:r>
              <a:rPr sz="2800" b="1" spc="5" dirty="0">
                <a:solidFill>
                  <a:srgbClr val="FFFFFF"/>
                </a:solidFill>
                <a:latin typeface="Arial"/>
                <a:cs typeface="Arial"/>
              </a:rPr>
              <a:t>x</a:t>
            </a:r>
            <a:r>
              <a:rPr sz="2775" b="1" spc="7" baseline="-21021" dirty="0">
                <a:solidFill>
                  <a:srgbClr val="FFFFFF"/>
                </a:solidFill>
                <a:latin typeface="Arial"/>
                <a:cs typeface="Arial"/>
              </a:rPr>
              <a:t>1	</a:t>
            </a:r>
            <a:r>
              <a:rPr lang="es-PE" sz="2800" spc="-5" dirty="0">
                <a:solidFill>
                  <a:srgbClr val="FFFFFF"/>
                </a:solidFill>
                <a:latin typeface="Symbol"/>
                <a:cs typeface="Symbol"/>
              </a:rPr>
              <a:t> </a:t>
            </a:r>
            <a:r>
              <a:rPr sz="2800" spc="-5" dirty="0">
                <a:solidFill>
                  <a:srgbClr val="FFFFFF"/>
                </a:solidFill>
                <a:latin typeface="Times New Roman"/>
                <a:cs typeface="Times New Roman"/>
              </a:rPr>
              <a:t>	</a:t>
            </a:r>
            <a:r>
              <a:rPr sz="2800" b="1" spc="-5" dirty="0">
                <a:solidFill>
                  <a:srgbClr val="FFFFFF"/>
                </a:solidFill>
                <a:latin typeface="Arial"/>
                <a:cs typeface="Arial"/>
              </a:rPr>
              <a:t>80</a:t>
            </a:r>
            <a:endParaRPr sz="2800" dirty="0">
              <a:latin typeface="Arial"/>
              <a:cs typeface="Arial"/>
            </a:endParaRPr>
          </a:p>
          <a:p>
            <a:pPr marL="487045">
              <a:spcBef>
                <a:spcPts val="675"/>
              </a:spcBef>
              <a:tabLst>
                <a:tab pos="1802130" algn="l"/>
                <a:tab pos="2687955" algn="l"/>
              </a:tabLst>
            </a:pPr>
            <a:r>
              <a:rPr sz="2800" b="1" spc="5" dirty="0">
                <a:solidFill>
                  <a:srgbClr val="FFFFFF"/>
                </a:solidFill>
                <a:latin typeface="Arial"/>
                <a:cs typeface="Arial"/>
              </a:rPr>
              <a:t>x</a:t>
            </a:r>
            <a:r>
              <a:rPr sz="2775" b="1" spc="7" baseline="-21021" dirty="0">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a:solidFill>
                  <a:srgbClr val="FFFFFF"/>
                </a:solidFill>
                <a:latin typeface="Arial"/>
                <a:cs typeface="Arial"/>
              </a:rPr>
              <a:t>x</a:t>
            </a:r>
            <a:r>
              <a:rPr sz="2775" b="1" spc="7" baseline="-21021" dirty="0">
                <a:solidFill>
                  <a:srgbClr val="FFFFFF"/>
                </a:solidFill>
                <a:latin typeface="Arial"/>
                <a:cs typeface="Arial"/>
              </a:rPr>
              <a:t>2</a:t>
            </a:r>
            <a:r>
              <a:rPr sz="2775" b="1" spc="-15" baseline="-21021" dirty="0">
                <a:solidFill>
                  <a:srgbClr val="FFFFFF"/>
                </a:solidFill>
                <a:latin typeface="Arial"/>
                <a:cs typeface="Arial"/>
              </a:rPr>
              <a:t> </a:t>
            </a:r>
            <a:r>
              <a:rPr sz="2800" spc="-5" dirty="0">
                <a:solidFill>
                  <a:srgbClr val="FFFFFF"/>
                </a:solidFill>
                <a:latin typeface="Symbol"/>
                <a:cs typeface="Symbol"/>
              </a:rPr>
              <a:t></a:t>
            </a:r>
            <a:r>
              <a:rPr sz="2800" spc="-5" dirty="0">
                <a:solidFill>
                  <a:srgbClr val="FFFFFF"/>
                </a:solidFill>
                <a:latin typeface="Times New Roman"/>
                <a:cs typeface="Times New Roman"/>
              </a:rPr>
              <a:t>	</a:t>
            </a:r>
            <a:r>
              <a:rPr sz="2800" b="1" spc="-5" dirty="0">
                <a:solidFill>
                  <a:srgbClr val="FFFFFF"/>
                </a:solidFill>
                <a:latin typeface="Arial"/>
                <a:cs typeface="Arial"/>
              </a:rPr>
              <a:t>0</a:t>
            </a:r>
            <a:endParaRPr sz="2800" dirty="0">
              <a:latin typeface="Arial"/>
              <a:cs typeface="Arial"/>
            </a:endParaRPr>
          </a:p>
        </p:txBody>
      </p:sp>
      <p:grpSp>
        <p:nvGrpSpPr>
          <p:cNvPr id="18" name="object 11">
            <a:extLst>
              <a:ext uri="{FF2B5EF4-FFF2-40B4-BE49-F238E27FC236}">
                <a16:creationId xmlns:a16="http://schemas.microsoft.com/office/drawing/2014/main" id="{892A2888-5045-4B66-A33E-3F304076BE68}"/>
              </a:ext>
            </a:extLst>
          </p:cNvPr>
          <p:cNvGrpSpPr/>
          <p:nvPr/>
        </p:nvGrpSpPr>
        <p:grpSpPr>
          <a:xfrm>
            <a:off x="5836602" y="2547072"/>
            <a:ext cx="6154115" cy="3289300"/>
            <a:chOff x="908050" y="2584450"/>
            <a:chExt cx="6642100" cy="3289300"/>
          </a:xfrm>
        </p:grpSpPr>
        <p:sp>
          <p:nvSpPr>
            <p:cNvPr id="19" name="object 12">
              <a:extLst>
                <a:ext uri="{FF2B5EF4-FFF2-40B4-BE49-F238E27FC236}">
                  <a16:creationId xmlns:a16="http://schemas.microsoft.com/office/drawing/2014/main" id="{64BA4646-C3FF-45FB-9863-4B6656DD3B53}"/>
                </a:ext>
              </a:extLst>
            </p:cNvPr>
            <p:cNvSpPr/>
            <p:nvPr/>
          </p:nvSpPr>
          <p:spPr>
            <a:xfrm>
              <a:off x="914400" y="2590800"/>
              <a:ext cx="6629400" cy="3276600"/>
            </a:xfrm>
            <a:custGeom>
              <a:avLst/>
              <a:gdLst/>
              <a:ahLst/>
              <a:cxnLst/>
              <a:rect l="l" t="t" r="r" b="b"/>
              <a:pathLst>
                <a:path w="6629400" h="3276600">
                  <a:moveTo>
                    <a:pt x="6083300" y="0"/>
                  </a:moveTo>
                  <a:lnTo>
                    <a:pt x="546100" y="0"/>
                  </a:lnTo>
                  <a:lnTo>
                    <a:pt x="498980" y="2004"/>
                  </a:lnTo>
                  <a:lnTo>
                    <a:pt x="452974" y="7908"/>
                  </a:lnTo>
                  <a:lnTo>
                    <a:pt x="408245" y="17547"/>
                  </a:lnTo>
                  <a:lnTo>
                    <a:pt x="364956" y="30758"/>
                  </a:lnTo>
                  <a:lnTo>
                    <a:pt x="323273" y="47377"/>
                  </a:lnTo>
                  <a:lnTo>
                    <a:pt x="283357" y="67240"/>
                  </a:lnTo>
                  <a:lnTo>
                    <a:pt x="245375" y="90183"/>
                  </a:lnTo>
                  <a:lnTo>
                    <a:pt x="209489" y="116042"/>
                  </a:lnTo>
                  <a:lnTo>
                    <a:pt x="175863" y="144653"/>
                  </a:lnTo>
                  <a:lnTo>
                    <a:pt x="144662" y="175853"/>
                  </a:lnTo>
                  <a:lnTo>
                    <a:pt x="116050" y="209478"/>
                  </a:lnTo>
                  <a:lnTo>
                    <a:pt x="90189" y="245364"/>
                  </a:lnTo>
                  <a:lnTo>
                    <a:pt x="67245" y="283346"/>
                  </a:lnTo>
                  <a:lnTo>
                    <a:pt x="47381" y="323262"/>
                  </a:lnTo>
                  <a:lnTo>
                    <a:pt x="30761" y="364946"/>
                  </a:lnTo>
                  <a:lnTo>
                    <a:pt x="17549" y="408236"/>
                  </a:lnTo>
                  <a:lnTo>
                    <a:pt x="7908" y="452968"/>
                  </a:lnTo>
                  <a:lnTo>
                    <a:pt x="2004" y="498977"/>
                  </a:lnTo>
                  <a:lnTo>
                    <a:pt x="0" y="546100"/>
                  </a:lnTo>
                  <a:lnTo>
                    <a:pt x="0" y="2730500"/>
                  </a:lnTo>
                  <a:lnTo>
                    <a:pt x="2004" y="2777619"/>
                  </a:lnTo>
                  <a:lnTo>
                    <a:pt x="7908" y="2823625"/>
                  </a:lnTo>
                  <a:lnTo>
                    <a:pt x="17549" y="2868354"/>
                  </a:lnTo>
                  <a:lnTo>
                    <a:pt x="30761" y="2911643"/>
                  </a:lnTo>
                  <a:lnTo>
                    <a:pt x="47381" y="2953326"/>
                  </a:lnTo>
                  <a:lnTo>
                    <a:pt x="67245" y="2993242"/>
                  </a:lnTo>
                  <a:lnTo>
                    <a:pt x="90189" y="3031224"/>
                  </a:lnTo>
                  <a:lnTo>
                    <a:pt x="116050" y="3067110"/>
                  </a:lnTo>
                  <a:lnTo>
                    <a:pt x="144662" y="3100736"/>
                  </a:lnTo>
                  <a:lnTo>
                    <a:pt x="175863" y="3131937"/>
                  </a:lnTo>
                  <a:lnTo>
                    <a:pt x="209489" y="3160549"/>
                  </a:lnTo>
                  <a:lnTo>
                    <a:pt x="245375" y="3186410"/>
                  </a:lnTo>
                  <a:lnTo>
                    <a:pt x="283357" y="3209354"/>
                  </a:lnTo>
                  <a:lnTo>
                    <a:pt x="323273" y="3229218"/>
                  </a:lnTo>
                  <a:lnTo>
                    <a:pt x="364956" y="3245838"/>
                  </a:lnTo>
                  <a:lnTo>
                    <a:pt x="408245" y="3259050"/>
                  </a:lnTo>
                  <a:lnTo>
                    <a:pt x="452974" y="3268691"/>
                  </a:lnTo>
                  <a:lnTo>
                    <a:pt x="498980" y="3274595"/>
                  </a:lnTo>
                  <a:lnTo>
                    <a:pt x="546100" y="3276600"/>
                  </a:lnTo>
                  <a:lnTo>
                    <a:pt x="6083300" y="3276600"/>
                  </a:lnTo>
                  <a:lnTo>
                    <a:pt x="6130422" y="3274595"/>
                  </a:lnTo>
                  <a:lnTo>
                    <a:pt x="6176431" y="3268691"/>
                  </a:lnTo>
                  <a:lnTo>
                    <a:pt x="6221163" y="3259050"/>
                  </a:lnTo>
                  <a:lnTo>
                    <a:pt x="6264453" y="3245838"/>
                  </a:lnTo>
                  <a:lnTo>
                    <a:pt x="6306137" y="3229218"/>
                  </a:lnTo>
                  <a:lnTo>
                    <a:pt x="6346053" y="3209354"/>
                  </a:lnTo>
                  <a:lnTo>
                    <a:pt x="6384035" y="3186410"/>
                  </a:lnTo>
                  <a:lnTo>
                    <a:pt x="6419921" y="3160549"/>
                  </a:lnTo>
                  <a:lnTo>
                    <a:pt x="6453546" y="3131937"/>
                  </a:lnTo>
                  <a:lnTo>
                    <a:pt x="6484746" y="3100736"/>
                  </a:lnTo>
                  <a:lnTo>
                    <a:pt x="6513357" y="3067110"/>
                  </a:lnTo>
                  <a:lnTo>
                    <a:pt x="6539216" y="3031224"/>
                  </a:lnTo>
                  <a:lnTo>
                    <a:pt x="6562159" y="2993242"/>
                  </a:lnTo>
                  <a:lnTo>
                    <a:pt x="6582022" y="2953326"/>
                  </a:lnTo>
                  <a:lnTo>
                    <a:pt x="6598641" y="2911643"/>
                  </a:lnTo>
                  <a:lnTo>
                    <a:pt x="6611852" y="2868354"/>
                  </a:lnTo>
                  <a:lnTo>
                    <a:pt x="6621491" y="2823625"/>
                  </a:lnTo>
                  <a:lnTo>
                    <a:pt x="6627395" y="2777619"/>
                  </a:lnTo>
                  <a:lnTo>
                    <a:pt x="6629400" y="2730500"/>
                  </a:lnTo>
                  <a:lnTo>
                    <a:pt x="6629400" y="546100"/>
                  </a:lnTo>
                  <a:lnTo>
                    <a:pt x="6627395" y="498977"/>
                  </a:lnTo>
                  <a:lnTo>
                    <a:pt x="6621491" y="452968"/>
                  </a:lnTo>
                  <a:lnTo>
                    <a:pt x="6611852" y="408236"/>
                  </a:lnTo>
                  <a:lnTo>
                    <a:pt x="6598641" y="364946"/>
                  </a:lnTo>
                  <a:lnTo>
                    <a:pt x="6582022" y="323262"/>
                  </a:lnTo>
                  <a:lnTo>
                    <a:pt x="6562159" y="283346"/>
                  </a:lnTo>
                  <a:lnTo>
                    <a:pt x="6539216" y="245364"/>
                  </a:lnTo>
                  <a:lnTo>
                    <a:pt x="6513357" y="209478"/>
                  </a:lnTo>
                  <a:lnTo>
                    <a:pt x="6484746" y="175853"/>
                  </a:lnTo>
                  <a:lnTo>
                    <a:pt x="6453546" y="144653"/>
                  </a:lnTo>
                  <a:lnTo>
                    <a:pt x="6419921" y="116042"/>
                  </a:lnTo>
                  <a:lnTo>
                    <a:pt x="6384035" y="90183"/>
                  </a:lnTo>
                  <a:lnTo>
                    <a:pt x="6346053" y="67240"/>
                  </a:lnTo>
                  <a:lnTo>
                    <a:pt x="6306137" y="47377"/>
                  </a:lnTo>
                  <a:lnTo>
                    <a:pt x="6264453" y="30758"/>
                  </a:lnTo>
                  <a:lnTo>
                    <a:pt x="6221163" y="17547"/>
                  </a:lnTo>
                  <a:lnTo>
                    <a:pt x="6176431" y="7908"/>
                  </a:lnTo>
                  <a:lnTo>
                    <a:pt x="6130422" y="2004"/>
                  </a:lnTo>
                  <a:lnTo>
                    <a:pt x="6083300" y="0"/>
                  </a:lnTo>
                  <a:close/>
                </a:path>
              </a:pathLst>
            </a:custGeom>
            <a:solidFill>
              <a:srgbClr val="FF9933"/>
            </a:solidFill>
          </p:spPr>
          <p:txBody>
            <a:bodyPr wrap="square" lIns="0" tIns="0" rIns="0" bIns="0" rtlCol="0"/>
            <a:lstStyle/>
            <a:p>
              <a:endParaRPr/>
            </a:p>
          </p:txBody>
        </p:sp>
        <p:sp>
          <p:nvSpPr>
            <p:cNvPr id="20" name="object 13">
              <a:extLst>
                <a:ext uri="{FF2B5EF4-FFF2-40B4-BE49-F238E27FC236}">
                  <a16:creationId xmlns:a16="http://schemas.microsoft.com/office/drawing/2014/main" id="{48EDE384-3835-4A33-9B15-2BC243C07D9B}"/>
                </a:ext>
              </a:extLst>
            </p:cNvPr>
            <p:cNvSpPr/>
            <p:nvPr/>
          </p:nvSpPr>
          <p:spPr>
            <a:xfrm>
              <a:off x="914400" y="2590800"/>
              <a:ext cx="6629400" cy="3276600"/>
            </a:xfrm>
            <a:custGeom>
              <a:avLst/>
              <a:gdLst/>
              <a:ahLst/>
              <a:cxnLst/>
              <a:rect l="l" t="t" r="r" b="b"/>
              <a:pathLst>
                <a:path w="6629400" h="3276600">
                  <a:moveTo>
                    <a:pt x="0" y="546100"/>
                  </a:moveTo>
                  <a:lnTo>
                    <a:pt x="2004" y="498977"/>
                  </a:lnTo>
                  <a:lnTo>
                    <a:pt x="7908" y="452968"/>
                  </a:lnTo>
                  <a:lnTo>
                    <a:pt x="17549" y="408236"/>
                  </a:lnTo>
                  <a:lnTo>
                    <a:pt x="30761" y="364946"/>
                  </a:lnTo>
                  <a:lnTo>
                    <a:pt x="47381" y="323262"/>
                  </a:lnTo>
                  <a:lnTo>
                    <a:pt x="67245" y="283346"/>
                  </a:lnTo>
                  <a:lnTo>
                    <a:pt x="90189" y="245364"/>
                  </a:lnTo>
                  <a:lnTo>
                    <a:pt x="116050" y="209478"/>
                  </a:lnTo>
                  <a:lnTo>
                    <a:pt x="144662" y="175853"/>
                  </a:lnTo>
                  <a:lnTo>
                    <a:pt x="175863" y="144653"/>
                  </a:lnTo>
                  <a:lnTo>
                    <a:pt x="209489" y="116042"/>
                  </a:lnTo>
                  <a:lnTo>
                    <a:pt x="245375" y="90183"/>
                  </a:lnTo>
                  <a:lnTo>
                    <a:pt x="283357" y="67240"/>
                  </a:lnTo>
                  <a:lnTo>
                    <a:pt x="323273" y="47377"/>
                  </a:lnTo>
                  <a:lnTo>
                    <a:pt x="364956" y="30758"/>
                  </a:lnTo>
                  <a:lnTo>
                    <a:pt x="408245" y="17547"/>
                  </a:lnTo>
                  <a:lnTo>
                    <a:pt x="452974" y="7908"/>
                  </a:lnTo>
                  <a:lnTo>
                    <a:pt x="498980" y="2004"/>
                  </a:lnTo>
                  <a:lnTo>
                    <a:pt x="546100" y="0"/>
                  </a:lnTo>
                  <a:lnTo>
                    <a:pt x="6083300" y="0"/>
                  </a:lnTo>
                  <a:lnTo>
                    <a:pt x="6130422" y="2004"/>
                  </a:lnTo>
                  <a:lnTo>
                    <a:pt x="6176431" y="7908"/>
                  </a:lnTo>
                  <a:lnTo>
                    <a:pt x="6221163" y="17547"/>
                  </a:lnTo>
                  <a:lnTo>
                    <a:pt x="6264453" y="30758"/>
                  </a:lnTo>
                  <a:lnTo>
                    <a:pt x="6306137" y="47377"/>
                  </a:lnTo>
                  <a:lnTo>
                    <a:pt x="6346053" y="67240"/>
                  </a:lnTo>
                  <a:lnTo>
                    <a:pt x="6384035" y="90183"/>
                  </a:lnTo>
                  <a:lnTo>
                    <a:pt x="6419921" y="116042"/>
                  </a:lnTo>
                  <a:lnTo>
                    <a:pt x="6453546" y="144653"/>
                  </a:lnTo>
                  <a:lnTo>
                    <a:pt x="6484746" y="175853"/>
                  </a:lnTo>
                  <a:lnTo>
                    <a:pt x="6513357" y="209478"/>
                  </a:lnTo>
                  <a:lnTo>
                    <a:pt x="6539216" y="245364"/>
                  </a:lnTo>
                  <a:lnTo>
                    <a:pt x="6562159" y="283346"/>
                  </a:lnTo>
                  <a:lnTo>
                    <a:pt x="6582022" y="323262"/>
                  </a:lnTo>
                  <a:lnTo>
                    <a:pt x="6598641" y="364946"/>
                  </a:lnTo>
                  <a:lnTo>
                    <a:pt x="6611852" y="408236"/>
                  </a:lnTo>
                  <a:lnTo>
                    <a:pt x="6621491" y="452968"/>
                  </a:lnTo>
                  <a:lnTo>
                    <a:pt x="6627395" y="498977"/>
                  </a:lnTo>
                  <a:lnTo>
                    <a:pt x="6629400" y="546100"/>
                  </a:lnTo>
                  <a:lnTo>
                    <a:pt x="6629400" y="2730500"/>
                  </a:lnTo>
                  <a:lnTo>
                    <a:pt x="6627395" y="2777619"/>
                  </a:lnTo>
                  <a:lnTo>
                    <a:pt x="6621491" y="2823625"/>
                  </a:lnTo>
                  <a:lnTo>
                    <a:pt x="6611852" y="2868354"/>
                  </a:lnTo>
                  <a:lnTo>
                    <a:pt x="6598641" y="2911643"/>
                  </a:lnTo>
                  <a:lnTo>
                    <a:pt x="6582022" y="2953326"/>
                  </a:lnTo>
                  <a:lnTo>
                    <a:pt x="6562159" y="2993242"/>
                  </a:lnTo>
                  <a:lnTo>
                    <a:pt x="6539216" y="3031224"/>
                  </a:lnTo>
                  <a:lnTo>
                    <a:pt x="6513357" y="3067110"/>
                  </a:lnTo>
                  <a:lnTo>
                    <a:pt x="6484746" y="3100736"/>
                  </a:lnTo>
                  <a:lnTo>
                    <a:pt x="6453546" y="3131937"/>
                  </a:lnTo>
                  <a:lnTo>
                    <a:pt x="6419921" y="3160549"/>
                  </a:lnTo>
                  <a:lnTo>
                    <a:pt x="6384035" y="3186410"/>
                  </a:lnTo>
                  <a:lnTo>
                    <a:pt x="6346053" y="3209354"/>
                  </a:lnTo>
                  <a:lnTo>
                    <a:pt x="6306137" y="3229218"/>
                  </a:lnTo>
                  <a:lnTo>
                    <a:pt x="6264453" y="3245838"/>
                  </a:lnTo>
                  <a:lnTo>
                    <a:pt x="6221163" y="3259050"/>
                  </a:lnTo>
                  <a:lnTo>
                    <a:pt x="6176431" y="3268691"/>
                  </a:lnTo>
                  <a:lnTo>
                    <a:pt x="6130422" y="3274595"/>
                  </a:lnTo>
                  <a:lnTo>
                    <a:pt x="6083300" y="3276600"/>
                  </a:lnTo>
                  <a:lnTo>
                    <a:pt x="546100" y="3276600"/>
                  </a:lnTo>
                  <a:lnTo>
                    <a:pt x="498980" y="3274595"/>
                  </a:lnTo>
                  <a:lnTo>
                    <a:pt x="452974" y="3268691"/>
                  </a:lnTo>
                  <a:lnTo>
                    <a:pt x="408245" y="3259050"/>
                  </a:lnTo>
                  <a:lnTo>
                    <a:pt x="364956" y="3245838"/>
                  </a:lnTo>
                  <a:lnTo>
                    <a:pt x="323273" y="3229218"/>
                  </a:lnTo>
                  <a:lnTo>
                    <a:pt x="283357" y="3209354"/>
                  </a:lnTo>
                  <a:lnTo>
                    <a:pt x="245375" y="3186410"/>
                  </a:lnTo>
                  <a:lnTo>
                    <a:pt x="209489" y="3160549"/>
                  </a:lnTo>
                  <a:lnTo>
                    <a:pt x="175863" y="3131937"/>
                  </a:lnTo>
                  <a:lnTo>
                    <a:pt x="144662" y="3100736"/>
                  </a:lnTo>
                  <a:lnTo>
                    <a:pt x="116050" y="3067110"/>
                  </a:lnTo>
                  <a:lnTo>
                    <a:pt x="90189" y="3031224"/>
                  </a:lnTo>
                  <a:lnTo>
                    <a:pt x="67245" y="2993242"/>
                  </a:lnTo>
                  <a:lnTo>
                    <a:pt x="47381" y="2953326"/>
                  </a:lnTo>
                  <a:lnTo>
                    <a:pt x="30761" y="2911643"/>
                  </a:lnTo>
                  <a:lnTo>
                    <a:pt x="17549" y="2868354"/>
                  </a:lnTo>
                  <a:lnTo>
                    <a:pt x="7908" y="2823625"/>
                  </a:lnTo>
                  <a:lnTo>
                    <a:pt x="2004" y="2777619"/>
                  </a:lnTo>
                  <a:lnTo>
                    <a:pt x="0" y="2730500"/>
                  </a:lnTo>
                  <a:lnTo>
                    <a:pt x="0" y="546100"/>
                  </a:lnTo>
                  <a:close/>
                </a:path>
              </a:pathLst>
            </a:custGeom>
            <a:ln w="12700">
              <a:solidFill>
                <a:srgbClr val="FFFFFF"/>
              </a:solidFill>
            </a:ln>
          </p:spPr>
          <p:txBody>
            <a:bodyPr wrap="square" lIns="0" tIns="0" rIns="0" bIns="0" rtlCol="0"/>
            <a:lstStyle/>
            <a:p>
              <a:endParaRPr/>
            </a:p>
          </p:txBody>
        </p:sp>
      </p:grpSp>
      <p:sp>
        <p:nvSpPr>
          <p:cNvPr id="21" name="object 15">
            <a:extLst>
              <a:ext uri="{FF2B5EF4-FFF2-40B4-BE49-F238E27FC236}">
                <a16:creationId xmlns:a16="http://schemas.microsoft.com/office/drawing/2014/main" id="{00E27CD2-6B91-4FED-8F43-69DB22413645}"/>
              </a:ext>
            </a:extLst>
          </p:cNvPr>
          <p:cNvSpPr txBox="1"/>
          <p:nvPr/>
        </p:nvSpPr>
        <p:spPr>
          <a:xfrm>
            <a:off x="7823898" y="2754970"/>
            <a:ext cx="3861824" cy="443070"/>
          </a:xfrm>
          <a:prstGeom prst="rect">
            <a:avLst/>
          </a:prstGeom>
        </p:spPr>
        <p:txBody>
          <a:bodyPr vert="horz" wrap="square" lIns="0" tIns="12065" rIns="0" bIns="0" rtlCol="0">
            <a:spAutoFit/>
          </a:bodyPr>
          <a:lstStyle/>
          <a:p>
            <a:pPr marL="38100">
              <a:spcBef>
                <a:spcPts val="95"/>
              </a:spcBef>
            </a:pPr>
            <a:r>
              <a:rPr sz="2800" b="1" spc="-5" dirty="0">
                <a:solidFill>
                  <a:srgbClr val="FFFFFF"/>
                </a:solidFill>
                <a:latin typeface="Arial"/>
                <a:cs typeface="Arial"/>
              </a:rPr>
              <a:t>Z</a:t>
            </a:r>
            <a:r>
              <a:rPr sz="2800" b="1" spc="-20" dirty="0">
                <a:solidFill>
                  <a:srgbClr val="FFFFFF"/>
                </a:solidFill>
                <a:latin typeface="Arial"/>
                <a:cs typeface="Arial"/>
              </a:rPr>
              <a:t> </a:t>
            </a:r>
            <a:r>
              <a:rPr lang="es-ES" sz="2800" b="1" spc="-20" dirty="0">
                <a:solidFill>
                  <a:srgbClr val="FFFFFF"/>
                </a:solidFill>
                <a:latin typeface="Arial"/>
                <a:cs typeface="Arial"/>
              </a:rPr>
              <a:t>-</a:t>
            </a:r>
            <a:r>
              <a:rPr sz="2800" b="1" spc="-15" dirty="0">
                <a:solidFill>
                  <a:srgbClr val="FFFFFF"/>
                </a:solidFill>
                <a:latin typeface="Arial"/>
                <a:cs typeface="Arial"/>
              </a:rPr>
              <a:t> </a:t>
            </a:r>
            <a:r>
              <a:rPr sz="2800" b="1" dirty="0">
                <a:solidFill>
                  <a:srgbClr val="FFFFFF"/>
                </a:solidFill>
                <a:latin typeface="Arial"/>
                <a:cs typeface="Arial"/>
              </a:rPr>
              <a:t>4</a:t>
            </a:r>
            <a:r>
              <a:rPr lang="es-ES" sz="2800" b="1" dirty="0">
                <a:solidFill>
                  <a:srgbClr val="FFFFFF"/>
                </a:solidFill>
                <a:latin typeface="Arial"/>
                <a:cs typeface="Arial"/>
              </a:rPr>
              <a:t>6</a:t>
            </a:r>
            <a:r>
              <a:rPr sz="2800" b="1" dirty="0" err="1">
                <a:solidFill>
                  <a:srgbClr val="FFFFFF"/>
                </a:solidFill>
                <a:latin typeface="Arial"/>
                <a:cs typeface="Arial"/>
              </a:rPr>
              <a:t>0x</a:t>
            </a:r>
            <a:r>
              <a:rPr sz="2775" b="1" baseline="-21021" dirty="0" err="1">
                <a:solidFill>
                  <a:srgbClr val="FFFFFF"/>
                </a:solidFill>
                <a:latin typeface="Arial"/>
                <a:cs typeface="Arial"/>
              </a:rPr>
              <a:t>1</a:t>
            </a:r>
            <a:r>
              <a:rPr sz="2775" b="1" spc="382" baseline="-21021" dirty="0">
                <a:solidFill>
                  <a:srgbClr val="FFFFFF"/>
                </a:solidFill>
                <a:latin typeface="Arial"/>
                <a:cs typeface="Arial"/>
              </a:rPr>
              <a:t> </a:t>
            </a:r>
            <a:r>
              <a:rPr sz="2800" b="1" spc="-15" dirty="0">
                <a:solidFill>
                  <a:srgbClr val="FFFFFF"/>
                </a:solidFill>
                <a:latin typeface="Arial"/>
                <a:cs typeface="Arial"/>
              </a:rPr>
              <a:t> </a:t>
            </a:r>
            <a:r>
              <a:rPr lang="es-ES" sz="2800" b="1" spc="-15" dirty="0">
                <a:solidFill>
                  <a:srgbClr val="FFFFFF"/>
                </a:solidFill>
                <a:latin typeface="Arial"/>
                <a:cs typeface="Arial"/>
              </a:rPr>
              <a:t>- </a:t>
            </a:r>
            <a:r>
              <a:rPr sz="2800" b="1" dirty="0" err="1">
                <a:solidFill>
                  <a:srgbClr val="FFFFFF"/>
                </a:solidFill>
                <a:latin typeface="Arial"/>
                <a:cs typeface="Arial"/>
              </a:rPr>
              <a:t>200x</a:t>
            </a:r>
            <a:r>
              <a:rPr sz="2775" b="1" baseline="-21021" dirty="0" err="1">
                <a:solidFill>
                  <a:srgbClr val="FFFFFF"/>
                </a:solidFill>
                <a:latin typeface="Arial"/>
                <a:cs typeface="Arial"/>
              </a:rPr>
              <a:t>2</a:t>
            </a:r>
            <a:r>
              <a:rPr lang="es-ES" sz="2400" spc="-5" dirty="0">
                <a:solidFill>
                  <a:srgbClr val="FFFFFF"/>
                </a:solidFill>
                <a:latin typeface="Symbol"/>
                <a:cs typeface="Symbol"/>
              </a:rPr>
              <a:t> =</a:t>
            </a:r>
            <a:r>
              <a:rPr lang="es-ES" sz="2400" spc="50" dirty="0">
                <a:solidFill>
                  <a:srgbClr val="FFFFFF"/>
                </a:solidFill>
                <a:latin typeface="Times New Roman"/>
                <a:cs typeface="Times New Roman"/>
              </a:rPr>
              <a:t> </a:t>
            </a:r>
            <a:r>
              <a:rPr lang="es-ES" sz="2400" b="1" dirty="0">
                <a:solidFill>
                  <a:srgbClr val="FFFFFF"/>
                </a:solidFill>
                <a:latin typeface="Arial"/>
                <a:cs typeface="Arial"/>
              </a:rPr>
              <a:t>0</a:t>
            </a:r>
            <a:endParaRPr sz="2775" baseline="-21021" dirty="0">
              <a:latin typeface="Arial"/>
              <a:cs typeface="Arial"/>
            </a:endParaRPr>
          </a:p>
        </p:txBody>
      </p:sp>
      <p:sp>
        <p:nvSpPr>
          <p:cNvPr id="22" name="object 16">
            <a:extLst>
              <a:ext uri="{FF2B5EF4-FFF2-40B4-BE49-F238E27FC236}">
                <a16:creationId xmlns:a16="http://schemas.microsoft.com/office/drawing/2014/main" id="{1B0E7081-2EC3-4895-BC2F-C02622DA50D6}"/>
              </a:ext>
            </a:extLst>
          </p:cNvPr>
          <p:cNvSpPr txBox="1"/>
          <p:nvPr/>
        </p:nvSpPr>
        <p:spPr>
          <a:xfrm>
            <a:off x="5980518" y="2805262"/>
            <a:ext cx="1499870" cy="736420"/>
          </a:xfrm>
          <a:prstGeom prst="rect">
            <a:avLst/>
          </a:prstGeom>
        </p:spPr>
        <p:txBody>
          <a:bodyPr vert="horz" wrap="square" lIns="0" tIns="635" rIns="0" bIns="0" rtlCol="0">
            <a:spAutoFit/>
          </a:bodyPr>
          <a:lstStyle/>
          <a:p>
            <a:pPr marL="12700" marR="5080">
              <a:lnSpc>
                <a:spcPct val="103299"/>
              </a:lnSpc>
              <a:spcBef>
                <a:spcPts val="5"/>
              </a:spcBef>
            </a:pPr>
            <a:r>
              <a:rPr sz="2400" b="1" spc="-5" dirty="0">
                <a:solidFill>
                  <a:srgbClr val="FFFFFF"/>
                </a:solidFill>
                <a:latin typeface="Arial"/>
                <a:cs typeface="Arial"/>
              </a:rPr>
              <a:t>Maximizar  Sujeto</a:t>
            </a:r>
            <a:r>
              <a:rPr sz="2400" b="1" spc="-35" dirty="0">
                <a:solidFill>
                  <a:srgbClr val="FFFFFF"/>
                </a:solidFill>
                <a:latin typeface="Arial"/>
                <a:cs typeface="Arial"/>
              </a:rPr>
              <a:t> </a:t>
            </a:r>
            <a:r>
              <a:rPr sz="2400" b="1" dirty="0">
                <a:solidFill>
                  <a:srgbClr val="FFFFFF"/>
                </a:solidFill>
                <a:latin typeface="Arial"/>
                <a:cs typeface="Arial"/>
              </a:rPr>
              <a:t>a</a:t>
            </a:r>
            <a:r>
              <a:rPr sz="2400" b="1" spc="-35" dirty="0">
                <a:solidFill>
                  <a:srgbClr val="FFFFFF"/>
                </a:solidFill>
                <a:latin typeface="Arial"/>
                <a:cs typeface="Arial"/>
              </a:rPr>
              <a:t> </a:t>
            </a:r>
            <a:r>
              <a:rPr sz="2400" b="1" dirty="0">
                <a:solidFill>
                  <a:srgbClr val="FFFFFF"/>
                </a:solidFill>
                <a:latin typeface="Arial"/>
                <a:cs typeface="Arial"/>
              </a:rPr>
              <a:t>:</a:t>
            </a:r>
            <a:endParaRPr sz="2400" dirty="0">
              <a:latin typeface="Arial"/>
              <a:cs typeface="Arial"/>
            </a:endParaRPr>
          </a:p>
        </p:txBody>
      </p:sp>
      <p:sp>
        <p:nvSpPr>
          <p:cNvPr id="23" name="object 17">
            <a:extLst>
              <a:ext uri="{FF2B5EF4-FFF2-40B4-BE49-F238E27FC236}">
                <a16:creationId xmlns:a16="http://schemas.microsoft.com/office/drawing/2014/main" id="{48E25550-86C3-45B2-9BCB-FFE669D32063}"/>
              </a:ext>
            </a:extLst>
          </p:cNvPr>
          <p:cNvSpPr txBox="1"/>
          <p:nvPr/>
        </p:nvSpPr>
        <p:spPr>
          <a:xfrm>
            <a:off x="5969111" y="3470445"/>
            <a:ext cx="5435010" cy="1528624"/>
          </a:xfrm>
          <a:prstGeom prst="rect">
            <a:avLst/>
          </a:prstGeom>
        </p:spPr>
        <p:txBody>
          <a:bodyPr vert="horz" wrap="square" lIns="0" tIns="81280" rIns="0" bIns="0" rtlCol="0">
            <a:spAutoFit/>
          </a:bodyPr>
          <a:lstStyle/>
          <a:p>
            <a:pPr marR="86995">
              <a:spcBef>
                <a:spcPts val="640"/>
              </a:spcBef>
              <a:tabLst>
                <a:tab pos="1523365" algn="l"/>
              </a:tabLst>
            </a:pPr>
            <a:r>
              <a:rPr sz="2800" b="1" dirty="0" err="1">
                <a:solidFill>
                  <a:srgbClr val="FFFFFF"/>
                </a:solidFill>
                <a:latin typeface="Arial"/>
                <a:cs typeface="Arial"/>
              </a:rPr>
              <a:t>18x</a:t>
            </a:r>
            <a:r>
              <a:rPr sz="2775" b="1" baseline="-21021" dirty="0" err="1">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a:t>
            </a:r>
            <a:r>
              <a:rPr lang="es-ES" sz="2800" b="1" spc="-5" dirty="0">
                <a:solidFill>
                  <a:srgbClr val="FFFFFF"/>
                </a:solidFill>
                <a:latin typeface="Arial"/>
                <a:cs typeface="Arial"/>
              </a:rPr>
              <a:t>   </a:t>
            </a:r>
            <a:r>
              <a:rPr sz="2800" b="1" spc="5" dirty="0" err="1">
                <a:solidFill>
                  <a:srgbClr val="FFFFFF"/>
                </a:solidFill>
                <a:latin typeface="Arial"/>
                <a:cs typeface="Arial"/>
              </a:rPr>
              <a:t>3x</a:t>
            </a:r>
            <a:r>
              <a:rPr sz="2775" b="1" spc="7" baseline="-21021" dirty="0" err="1">
                <a:solidFill>
                  <a:srgbClr val="FFFFFF"/>
                </a:solidFill>
                <a:latin typeface="Arial"/>
                <a:cs typeface="Arial"/>
              </a:rPr>
              <a:t>2</a:t>
            </a:r>
            <a:r>
              <a:rPr sz="2775" b="1" spc="337" baseline="-21021" dirty="0">
                <a:solidFill>
                  <a:srgbClr val="FFFFFF"/>
                </a:solidFill>
                <a:latin typeface="Arial"/>
                <a:cs typeface="Arial"/>
              </a:rPr>
              <a:t> </a:t>
            </a:r>
            <a:r>
              <a:rPr lang="es-PE" sz="2800" b="1" spc="-5" dirty="0">
                <a:solidFill>
                  <a:srgbClr val="FFFFFF"/>
                </a:solidFill>
                <a:latin typeface="Arial"/>
                <a:cs typeface="Arial"/>
              </a:rPr>
              <a:t>+ </a:t>
            </a:r>
            <a:r>
              <a:rPr lang="es-PE" sz="2800" b="1" spc="-5" dirty="0" err="1">
                <a:solidFill>
                  <a:srgbClr val="FFFFFF"/>
                </a:solidFill>
                <a:latin typeface="Arial"/>
                <a:cs typeface="Arial"/>
              </a:rPr>
              <a:t>S</a:t>
            </a:r>
            <a:r>
              <a:rPr lang="es-PE" sz="2775" b="1" spc="7" baseline="-21021" dirty="0" err="1">
                <a:solidFill>
                  <a:srgbClr val="FFFFFF"/>
                </a:solidFill>
                <a:latin typeface="Arial"/>
                <a:cs typeface="Arial"/>
              </a:rPr>
              <a:t>2</a:t>
            </a:r>
            <a:r>
              <a:rPr lang="es-PE" sz="2775" b="1" spc="337" baseline="-21021" dirty="0">
                <a:solidFill>
                  <a:srgbClr val="FFFFFF"/>
                </a:solidFill>
                <a:latin typeface="Arial"/>
                <a:cs typeface="Arial"/>
              </a:rPr>
              <a:t>                   </a:t>
            </a:r>
            <a:r>
              <a:rPr lang="es-ES" sz="2800" spc="-5" dirty="0">
                <a:solidFill>
                  <a:srgbClr val="FFFFFF"/>
                </a:solidFill>
                <a:latin typeface="Symbol"/>
                <a:cs typeface="Symbol"/>
              </a:rPr>
              <a:t>=</a:t>
            </a:r>
            <a:r>
              <a:rPr sz="2800" spc="50" dirty="0">
                <a:solidFill>
                  <a:srgbClr val="FFFFFF"/>
                </a:solidFill>
                <a:latin typeface="Times New Roman"/>
                <a:cs typeface="Times New Roman"/>
              </a:rPr>
              <a:t> </a:t>
            </a:r>
            <a:r>
              <a:rPr sz="2800" b="1" dirty="0">
                <a:solidFill>
                  <a:srgbClr val="FFFFFF"/>
                </a:solidFill>
                <a:latin typeface="Arial"/>
                <a:cs typeface="Arial"/>
              </a:rPr>
              <a:t>800</a:t>
            </a:r>
            <a:endParaRPr sz="2800" dirty="0">
              <a:latin typeface="Arial"/>
              <a:cs typeface="Arial"/>
            </a:endParaRPr>
          </a:p>
          <a:p>
            <a:pPr marR="55880">
              <a:spcBef>
                <a:spcPts val="540"/>
              </a:spcBef>
              <a:tabLst>
                <a:tab pos="1327150" algn="l"/>
              </a:tabLst>
            </a:pPr>
            <a:r>
              <a:rPr lang="es-ES" sz="2800" b="1" spc="5" dirty="0">
                <a:solidFill>
                  <a:srgbClr val="FFFFFF"/>
                </a:solidFill>
                <a:latin typeface="Arial"/>
                <a:cs typeface="Arial"/>
              </a:rPr>
              <a:t> </a:t>
            </a:r>
            <a:r>
              <a:rPr sz="2800" b="1" spc="5" dirty="0" err="1">
                <a:solidFill>
                  <a:srgbClr val="FFFFFF"/>
                </a:solidFill>
                <a:latin typeface="Arial"/>
                <a:cs typeface="Arial"/>
              </a:rPr>
              <a:t>9x</a:t>
            </a:r>
            <a:r>
              <a:rPr sz="2775" b="1" spc="7" baseline="-21021" dirty="0" err="1">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err="1">
                <a:solidFill>
                  <a:srgbClr val="FFFFFF"/>
                </a:solidFill>
                <a:latin typeface="Arial"/>
                <a:cs typeface="Arial"/>
              </a:rPr>
              <a:t>4x</a:t>
            </a:r>
            <a:r>
              <a:rPr sz="2775" b="1" spc="7" baseline="-21021" dirty="0" err="1">
                <a:solidFill>
                  <a:srgbClr val="FFFFFF"/>
                </a:solidFill>
                <a:latin typeface="Arial"/>
                <a:cs typeface="Arial"/>
              </a:rPr>
              <a:t>2</a:t>
            </a:r>
            <a:r>
              <a:rPr sz="2775" b="1" spc="337" baseline="-21021" dirty="0">
                <a:solidFill>
                  <a:srgbClr val="FFFFFF"/>
                </a:solidFill>
                <a:latin typeface="Arial"/>
                <a:cs typeface="Arial"/>
              </a:rPr>
              <a:t> </a:t>
            </a:r>
            <a:r>
              <a:rPr lang="es-PE" sz="2800" b="1" spc="-5" dirty="0">
                <a:solidFill>
                  <a:srgbClr val="FFFFFF"/>
                </a:solidFill>
                <a:latin typeface="Arial"/>
                <a:cs typeface="Arial"/>
              </a:rPr>
              <a:t>+	</a:t>
            </a:r>
            <a:r>
              <a:rPr lang="es-PE" sz="2800" b="1" spc="-5" dirty="0" err="1">
                <a:solidFill>
                  <a:srgbClr val="FFFFFF"/>
                </a:solidFill>
                <a:latin typeface="Arial"/>
                <a:cs typeface="Arial"/>
              </a:rPr>
              <a:t>S</a:t>
            </a:r>
            <a:r>
              <a:rPr lang="es-PE" sz="2775" b="1" spc="7" baseline="-21021" dirty="0" err="1">
                <a:solidFill>
                  <a:srgbClr val="FFFFFF"/>
                </a:solidFill>
                <a:latin typeface="Arial"/>
                <a:cs typeface="Arial"/>
              </a:rPr>
              <a:t>3</a:t>
            </a:r>
            <a:r>
              <a:rPr lang="es-PE" sz="2775" b="1" spc="337" baseline="-21021" dirty="0">
                <a:solidFill>
                  <a:srgbClr val="FFFFFF"/>
                </a:solidFill>
                <a:latin typeface="Arial"/>
                <a:cs typeface="Arial"/>
              </a:rPr>
              <a:t>              </a:t>
            </a:r>
            <a:r>
              <a:rPr lang="es-ES" sz="2800" spc="-5" dirty="0">
                <a:solidFill>
                  <a:srgbClr val="FFFFFF"/>
                </a:solidFill>
                <a:latin typeface="Symbol"/>
                <a:cs typeface="Symbol"/>
              </a:rPr>
              <a:t>= </a:t>
            </a:r>
            <a:r>
              <a:rPr sz="2800" b="1" dirty="0">
                <a:solidFill>
                  <a:srgbClr val="FFFFFF"/>
                </a:solidFill>
                <a:latin typeface="Arial"/>
                <a:cs typeface="Arial"/>
              </a:rPr>
              <a:t>600</a:t>
            </a:r>
            <a:endParaRPr sz="2800" dirty="0">
              <a:latin typeface="Arial"/>
              <a:cs typeface="Arial"/>
            </a:endParaRPr>
          </a:p>
          <a:p>
            <a:pPr marR="84455">
              <a:spcBef>
                <a:spcPts val="670"/>
              </a:spcBef>
              <a:tabLst>
                <a:tab pos="1729739" algn="l"/>
                <a:tab pos="2220595" algn="l"/>
              </a:tabLst>
            </a:pPr>
            <a:r>
              <a:rPr lang="es-ES" sz="2800" b="1" spc="5" dirty="0">
                <a:solidFill>
                  <a:srgbClr val="FFFFFF"/>
                </a:solidFill>
                <a:latin typeface="Arial"/>
                <a:cs typeface="Arial"/>
              </a:rPr>
              <a:t>    </a:t>
            </a:r>
            <a:r>
              <a:rPr sz="2800" b="1" spc="5" dirty="0" err="1">
                <a:solidFill>
                  <a:srgbClr val="FFFFFF"/>
                </a:solidFill>
                <a:latin typeface="Arial"/>
                <a:cs typeface="Arial"/>
              </a:rPr>
              <a:t>x</a:t>
            </a:r>
            <a:r>
              <a:rPr sz="2775" b="1" spc="7" baseline="-21021" dirty="0" err="1">
                <a:solidFill>
                  <a:srgbClr val="FFFFFF"/>
                </a:solidFill>
                <a:latin typeface="Arial"/>
                <a:cs typeface="Arial"/>
              </a:rPr>
              <a:t>1</a:t>
            </a:r>
            <a:r>
              <a:rPr sz="2775" b="1" spc="7" baseline="-21021" dirty="0">
                <a:solidFill>
                  <a:srgbClr val="FFFFFF"/>
                </a:solidFill>
                <a:latin typeface="Arial"/>
                <a:cs typeface="Arial"/>
              </a:rPr>
              <a:t>	</a:t>
            </a:r>
            <a:r>
              <a:rPr lang="es-PE" sz="2800" b="1" spc="-5" dirty="0">
                <a:solidFill>
                  <a:srgbClr val="FFFFFF"/>
                </a:solidFill>
                <a:latin typeface="Arial"/>
                <a:cs typeface="Arial"/>
              </a:rPr>
              <a:t>  -            </a:t>
            </a:r>
            <a:r>
              <a:rPr lang="es-PE" sz="2800" b="1" spc="-5" dirty="0" err="1">
                <a:solidFill>
                  <a:srgbClr val="FFFFFF"/>
                </a:solidFill>
                <a:latin typeface="Arial"/>
                <a:cs typeface="Arial"/>
              </a:rPr>
              <a:t>S</a:t>
            </a:r>
            <a:r>
              <a:rPr lang="es-PE" sz="2775" b="1" spc="7" baseline="-21021" dirty="0" err="1">
                <a:solidFill>
                  <a:srgbClr val="FFFFFF"/>
                </a:solidFill>
                <a:latin typeface="Arial"/>
                <a:cs typeface="Arial"/>
              </a:rPr>
              <a:t>4</a:t>
            </a:r>
            <a:r>
              <a:rPr lang="es-ES" sz="2800" spc="-5" dirty="0">
                <a:solidFill>
                  <a:srgbClr val="FFFFFF"/>
                </a:solidFill>
                <a:latin typeface="Symbol"/>
                <a:cs typeface="Symbol"/>
              </a:rPr>
              <a:t> +</a:t>
            </a:r>
            <a:r>
              <a:rPr lang="es-PE" sz="2800" b="1" spc="-5" dirty="0">
                <a:solidFill>
                  <a:srgbClr val="FFFFFF"/>
                </a:solidFill>
                <a:latin typeface="Arial"/>
                <a:cs typeface="Arial"/>
              </a:rPr>
              <a:t> </a:t>
            </a:r>
            <a:r>
              <a:rPr lang="es-PE" sz="2800" b="1" spc="-5" dirty="0" err="1">
                <a:solidFill>
                  <a:srgbClr val="FFFFFF"/>
                </a:solidFill>
                <a:latin typeface="Arial"/>
                <a:cs typeface="Arial"/>
              </a:rPr>
              <a:t>A</a:t>
            </a:r>
            <a:r>
              <a:rPr lang="es-PE" sz="2775" b="1" spc="7" baseline="-21021" dirty="0" err="1">
                <a:solidFill>
                  <a:srgbClr val="FFFFFF"/>
                </a:solidFill>
                <a:latin typeface="Arial"/>
                <a:cs typeface="Arial"/>
              </a:rPr>
              <a:t>4</a:t>
            </a:r>
            <a:r>
              <a:rPr lang="es-PE" sz="2775" b="1" spc="7" baseline="-21021" dirty="0">
                <a:solidFill>
                  <a:srgbClr val="FFFFFF"/>
                </a:solidFill>
                <a:latin typeface="Arial"/>
                <a:cs typeface="Arial"/>
              </a:rPr>
              <a:t> </a:t>
            </a:r>
            <a:r>
              <a:rPr lang="es-ES" sz="2800" spc="-5" dirty="0">
                <a:solidFill>
                  <a:srgbClr val="FFFFFF"/>
                </a:solidFill>
                <a:latin typeface="Symbol"/>
                <a:cs typeface="Symbol"/>
              </a:rPr>
              <a:t>= </a:t>
            </a:r>
            <a:r>
              <a:rPr sz="2800" b="1" spc="-5" dirty="0">
                <a:solidFill>
                  <a:srgbClr val="FFFFFF"/>
                </a:solidFill>
                <a:latin typeface="Arial"/>
                <a:cs typeface="Arial"/>
              </a:rPr>
              <a:t>80</a:t>
            </a:r>
            <a:endParaRPr sz="2800" dirty="0">
              <a:latin typeface="Arial"/>
              <a:cs typeface="Arial"/>
            </a:endParaRPr>
          </a:p>
        </p:txBody>
      </p:sp>
      <p:sp>
        <p:nvSpPr>
          <p:cNvPr id="24" name="object 19">
            <a:extLst>
              <a:ext uri="{FF2B5EF4-FFF2-40B4-BE49-F238E27FC236}">
                <a16:creationId xmlns:a16="http://schemas.microsoft.com/office/drawing/2014/main" id="{DBA9EBCF-90C3-4FE4-9988-D065B10EFD77}"/>
              </a:ext>
            </a:extLst>
          </p:cNvPr>
          <p:cNvSpPr txBox="1">
            <a:spLocks noGrp="1"/>
          </p:cNvSpPr>
          <p:nvPr>
            <p:ph type="title"/>
          </p:nvPr>
        </p:nvSpPr>
        <p:spPr>
          <a:xfrm>
            <a:off x="6096000" y="23623"/>
            <a:ext cx="6057201" cy="875240"/>
          </a:xfrm>
          <a:prstGeom prst="rect">
            <a:avLst/>
          </a:prstGeom>
        </p:spPr>
        <p:txBody>
          <a:bodyPr vert="horz" wrap="square" lIns="0" tIns="13335" rIns="0" bIns="0" rtlCol="0">
            <a:spAutoFit/>
          </a:bodyPr>
          <a:lstStyle/>
          <a:p>
            <a:pPr marL="12700" algn="ctr">
              <a:lnSpc>
                <a:spcPct val="100000"/>
              </a:lnSpc>
              <a:spcBef>
                <a:spcPts val="105"/>
              </a:spcBef>
            </a:pPr>
            <a:r>
              <a:rPr sz="2800" b="1" dirty="0">
                <a:solidFill>
                  <a:schemeClr val="bg1"/>
                </a:solidFill>
                <a:latin typeface="Arial"/>
                <a:cs typeface="Arial"/>
              </a:rPr>
              <a:t>Soluciones</a:t>
            </a:r>
            <a:r>
              <a:rPr sz="2800" b="1" spc="-50" dirty="0">
                <a:solidFill>
                  <a:schemeClr val="bg1"/>
                </a:solidFill>
                <a:latin typeface="Arial"/>
                <a:cs typeface="Arial"/>
              </a:rPr>
              <a:t> </a:t>
            </a:r>
            <a:r>
              <a:rPr sz="2800" b="1" dirty="0">
                <a:solidFill>
                  <a:schemeClr val="bg1"/>
                </a:solidFill>
                <a:latin typeface="Arial"/>
                <a:cs typeface="Arial"/>
              </a:rPr>
              <a:t>óptimas</a:t>
            </a:r>
            <a:r>
              <a:rPr sz="2800" b="1" spc="-50" dirty="0">
                <a:solidFill>
                  <a:schemeClr val="bg1"/>
                </a:solidFill>
                <a:latin typeface="Arial"/>
                <a:cs typeface="Arial"/>
              </a:rPr>
              <a:t> </a:t>
            </a:r>
            <a:r>
              <a:rPr sz="2800" b="1" dirty="0">
                <a:solidFill>
                  <a:schemeClr val="bg1"/>
                </a:solidFill>
                <a:latin typeface="Arial"/>
                <a:cs typeface="Arial"/>
              </a:rPr>
              <a:t>alternativas</a:t>
            </a:r>
            <a:endParaRPr sz="2800" dirty="0">
              <a:solidFill>
                <a:schemeClr val="bg1"/>
              </a:solidFill>
              <a:latin typeface="Arial"/>
              <a:cs typeface="Arial"/>
            </a:endParaRPr>
          </a:p>
          <a:p>
            <a:pPr marL="12700" algn="ctr">
              <a:lnSpc>
                <a:spcPct val="100000"/>
              </a:lnSpc>
            </a:pPr>
            <a:r>
              <a:rPr sz="2800" b="1" i="1" dirty="0">
                <a:solidFill>
                  <a:schemeClr val="bg1"/>
                </a:solidFill>
                <a:latin typeface="Arial"/>
                <a:cs typeface="Arial"/>
              </a:rPr>
              <a:t>(Soluciones</a:t>
            </a:r>
            <a:r>
              <a:rPr sz="2800" b="1" i="1" spc="-45" dirty="0">
                <a:solidFill>
                  <a:schemeClr val="bg1"/>
                </a:solidFill>
                <a:latin typeface="Arial"/>
                <a:cs typeface="Arial"/>
              </a:rPr>
              <a:t> </a:t>
            </a:r>
            <a:r>
              <a:rPr sz="2800" b="1" i="1" dirty="0">
                <a:solidFill>
                  <a:schemeClr val="bg1"/>
                </a:solidFill>
                <a:latin typeface="Arial"/>
                <a:cs typeface="Arial"/>
              </a:rPr>
              <a:t>óptimas</a:t>
            </a:r>
            <a:r>
              <a:rPr sz="2800" b="1" i="1" spc="-55" dirty="0">
                <a:solidFill>
                  <a:schemeClr val="bg1"/>
                </a:solidFill>
                <a:latin typeface="Arial"/>
                <a:cs typeface="Arial"/>
              </a:rPr>
              <a:t> </a:t>
            </a:r>
            <a:r>
              <a:rPr sz="2800" b="1" i="1" dirty="0">
                <a:solidFill>
                  <a:schemeClr val="bg1"/>
                </a:solidFill>
                <a:latin typeface="Arial"/>
                <a:cs typeface="Arial"/>
              </a:rPr>
              <a:t>múltiples)</a:t>
            </a:r>
            <a:endParaRPr sz="2800" dirty="0">
              <a:solidFill>
                <a:schemeClr val="bg1"/>
              </a:solidFill>
              <a:latin typeface="Arial"/>
              <a:cs typeface="Arial"/>
            </a:endParaRPr>
          </a:p>
        </p:txBody>
      </p:sp>
    </p:spTree>
    <p:extLst>
      <p:ext uri="{BB962C8B-B14F-4D97-AF65-F5344CB8AC3E}">
        <p14:creationId xmlns:p14="http://schemas.microsoft.com/office/powerpoint/2010/main" val="24170938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2506" y="223284"/>
            <a:ext cx="6096000" cy="574040"/>
          </a:xfrm>
          <a:prstGeom prst="rect">
            <a:avLst/>
          </a:prstGeom>
        </p:spPr>
        <p:txBody>
          <a:bodyPr vert="horz" wrap="square" lIns="0" tIns="12700" rIns="0" bIns="0" rtlCol="0">
            <a:spAutoFit/>
          </a:bodyPr>
          <a:lstStyle/>
          <a:p>
            <a:pPr marL="12700" algn="ctr">
              <a:lnSpc>
                <a:spcPct val="100000"/>
              </a:lnSpc>
              <a:spcBef>
                <a:spcPts val="100"/>
              </a:spcBef>
            </a:pPr>
            <a:r>
              <a:rPr sz="3600" b="1" dirty="0">
                <a:solidFill>
                  <a:schemeClr val="bg1"/>
                </a:solidFill>
              </a:rPr>
              <a:t>Solución</a:t>
            </a:r>
            <a:r>
              <a:rPr sz="3600" b="1" spc="-60" dirty="0">
                <a:solidFill>
                  <a:schemeClr val="bg1"/>
                </a:solidFill>
              </a:rPr>
              <a:t> </a:t>
            </a:r>
            <a:r>
              <a:rPr sz="3600" b="1" spc="-5" dirty="0">
                <a:solidFill>
                  <a:schemeClr val="bg1"/>
                </a:solidFill>
              </a:rPr>
              <a:t>no</a:t>
            </a:r>
            <a:r>
              <a:rPr sz="3600" b="1" spc="-40" dirty="0">
                <a:solidFill>
                  <a:schemeClr val="bg1"/>
                </a:solidFill>
              </a:rPr>
              <a:t> </a:t>
            </a:r>
            <a:r>
              <a:rPr sz="3600" b="1" dirty="0">
                <a:solidFill>
                  <a:schemeClr val="bg1"/>
                </a:solidFill>
              </a:rPr>
              <a:t>factible</a:t>
            </a:r>
          </a:p>
        </p:txBody>
      </p:sp>
      <p:graphicFrame>
        <p:nvGraphicFramePr>
          <p:cNvPr id="4" name="Tabla 3">
            <a:extLst>
              <a:ext uri="{FF2B5EF4-FFF2-40B4-BE49-F238E27FC236}">
                <a16:creationId xmlns:a16="http://schemas.microsoft.com/office/drawing/2014/main" id="{836F0789-1C8C-4B2F-8414-B753A7B796F8}"/>
              </a:ext>
            </a:extLst>
          </p:cNvPr>
          <p:cNvGraphicFramePr>
            <a:graphicFrameLocks noGrp="1"/>
          </p:cNvGraphicFramePr>
          <p:nvPr/>
        </p:nvGraphicFramePr>
        <p:xfrm>
          <a:off x="666427" y="1378109"/>
          <a:ext cx="10848814" cy="5146676"/>
        </p:xfrm>
        <a:graphic>
          <a:graphicData uri="http://schemas.openxmlformats.org/drawingml/2006/table">
            <a:tbl>
              <a:tblPr>
                <a:tableStyleId>{5C22544A-7EE6-4342-B048-85BDC9FD1C3A}</a:tableStyleId>
              </a:tblPr>
              <a:tblGrid>
                <a:gridCol w="895363">
                  <a:extLst>
                    <a:ext uri="{9D8B030D-6E8A-4147-A177-3AD203B41FA5}">
                      <a16:colId xmlns:a16="http://schemas.microsoft.com/office/drawing/2014/main" val="1436029156"/>
                    </a:ext>
                  </a:extLst>
                </a:gridCol>
                <a:gridCol w="895363">
                  <a:extLst>
                    <a:ext uri="{9D8B030D-6E8A-4147-A177-3AD203B41FA5}">
                      <a16:colId xmlns:a16="http://schemas.microsoft.com/office/drawing/2014/main" val="691200640"/>
                    </a:ext>
                  </a:extLst>
                </a:gridCol>
                <a:gridCol w="895363">
                  <a:extLst>
                    <a:ext uri="{9D8B030D-6E8A-4147-A177-3AD203B41FA5}">
                      <a16:colId xmlns:a16="http://schemas.microsoft.com/office/drawing/2014/main" val="2942917795"/>
                    </a:ext>
                  </a:extLst>
                </a:gridCol>
                <a:gridCol w="1522117">
                  <a:extLst>
                    <a:ext uri="{9D8B030D-6E8A-4147-A177-3AD203B41FA5}">
                      <a16:colId xmlns:a16="http://schemas.microsoft.com/office/drawing/2014/main" val="766999867"/>
                    </a:ext>
                  </a:extLst>
                </a:gridCol>
                <a:gridCol w="1522117">
                  <a:extLst>
                    <a:ext uri="{9D8B030D-6E8A-4147-A177-3AD203B41FA5}">
                      <a16:colId xmlns:a16="http://schemas.microsoft.com/office/drawing/2014/main" val="2443032616"/>
                    </a:ext>
                  </a:extLst>
                </a:gridCol>
                <a:gridCol w="895363">
                  <a:extLst>
                    <a:ext uri="{9D8B030D-6E8A-4147-A177-3AD203B41FA5}">
                      <a16:colId xmlns:a16="http://schemas.microsoft.com/office/drawing/2014/main" val="489079636"/>
                    </a:ext>
                  </a:extLst>
                </a:gridCol>
                <a:gridCol w="1537039">
                  <a:extLst>
                    <a:ext uri="{9D8B030D-6E8A-4147-A177-3AD203B41FA5}">
                      <a16:colId xmlns:a16="http://schemas.microsoft.com/office/drawing/2014/main" val="1677451523"/>
                    </a:ext>
                  </a:extLst>
                </a:gridCol>
                <a:gridCol w="895363">
                  <a:extLst>
                    <a:ext uri="{9D8B030D-6E8A-4147-A177-3AD203B41FA5}">
                      <a16:colId xmlns:a16="http://schemas.microsoft.com/office/drawing/2014/main" val="2088370250"/>
                    </a:ext>
                  </a:extLst>
                </a:gridCol>
                <a:gridCol w="895363">
                  <a:extLst>
                    <a:ext uri="{9D8B030D-6E8A-4147-A177-3AD203B41FA5}">
                      <a16:colId xmlns:a16="http://schemas.microsoft.com/office/drawing/2014/main" val="4014921709"/>
                    </a:ext>
                  </a:extLst>
                </a:gridCol>
                <a:gridCol w="895363">
                  <a:extLst>
                    <a:ext uri="{9D8B030D-6E8A-4147-A177-3AD203B41FA5}">
                      <a16:colId xmlns:a16="http://schemas.microsoft.com/office/drawing/2014/main" val="2096674044"/>
                    </a:ext>
                  </a:extLst>
                </a:gridCol>
              </a:tblGrid>
              <a:tr h="346089">
                <a:tc gridSpan="2">
                  <a:txBody>
                    <a:bodyPr/>
                    <a:lstStyle/>
                    <a:p>
                      <a:pPr algn="ctr" rtl="0" fontAlgn="ctr"/>
                      <a:r>
                        <a:rPr lang="es-PE" sz="1800" u="none" strike="noStrike">
                          <a:effectLst/>
                        </a:rPr>
                        <a:t>C</a:t>
                      </a:r>
                      <a:r>
                        <a:rPr lang="es-PE" sz="1800" u="none" strike="noStrike" baseline="-25000">
                          <a:effectLst/>
                        </a:rPr>
                        <a:t>j</a:t>
                      </a:r>
                      <a:endParaRPr lang="es-PE" sz="1800" b="1" i="0" u="none" strike="noStrike">
                        <a:solidFill>
                          <a:srgbClr val="000000"/>
                        </a:solidFill>
                        <a:effectLst/>
                        <a:latin typeface="Arial" panose="020B0604020202020204" pitchFamily="34" charset="0"/>
                      </a:endParaRPr>
                    </a:p>
                  </a:txBody>
                  <a:tcPr marL="0" marR="0" marT="0" marB="0" anchor="ctr"/>
                </a:tc>
                <a:tc hMerge="1">
                  <a:txBody>
                    <a:bodyPr/>
                    <a:lstStyle/>
                    <a:p>
                      <a:endParaRPr lang="es-PE"/>
                    </a:p>
                  </a:txBody>
                  <a:tcPr/>
                </a:tc>
                <a:tc>
                  <a:txBody>
                    <a:bodyPr/>
                    <a:lstStyle/>
                    <a:p>
                      <a:pPr algn="ctr" rtl="0" fontAlgn="ctr"/>
                      <a:r>
                        <a:rPr lang="es-PE" sz="1600" u="none" strike="noStrike">
                          <a:effectLst/>
                        </a:rPr>
                        <a:t>460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200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M</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 </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 </a:t>
                      </a:r>
                      <a:endParaRPr lang="es-PE" sz="1600" b="0" i="0" u="none" strike="noStrike">
                        <a:solidFill>
                          <a:srgbClr val="000000"/>
                        </a:solidFill>
                        <a:effectLst/>
                        <a:latin typeface="Arial MT"/>
                      </a:endParaRPr>
                    </a:p>
                  </a:txBody>
                  <a:tcPr marL="0" marR="0" marT="0" marB="0" anchor="ctr"/>
                </a:tc>
                <a:extLst>
                  <a:ext uri="{0D108BD9-81ED-4DB2-BD59-A6C34878D82A}">
                    <a16:rowId xmlns:a16="http://schemas.microsoft.com/office/drawing/2014/main" val="2804830759"/>
                  </a:ext>
                </a:extLst>
              </a:tr>
              <a:tr h="390746">
                <a:tc>
                  <a:txBody>
                    <a:bodyPr/>
                    <a:lstStyle/>
                    <a:p>
                      <a:pPr algn="ctr" rtl="0" fontAlgn="ctr"/>
                      <a:r>
                        <a:rPr lang="es-PE" sz="1800" u="none" strike="noStrike">
                          <a:effectLst/>
                        </a:rPr>
                        <a:t>C</a:t>
                      </a:r>
                      <a:r>
                        <a:rPr lang="es-PE" sz="1800" u="none" strike="noStrike" baseline="-25000">
                          <a:effectLst/>
                        </a:rPr>
                        <a:t>B</a:t>
                      </a:r>
                      <a:endParaRPr lang="es-PE" sz="18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1800" u="none" strike="noStrike">
                          <a:effectLst/>
                        </a:rPr>
                        <a:t>X</a:t>
                      </a:r>
                      <a:r>
                        <a:rPr lang="es-PE" sz="1800" u="none" strike="noStrike" baseline="-25000">
                          <a:effectLst/>
                        </a:rPr>
                        <a:t>B</a:t>
                      </a:r>
                      <a:endParaRPr lang="es-PE" sz="18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1800" u="none" strike="noStrike">
                          <a:effectLst/>
                        </a:rPr>
                        <a:t>X</a:t>
                      </a:r>
                      <a:r>
                        <a:rPr lang="es-PE" sz="1800" u="none" strike="noStrike" baseline="-25000">
                          <a:effectLst/>
                        </a:rPr>
                        <a:t>1</a:t>
                      </a:r>
                      <a:endParaRPr lang="es-PE" sz="18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1800" u="none" strike="noStrike">
                          <a:effectLst/>
                        </a:rPr>
                        <a:t>X</a:t>
                      </a:r>
                      <a:r>
                        <a:rPr lang="es-PE" sz="1800" u="none" strike="noStrike" baseline="-25000">
                          <a:effectLst/>
                        </a:rPr>
                        <a:t>2</a:t>
                      </a:r>
                      <a:endParaRPr lang="es-PE" sz="18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1800" u="none" strike="noStrike">
                          <a:effectLst/>
                        </a:rPr>
                        <a:t>S</a:t>
                      </a:r>
                      <a:r>
                        <a:rPr lang="es-PE" sz="1800" u="none" strike="noStrike" baseline="-25000">
                          <a:effectLst/>
                        </a:rPr>
                        <a:t>2</a:t>
                      </a:r>
                      <a:endParaRPr lang="es-PE" sz="18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1800" u="none" strike="noStrike">
                          <a:effectLst/>
                        </a:rPr>
                        <a:t>S</a:t>
                      </a:r>
                      <a:r>
                        <a:rPr lang="es-PE" sz="1800" u="none" strike="noStrike" baseline="-25000">
                          <a:effectLst/>
                        </a:rPr>
                        <a:t>3</a:t>
                      </a:r>
                      <a:endParaRPr lang="es-PE" sz="18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1800" u="none" strike="noStrike">
                          <a:effectLst/>
                        </a:rPr>
                        <a:t>S</a:t>
                      </a:r>
                      <a:r>
                        <a:rPr lang="es-PE" sz="1800" u="none" strike="noStrike" baseline="-25000">
                          <a:effectLst/>
                        </a:rPr>
                        <a:t>4</a:t>
                      </a:r>
                      <a:endParaRPr lang="es-PE" sz="18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1800" u="none" strike="noStrike">
                          <a:effectLst/>
                        </a:rPr>
                        <a:t>A</a:t>
                      </a:r>
                      <a:r>
                        <a:rPr lang="es-PE" sz="1800" u="none" strike="noStrike" baseline="-25000">
                          <a:effectLst/>
                        </a:rPr>
                        <a:t>4</a:t>
                      </a:r>
                      <a:endParaRPr lang="es-PE" sz="18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1800" u="none" strike="noStrike">
                          <a:effectLst/>
                        </a:rPr>
                        <a:t>B</a:t>
                      </a:r>
                      <a:r>
                        <a:rPr lang="es-PE" sz="1800" u="none" strike="noStrike" baseline="-25000">
                          <a:effectLst/>
                        </a:rPr>
                        <a:t>i</a:t>
                      </a:r>
                      <a:endParaRPr lang="es-PE" sz="1800" b="1"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s-PE" sz="1800" u="none" strike="noStrike">
                          <a:effectLst/>
                        </a:rPr>
                        <a:t>Ɵ</a:t>
                      </a:r>
                      <a:r>
                        <a:rPr lang="es-PE" sz="1800" u="none" strike="noStrike" baseline="-25000">
                          <a:effectLst/>
                        </a:rPr>
                        <a:t>i</a:t>
                      </a:r>
                      <a:endParaRPr lang="es-PE" sz="1800" b="1"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1732449398"/>
                  </a:ext>
                </a:extLst>
              </a:tr>
              <a:tr h="368417">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800" u="none" strike="noStrike">
                          <a:effectLst/>
                        </a:rPr>
                        <a:t>S</a:t>
                      </a:r>
                      <a:r>
                        <a:rPr lang="es-PE" sz="1800" u="none" strike="noStrike" baseline="-25000">
                          <a:effectLst/>
                        </a:rPr>
                        <a:t>2</a:t>
                      </a:r>
                      <a:endParaRPr lang="es-PE" sz="1800" b="0" i="0" u="none" strike="noStrike">
                        <a:solidFill>
                          <a:srgbClr val="000000"/>
                        </a:solidFill>
                        <a:effectLst/>
                        <a:latin typeface="Arial MT"/>
                      </a:endParaRPr>
                    </a:p>
                  </a:txBody>
                  <a:tcPr marL="0" marR="0" marT="0" marB="0" anchor="ctr"/>
                </a:tc>
                <a:tc>
                  <a:txBody>
                    <a:bodyPr/>
                    <a:lstStyle/>
                    <a:p>
                      <a:pPr algn="ctr" fontAlgn="b"/>
                      <a:r>
                        <a:rPr lang="es-PE" sz="1600" u="none" strike="noStrike" dirty="0">
                          <a:effectLst/>
                        </a:rPr>
                        <a:t>18</a:t>
                      </a:r>
                      <a:endParaRPr lang="es-PE"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rtl="0" fontAlgn="ctr"/>
                      <a:r>
                        <a:rPr lang="es-PE" sz="1600" u="none" strike="noStrike">
                          <a:effectLst/>
                        </a:rPr>
                        <a:t>3</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1</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800</a:t>
                      </a:r>
                      <a:endParaRPr lang="es-PE" sz="1600" b="0" i="0" u="none" strike="noStrike">
                        <a:solidFill>
                          <a:srgbClr val="000000"/>
                        </a:solidFill>
                        <a:effectLst/>
                        <a:latin typeface="Arial MT"/>
                      </a:endParaRPr>
                    </a:p>
                  </a:txBody>
                  <a:tcPr marL="0" marR="0" marT="0" marB="0" anchor="ctr"/>
                </a:tc>
                <a:tc>
                  <a:txBody>
                    <a:bodyPr/>
                    <a:lstStyle/>
                    <a:p>
                      <a:pPr algn="r" fontAlgn="t"/>
                      <a:r>
                        <a:rPr lang="es-PE" sz="1800" u="none" strike="noStrike">
                          <a:effectLst/>
                        </a:rPr>
                        <a:t>44,44</a:t>
                      </a:r>
                      <a:endParaRPr lang="es-PE" sz="1800" b="0"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1984131710"/>
                  </a:ext>
                </a:extLst>
              </a:tr>
              <a:tr h="368417">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800" u="none" strike="noStrike">
                          <a:effectLst/>
                        </a:rPr>
                        <a:t>S</a:t>
                      </a:r>
                      <a:r>
                        <a:rPr lang="es-PE" sz="1800" u="none" strike="noStrike" baseline="-25000">
                          <a:effectLst/>
                        </a:rPr>
                        <a:t>3</a:t>
                      </a:r>
                      <a:endParaRPr lang="es-PE" sz="18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9</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4</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1</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600</a:t>
                      </a:r>
                      <a:endParaRPr lang="es-PE" sz="1600" b="0" i="0" u="none" strike="noStrike">
                        <a:solidFill>
                          <a:srgbClr val="000000"/>
                        </a:solidFill>
                        <a:effectLst/>
                        <a:latin typeface="Arial MT"/>
                      </a:endParaRPr>
                    </a:p>
                  </a:txBody>
                  <a:tcPr marL="0" marR="0" marT="0" marB="0" anchor="ctr"/>
                </a:tc>
                <a:tc>
                  <a:txBody>
                    <a:bodyPr/>
                    <a:lstStyle/>
                    <a:p>
                      <a:pPr algn="r" fontAlgn="t"/>
                      <a:r>
                        <a:rPr lang="es-PE" sz="1800" u="none" strike="noStrike">
                          <a:effectLst/>
                        </a:rPr>
                        <a:t>66,67</a:t>
                      </a:r>
                      <a:endParaRPr lang="es-PE" sz="1800" b="0"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267168377"/>
                  </a:ext>
                </a:extLst>
              </a:tr>
              <a:tr h="368417">
                <a:tc>
                  <a:txBody>
                    <a:bodyPr/>
                    <a:lstStyle/>
                    <a:p>
                      <a:pPr algn="ctr" rtl="0" fontAlgn="ctr"/>
                      <a:r>
                        <a:rPr lang="es-PE" sz="1600" u="none" strike="noStrike">
                          <a:effectLst/>
                        </a:rPr>
                        <a:t>M</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800" u="none" strike="noStrike">
                          <a:effectLst/>
                        </a:rPr>
                        <a:t>A</a:t>
                      </a:r>
                      <a:r>
                        <a:rPr lang="es-PE" sz="1800" u="none" strike="noStrike" baseline="-25000">
                          <a:effectLst/>
                        </a:rPr>
                        <a:t>4</a:t>
                      </a:r>
                      <a:endParaRPr lang="es-PE" sz="18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1</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-1</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1</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80</a:t>
                      </a:r>
                      <a:endParaRPr lang="es-PE" sz="1600" b="0" i="0" u="none" strike="noStrike">
                        <a:solidFill>
                          <a:srgbClr val="000000"/>
                        </a:solidFill>
                        <a:effectLst/>
                        <a:latin typeface="Arial MT"/>
                      </a:endParaRPr>
                    </a:p>
                  </a:txBody>
                  <a:tcPr marL="0" marR="0" marT="0" marB="0" anchor="ctr"/>
                </a:tc>
                <a:tc>
                  <a:txBody>
                    <a:bodyPr/>
                    <a:lstStyle/>
                    <a:p>
                      <a:pPr algn="r" fontAlgn="t"/>
                      <a:r>
                        <a:rPr lang="es-PE" sz="1800" u="none" strike="noStrike">
                          <a:effectLst/>
                        </a:rPr>
                        <a:t>80,00</a:t>
                      </a:r>
                      <a:endParaRPr lang="es-PE" sz="1800" b="0"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3273193430"/>
                  </a:ext>
                </a:extLst>
              </a:tr>
              <a:tr h="346089">
                <a:tc gridSpan="2">
                  <a:txBody>
                    <a:bodyPr/>
                    <a:lstStyle/>
                    <a:p>
                      <a:pPr algn="ctr" rtl="0" fontAlgn="ctr"/>
                      <a:r>
                        <a:rPr lang="es-PE" sz="1800" u="none" strike="noStrike">
                          <a:effectLst/>
                        </a:rPr>
                        <a:t>Zj</a:t>
                      </a:r>
                      <a:endParaRPr lang="es-PE" sz="1800" b="1" i="0" u="none" strike="noStrike">
                        <a:solidFill>
                          <a:srgbClr val="000000"/>
                        </a:solidFill>
                        <a:effectLst/>
                        <a:latin typeface="Arial" panose="020B0604020202020204" pitchFamily="34" charset="0"/>
                      </a:endParaRPr>
                    </a:p>
                  </a:txBody>
                  <a:tcPr marL="0" marR="0" marT="0" marB="0" anchor="ctr"/>
                </a:tc>
                <a:tc hMerge="1">
                  <a:txBody>
                    <a:bodyPr/>
                    <a:lstStyle/>
                    <a:p>
                      <a:endParaRPr lang="es-PE"/>
                    </a:p>
                  </a:txBody>
                  <a:tcPr/>
                </a:tc>
                <a:tc>
                  <a:txBody>
                    <a:bodyPr/>
                    <a:lstStyle/>
                    <a:p>
                      <a:pPr algn="ctr" rtl="0" fontAlgn="ctr"/>
                      <a:r>
                        <a:rPr lang="es-PE" sz="1600" u="none" strike="noStrike">
                          <a:effectLst/>
                        </a:rPr>
                        <a:t>M</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 -M</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M</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80M</a:t>
                      </a:r>
                      <a:endParaRPr lang="es-PE" sz="1600" b="0" i="0" u="none" strike="noStrike">
                        <a:solidFill>
                          <a:srgbClr val="000000"/>
                        </a:solidFill>
                        <a:effectLst/>
                        <a:latin typeface="Arial MT"/>
                      </a:endParaRPr>
                    </a:p>
                  </a:txBody>
                  <a:tcPr marL="0" marR="0" marT="0" marB="0" anchor="ctr"/>
                </a:tc>
                <a:tc>
                  <a:txBody>
                    <a:bodyPr/>
                    <a:lstStyle/>
                    <a:p>
                      <a:pPr algn="l" fontAlgn="t"/>
                      <a:r>
                        <a:rPr lang="es-PE" sz="1800" u="none" strike="noStrike">
                          <a:effectLst/>
                        </a:rPr>
                        <a:t> </a:t>
                      </a:r>
                      <a:endParaRPr lang="es-PE" sz="1800" b="0"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405545834"/>
                  </a:ext>
                </a:extLst>
              </a:tr>
              <a:tr h="346089">
                <a:tc gridSpan="2">
                  <a:txBody>
                    <a:bodyPr/>
                    <a:lstStyle/>
                    <a:p>
                      <a:pPr algn="ctr" rtl="0" fontAlgn="ctr"/>
                      <a:r>
                        <a:rPr lang="es-PE" sz="1800" u="none" strike="noStrike">
                          <a:effectLst/>
                        </a:rPr>
                        <a:t>Cj-Zj</a:t>
                      </a:r>
                      <a:endParaRPr lang="es-PE" sz="1800" b="1" i="0" u="none" strike="noStrike">
                        <a:solidFill>
                          <a:srgbClr val="000000"/>
                        </a:solidFill>
                        <a:effectLst/>
                        <a:latin typeface="Arial" panose="020B0604020202020204" pitchFamily="34" charset="0"/>
                      </a:endParaRPr>
                    </a:p>
                  </a:txBody>
                  <a:tcPr marL="0" marR="0" marT="0" marB="0" anchor="ctr"/>
                </a:tc>
                <a:tc hMerge="1">
                  <a:txBody>
                    <a:bodyPr/>
                    <a:lstStyle/>
                    <a:p>
                      <a:endParaRPr lang="es-PE"/>
                    </a:p>
                  </a:txBody>
                  <a:tcPr/>
                </a:tc>
                <a:tc>
                  <a:txBody>
                    <a:bodyPr/>
                    <a:lstStyle/>
                    <a:p>
                      <a:pPr algn="ctr" rtl="0" fontAlgn="ctr"/>
                      <a:r>
                        <a:rPr lang="es-PE" sz="1600" u="none" strike="noStrike">
                          <a:effectLst/>
                        </a:rPr>
                        <a:t>460-M</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200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M</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 </a:t>
                      </a:r>
                      <a:endParaRPr lang="es-PE" sz="1600" b="0" i="0" u="none" strike="noStrike">
                        <a:solidFill>
                          <a:srgbClr val="000000"/>
                        </a:solidFill>
                        <a:effectLst/>
                        <a:latin typeface="Arial MT"/>
                      </a:endParaRPr>
                    </a:p>
                  </a:txBody>
                  <a:tcPr marL="0" marR="0" marT="0" marB="0" anchor="ctr"/>
                </a:tc>
                <a:tc>
                  <a:txBody>
                    <a:bodyPr/>
                    <a:lstStyle/>
                    <a:p>
                      <a:pPr algn="l" fontAlgn="t"/>
                      <a:r>
                        <a:rPr lang="es-PE" sz="1800" u="none" strike="noStrike">
                          <a:effectLst/>
                        </a:rPr>
                        <a:t> </a:t>
                      </a:r>
                      <a:endParaRPr lang="es-PE" sz="1800" b="0"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4221767434"/>
                  </a:ext>
                </a:extLst>
              </a:tr>
              <a:tr h="368417">
                <a:tc>
                  <a:txBody>
                    <a:bodyPr/>
                    <a:lstStyle/>
                    <a:p>
                      <a:pPr algn="ctr" rtl="0" fontAlgn="ctr"/>
                      <a:r>
                        <a:rPr lang="es-PE" sz="1600" u="none" strike="noStrike">
                          <a:effectLst/>
                        </a:rPr>
                        <a:t>460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800" u="none" strike="noStrike">
                          <a:effectLst/>
                        </a:rPr>
                        <a:t>x</a:t>
                      </a:r>
                      <a:r>
                        <a:rPr lang="es-PE" sz="1800" u="none" strike="noStrike" baseline="-25000">
                          <a:effectLst/>
                        </a:rPr>
                        <a:t>1</a:t>
                      </a:r>
                      <a:endParaRPr lang="es-PE" sz="18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1      </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  1/6 </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  1/18</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      </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      </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      </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b="0" i="0" u="none" strike="noStrike" dirty="0">
                          <a:solidFill>
                            <a:srgbClr val="000000"/>
                          </a:solidFill>
                          <a:effectLst/>
                          <a:latin typeface="Arial MT"/>
                        </a:rPr>
                        <a:t>44,44</a:t>
                      </a:r>
                    </a:p>
                  </a:txBody>
                  <a:tcPr marL="9525" marR="9525" marT="9525" marB="0" anchor="ctr"/>
                </a:tc>
                <a:tc>
                  <a:txBody>
                    <a:bodyPr/>
                    <a:lstStyle/>
                    <a:p>
                      <a:pPr algn="l" fontAlgn="t"/>
                      <a:r>
                        <a:rPr lang="es-PE" sz="1800" u="none" strike="noStrike">
                          <a:effectLst/>
                        </a:rPr>
                        <a:t> </a:t>
                      </a:r>
                      <a:endParaRPr lang="es-PE" sz="1800" b="0"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2133677807"/>
                  </a:ext>
                </a:extLst>
              </a:tr>
              <a:tr h="368417">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800" u="none" strike="noStrike">
                          <a:effectLst/>
                        </a:rPr>
                        <a:t>S</a:t>
                      </a:r>
                      <a:r>
                        <a:rPr lang="es-PE" sz="1800" u="none" strike="noStrike" baseline="-25000">
                          <a:effectLst/>
                        </a:rPr>
                        <a:t>3</a:t>
                      </a:r>
                      <a:endParaRPr lang="es-PE" sz="18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      </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2  1/2 </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  1/2 </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1      </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      </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      </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b="0" i="0" u="none" strike="noStrike">
                          <a:solidFill>
                            <a:srgbClr val="000000"/>
                          </a:solidFill>
                          <a:effectLst/>
                          <a:latin typeface="Arial MT"/>
                        </a:rPr>
                        <a:t>200,00</a:t>
                      </a:r>
                    </a:p>
                  </a:txBody>
                  <a:tcPr marL="9525" marR="9525" marT="9525" marB="0" anchor="ctr"/>
                </a:tc>
                <a:tc>
                  <a:txBody>
                    <a:bodyPr/>
                    <a:lstStyle/>
                    <a:p>
                      <a:pPr algn="l" fontAlgn="t"/>
                      <a:r>
                        <a:rPr lang="es-PE" sz="1800" u="none" strike="noStrike">
                          <a:effectLst/>
                        </a:rPr>
                        <a:t> </a:t>
                      </a:r>
                      <a:endParaRPr lang="es-PE" sz="1800" b="0"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3732421578"/>
                  </a:ext>
                </a:extLst>
              </a:tr>
              <a:tr h="368417">
                <a:tc>
                  <a:txBody>
                    <a:bodyPr/>
                    <a:lstStyle/>
                    <a:p>
                      <a:pPr algn="ctr" rtl="0" fontAlgn="ctr"/>
                      <a:r>
                        <a:rPr lang="es-PE" sz="1600" u="none" strike="noStrike">
                          <a:effectLst/>
                        </a:rPr>
                        <a:t>M</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800" u="none" strike="noStrike">
                          <a:effectLst/>
                        </a:rPr>
                        <a:t>A</a:t>
                      </a:r>
                      <a:r>
                        <a:rPr lang="es-PE" sz="1800" u="none" strike="noStrike" baseline="-25000">
                          <a:effectLst/>
                        </a:rPr>
                        <a:t>4</a:t>
                      </a:r>
                      <a:endParaRPr lang="es-PE" sz="18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      </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  1/6 </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  1/18</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      </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-1      </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1      </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b="0" i="0" u="none" strike="noStrike">
                          <a:solidFill>
                            <a:srgbClr val="000000"/>
                          </a:solidFill>
                          <a:effectLst/>
                          <a:latin typeface="Arial MT"/>
                        </a:rPr>
                        <a:t>35,56</a:t>
                      </a:r>
                    </a:p>
                  </a:txBody>
                  <a:tcPr marL="9525" marR="9525" marT="9525" marB="0" anchor="ctr"/>
                </a:tc>
                <a:tc>
                  <a:txBody>
                    <a:bodyPr/>
                    <a:lstStyle/>
                    <a:p>
                      <a:pPr algn="l" fontAlgn="t"/>
                      <a:r>
                        <a:rPr lang="es-PE" sz="1800" u="none" strike="noStrike">
                          <a:effectLst/>
                        </a:rPr>
                        <a:t> </a:t>
                      </a:r>
                      <a:endParaRPr lang="es-PE" sz="1800" b="0"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2439486566"/>
                  </a:ext>
                </a:extLst>
              </a:tr>
              <a:tr h="602864">
                <a:tc gridSpan="2">
                  <a:txBody>
                    <a:bodyPr/>
                    <a:lstStyle/>
                    <a:p>
                      <a:pPr algn="ctr" rtl="0" fontAlgn="ctr"/>
                      <a:r>
                        <a:rPr lang="es-PE" sz="1800" u="none" strike="noStrike">
                          <a:effectLst/>
                        </a:rPr>
                        <a:t>Z</a:t>
                      </a:r>
                      <a:endParaRPr lang="es-PE" sz="1800" b="1" i="0" u="none" strike="noStrike">
                        <a:solidFill>
                          <a:srgbClr val="000000"/>
                        </a:solidFill>
                        <a:effectLst/>
                        <a:latin typeface="Arial" panose="020B0604020202020204" pitchFamily="34" charset="0"/>
                      </a:endParaRPr>
                    </a:p>
                  </a:txBody>
                  <a:tcPr marL="0" marR="0" marT="0" marB="0" anchor="ctr"/>
                </a:tc>
                <a:tc hMerge="1">
                  <a:txBody>
                    <a:bodyPr/>
                    <a:lstStyle/>
                    <a:p>
                      <a:endParaRPr lang="es-PE"/>
                    </a:p>
                  </a:txBody>
                  <a:tcPr/>
                </a:tc>
                <a:tc>
                  <a:txBody>
                    <a:bodyPr/>
                    <a:lstStyle/>
                    <a:p>
                      <a:pPr algn="ctr" rtl="0" fontAlgn="ctr"/>
                      <a:r>
                        <a:rPr lang="es-PE" sz="1600" u="none" strike="noStrike">
                          <a:effectLst/>
                        </a:rPr>
                        <a:t>460    </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76,67-(1/6)M</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25,55-(1/18)M</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 -M</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M</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b="0" i="0" u="none" strike="noStrike">
                          <a:solidFill>
                            <a:srgbClr val="000000"/>
                          </a:solidFill>
                          <a:effectLst/>
                          <a:latin typeface="Arial MT"/>
                        </a:rPr>
                        <a:t>20444,44+35,56M</a:t>
                      </a:r>
                    </a:p>
                  </a:txBody>
                  <a:tcPr marL="9525" marR="9525" marT="9525" marB="0" anchor="ctr"/>
                </a:tc>
                <a:tc>
                  <a:txBody>
                    <a:bodyPr/>
                    <a:lstStyle/>
                    <a:p>
                      <a:pPr algn="l" fontAlgn="t"/>
                      <a:r>
                        <a:rPr lang="es-PE" sz="1800" u="none" strike="noStrike">
                          <a:effectLst/>
                        </a:rPr>
                        <a:t> </a:t>
                      </a:r>
                      <a:endParaRPr lang="es-PE" sz="1800" b="0"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277832154"/>
                  </a:ext>
                </a:extLst>
              </a:tr>
              <a:tr h="904297">
                <a:tc gridSpan="2">
                  <a:txBody>
                    <a:bodyPr/>
                    <a:lstStyle/>
                    <a:p>
                      <a:pPr algn="ctr" rtl="0" fontAlgn="ctr"/>
                      <a:r>
                        <a:rPr lang="es-PE" sz="1800" u="none" strike="noStrike">
                          <a:effectLst/>
                        </a:rPr>
                        <a:t>Cj-Zj</a:t>
                      </a:r>
                      <a:endParaRPr lang="es-PE" sz="1800" b="1" i="0" u="none" strike="noStrike">
                        <a:solidFill>
                          <a:srgbClr val="000000"/>
                        </a:solidFill>
                        <a:effectLst/>
                        <a:latin typeface="Arial" panose="020B0604020202020204" pitchFamily="34" charset="0"/>
                      </a:endParaRPr>
                    </a:p>
                  </a:txBody>
                  <a:tcPr marL="0" marR="0" marT="0" marB="0" anchor="ctr"/>
                </a:tc>
                <a:tc hMerge="1">
                  <a:txBody>
                    <a:bodyPr/>
                    <a:lstStyle/>
                    <a:p>
                      <a:endParaRPr lang="es-PE"/>
                    </a:p>
                  </a:txBody>
                  <a:tcP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123,33+(1/6)M</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 -25,55+(1/18)M</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M</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u="none" strike="noStrike">
                          <a:effectLst/>
                        </a:rPr>
                        <a:t>0</a:t>
                      </a:r>
                      <a:endParaRPr lang="es-PE" sz="1600" b="0" i="0" u="none" strike="noStrike">
                        <a:solidFill>
                          <a:srgbClr val="000000"/>
                        </a:solidFill>
                        <a:effectLst/>
                        <a:latin typeface="Arial MT"/>
                      </a:endParaRPr>
                    </a:p>
                  </a:txBody>
                  <a:tcPr marL="0" marR="0" marT="0" marB="0" anchor="ctr"/>
                </a:tc>
                <a:tc>
                  <a:txBody>
                    <a:bodyPr/>
                    <a:lstStyle/>
                    <a:p>
                      <a:pPr algn="ctr" rtl="0" fontAlgn="ctr"/>
                      <a:r>
                        <a:rPr lang="es-PE" sz="1600" b="0" i="0" u="none" strike="noStrike" dirty="0">
                          <a:solidFill>
                            <a:srgbClr val="000000"/>
                          </a:solidFill>
                          <a:effectLst/>
                          <a:latin typeface="Arial MT"/>
                        </a:rPr>
                        <a:t> </a:t>
                      </a:r>
                    </a:p>
                  </a:txBody>
                  <a:tcPr marL="9525" marR="9525" marT="9525" marB="0" anchor="ctr"/>
                </a:tc>
                <a:tc>
                  <a:txBody>
                    <a:bodyPr/>
                    <a:lstStyle/>
                    <a:p>
                      <a:pPr algn="l" fontAlgn="t"/>
                      <a:r>
                        <a:rPr lang="es-PE" sz="1800" u="none" strike="noStrike" dirty="0">
                          <a:effectLst/>
                        </a:rPr>
                        <a:t> </a:t>
                      </a:r>
                      <a:endParaRPr lang="es-PE" sz="1800" b="0" i="0" u="none" strike="noStrike" dirty="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797804635"/>
                  </a:ext>
                </a:extLst>
              </a:tr>
            </a:tbl>
          </a:graphicData>
        </a:graphic>
      </p:graphicFrame>
      <p:sp>
        <p:nvSpPr>
          <p:cNvPr id="5" name="Elipse 4">
            <a:extLst>
              <a:ext uri="{FF2B5EF4-FFF2-40B4-BE49-F238E27FC236}">
                <a16:creationId xmlns:a16="http://schemas.microsoft.com/office/drawing/2014/main" id="{0211363D-CAB3-4C24-9820-CE36639440D6}"/>
              </a:ext>
            </a:extLst>
          </p:cNvPr>
          <p:cNvSpPr/>
          <p:nvPr/>
        </p:nvSpPr>
        <p:spPr>
          <a:xfrm>
            <a:off x="2708977" y="2104511"/>
            <a:ext cx="380235" cy="3436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1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452104" y="5923992"/>
            <a:ext cx="577342" cy="575767"/>
          </a:xfrm>
          <a:prstGeom prst="rect">
            <a:avLst/>
          </a:prstGeom>
        </p:spPr>
      </p:pic>
      <p:pic>
        <p:nvPicPr>
          <p:cNvPr id="3" name="object 3"/>
          <p:cNvPicPr/>
          <p:nvPr/>
        </p:nvPicPr>
        <p:blipFill>
          <a:blip r:embed="rId3" cstate="print"/>
          <a:stretch>
            <a:fillRect/>
          </a:stretch>
        </p:blipFill>
        <p:spPr>
          <a:xfrm>
            <a:off x="9215628" y="5353811"/>
            <a:ext cx="495300" cy="495300"/>
          </a:xfrm>
          <a:prstGeom prst="rect">
            <a:avLst/>
          </a:prstGeom>
        </p:spPr>
      </p:pic>
      <p:pic>
        <p:nvPicPr>
          <p:cNvPr id="4" name="object 4"/>
          <p:cNvPicPr/>
          <p:nvPr/>
        </p:nvPicPr>
        <p:blipFill>
          <a:blip r:embed="rId4" cstate="print"/>
          <a:stretch>
            <a:fillRect/>
          </a:stretch>
        </p:blipFill>
        <p:spPr>
          <a:xfrm>
            <a:off x="9821926" y="5280026"/>
            <a:ext cx="674624" cy="788149"/>
          </a:xfrm>
          <a:prstGeom prst="rect">
            <a:avLst/>
          </a:prstGeom>
        </p:spPr>
      </p:pic>
      <p:pic>
        <p:nvPicPr>
          <p:cNvPr id="7" name="object 7"/>
          <p:cNvPicPr/>
          <p:nvPr/>
        </p:nvPicPr>
        <p:blipFill>
          <a:blip r:embed="rId5" cstate="print"/>
          <a:stretch>
            <a:fillRect/>
          </a:stretch>
        </p:blipFill>
        <p:spPr>
          <a:xfrm>
            <a:off x="2305813" y="6416040"/>
            <a:ext cx="554735" cy="347402"/>
          </a:xfrm>
          <a:prstGeom prst="rect">
            <a:avLst/>
          </a:prstGeom>
        </p:spPr>
      </p:pic>
      <p:pic>
        <p:nvPicPr>
          <p:cNvPr id="8" name="object 8"/>
          <p:cNvPicPr/>
          <p:nvPr/>
        </p:nvPicPr>
        <p:blipFill>
          <a:blip r:embed="rId6" cstate="print"/>
          <a:stretch>
            <a:fillRect/>
          </a:stretch>
        </p:blipFill>
        <p:spPr>
          <a:xfrm>
            <a:off x="2971800" y="6416040"/>
            <a:ext cx="556132" cy="347402"/>
          </a:xfrm>
          <a:prstGeom prst="rect">
            <a:avLst/>
          </a:prstGeom>
        </p:spPr>
      </p:pic>
      <p:sp>
        <p:nvSpPr>
          <p:cNvPr id="10" name="object 10"/>
          <p:cNvSpPr txBox="1">
            <a:spLocks noGrp="1"/>
          </p:cNvSpPr>
          <p:nvPr>
            <p:ph type="title"/>
          </p:nvPr>
        </p:nvSpPr>
        <p:spPr>
          <a:xfrm>
            <a:off x="6096000" y="185101"/>
            <a:ext cx="6074854" cy="505908"/>
          </a:xfrm>
          <a:prstGeom prst="rect">
            <a:avLst/>
          </a:prstGeom>
        </p:spPr>
        <p:txBody>
          <a:bodyPr vert="horz" wrap="square" lIns="0" tIns="13335" rIns="0" bIns="0" rtlCol="0">
            <a:spAutoFit/>
          </a:bodyPr>
          <a:lstStyle/>
          <a:p>
            <a:pPr marL="12700" algn="ctr">
              <a:lnSpc>
                <a:spcPct val="100000"/>
              </a:lnSpc>
              <a:spcBef>
                <a:spcPts val="105"/>
              </a:spcBef>
            </a:pPr>
            <a:r>
              <a:rPr sz="3200" b="1" dirty="0">
                <a:solidFill>
                  <a:schemeClr val="bg1"/>
                </a:solidFill>
                <a:latin typeface="Arial"/>
                <a:cs typeface="Arial"/>
              </a:rPr>
              <a:t>SOLUCION</a:t>
            </a:r>
            <a:r>
              <a:rPr sz="3200" b="1" spc="-30" dirty="0">
                <a:solidFill>
                  <a:schemeClr val="bg1"/>
                </a:solidFill>
                <a:latin typeface="Arial"/>
                <a:cs typeface="Arial"/>
              </a:rPr>
              <a:t> </a:t>
            </a:r>
            <a:r>
              <a:rPr sz="3200" b="1" dirty="0">
                <a:solidFill>
                  <a:schemeClr val="bg1"/>
                </a:solidFill>
                <a:latin typeface="Arial"/>
                <a:cs typeface="Arial"/>
              </a:rPr>
              <a:t>NO</a:t>
            </a:r>
            <a:r>
              <a:rPr sz="3200" b="1" spc="-45" dirty="0">
                <a:solidFill>
                  <a:schemeClr val="bg1"/>
                </a:solidFill>
                <a:latin typeface="Arial"/>
                <a:cs typeface="Arial"/>
              </a:rPr>
              <a:t> </a:t>
            </a:r>
            <a:r>
              <a:rPr sz="3200" b="1" dirty="0">
                <a:solidFill>
                  <a:schemeClr val="bg1"/>
                </a:solidFill>
                <a:latin typeface="Arial"/>
                <a:cs typeface="Arial"/>
              </a:rPr>
              <a:t>ACOTADA</a:t>
            </a:r>
            <a:endParaRPr sz="3200" dirty="0">
              <a:solidFill>
                <a:schemeClr val="bg1"/>
              </a:solidFill>
              <a:latin typeface="Arial"/>
              <a:cs typeface="Arial"/>
            </a:endParaRPr>
          </a:p>
        </p:txBody>
      </p:sp>
      <p:sp>
        <p:nvSpPr>
          <p:cNvPr id="12" name="object 12"/>
          <p:cNvSpPr/>
          <p:nvPr/>
        </p:nvSpPr>
        <p:spPr>
          <a:xfrm>
            <a:off x="3030719" y="4507620"/>
            <a:ext cx="4304030" cy="950205"/>
          </a:xfrm>
          <a:custGeom>
            <a:avLst/>
            <a:gdLst/>
            <a:ahLst/>
            <a:cxnLst/>
            <a:rect l="l" t="t" r="r" b="b"/>
            <a:pathLst>
              <a:path w="4304030" h="1000125">
                <a:moveTo>
                  <a:pt x="4137152" y="0"/>
                </a:moveTo>
                <a:lnTo>
                  <a:pt x="166624" y="0"/>
                </a:lnTo>
                <a:lnTo>
                  <a:pt x="122310" y="5948"/>
                </a:lnTo>
                <a:lnTo>
                  <a:pt x="82502" y="22737"/>
                </a:lnTo>
                <a:lnTo>
                  <a:pt x="48783" y="48783"/>
                </a:lnTo>
                <a:lnTo>
                  <a:pt x="22737" y="82502"/>
                </a:lnTo>
                <a:lnTo>
                  <a:pt x="5948" y="122310"/>
                </a:lnTo>
                <a:lnTo>
                  <a:pt x="0" y="166624"/>
                </a:lnTo>
                <a:lnTo>
                  <a:pt x="0" y="833120"/>
                </a:lnTo>
                <a:lnTo>
                  <a:pt x="5948" y="877415"/>
                </a:lnTo>
                <a:lnTo>
                  <a:pt x="22737" y="917218"/>
                </a:lnTo>
                <a:lnTo>
                  <a:pt x="48783" y="950941"/>
                </a:lnTo>
                <a:lnTo>
                  <a:pt x="82502" y="976995"/>
                </a:lnTo>
                <a:lnTo>
                  <a:pt x="122310" y="993792"/>
                </a:lnTo>
                <a:lnTo>
                  <a:pt x="166624" y="999744"/>
                </a:lnTo>
                <a:lnTo>
                  <a:pt x="4137152" y="999744"/>
                </a:lnTo>
                <a:lnTo>
                  <a:pt x="4181465" y="993792"/>
                </a:lnTo>
                <a:lnTo>
                  <a:pt x="4221273" y="976995"/>
                </a:lnTo>
                <a:lnTo>
                  <a:pt x="4254992" y="950941"/>
                </a:lnTo>
                <a:lnTo>
                  <a:pt x="4281038" y="917218"/>
                </a:lnTo>
                <a:lnTo>
                  <a:pt x="4297827" y="877415"/>
                </a:lnTo>
                <a:lnTo>
                  <a:pt x="4303776" y="833120"/>
                </a:lnTo>
                <a:lnTo>
                  <a:pt x="4303776" y="166624"/>
                </a:lnTo>
                <a:lnTo>
                  <a:pt x="4297827" y="122310"/>
                </a:lnTo>
                <a:lnTo>
                  <a:pt x="4281038" y="82502"/>
                </a:lnTo>
                <a:lnTo>
                  <a:pt x="4254992" y="48783"/>
                </a:lnTo>
                <a:lnTo>
                  <a:pt x="4221273" y="22737"/>
                </a:lnTo>
                <a:lnTo>
                  <a:pt x="4181465" y="5948"/>
                </a:lnTo>
                <a:lnTo>
                  <a:pt x="4137152" y="0"/>
                </a:lnTo>
                <a:close/>
              </a:path>
            </a:pathLst>
          </a:custGeom>
          <a:solidFill>
            <a:srgbClr val="FF9933"/>
          </a:solidFill>
        </p:spPr>
        <p:txBody>
          <a:bodyPr wrap="square" lIns="0" tIns="0" rIns="0" bIns="0" rtlCol="0" anchor="ctr"/>
          <a:lstStyle/>
          <a:p>
            <a:pPr algn="ctr"/>
            <a:r>
              <a:rPr lang="es-ES" sz="2800" b="1" spc="-5" dirty="0" err="1">
                <a:solidFill>
                  <a:srgbClr val="FF0000"/>
                </a:solidFill>
                <a:latin typeface="Arial"/>
                <a:cs typeface="Arial"/>
              </a:rPr>
              <a:t>A’</a:t>
            </a:r>
            <a:r>
              <a:rPr lang="es-ES" sz="2800" b="1" spc="-7" baseline="-20833" dirty="0" err="1">
                <a:solidFill>
                  <a:srgbClr val="FF0000"/>
                </a:solidFill>
                <a:latin typeface="Arial"/>
                <a:cs typeface="Arial"/>
              </a:rPr>
              <a:t>ik</a:t>
            </a:r>
            <a:r>
              <a:rPr lang="es-ES" sz="2800" b="1" spc="-52" baseline="-20833" dirty="0">
                <a:solidFill>
                  <a:srgbClr val="FF0000"/>
                </a:solidFill>
                <a:latin typeface="Arial"/>
                <a:cs typeface="Arial"/>
              </a:rPr>
              <a:t> </a:t>
            </a:r>
            <a:r>
              <a:rPr lang="es-ES" sz="2800" b="1" dirty="0">
                <a:solidFill>
                  <a:srgbClr val="FF0000"/>
                </a:solidFill>
                <a:latin typeface="Arial"/>
                <a:cs typeface="Arial"/>
              </a:rPr>
              <a:t>≤</a:t>
            </a:r>
            <a:r>
              <a:rPr lang="es-ES" sz="2800" b="1" spc="-45" dirty="0">
                <a:solidFill>
                  <a:srgbClr val="FF0000"/>
                </a:solidFill>
                <a:latin typeface="Arial"/>
                <a:cs typeface="Arial"/>
              </a:rPr>
              <a:t> </a:t>
            </a:r>
            <a:r>
              <a:rPr lang="es-ES" sz="2800" b="1" dirty="0">
                <a:solidFill>
                  <a:srgbClr val="FF0000"/>
                </a:solidFill>
                <a:latin typeface="Arial"/>
                <a:cs typeface="Arial"/>
              </a:rPr>
              <a:t>0</a:t>
            </a:r>
            <a:endParaRPr lang="es-ES" sz="2800" dirty="0">
              <a:solidFill>
                <a:srgbClr val="FF0000"/>
              </a:solidFill>
              <a:latin typeface="Arial"/>
              <a:cs typeface="Arial"/>
            </a:endParaRPr>
          </a:p>
          <a:p>
            <a:pPr algn="ctr"/>
            <a:endParaRPr sz="2800" dirty="0"/>
          </a:p>
        </p:txBody>
      </p:sp>
      <p:sp>
        <p:nvSpPr>
          <p:cNvPr id="21" name="object 21"/>
          <p:cNvSpPr txBox="1"/>
          <p:nvPr/>
        </p:nvSpPr>
        <p:spPr>
          <a:xfrm>
            <a:off x="2305813" y="2065973"/>
            <a:ext cx="7615555" cy="1982594"/>
          </a:xfrm>
          <a:prstGeom prst="rect">
            <a:avLst/>
          </a:prstGeom>
        </p:spPr>
        <p:txBody>
          <a:bodyPr vert="horz" wrap="square" lIns="0" tIns="12700" rIns="0" bIns="0" rtlCol="0">
            <a:spAutoFit/>
          </a:bodyPr>
          <a:lstStyle/>
          <a:p>
            <a:pPr marL="12700" marR="5080" algn="just">
              <a:spcBef>
                <a:spcPts val="100"/>
              </a:spcBef>
            </a:pPr>
            <a:r>
              <a:rPr sz="3200" b="1" dirty="0">
                <a:latin typeface="Arial"/>
                <a:cs typeface="Arial"/>
              </a:rPr>
              <a:t>Cuando en </a:t>
            </a:r>
            <a:r>
              <a:rPr sz="3200" b="1" spc="-5" dirty="0">
                <a:latin typeface="Arial"/>
                <a:cs typeface="Arial"/>
              </a:rPr>
              <a:t>la </a:t>
            </a:r>
            <a:r>
              <a:rPr sz="3200" b="1" i="1" dirty="0">
                <a:latin typeface="Arial"/>
                <a:cs typeface="Arial"/>
              </a:rPr>
              <a:t>columna </a:t>
            </a:r>
            <a:r>
              <a:rPr sz="3200" b="1" i="1" spc="-5" dirty="0">
                <a:latin typeface="Arial"/>
                <a:cs typeface="Arial"/>
              </a:rPr>
              <a:t>clave </a:t>
            </a:r>
            <a:r>
              <a:rPr sz="3200" b="1" i="1" dirty="0">
                <a:latin typeface="Arial"/>
                <a:cs typeface="Arial"/>
              </a:rPr>
              <a:t> </a:t>
            </a:r>
            <a:r>
              <a:rPr sz="3200" b="1" dirty="0">
                <a:latin typeface="Arial"/>
                <a:cs typeface="Arial"/>
              </a:rPr>
              <a:t>(de</a:t>
            </a:r>
            <a:r>
              <a:rPr sz="3200" b="1" spc="685" dirty="0">
                <a:latin typeface="Arial"/>
                <a:cs typeface="Arial"/>
              </a:rPr>
              <a:t> </a:t>
            </a:r>
            <a:r>
              <a:rPr sz="3200" b="1" spc="-5" dirty="0">
                <a:latin typeface="Arial"/>
                <a:cs typeface="Arial"/>
              </a:rPr>
              <a:t>la</a:t>
            </a:r>
            <a:r>
              <a:rPr sz="3200" b="1" spc="685" dirty="0">
                <a:latin typeface="Arial"/>
                <a:cs typeface="Arial"/>
              </a:rPr>
              <a:t> </a:t>
            </a:r>
            <a:r>
              <a:rPr sz="3200" b="1" dirty="0">
                <a:latin typeface="Arial"/>
                <a:cs typeface="Arial"/>
              </a:rPr>
              <a:t>variable</a:t>
            </a:r>
            <a:r>
              <a:rPr sz="3200" b="1" spc="670" dirty="0">
                <a:latin typeface="Arial"/>
                <a:cs typeface="Arial"/>
              </a:rPr>
              <a:t> </a:t>
            </a:r>
            <a:r>
              <a:rPr sz="3200" b="1" dirty="0">
                <a:latin typeface="Arial"/>
                <a:cs typeface="Arial"/>
              </a:rPr>
              <a:t>que</a:t>
            </a:r>
            <a:r>
              <a:rPr sz="3200" b="1" spc="685" dirty="0">
                <a:latin typeface="Arial"/>
                <a:cs typeface="Arial"/>
              </a:rPr>
              <a:t> </a:t>
            </a:r>
            <a:r>
              <a:rPr sz="3200" b="1" spc="-5" dirty="0">
                <a:latin typeface="Arial"/>
                <a:cs typeface="Arial"/>
              </a:rPr>
              <a:t>ingresa</a:t>
            </a:r>
            <a:r>
              <a:rPr sz="3200" b="1" spc="680" dirty="0">
                <a:latin typeface="Arial"/>
                <a:cs typeface="Arial"/>
              </a:rPr>
              <a:t> </a:t>
            </a:r>
            <a:r>
              <a:rPr sz="3200" b="1" spc="-5" dirty="0">
                <a:latin typeface="Arial"/>
                <a:cs typeface="Arial"/>
              </a:rPr>
              <a:t>a </a:t>
            </a:r>
            <a:r>
              <a:rPr sz="3200" b="1" spc="-1155" dirty="0">
                <a:latin typeface="Arial"/>
                <a:cs typeface="Arial"/>
              </a:rPr>
              <a:t> </a:t>
            </a:r>
            <a:r>
              <a:rPr sz="3200" b="1" spc="-5" dirty="0">
                <a:latin typeface="Arial"/>
                <a:cs typeface="Arial"/>
              </a:rPr>
              <a:t>la</a:t>
            </a:r>
            <a:r>
              <a:rPr sz="3200" b="1" spc="935" dirty="0">
                <a:latin typeface="Arial"/>
                <a:cs typeface="Arial"/>
              </a:rPr>
              <a:t> </a:t>
            </a:r>
            <a:r>
              <a:rPr sz="3200" b="1" spc="-5" dirty="0">
                <a:latin typeface="Arial"/>
                <a:cs typeface="Arial"/>
              </a:rPr>
              <a:t>base)</a:t>
            </a:r>
            <a:r>
              <a:rPr sz="3200" b="1" spc="935" dirty="0">
                <a:latin typeface="Arial"/>
                <a:cs typeface="Arial"/>
              </a:rPr>
              <a:t> </a:t>
            </a:r>
            <a:r>
              <a:rPr sz="3200" b="1" i="1" spc="-5" dirty="0">
                <a:latin typeface="Arial"/>
                <a:cs typeface="Arial"/>
              </a:rPr>
              <a:t>todos</a:t>
            </a:r>
            <a:r>
              <a:rPr sz="3200" b="1" i="1" spc="915" dirty="0">
                <a:latin typeface="Arial"/>
                <a:cs typeface="Arial"/>
              </a:rPr>
              <a:t> </a:t>
            </a:r>
            <a:r>
              <a:rPr sz="3200" b="1" i="1" dirty="0">
                <a:latin typeface="Arial"/>
                <a:cs typeface="Arial"/>
              </a:rPr>
              <a:t>los</a:t>
            </a:r>
            <a:r>
              <a:rPr sz="3200" b="1" i="1" spc="915" dirty="0">
                <a:latin typeface="Arial"/>
                <a:cs typeface="Arial"/>
              </a:rPr>
              <a:t> </a:t>
            </a:r>
            <a:r>
              <a:rPr sz="3200" b="1" i="1" dirty="0" err="1">
                <a:latin typeface="Arial"/>
                <a:cs typeface="Arial"/>
              </a:rPr>
              <a:t>valores</a:t>
            </a:r>
            <a:r>
              <a:rPr lang="es-ES" sz="3200" b="1" i="1" dirty="0">
                <a:latin typeface="Arial"/>
                <a:cs typeface="Arial"/>
              </a:rPr>
              <a:t> son menores o iguales a cero.</a:t>
            </a:r>
            <a:endParaRPr sz="3200" dirty="0">
              <a:latin typeface="Arial"/>
              <a:cs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452104" y="5923992"/>
            <a:ext cx="577342" cy="575767"/>
          </a:xfrm>
          <a:prstGeom prst="rect">
            <a:avLst/>
          </a:prstGeom>
        </p:spPr>
      </p:pic>
      <p:pic>
        <p:nvPicPr>
          <p:cNvPr id="3" name="object 3"/>
          <p:cNvPicPr/>
          <p:nvPr/>
        </p:nvPicPr>
        <p:blipFill>
          <a:blip r:embed="rId3" cstate="print"/>
          <a:stretch>
            <a:fillRect/>
          </a:stretch>
        </p:blipFill>
        <p:spPr>
          <a:xfrm>
            <a:off x="9215628" y="5353811"/>
            <a:ext cx="495300" cy="495300"/>
          </a:xfrm>
          <a:prstGeom prst="rect">
            <a:avLst/>
          </a:prstGeom>
        </p:spPr>
      </p:pic>
      <p:pic>
        <p:nvPicPr>
          <p:cNvPr id="4" name="object 4"/>
          <p:cNvPicPr/>
          <p:nvPr/>
        </p:nvPicPr>
        <p:blipFill>
          <a:blip r:embed="rId4" cstate="print"/>
          <a:stretch>
            <a:fillRect/>
          </a:stretch>
        </p:blipFill>
        <p:spPr>
          <a:xfrm>
            <a:off x="9821926" y="5280026"/>
            <a:ext cx="674624" cy="788149"/>
          </a:xfrm>
          <a:prstGeom prst="rect">
            <a:avLst/>
          </a:prstGeom>
        </p:spPr>
      </p:pic>
      <p:pic>
        <p:nvPicPr>
          <p:cNvPr id="7" name="object 7"/>
          <p:cNvPicPr/>
          <p:nvPr/>
        </p:nvPicPr>
        <p:blipFill>
          <a:blip r:embed="rId5" cstate="print"/>
          <a:stretch>
            <a:fillRect/>
          </a:stretch>
        </p:blipFill>
        <p:spPr>
          <a:xfrm>
            <a:off x="2305813" y="6416040"/>
            <a:ext cx="554735" cy="347402"/>
          </a:xfrm>
          <a:prstGeom prst="rect">
            <a:avLst/>
          </a:prstGeom>
        </p:spPr>
      </p:pic>
      <p:pic>
        <p:nvPicPr>
          <p:cNvPr id="8" name="object 8"/>
          <p:cNvPicPr/>
          <p:nvPr/>
        </p:nvPicPr>
        <p:blipFill>
          <a:blip r:embed="rId6" cstate="print"/>
          <a:stretch>
            <a:fillRect/>
          </a:stretch>
        </p:blipFill>
        <p:spPr>
          <a:xfrm>
            <a:off x="2971800" y="6416040"/>
            <a:ext cx="556132" cy="347402"/>
          </a:xfrm>
          <a:prstGeom prst="rect">
            <a:avLst/>
          </a:prstGeom>
        </p:spPr>
      </p:pic>
      <p:sp>
        <p:nvSpPr>
          <p:cNvPr id="10" name="object 10"/>
          <p:cNvSpPr txBox="1">
            <a:spLocks noGrp="1"/>
          </p:cNvSpPr>
          <p:nvPr>
            <p:ph type="title"/>
          </p:nvPr>
        </p:nvSpPr>
        <p:spPr>
          <a:xfrm>
            <a:off x="6096000" y="264034"/>
            <a:ext cx="6096000" cy="505908"/>
          </a:xfrm>
          <a:prstGeom prst="rect">
            <a:avLst/>
          </a:prstGeom>
        </p:spPr>
        <p:txBody>
          <a:bodyPr vert="horz" wrap="square" lIns="0" tIns="13335" rIns="0" bIns="0" rtlCol="0">
            <a:spAutoFit/>
          </a:bodyPr>
          <a:lstStyle/>
          <a:p>
            <a:pPr marL="12700" algn="ctr">
              <a:lnSpc>
                <a:spcPct val="100000"/>
              </a:lnSpc>
              <a:spcBef>
                <a:spcPts val="105"/>
              </a:spcBef>
            </a:pPr>
            <a:r>
              <a:rPr sz="3200" b="1" dirty="0">
                <a:solidFill>
                  <a:schemeClr val="bg1"/>
                </a:solidFill>
                <a:latin typeface="Arial"/>
                <a:cs typeface="Arial"/>
              </a:rPr>
              <a:t>SOLUCION</a:t>
            </a:r>
            <a:r>
              <a:rPr sz="3200" b="1" spc="-30" dirty="0">
                <a:solidFill>
                  <a:schemeClr val="bg1"/>
                </a:solidFill>
                <a:latin typeface="Arial"/>
                <a:cs typeface="Arial"/>
              </a:rPr>
              <a:t> </a:t>
            </a:r>
            <a:r>
              <a:rPr sz="3200" b="1" dirty="0">
                <a:solidFill>
                  <a:schemeClr val="bg1"/>
                </a:solidFill>
                <a:latin typeface="Arial"/>
                <a:cs typeface="Arial"/>
              </a:rPr>
              <a:t>NO</a:t>
            </a:r>
            <a:r>
              <a:rPr sz="3200" b="1" spc="-45" dirty="0">
                <a:solidFill>
                  <a:schemeClr val="bg1"/>
                </a:solidFill>
                <a:latin typeface="Arial"/>
                <a:cs typeface="Arial"/>
              </a:rPr>
              <a:t> </a:t>
            </a:r>
            <a:r>
              <a:rPr sz="3200" b="1" dirty="0">
                <a:solidFill>
                  <a:schemeClr val="bg1"/>
                </a:solidFill>
                <a:latin typeface="Arial"/>
                <a:cs typeface="Arial"/>
              </a:rPr>
              <a:t>ACOTADA</a:t>
            </a:r>
            <a:endParaRPr sz="3200" dirty="0">
              <a:solidFill>
                <a:schemeClr val="bg1"/>
              </a:solidFill>
              <a:latin typeface="Arial"/>
              <a:cs typeface="Arial"/>
            </a:endParaRPr>
          </a:p>
        </p:txBody>
      </p:sp>
      <p:grpSp>
        <p:nvGrpSpPr>
          <p:cNvPr id="11" name="object 11"/>
          <p:cNvGrpSpPr/>
          <p:nvPr/>
        </p:nvGrpSpPr>
        <p:grpSpPr>
          <a:xfrm>
            <a:off x="2355850" y="2584450"/>
            <a:ext cx="6565900" cy="3441700"/>
            <a:chOff x="831850" y="2584450"/>
            <a:chExt cx="6565900" cy="3441700"/>
          </a:xfrm>
        </p:grpSpPr>
        <p:sp>
          <p:nvSpPr>
            <p:cNvPr id="12" name="object 12"/>
            <p:cNvSpPr/>
            <p:nvPr/>
          </p:nvSpPr>
          <p:spPr>
            <a:xfrm>
              <a:off x="838200" y="2590800"/>
              <a:ext cx="6553200" cy="3429000"/>
            </a:xfrm>
            <a:custGeom>
              <a:avLst/>
              <a:gdLst/>
              <a:ahLst/>
              <a:cxnLst/>
              <a:rect l="l" t="t" r="r" b="b"/>
              <a:pathLst>
                <a:path w="6553200" h="3429000">
                  <a:moveTo>
                    <a:pt x="5981700" y="0"/>
                  </a:moveTo>
                  <a:lnTo>
                    <a:pt x="571500" y="0"/>
                  </a:lnTo>
                  <a:lnTo>
                    <a:pt x="524627" y="1894"/>
                  </a:lnTo>
                  <a:lnTo>
                    <a:pt x="478799" y="7480"/>
                  </a:lnTo>
                  <a:lnTo>
                    <a:pt x="434161" y="16611"/>
                  </a:lnTo>
                  <a:lnTo>
                    <a:pt x="390860" y="29138"/>
                  </a:lnTo>
                  <a:lnTo>
                    <a:pt x="349045" y="44916"/>
                  </a:lnTo>
                  <a:lnTo>
                    <a:pt x="308861" y="63796"/>
                  </a:lnTo>
                  <a:lnTo>
                    <a:pt x="270457" y="85632"/>
                  </a:lnTo>
                  <a:lnTo>
                    <a:pt x="233978" y="110276"/>
                  </a:lnTo>
                  <a:lnTo>
                    <a:pt x="199572" y="137582"/>
                  </a:lnTo>
                  <a:lnTo>
                    <a:pt x="167387" y="167401"/>
                  </a:lnTo>
                  <a:lnTo>
                    <a:pt x="137569" y="199588"/>
                  </a:lnTo>
                  <a:lnTo>
                    <a:pt x="110265" y="233994"/>
                  </a:lnTo>
                  <a:lnTo>
                    <a:pt x="85623" y="270474"/>
                  </a:lnTo>
                  <a:lnTo>
                    <a:pt x="63789" y="308878"/>
                  </a:lnTo>
                  <a:lnTo>
                    <a:pt x="44910" y="349061"/>
                  </a:lnTo>
                  <a:lnTo>
                    <a:pt x="29135" y="390875"/>
                  </a:lnTo>
                  <a:lnTo>
                    <a:pt x="16609" y="434173"/>
                  </a:lnTo>
                  <a:lnTo>
                    <a:pt x="7479" y="478808"/>
                  </a:lnTo>
                  <a:lnTo>
                    <a:pt x="1894" y="524632"/>
                  </a:lnTo>
                  <a:lnTo>
                    <a:pt x="0" y="571500"/>
                  </a:lnTo>
                  <a:lnTo>
                    <a:pt x="0" y="2857500"/>
                  </a:lnTo>
                  <a:lnTo>
                    <a:pt x="1894" y="2904372"/>
                  </a:lnTo>
                  <a:lnTo>
                    <a:pt x="7479" y="2950200"/>
                  </a:lnTo>
                  <a:lnTo>
                    <a:pt x="16609" y="2994838"/>
                  </a:lnTo>
                  <a:lnTo>
                    <a:pt x="29135" y="3038139"/>
                  </a:lnTo>
                  <a:lnTo>
                    <a:pt x="44910" y="3079954"/>
                  </a:lnTo>
                  <a:lnTo>
                    <a:pt x="63789" y="3120138"/>
                  </a:lnTo>
                  <a:lnTo>
                    <a:pt x="85623" y="3158542"/>
                  </a:lnTo>
                  <a:lnTo>
                    <a:pt x="110265" y="3195021"/>
                  </a:lnTo>
                  <a:lnTo>
                    <a:pt x="137569" y="3229427"/>
                  </a:lnTo>
                  <a:lnTo>
                    <a:pt x="167387" y="3261612"/>
                  </a:lnTo>
                  <a:lnTo>
                    <a:pt x="199572" y="3291430"/>
                  </a:lnTo>
                  <a:lnTo>
                    <a:pt x="233978" y="3318734"/>
                  </a:lnTo>
                  <a:lnTo>
                    <a:pt x="270457" y="3343376"/>
                  </a:lnTo>
                  <a:lnTo>
                    <a:pt x="308861" y="3365210"/>
                  </a:lnTo>
                  <a:lnTo>
                    <a:pt x="349045" y="3384089"/>
                  </a:lnTo>
                  <a:lnTo>
                    <a:pt x="390860" y="3399864"/>
                  </a:lnTo>
                  <a:lnTo>
                    <a:pt x="434161" y="3412390"/>
                  </a:lnTo>
                  <a:lnTo>
                    <a:pt x="478799" y="3421520"/>
                  </a:lnTo>
                  <a:lnTo>
                    <a:pt x="524627" y="3427105"/>
                  </a:lnTo>
                  <a:lnTo>
                    <a:pt x="571500" y="3429000"/>
                  </a:lnTo>
                  <a:lnTo>
                    <a:pt x="5981700" y="3429000"/>
                  </a:lnTo>
                  <a:lnTo>
                    <a:pt x="6028567" y="3427105"/>
                  </a:lnTo>
                  <a:lnTo>
                    <a:pt x="6074391" y="3421520"/>
                  </a:lnTo>
                  <a:lnTo>
                    <a:pt x="6119026" y="3412390"/>
                  </a:lnTo>
                  <a:lnTo>
                    <a:pt x="6162324" y="3399864"/>
                  </a:lnTo>
                  <a:lnTo>
                    <a:pt x="6204138" y="3384089"/>
                  </a:lnTo>
                  <a:lnTo>
                    <a:pt x="6244321" y="3365210"/>
                  </a:lnTo>
                  <a:lnTo>
                    <a:pt x="6282725" y="3343376"/>
                  </a:lnTo>
                  <a:lnTo>
                    <a:pt x="6319205" y="3318734"/>
                  </a:lnTo>
                  <a:lnTo>
                    <a:pt x="6353611" y="3291430"/>
                  </a:lnTo>
                  <a:lnTo>
                    <a:pt x="6385798" y="3261612"/>
                  </a:lnTo>
                  <a:lnTo>
                    <a:pt x="6415617" y="3229427"/>
                  </a:lnTo>
                  <a:lnTo>
                    <a:pt x="6442923" y="3195021"/>
                  </a:lnTo>
                  <a:lnTo>
                    <a:pt x="6467567" y="3158542"/>
                  </a:lnTo>
                  <a:lnTo>
                    <a:pt x="6489403" y="3120138"/>
                  </a:lnTo>
                  <a:lnTo>
                    <a:pt x="6508283" y="3079954"/>
                  </a:lnTo>
                  <a:lnTo>
                    <a:pt x="6524061" y="3038139"/>
                  </a:lnTo>
                  <a:lnTo>
                    <a:pt x="6536588" y="2994838"/>
                  </a:lnTo>
                  <a:lnTo>
                    <a:pt x="6545719" y="2950200"/>
                  </a:lnTo>
                  <a:lnTo>
                    <a:pt x="6551305" y="2904372"/>
                  </a:lnTo>
                  <a:lnTo>
                    <a:pt x="6553200" y="2857500"/>
                  </a:lnTo>
                  <a:lnTo>
                    <a:pt x="6553200" y="571500"/>
                  </a:lnTo>
                  <a:lnTo>
                    <a:pt x="6551305" y="524632"/>
                  </a:lnTo>
                  <a:lnTo>
                    <a:pt x="6545719" y="478808"/>
                  </a:lnTo>
                  <a:lnTo>
                    <a:pt x="6536588" y="434173"/>
                  </a:lnTo>
                  <a:lnTo>
                    <a:pt x="6524061" y="390875"/>
                  </a:lnTo>
                  <a:lnTo>
                    <a:pt x="6508283" y="349061"/>
                  </a:lnTo>
                  <a:lnTo>
                    <a:pt x="6489403" y="308878"/>
                  </a:lnTo>
                  <a:lnTo>
                    <a:pt x="6467567" y="270474"/>
                  </a:lnTo>
                  <a:lnTo>
                    <a:pt x="6442923" y="233994"/>
                  </a:lnTo>
                  <a:lnTo>
                    <a:pt x="6415617" y="199588"/>
                  </a:lnTo>
                  <a:lnTo>
                    <a:pt x="6385798" y="167401"/>
                  </a:lnTo>
                  <a:lnTo>
                    <a:pt x="6353611" y="137582"/>
                  </a:lnTo>
                  <a:lnTo>
                    <a:pt x="6319205" y="110276"/>
                  </a:lnTo>
                  <a:lnTo>
                    <a:pt x="6282725" y="85632"/>
                  </a:lnTo>
                  <a:lnTo>
                    <a:pt x="6244321" y="63796"/>
                  </a:lnTo>
                  <a:lnTo>
                    <a:pt x="6204138" y="44916"/>
                  </a:lnTo>
                  <a:lnTo>
                    <a:pt x="6162324" y="29138"/>
                  </a:lnTo>
                  <a:lnTo>
                    <a:pt x="6119026" y="16611"/>
                  </a:lnTo>
                  <a:lnTo>
                    <a:pt x="6074391" y="7480"/>
                  </a:lnTo>
                  <a:lnTo>
                    <a:pt x="6028567" y="1894"/>
                  </a:lnTo>
                  <a:lnTo>
                    <a:pt x="5981700" y="0"/>
                  </a:lnTo>
                  <a:close/>
                </a:path>
              </a:pathLst>
            </a:custGeom>
            <a:solidFill>
              <a:srgbClr val="FF9933"/>
            </a:solidFill>
          </p:spPr>
          <p:txBody>
            <a:bodyPr wrap="square" lIns="0" tIns="0" rIns="0" bIns="0" rtlCol="0"/>
            <a:lstStyle/>
            <a:p>
              <a:endParaRPr/>
            </a:p>
          </p:txBody>
        </p:sp>
        <p:sp>
          <p:nvSpPr>
            <p:cNvPr id="13" name="object 13"/>
            <p:cNvSpPr/>
            <p:nvPr/>
          </p:nvSpPr>
          <p:spPr>
            <a:xfrm>
              <a:off x="838200" y="2590800"/>
              <a:ext cx="6553200" cy="3429000"/>
            </a:xfrm>
            <a:custGeom>
              <a:avLst/>
              <a:gdLst/>
              <a:ahLst/>
              <a:cxnLst/>
              <a:rect l="l" t="t" r="r" b="b"/>
              <a:pathLst>
                <a:path w="6553200" h="3429000">
                  <a:moveTo>
                    <a:pt x="0" y="571500"/>
                  </a:moveTo>
                  <a:lnTo>
                    <a:pt x="1894" y="524632"/>
                  </a:lnTo>
                  <a:lnTo>
                    <a:pt x="7479" y="478808"/>
                  </a:lnTo>
                  <a:lnTo>
                    <a:pt x="16609" y="434173"/>
                  </a:lnTo>
                  <a:lnTo>
                    <a:pt x="29135" y="390875"/>
                  </a:lnTo>
                  <a:lnTo>
                    <a:pt x="44910" y="349061"/>
                  </a:lnTo>
                  <a:lnTo>
                    <a:pt x="63789" y="308878"/>
                  </a:lnTo>
                  <a:lnTo>
                    <a:pt x="85623" y="270474"/>
                  </a:lnTo>
                  <a:lnTo>
                    <a:pt x="110265" y="233994"/>
                  </a:lnTo>
                  <a:lnTo>
                    <a:pt x="137569" y="199588"/>
                  </a:lnTo>
                  <a:lnTo>
                    <a:pt x="167387" y="167401"/>
                  </a:lnTo>
                  <a:lnTo>
                    <a:pt x="199572" y="137582"/>
                  </a:lnTo>
                  <a:lnTo>
                    <a:pt x="233978" y="110276"/>
                  </a:lnTo>
                  <a:lnTo>
                    <a:pt x="270457" y="85632"/>
                  </a:lnTo>
                  <a:lnTo>
                    <a:pt x="308861" y="63796"/>
                  </a:lnTo>
                  <a:lnTo>
                    <a:pt x="349045" y="44916"/>
                  </a:lnTo>
                  <a:lnTo>
                    <a:pt x="390860" y="29138"/>
                  </a:lnTo>
                  <a:lnTo>
                    <a:pt x="434161" y="16611"/>
                  </a:lnTo>
                  <a:lnTo>
                    <a:pt x="478799" y="7480"/>
                  </a:lnTo>
                  <a:lnTo>
                    <a:pt x="524627" y="1894"/>
                  </a:lnTo>
                  <a:lnTo>
                    <a:pt x="571500" y="0"/>
                  </a:lnTo>
                  <a:lnTo>
                    <a:pt x="5981700" y="0"/>
                  </a:lnTo>
                  <a:lnTo>
                    <a:pt x="6028567" y="1894"/>
                  </a:lnTo>
                  <a:lnTo>
                    <a:pt x="6074391" y="7480"/>
                  </a:lnTo>
                  <a:lnTo>
                    <a:pt x="6119026" y="16611"/>
                  </a:lnTo>
                  <a:lnTo>
                    <a:pt x="6162324" y="29138"/>
                  </a:lnTo>
                  <a:lnTo>
                    <a:pt x="6204138" y="44916"/>
                  </a:lnTo>
                  <a:lnTo>
                    <a:pt x="6244321" y="63796"/>
                  </a:lnTo>
                  <a:lnTo>
                    <a:pt x="6282725" y="85632"/>
                  </a:lnTo>
                  <a:lnTo>
                    <a:pt x="6319205" y="110276"/>
                  </a:lnTo>
                  <a:lnTo>
                    <a:pt x="6353611" y="137582"/>
                  </a:lnTo>
                  <a:lnTo>
                    <a:pt x="6385798" y="167401"/>
                  </a:lnTo>
                  <a:lnTo>
                    <a:pt x="6415617" y="199588"/>
                  </a:lnTo>
                  <a:lnTo>
                    <a:pt x="6442923" y="233994"/>
                  </a:lnTo>
                  <a:lnTo>
                    <a:pt x="6467567" y="270474"/>
                  </a:lnTo>
                  <a:lnTo>
                    <a:pt x="6489403" y="308878"/>
                  </a:lnTo>
                  <a:lnTo>
                    <a:pt x="6508283" y="349061"/>
                  </a:lnTo>
                  <a:lnTo>
                    <a:pt x="6524061" y="390875"/>
                  </a:lnTo>
                  <a:lnTo>
                    <a:pt x="6536588" y="434173"/>
                  </a:lnTo>
                  <a:lnTo>
                    <a:pt x="6545719" y="478808"/>
                  </a:lnTo>
                  <a:lnTo>
                    <a:pt x="6551305" y="524632"/>
                  </a:lnTo>
                  <a:lnTo>
                    <a:pt x="6553200" y="571500"/>
                  </a:lnTo>
                  <a:lnTo>
                    <a:pt x="6553200" y="2857500"/>
                  </a:lnTo>
                  <a:lnTo>
                    <a:pt x="6551305" y="2904372"/>
                  </a:lnTo>
                  <a:lnTo>
                    <a:pt x="6545719" y="2950200"/>
                  </a:lnTo>
                  <a:lnTo>
                    <a:pt x="6536588" y="2994838"/>
                  </a:lnTo>
                  <a:lnTo>
                    <a:pt x="6524061" y="3038139"/>
                  </a:lnTo>
                  <a:lnTo>
                    <a:pt x="6508283" y="3079954"/>
                  </a:lnTo>
                  <a:lnTo>
                    <a:pt x="6489403" y="3120138"/>
                  </a:lnTo>
                  <a:lnTo>
                    <a:pt x="6467567" y="3158542"/>
                  </a:lnTo>
                  <a:lnTo>
                    <a:pt x="6442923" y="3195021"/>
                  </a:lnTo>
                  <a:lnTo>
                    <a:pt x="6415617" y="3229427"/>
                  </a:lnTo>
                  <a:lnTo>
                    <a:pt x="6385798" y="3261612"/>
                  </a:lnTo>
                  <a:lnTo>
                    <a:pt x="6353611" y="3291430"/>
                  </a:lnTo>
                  <a:lnTo>
                    <a:pt x="6319205" y="3318734"/>
                  </a:lnTo>
                  <a:lnTo>
                    <a:pt x="6282725" y="3343376"/>
                  </a:lnTo>
                  <a:lnTo>
                    <a:pt x="6244321" y="3365210"/>
                  </a:lnTo>
                  <a:lnTo>
                    <a:pt x="6204138" y="3384089"/>
                  </a:lnTo>
                  <a:lnTo>
                    <a:pt x="6162324" y="3399864"/>
                  </a:lnTo>
                  <a:lnTo>
                    <a:pt x="6119026" y="3412390"/>
                  </a:lnTo>
                  <a:lnTo>
                    <a:pt x="6074391" y="3421520"/>
                  </a:lnTo>
                  <a:lnTo>
                    <a:pt x="6028567" y="3427105"/>
                  </a:lnTo>
                  <a:lnTo>
                    <a:pt x="5981700" y="3429000"/>
                  </a:lnTo>
                  <a:lnTo>
                    <a:pt x="571500" y="3429000"/>
                  </a:lnTo>
                  <a:lnTo>
                    <a:pt x="524627" y="3427105"/>
                  </a:lnTo>
                  <a:lnTo>
                    <a:pt x="478799" y="3421520"/>
                  </a:lnTo>
                  <a:lnTo>
                    <a:pt x="434161" y="3412390"/>
                  </a:lnTo>
                  <a:lnTo>
                    <a:pt x="390860" y="3399864"/>
                  </a:lnTo>
                  <a:lnTo>
                    <a:pt x="349045" y="3384089"/>
                  </a:lnTo>
                  <a:lnTo>
                    <a:pt x="308861" y="3365210"/>
                  </a:lnTo>
                  <a:lnTo>
                    <a:pt x="270457" y="3343376"/>
                  </a:lnTo>
                  <a:lnTo>
                    <a:pt x="233978" y="3318734"/>
                  </a:lnTo>
                  <a:lnTo>
                    <a:pt x="199572" y="3291430"/>
                  </a:lnTo>
                  <a:lnTo>
                    <a:pt x="167387" y="3261612"/>
                  </a:lnTo>
                  <a:lnTo>
                    <a:pt x="137569" y="3229427"/>
                  </a:lnTo>
                  <a:lnTo>
                    <a:pt x="110265" y="3195021"/>
                  </a:lnTo>
                  <a:lnTo>
                    <a:pt x="85623" y="3158542"/>
                  </a:lnTo>
                  <a:lnTo>
                    <a:pt x="63789" y="3120138"/>
                  </a:lnTo>
                  <a:lnTo>
                    <a:pt x="44910" y="3079954"/>
                  </a:lnTo>
                  <a:lnTo>
                    <a:pt x="29135" y="3038139"/>
                  </a:lnTo>
                  <a:lnTo>
                    <a:pt x="16609" y="2994838"/>
                  </a:lnTo>
                  <a:lnTo>
                    <a:pt x="7479" y="2950200"/>
                  </a:lnTo>
                  <a:lnTo>
                    <a:pt x="1894" y="2904372"/>
                  </a:lnTo>
                  <a:lnTo>
                    <a:pt x="0" y="2857500"/>
                  </a:lnTo>
                  <a:lnTo>
                    <a:pt x="0" y="571500"/>
                  </a:lnTo>
                  <a:close/>
                </a:path>
              </a:pathLst>
            </a:custGeom>
            <a:ln w="12700">
              <a:solidFill>
                <a:srgbClr val="FFFFFF"/>
              </a:solidFill>
            </a:ln>
          </p:spPr>
          <p:txBody>
            <a:bodyPr wrap="square" lIns="0" tIns="0" rIns="0" bIns="0" rtlCol="0"/>
            <a:lstStyle/>
            <a:p>
              <a:endParaRPr/>
            </a:p>
          </p:txBody>
        </p:sp>
      </p:grpSp>
      <p:sp>
        <p:nvSpPr>
          <p:cNvPr id="14" name="object 14"/>
          <p:cNvSpPr txBox="1"/>
          <p:nvPr/>
        </p:nvSpPr>
        <p:spPr>
          <a:xfrm>
            <a:off x="2575967" y="1853564"/>
            <a:ext cx="1624965" cy="452120"/>
          </a:xfrm>
          <a:prstGeom prst="rect">
            <a:avLst/>
          </a:prstGeom>
        </p:spPr>
        <p:txBody>
          <a:bodyPr vert="horz" wrap="square" lIns="0" tIns="12065" rIns="0" bIns="0" rtlCol="0">
            <a:spAutoFit/>
          </a:bodyPr>
          <a:lstStyle/>
          <a:p>
            <a:pPr marL="12700">
              <a:spcBef>
                <a:spcPts val="95"/>
              </a:spcBef>
            </a:pPr>
            <a:r>
              <a:rPr sz="2800" b="1" spc="-5" dirty="0">
                <a:solidFill>
                  <a:srgbClr val="FF0000"/>
                </a:solidFill>
                <a:uFill>
                  <a:solidFill>
                    <a:srgbClr val="FFFFFF"/>
                  </a:solidFill>
                </a:uFill>
                <a:latin typeface="Arial"/>
                <a:cs typeface="Arial"/>
              </a:rPr>
              <a:t>Ejemplo</a:t>
            </a:r>
            <a:r>
              <a:rPr sz="2800" b="1" spc="-65" dirty="0">
                <a:solidFill>
                  <a:srgbClr val="FF0000"/>
                </a:solidFill>
                <a:latin typeface="Arial"/>
                <a:cs typeface="Arial"/>
              </a:rPr>
              <a:t> </a:t>
            </a:r>
            <a:r>
              <a:rPr sz="2800" b="1" spc="-5" dirty="0">
                <a:solidFill>
                  <a:srgbClr val="FF0000"/>
                </a:solidFill>
                <a:latin typeface="Arial"/>
                <a:cs typeface="Arial"/>
              </a:rPr>
              <a:t>:</a:t>
            </a:r>
            <a:endParaRPr sz="2800" dirty="0">
              <a:solidFill>
                <a:srgbClr val="FF0000"/>
              </a:solidFill>
              <a:latin typeface="Arial"/>
              <a:cs typeface="Arial"/>
            </a:endParaRPr>
          </a:p>
        </p:txBody>
      </p:sp>
      <p:sp>
        <p:nvSpPr>
          <p:cNvPr id="15" name="object 15"/>
          <p:cNvSpPr txBox="1"/>
          <p:nvPr/>
        </p:nvSpPr>
        <p:spPr>
          <a:xfrm>
            <a:off x="4419346" y="2792348"/>
            <a:ext cx="2953385" cy="452120"/>
          </a:xfrm>
          <a:prstGeom prst="rect">
            <a:avLst/>
          </a:prstGeom>
        </p:spPr>
        <p:txBody>
          <a:bodyPr vert="horz" wrap="square" lIns="0" tIns="12065" rIns="0" bIns="0" rtlCol="0">
            <a:spAutoFit/>
          </a:bodyPr>
          <a:lstStyle/>
          <a:p>
            <a:pPr marL="38100">
              <a:spcBef>
                <a:spcPts val="95"/>
              </a:spcBef>
            </a:pPr>
            <a:r>
              <a:rPr sz="2800" b="1" spc="-5" dirty="0">
                <a:solidFill>
                  <a:srgbClr val="FFFFFF"/>
                </a:solidFill>
                <a:latin typeface="Arial"/>
                <a:cs typeface="Arial"/>
              </a:rPr>
              <a:t>Z</a:t>
            </a:r>
            <a:r>
              <a:rPr sz="2800" b="1" spc="-20" dirty="0">
                <a:solidFill>
                  <a:srgbClr val="FFFFFF"/>
                </a:solidFill>
                <a:latin typeface="Arial"/>
                <a:cs typeface="Arial"/>
              </a:rPr>
              <a:t> </a:t>
            </a:r>
            <a:r>
              <a:rPr sz="2800" b="1" spc="-5" dirty="0">
                <a:solidFill>
                  <a:srgbClr val="FFFFFF"/>
                </a:solidFill>
                <a:latin typeface="Arial"/>
                <a:cs typeface="Arial"/>
              </a:rPr>
              <a:t>=</a:t>
            </a:r>
            <a:r>
              <a:rPr sz="2800" b="1" spc="-15" dirty="0">
                <a:solidFill>
                  <a:srgbClr val="FFFFFF"/>
                </a:solidFill>
                <a:latin typeface="Arial"/>
                <a:cs typeface="Arial"/>
              </a:rPr>
              <a:t> </a:t>
            </a:r>
            <a:r>
              <a:rPr sz="2800" b="1" dirty="0">
                <a:solidFill>
                  <a:srgbClr val="FFFFFF"/>
                </a:solidFill>
                <a:latin typeface="Arial"/>
                <a:cs typeface="Arial"/>
              </a:rPr>
              <a:t>460x</a:t>
            </a:r>
            <a:r>
              <a:rPr sz="2775" b="1" baseline="-21021" dirty="0">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a:t>
            </a:r>
            <a:r>
              <a:rPr sz="2800" b="1" spc="-15" dirty="0">
                <a:solidFill>
                  <a:srgbClr val="FFFFFF"/>
                </a:solidFill>
                <a:latin typeface="Arial"/>
                <a:cs typeface="Arial"/>
              </a:rPr>
              <a:t> </a:t>
            </a:r>
            <a:r>
              <a:rPr sz="2800" b="1" dirty="0">
                <a:solidFill>
                  <a:srgbClr val="FFFFFF"/>
                </a:solidFill>
                <a:latin typeface="Arial"/>
                <a:cs typeface="Arial"/>
              </a:rPr>
              <a:t>200x</a:t>
            </a:r>
            <a:r>
              <a:rPr sz="2775" b="1" baseline="-21021" dirty="0">
                <a:solidFill>
                  <a:srgbClr val="FFFFFF"/>
                </a:solidFill>
                <a:latin typeface="Arial"/>
                <a:cs typeface="Arial"/>
              </a:rPr>
              <a:t>2</a:t>
            </a:r>
            <a:endParaRPr sz="2775" baseline="-21021">
              <a:latin typeface="Arial"/>
              <a:cs typeface="Arial"/>
            </a:endParaRPr>
          </a:p>
        </p:txBody>
      </p:sp>
      <p:sp>
        <p:nvSpPr>
          <p:cNvPr id="16" name="object 16"/>
          <p:cNvSpPr txBox="1"/>
          <p:nvPr/>
        </p:nvSpPr>
        <p:spPr>
          <a:xfrm>
            <a:off x="2575966" y="2842640"/>
            <a:ext cx="1499870" cy="736420"/>
          </a:xfrm>
          <a:prstGeom prst="rect">
            <a:avLst/>
          </a:prstGeom>
        </p:spPr>
        <p:txBody>
          <a:bodyPr vert="horz" wrap="square" lIns="0" tIns="635" rIns="0" bIns="0" rtlCol="0">
            <a:spAutoFit/>
          </a:bodyPr>
          <a:lstStyle/>
          <a:p>
            <a:pPr marL="12700" marR="5080">
              <a:lnSpc>
                <a:spcPct val="103299"/>
              </a:lnSpc>
              <a:spcBef>
                <a:spcPts val="5"/>
              </a:spcBef>
            </a:pPr>
            <a:r>
              <a:rPr sz="2400" b="1" spc="-5" dirty="0">
                <a:solidFill>
                  <a:srgbClr val="FFFFFF"/>
                </a:solidFill>
                <a:latin typeface="Arial"/>
                <a:cs typeface="Arial"/>
              </a:rPr>
              <a:t>Maximizar  Sujeto</a:t>
            </a:r>
            <a:r>
              <a:rPr sz="2400" b="1" spc="-35" dirty="0">
                <a:solidFill>
                  <a:srgbClr val="FFFFFF"/>
                </a:solidFill>
                <a:latin typeface="Arial"/>
                <a:cs typeface="Arial"/>
              </a:rPr>
              <a:t> </a:t>
            </a:r>
            <a:r>
              <a:rPr sz="2400" b="1" dirty="0">
                <a:solidFill>
                  <a:srgbClr val="FFFFFF"/>
                </a:solidFill>
                <a:latin typeface="Arial"/>
                <a:cs typeface="Arial"/>
              </a:rPr>
              <a:t>a</a:t>
            </a:r>
            <a:r>
              <a:rPr sz="2400" b="1" spc="-35" dirty="0">
                <a:solidFill>
                  <a:srgbClr val="FFFFFF"/>
                </a:solidFill>
                <a:latin typeface="Arial"/>
                <a:cs typeface="Arial"/>
              </a:rPr>
              <a:t> </a:t>
            </a:r>
            <a:r>
              <a:rPr sz="2400" b="1" dirty="0">
                <a:solidFill>
                  <a:srgbClr val="FFFFFF"/>
                </a:solidFill>
                <a:latin typeface="Arial"/>
                <a:cs typeface="Arial"/>
              </a:rPr>
              <a:t>:</a:t>
            </a:r>
            <a:endParaRPr sz="2400">
              <a:latin typeface="Arial"/>
              <a:cs typeface="Arial"/>
            </a:endParaRPr>
          </a:p>
        </p:txBody>
      </p:sp>
      <p:graphicFrame>
        <p:nvGraphicFramePr>
          <p:cNvPr id="17" name="object 17"/>
          <p:cNvGraphicFramePr>
            <a:graphicFrameLocks noGrp="1"/>
          </p:cNvGraphicFramePr>
          <p:nvPr/>
        </p:nvGraphicFramePr>
        <p:xfrm>
          <a:off x="4383785" y="3575047"/>
          <a:ext cx="3232149" cy="2013928"/>
        </p:xfrm>
        <a:graphic>
          <a:graphicData uri="http://schemas.openxmlformats.org/drawingml/2006/table">
            <a:tbl>
              <a:tblPr firstRow="1" bandRow="1">
                <a:tableStyleId>{2D5ABB26-0587-4C30-8999-92F81FD0307C}</a:tableStyleId>
              </a:tblPr>
              <a:tblGrid>
                <a:gridCol w="1339215">
                  <a:extLst>
                    <a:ext uri="{9D8B030D-6E8A-4147-A177-3AD203B41FA5}">
                      <a16:colId xmlns:a16="http://schemas.microsoft.com/office/drawing/2014/main" val="20000"/>
                    </a:ext>
                  </a:extLst>
                </a:gridCol>
                <a:gridCol w="1161415">
                  <a:extLst>
                    <a:ext uri="{9D8B030D-6E8A-4147-A177-3AD203B41FA5}">
                      <a16:colId xmlns:a16="http://schemas.microsoft.com/office/drawing/2014/main" val="20001"/>
                    </a:ext>
                  </a:extLst>
                </a:gridCol>
                <a:gridCol w="731519">
                  <a:extLst>
                    <a:ext uri="{9D8B030D-6E8A-4147-A177-3AD203B41FA5}">
                      <a16:colId xmlns:a16="http://schemas.microsoft.com/office/drawing/2014/main" val="20002"/>
                    </a:ext>
                  </a:extLst>
                </a:gridCol>
              </a:tblGrid>
              <a:tr h="494774">
                <a:tc>
                  <a:txBody>
                    <a:bodyPr/>
                    <a:lstStyle/>
                    <a:p>
                      <a:pPr marR="267970" algn="r">
                        <a:lnSpc>
                          <a:spcPct val="100000"/>
                        </a:lnSpc>
                        <a:spcBef>
                          <a:spcPts val="10"/>
                        </a:spcBef>
                      </a:pPr>
                      <a:r>
                        <a:rPr sz="2800" b="1" dirty="0">
                          <a:solidFill>
                            <a:srgbClr val="FFFFFF"/>
                          </a:solidFill>
                          <a:latin typeface="Arial"/>
                          <a:cs typeface="Arial"/>
                        </a:rPr>
                        <a:t>18x</a:t>
                      </a:r>
                      <a:r>
                        <a:rPr sz="2775" b="1" baseline="-21021" dirty="0">
                          <a:solidFill>
                            <a:srgbClr val="FFFFFF"/>
                          </a:solidFill>
                          <a:latin typeface="Arial"/>
                          <a:cs typeface="Arial"/>
                        </a:rPr>
                        <a:t>1</a:t>
                      </a:r>
                      <a:r>
                        <a:rPr sz="2775" b="1" spc="292" baseline="-21021" dirty="0">
                          <a:solidFill>
                            <a:srgbClr val="FFFFFF"/>
                          </a:solidFill>
                          <a:latin typeface="Arial"/>
                          <a:cs typeface="Arial"/>
                        </a:rPr>
                        <a:t> </a:t>
                      </a:r>
                      <a:r>
                        <a:rPr sz="2800" b="1" spc="-5" dirty="0">
                          <a:solidFill>
                            <a:srgbClr val="FFFFFF"/>
                          </a:solidFill>
                          <a:latin typeface="Arial"/>
                          <a:cs typeface="Arial"/>
                        </a:rPr>
                        <a:t>+</a:t>
                      </a:r>
                      <a:endParaRPr sz="2800" dirty="0">
                        <a:latin typeface="Arial"/>
                        <a:cs typeface="Arial"/>
                      </a:endParaRPr>
                    </a:p>
                  </a:txBody>
                  <a:tcPr marL="0" marR="0" marT="1270" marB="0">
                    <a:noFill/>
                  </a:tcPr>
                </a:tc>
                <a:tc>
                  <a:txBody>
                    <a:bodyPr/>
                    <a:lstStyle/>
                    <a:p>
                      <a:pPr marR="115570" algn="r">
                        <a:lnSpc>
                          <a:spcPct val="100000"/>
                        </a:lnSpc>
                        <a:spcBef>
                          <a:spcPts val="10"/>
                        </a:spcBef>
                      </a:pPr>
                      <a:r>
                        <a:rPr sz="2800" b="1" spc="5" dirty="0">
                          <a:solidFill>
                            <a:srgbClr val="FFFFFF"/>
                          </a:solidFill>
                          <a:latin typeface="Arial"/>
                          <a:cs typeface="Arial"/>
                        </a:rPr>
                        <a:t>3x</a:t>
                      </a:r>
                      <a:r>
                        <a:rPr sz="2775" b="1" spc="7" baseline="-21021" dirty="0">
                          <a:solidFill>
                            <a:srgbClr val="FFFFFF"/>
                          </a:solidFill>
                          <a:latin typeface="Arial"/>
                          <a:cs typeface="Arial"/>
                        </a:rPr>
                        <a:t>2</a:t>
                      </a:r>
                      <a:r>
                        <a:rPr sz="2775" b="1" spc="315" baseline="-21021" dirty="0">
                          <a:solidFill>
                            <a:srgbClr val="FFFFFF"/>
                          </a:solidFill>
                          <a:latin typeface="Arial"/>
                          <a:cs typeface="Arial"/>
                        </a:rPr>
                        <a:t> </a:t>
                      </a:r>
                      <a:r>
                        <a:rPr sz="2800" spc="-5" dirty="0">
                          <a:solidFill>
                            <a:srgbClr val="FFFFFF"/>
                          </a:solidFill>
                          <a:latin typeface="Symbol"/>
                          <a:cs typeface="Symbol"/>
                        </a:rPr>
                        <a:t></a:t>
                      </a:r>
                      <a:endParaRPr sz="2800">
                        <a:latin typeface="Symbol"/>
                        <a:cs typeface="Symbol"/>
                      </a:endParaRPr>
                    </a:p>
                  </a:txBody>
                  <a:tcPr marL="0" marR="0" marT="1270" marB="0">
                    <a:noFill/>
                  </a:tcPr>
                </a:tc>
                <a:tc>
                  <a:txBody>
                    <a:bodyPr/>
                    <a:lstStyle/>
                    <a:p>
                      <a:pPr marR="55244" algn="r">
                        <a:lnSpc>
                          <a:spcPct val="100000"/>
                        </a:lnSpc>
                        <a:spcBef>
                          <a:spcPts val="10"/>
                        </a:spcBef>
                      </a:pPr>
                      <a:r>
                        <a:rPr sz="2800" b="1" dirty="0">
                          <a:solidFill>
                            <a:srgbClr val="FFFFFF"/>
                          </a:solidFill>
                          <a:latin typeface="Arial"/>
                          <a:cs typeface="Arial"/>
                        </a:rPr>
                        <a:t>800</a:t>
                      </a:r>
                      <a:endParaRPr sz="2800">
                        <a:latin typeface="Arial"/>
                        <a:cs typeface="Arial"/>
                      </a:endParaRPr>
                    </a:p>
                  </a:txBody>
                  <a:tcPr marL="0" marR="0" marT="1270" marB="0">
                    <a:noFill/>
                  </a:tcPr>
                </a:tc>
                <a:extLst>
                  <a:ext uri="{0D108BD9-81ED-4DB2-BD59-A6C34878D82A}">
                    <a16:rowId xmlns:a16="http://schemas.microsoft.com/office/drawing/2014/main" val="10000"/>
                  </a:ext>
                </a:extLst>
              </a:tr>
              <a:tr h="503528">
                <a:tc>
                  <a:txBody>
                    <a:bodyPr/>
                    <a:lstStyle/>
                    <a:p>
                      <a:pPr marR="238760" algn="r">
                        <a:lnSpc>
                          <a:spcPct val="100000"/>
                        </a:lnSpc>
                        <a:spcBef>
                          <a:spcPts val="15"/>
                        </a:spcBef>
                      </a:pPr>
                      <a:r>
                        <a:rPr sz="2800" b="1" spc="5" dirty="0">
                          <a:solidFill>
                            <a:srgbClr val="FFFFFF"/>
                          </a:solidFill>
                          <a:latin typeface="Arial"/>
                          <a:cs typeface="Arial"/>
                        </a:rPr>
                        <a:t>9x</a:t>
                      </a:r>
                      <a:r>
                        <a:rPr sz="2775" b="1" spc="7" baseline="-21021" dirty="0">
                          <a:solidFill>
                            <a:srgbClr val="FFFFFF"/>
                          </a:solidFill>
                          <a:latin typeface="Arial"/>
                          <a:cs typeface="Arial"/>
                        </a:rPr>
                        <a:t>1</a:t>
                      </a:r>
                      <a:r>
                        <a:rPr sz="2775" b="1" spc="315" baseline="-21021" dirty="0">
                          <a:solidFill>
                            <a:srgbClr val="FFFFFF"/>
                          </a:solidFill>
                          <a:latin typeface="Arial"/>
                          <a:cs typeface="Arial"/>
                        </a:rPr>
                        <a:t> </a:t>
                      </a:r>
                      <a:r>
                        <a:rPr sz="2800" b="1" spc="-5" dirty="0">
                          <a:solidFill>
                            <a:srgbClr val="FFFFFF"/>
                          </a:solidFill>
                          <a:latin typeface="Arial"/>
                          <a:cs typeface="Arial"/>
                        </a:rPr>
                        <a:t>+</a:t>
                      </a:r>
                      <a:endParaRPr sz="2800">
                        <a:latin typeface="Arial"/>
                        <a:cs typeface="Arial"/>
                      </a:endParaRPr>
                    </a:p>
                  </a:txBody>
                  <a:tcPr marL="0" marR="0" marT="1905" marB="0">
                    <a:noFill/>
                  </a:tcPr>
                </a:tc>
                <a:tc>
                  <a:txBody>
                    <a:bodyPr/>
                    <a:lstStyle/>
                    <a:p>
                      <a:pPr marR="85090" algn="r">
                        <a:lnSpc>
                          <a:spcPct val="100000"/>
                        </a:lnSpc>
                        <a:spcBef>
                          <a:spcPts val="15"/>
                        </a:spcBef>
                      </a:pPr>
                      <a:r>
                        <a:rPr sz="2800" b="1" spc="5" dirty="0">
                          <a:solidFill>
                            <a:srgbClr val="FFFFFF"/>
                          </a:solidFill>
                          <a:latin typeface="Arial"/>
                          <a:cs typeface="Arial"/>
                        </a:rPr>
                        <a:t>4x</a:t>
                      </a:r>
                      <a:r>
                        <a:rPr sz="2775" b="1" spc="7" baseline="-21021" dirty="0">
                          <a:solidFill>
                            <a:srgbClr val="FFFFFF"/>
                          </a:solidFill>
                          <a:latin typeface="Arial"/>
                          <a:cs typeface="Arial"/>
                        </a:rPr>
                        <a:t>2</a:t>
                      </a:r>
                      <a:r>
                        <a:rPr sz="2775" b="1" spc="315" baseline="-21021" dirty="0">
                          <a:solidFill>
                            <a:srgbClr val="FFFFFF"/>
                          </a:solidFill>
                          <a:latin typeface="Arial"/>
                          <a:cs typeface="Arial"/>
                        </a:rPr>
                        <a:t> </a:t>
                      </a:r>
                      <a:r>
                        <a:rPr sz="2800" spc="-5" dirty="0">
                          <a:solidFill>
                            <a:srgbClr val="FFFFFF"/>
                          </a:solidFill>
                          <a:latin typeface="Symbol"/>
                          <a:cs typeface="Symbol"/>
                        </a:rPr>
                        <a:t></a:t>
                      </a:r>
                      <a:endParaRPr sz="2800">
                        <a:latin typeface="Symbol"/>
                        <a:cs typeface="Symbol"/>
                      </a:endParaRPr>
                    </a:p>
                  </a:txBody>
                  <a:tcPr marL="0" marR="0" marT="1905" marB="0">
                    <a:noFill/>
                  </a:tcPr>
                </a:tc>
                <a:tc>
                  <a:txBody>
                    <a:bodyPr/>
                    <a:lstStyle/>
                    <a:p>
                      <a:pPr marR="24130" algn="r">
                        <a:lnSpc>
                          <a:spcPct val="100000"/>
                        </a:lnSpc>
                        <a:spcBef>
                          <a:spcPts val="15"/>
                        </a:spcBef>
                      </a:pPr>
                      <a:r>
                        <a:rPr sz="2800" b="1" dirty="0">
                          <a:solidFill>
                            <a:srgbClr val="FFFFFF"/>
                          </a:solidFill>
                          <a:latin typeface="Arial"/>
                          <a:cs typeface="Arial"/>
                        </a:rPr>
                        <a:t>600</a:t>
                      </a:r>
                      <a:endParaRPr sz="2800">
                        <a:latin typeface="Arial"/>
                        <a:cs typeface="Arial"/>
                      </a:endParaRPr>
                    </a:p>
                  </a:txBody>
                  <a:tcPr marL="0" marR="0" marT="1905" marB="0">
                    <a:noFill/>
                  </a:tcPr>
                </a:tc>
                <a:extLst>
                  <a:ext uri="{0D108BD9-81ED-4DB2-BD59-A6C34878D82A}">
                    <a16:rowId xmlns:a16="http://schemas.microsoft.com/office/drawing/2014/main" val="10001"/>
                  </a:ext>
                </a:extLst>
              </a:tr>
              <a:tr h="512376">
                <a:tc>
                  <a:txBody>
                    <a:bodyPr/>
                    <a:lstStyle/>
                    <a:p>
                      <a:pPr marR="90170" algn="ctr">
                        <a:lnSpc>
                          <a:spcPct val="100000"/>
                        </a:lnSpc>
                        <a:spcBef>
                          <a:spcPts val="80"/>
                        </a:spcBef>
                      </a:pPr>
                      <a:r>
                        <a:rPr sz="2800" b="1" spc="5" dirty="0">
                          <a:solidFill>
                            <a:srgbClr val="FFFFFF"/>
                          </a:solidFill>
                          <a:latin typeface="Arial"/>
                          <a:cs typeface="Arial"/>
                        </a:rPr>
                        <a:t>x</a:t>
                      </a:r>
                      <a:r>
                        <a:rPr sz="2775" b="1" spc="7" baseline="-21021" dirty="0">
                          <a:solidFill>
                            <a:srgbClr val="FFFFFF"/>
                          </a:solidFill>
                          <a:latin typeface="Arial"/>
                          <a:cs typeface="Arial"/>
                        </a:rPr>
                        <a:t>1</a:t>
                      </a:r>
                      <a:endParaRPr sz="2775" baseline="-21021">
                        <a:latin typeface="Arial"/>
                        <a:cs typeface="Arial"/>
                      </a:endParaRPr>
                    </a:p>
                  </a:txBody>
                  <a:tcPr marL="0" marR="0" marT="10160" marB="0">
                    <a:noFill/>
                  </a:tcPr>
                </a:tc>
                <a:tc>
                  <a:txBody>
                    <a:bodyPr/>
                    <a:lstStyle/>
                    <a:p>
                      <a:pPr marR="112395" algn="r">
                        <a:lnSpc>
                          <a:spcPct val="100000"/>
                        </a:lnSpc>
                        <a:spcBef>
                          <a:spcPts val="80"/>
                        </a:spcBef>
                      </a:pPr>
                      <a:r>
                        <a:rPr sz="2800" dirty="0">
                          <a:solidFill>
                            <a:srgbClr val="FFFFFF"/>
                          </a:solidFill>
                          <a:latin typeface="Symbol"/>
                          <a:cs typeface="Symbol"/>
                        </a:rPr>
                        <a:t></a:t>
                      </a:r>
                      <a:endParaRPr sz="2800" dirty="0">
                        <a:latin typeface="Symbol"/>
                        <a:cs typeface="Symbol"/>
                      </a:endParaRPr>
                    </a:p>
                  </a:txBody>
                  <a:tcPr marL="0" marR="0" marT="10160" marB="0">
                    <a:noFill/>
                  </a:tcPr>
                </a:tc>
                <a:tc>
                  <a:txBody>
                    <a:bodyPr/>
                    <a:lstStyle/>
                    <a:p>
                      <a:pPr marR="52705" algn="r">
                        <a:lnSpc>
                          <a:spcPct val="100000"/>
                        </a:lnSpc>
                        <a:spcBef>
                          <a:spcPts val="80"/>
                        </a:spcBef>
                      </a:pPr>
                      <a:r>
                        <a:rPr sz="2800" b="1" spc="-5" dirty="0">
                          <a:solidFill>
                            <a:srgbClr val="FFFFFF"/>
                          </a:solidFill>
                          <a:latin typeface="Arial"/>
                          <a:cs typeface="Arial"/>
                        </a:rPr>
                        <a:t>80</a:t>
                      </a:r>
                      <a:endParaRPr sz="2800">
                        <a:latin typeface="Arial"/>
                        <a:cs typeface="Arial"/>
                      </a:endParaRPr>
                    </a:p>
                  </a:txBody>
                  <a:tcPr marL="0" marR="0" marT="10160" marB="0">
                    <a:noFill/>
                  </a:tcPr>
                </a:tc>
                <a:extLst>
                  <a:ext uri="{0D108BD9-81ED-4DB2-BD59-A6C34878D82A}">
                    <a16:rowId xmlns:a16="http://schemas.microsoft.com/office/drawing/2014/main" val="10002"/>
                  </a:ext>
                </a:extLst>
              </a:tr>
              <a:tr h="503250">
                <a:tc>
                  <a:txBody>
                    <a:bodyPr/>
                    <a:lstStyle/>
                    <a:p>
                      <a:pPr marL="455295">
                        <a:lnSpc>
                          <a:spcPct val="100000"/>
                        </a:lnSpc>
                        <a:spcBef>
                          <a:spcPts val="80"/>
                        </a:spcBef>
                      </a:pPr>
                      <a:r>
                        <a:rPr sz="2800" b="1" spc="5" dirty="0">
                          <a:solidFill>
                            <a:srgbClr val="FFFFFF"/>
                          </a:solidFill>
                          <a:latin typeface="Arial"/>
                          <a:cs typeface="Arial"/>
                        </a:rPr>
                        <a:t>x</a:t>
                      </a:r>
                      <a:r>
                        <a:rPr sz="2775" b="1" spc="7" baseline="-21021" dirty="0">
                          <a:solidFill>
                            <a:srgbClr val="FFFFFF"/>
                          </a:solidFill>
                          <a:latin typeface="Arial"/>
                          <a:cs typeface="Arial"/>
                        </a:rPr>
                        <a:t>1</a:t>
                      </a:r>
                      <a:r>
                        <a:rPr sz="2775" b="1" spc="315" baseline="-21021" dirty="0">
                          <a:solidFill>
                            <a:srgbClr val="FFFFFF"/>
                          </a:solidFill>
                          <a:latin typeface="Arial"/>
                          <a:cs typeface="Arial"/>
                        </a:rPr>
                        <a:t> </a:t>
                      </a:r>
                      <a:r>
                        <a:rPr sz="2800" b="1" spc="-5" dirty="0">
                          <a:solidFill>
                            <a:srgbClr val="FFFFFF"/>
                          </a:solidFill>
                          <a:latin typeface="Arial"/>
                          <a:cs typeface="Arial"/>
                        </a:rPr>
                        <a:t>,</a:t>
                      </a:r>
                      <a:endParaRPr sz="2800">
                        <a:latin typeface="Arial"/>
                        <a:cs typeface="Arial"/>
                      </a:endParaRPr>
                    </a:p>
                  </a:txBody>
                  <a:tcPr marL="0" marR="0" marT="10160" marB="0">
                    <a:noFill/>
                  </a:tcPr>
                </a:tc>
                <a:tc>
                  <a:txBody>
                    <a:bodyPr/>
                    <a:lstStyle/>
                    <a:p>
                      <a:pPr marR="66675" algn="r">
                        <a:lnSpc>
                          <a:spcPct val="100000"/>
                        </a:lnSpc>
                        <a:spcBef>
                          <a:spcPts val="80"/>
                        </a:spcBef>
                        <a:tabLst>
                          <a:tab pos="460375" algn="l"/>
                        </a:tabLst>
                      </a:pPr>
                      <a:r>
                        <a:rPr sz="2800" b="1" spc="5" dirty="0">
                          <a:solidFill>
                            <a:srgbClr val="FFFFFF"/>
                          </a:solidFill>
                          <a:latin typeface="Arial"/>
                          <a:cs typeface="Arial"/>
                        </a:rPr>
                        <a:t>x</a:t>
                      </a:r>
                      <a:r>
                        <a:rPr sz="2775" b="1" spc="7" baseline="-21021" dirty="0">
                          <a:solidFill>
                            <a:srgbClr val="FFFFFF"/>
                          </a:solidFill>
                          <a:latin typeface="Arial"/>
                          <a:cs typeface="Arial"/>
                        </a:rPr>
                        <a:t>2	</a:t>
                      </a:r>
                      <a:r>
                        <a:rPr sz="2800" spc="-5" dirty="0">
                          <a:solidFill>
                            <a:srgbClr val="FFFFFF"/>
                          </a:solidFill>
                          <a:latin typeface="Symbol"/>
                          <a:cs typeface="Symbol"/>
                        </a:rPr>
                        <a:t></a:t>
                      </a:r>
                      <a:endParaRPr sz="2800">
                        <a:latin typeface="Symbol"/>
                        <a:cs typeface="Symbol"/>
                      </a:endParaRPr>
                    </a:p>
                  </a:txBody>
                  <a:tcPr marL="0" marR="0" marT="10160" marB="0">
                    <a:noFill/>
                  </a:tcPr>
                </a:tc>
                <a:tc>
                  <a:txBody>
                    <a:bodyPr/>
                    <a:lstStyle/>
                    <a:p>
                      <a:pPr marL="318135">
                        <a:lnSpc>
                          <a:spcPct val="100000"/>
                        </a:lnSpc>
                        <a:spcBef>
                          <a:spcPts val="80"/>
                        </a:spcBef>
                      </a:pPr>
                      <a:r>
                        <a:rPr sz="2800" b="1" dirty="0">
                          <a:solidFill>
                            <a:srgbClr val="FFFFFF"/>
                          </a:solidFill>
                          <a:latin typeface="Arial"/>
                          <a:cs typeface="Arial"/>
                        </a:rPr>
                        <a:t>0</a:t>
                      </a:r>
                      <a:endParaRPr sz="2800" dirty="0">
                        <a:latin typeface="Arial"/>
                        <a:cs typeface="Arial"/>
                      </a:endParaRPr>
                    </a:p>
                  </a:txBody>
                  <a:tcPr marL="0" marR="0" marT="10160" marB="0">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object 2">
            <a:extLst>
              <a:ext uri="{FF2B5EF4-FFF2-40B4-BE49-F238E27FC236}">
                <a16:creationId xmlns:a16="http://schemas.microsoft.com/office/drawing/2014/main" id="{19CFF5AF-3A89-4BC7-B77E-99A41BC3C5C4}"/>
              </a:ext>
            </a:extLst>
          </p:cNvPr>
          <p:cNvGrpSpPr/>
          <p:nvPr/>
        </p:nvGrpSpPr>
        <p:grpSpPr>
          <a:xfrm>
            <a:off x="3097827" y="167140"/>
            <a:ext cx="6927626" cy="6462758"/>
            <a:chOff x="1043939" y="167140"/>
            <a:chExt cx="6837044" cy="6462758"/>
          </a:xfrm>
        </p:grpSpPr>
        <p:pic>
          <p:nvPicPr>
            <p:cNvPr id="14" name="object 3">
              <a:extLst>
                <a:ext uri="{FF2B5EF4-FFF2-40B4-BE49-F238E27FC236}">
                  <a16:creationId xmlns:a16="http://schemas.microsoft.com/office/drawing/2014/main" id="{DA28282B-52D3-4C0A-8FD5-88BD1EB8A583}"/>
                </a:ext>
              </a:extLst>
            </p:cNvPr>
            <p:cNvPicPr/>
            <p:nvPr/>
          </p:nvPicPr>
          <p:blipFill>
            <a:blip r:embed="rId2" cstate="print"/>
            <a:stretch>
              <a:fillRect/>
            </a:stretch>
          </p:blipFill>
          <p:spPr>
            <a:xfrm>
              <a:off x="1043939" y="167140"/>
              <a:ext cx="6837044" cy="6462758"/>
            </a:xfrm>
            <a:prstGeom prst="rect">
              <a:avLst/>
            </a:prstGeom>
          </p:spPr>
        </p:pic>
        <p:sp>
          <p:nvSpPr>
            <p:cNvPr id="15" name="object 4">
              <a:extLst>
                <a:ext uri="{FF2B5EF4-FFF2-40B4-BE49-F238E27FC236}">
                  <a16:creationId xmlns:a16="http://schemas.microsoft.com/office/drawing/2014/main" id="{923ADEBB-66BB-483C-AFEA-CE9A110C3670}"/>
                </a:ext>
              </a:extLst>
            </p:cNvPr>
            <p:cNvSpPr/>
            <p:nvPr/>
          </p:nvSpPr>
          <p:spPr>
            <a:xfrm>
              <a:off x="2030490" y="2726388"/>
              <a:ext cx="2127250" cy="2613660"/>
            </a:xfrm>
            <a:custGeom>
              <a:avLst/>
              <a:gdLst/>
              <a:ahLst/>
              <a:cxnLst/>
              <a:rect l="l" t="t" r="r" b="b"/>
              <a:pathLst>
                <a:path w="2127250" h="2613659">
                  <a:moveTo>
                    <a:pt x="0" y="0"/>
                  </a:moveTo>
                  <a:lnTo>
                    <a:pt x="2126870" y="2613051"/>
                  </a:lnTo>
                </a:path>
              </a:pathLst>
            </a:custGeom>
            <a:ln w="31750">
              <a:solidFill>
                <a:srgbClr val="00FF00"/>
              </a:solidFill>
              <a:prstDash val="lgDash"/>
            </a:ln>
          </p:spPr>
          <p:txBody>
            <a:bodyPr wrap="square" lIns="0" tIns="0" rIns="0" bIns="0" rtlCol="0"/>
            <a:lstStyle/>
            <a:p>
              <a:endParaRPr/>
            </a:p>
          </p:txBody>
        </p:sp>
      </p:grpSp>
    </p:spTree>
    <p:extLst>
      <p:ext uri="{BB962C8B-B14F-4D97-AF65-F5344CB8AC3E}">
        <p14:creationId xmlns:p14="http://schemas.microsoft.com/office/powerpoint/2010/main" val="35886136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2133600" y="1447800"/>
            <a:ext cx="8077200" cy="152400"/>
          </a:xfrm>
          <a:prstGeom prst="rect">
            <a:avLst/>
          </a:prstGeom>
        </p:spPr>
      </p:pic>
      <p:pic>
        <p:nvPicPr>
          <p:cNvPr id="6" name="object 6"/>
          <p:cNvPicPr/>
          <p:nvPr/>
        </p:nvPicPr>
        <p:blipFill>
          <a:blip r:embed="rId3" cstate="print"/>
          <a:stretch>
            <a:fillRect/>
          </a:stretch>
        </p:blipFill>
        <p:spPr>
          <a:xfrm>
            <a:off x="1905000" y="1219200"/>
            <a:ext cx="8077200" cy="152400"/>
          </a:xfrm>
          <a:prstGeom prst="rect">
            <a:avLst/>
          </a:prstGeom>
        </p:spPr>
      </p:pic>
      <p:grpSp>
        <p:nvGrpSpPr>
          <p:cNvPr id="11" name="object 11"/>
          <p:cNvGrpSpPr/>
          <p:nvPr/>
        </p:nvGrpSpPr>
        <p:grpSpPr>
          <a:xfrm>
            <a:off x="206440" y="2584450"/>
            <a:ext cx="5348971" cy="3289300"/>
            <a:chOff x="908050" y="2584450"/>
            <a:chExt cx="6642100" cy="3289300"/>
          </a:xfrm>
        </p:grpSpPr>
        <p:sp>
          <p:nvSpPr>
            <p:cNvPr id="12" name="object 12"/>
            <p:cNvSpPr/>
            <p:nvPr/>
          </p:nvSpPr>
          <p:spPr>
            <a:xfrm>
              <a:off x="914400" y="2590800"/>
              <a:ext cx="6629400" cy="3276600"/>
            </a:xfrm>
            <a:custGeom>
              <a:avLst/>
              <a:gdLst/>
              <a:ahLst/>
              <a:cxnLst/>
              <a:rect l="l" t="t" r="r" b="b"/>
              <a:pathLst>
                <a:path w="6629400" h="3276600">
                  <a:moveTo>
                    <a:pt x="6083300" y="0"/>
                  </a:moveTo>
                  <a:lnTo>
                    <a:pt x="546100" y="0"/>
                  </a:lnTo>
                  <a:lnTo>
                    <a:pt x="498980" y="2004"/>
                  </a:lnTo>
                  <a:lnTo>
                    <a:pt x="452974" y="7908"/>
                  </a:lnTo>
                  <a:lnTo>
                    <a:pt x="408245" y="17547"/>
                  </a:lnTo>
                  <a:lnTo>
                    <a:pt x="364956" y="30758"/>
                  </a:lnTo>
                  <a:lnTo>
                    <a:pt x="323273" y="47377"/>
                  </a:lnTo>
                  <a:lnTo>
                    <a:pt x="283357" y="67240"/>
                  </a:lnTo>
                  <a:lnTo>
                    <a:pt x="245375" y="90183"/>
                  </a:lnTo>
                  <a:lnTo>
                    <a:pt x="209489" y="116042"/>
                  </a:lnTo>
                  <a:lnTo>
                    <a:pt x="175863" y="144653"/>
                  </a:lnTo>
                  <a:lnTo>
                    <a:pt x="144662" y="175853"/>
                  </a:lnTo>
                  <a:lnTo>
                    <a:pt x="116050" y="209478"/>
                  </a:lnTo>
                  <a:lnTo>
                    <a:pt x="90189" y="245364"/>
                  </a:lnTo>
                  <a:lnTo>
                    <a:pt x="67245" y="283346"/>
                  </a:lnTo>
                  <a:lnTo>
                    <a:pt x="47381" y="323262"/>
                  </a:lnTo>
                  <a:lnTo>
                    <a:pt x="30761" y="364946"/>
                  </a:lnTo>
                  <a:lnTo>
                    <a:pt x="17549" y="408236"/>
                  </a:lnTo>
                  <a:lnTo>
                    <a:pt x="7908" y="452968"/>
                  </a:lnTo>
                  <a:lnTo>
                    <a:pt x="2004" y="498977"/>
                  </a:lnTo>
                  <a:lnTo>
                    <a:pt x="0" y="546100"/>
                  </a:lnTo>
                  <a:lnTo>
                    <a:pt x="0" y="2730500"/>
                  </a:lnTo>
                  <a:lnTo>
                    <a:pt x="2004" y="2777619"/>
                  </a:lnTo>
                  <a:lnTo>
                    <a:pt x="7908" y="2823625"/>
                  </a:lnTo>
                  <a:lnTo>
                    <a:pt x="17549" y="2868354"/>
                  </a:lnTo>
                  <a:lnTo>
                    <a:pt x="30761" y="2911643"/>
                  </a:lnTo>
                  <a:lnTo>
                    <a:pt x="47381" y="2953326"/>
                  </a:lnTo>
                  <a:lnTo>
                    <a:pt x="67245" y="2993242"/>
                  </a:lnTo>
                  <a:lnTo>
                    <a:pt x="90189" y="3031224"/>
                  </a:lnTo>
                  <a:lnTo>
                    <a:pt x="116050" y="3067110"/>
                  </a:lnTo>
                  <a:lnTo>
                    <a:pt x="144662" y="3100736"/>
                  </a:lnTo>
                  <a:lnTo>
                    <a:pt x="175863" y="3131937"/>
                  </a:lnTo>
                  <a:lnTo>
                    <a:pt x="209489" y="3160549"/>
                  </a:lnTo>
                  <a:lnTo>
                    <a:pt x="245375" y="3186410"/>
                  </a:lnTo>
                  <a:lnTo>
                    <a:pt x="283357" y="3209354"/>
                  </a:lnTo>
                  <a:lnTo>
                    <a:pt x="323273" y="3229218"/>
                  </a:lnTo>
                  <a:lnTo>
                    <a:pt x="364956" y="3245838"/>
                  </a:lnTo>
                  <a:lnTo>
                    <a:pt x="408245" y="3259050"/>
                  </a:lnTo>
                  <a:lnTo>
                    <a:pt x="452974" y="3268691"/>
                  </a:lnTo>
                  <a:lnTo>
                    <a:pt x="498980" y="3274595"/>
                  </a:lnTo>
                  <a:lnTo>
                    <a:pt x="546100" y="3276600"/>
                  </a:lnTo>
                  <a:lnTo>
                    <a:pt x="6083300" y="3276600"/>
                  </a:lnTo>
                  <a:lnTo>
                    <a:pt x="6130422" y="3274595"/>
                  </a:lnTo>
                  <a:lnTo>
                    <a:pt x="6176431" y="3268691"/>
                  </a:lnTo>
                  <a:lnTo>
                    <a:pt x="6221163" y="3259050"/>
                  </a:lnTo>
                  <a:lnTo>
                    <a:pt x="6264453" y="3245838"/>
                  </a:lnTo>
                  <a:lnTo>
                    <a:pt x="6306137" y="3229218"/>
                  </a:lnTo>
                  <a:lnTo>
                    <a:pt x="6346053" y="3209354"/>
                  </a:lnTo>
                  <a:lnTo>
                    <a:pt x="6384035" y="3186410"/>
                  </a:lnTo>
                  <a:lnTo>
                    <a:pt x="6419921" y="3160549"/>
                  </a:lnTo>
                  <a:lnTo>
                    <a:pt x="6453546" y="3131937"/>
                  </a:lnTo>
                  <a:lnTo>
                    <a:pt x="6484746" y="3100736"/>
                  </a:lnTo>
                  <a:lnTo>
                    <a:pt x="6513357" y="3067110"/>
                  </a:lnTo>
                  <a:lnTo>
                    <a:pt x="6539216" y="3031224"/>
                  </a:lnTo>
                  <a:lnTo>
                    <a:pt x="6562159" y="2993242"/>
                  </a:lnTo>
                  <a:lnTo>
                    <a:pt x="6582022" y="2953326"/>
                  </a:lnTo>
                  <a:lnTo>
                    <a:pt x="6598641" y="2911643"/>
                  </a:lnTo>
                  <a:lnTo>
                    <a:pt x="6611852" y="2868354"/>
                  </a:lnTo>
                  <a:lnTo>
                    <a:pt x="6621491" y="2823625"/>
                  </a:lnTo>
                  <a:lnTo>
                    <a:pt x="6627395" y="2777619"/>
                  </a:lnTo>
                  <a:lnTo>
                    <a:pt x="6629400" y="2730500"/>
                  </a:lnTo>
                  <a:lnTo>
                    <a:pt x="6629400" y="546100"/>
                  </a:lnTo>
                  <a:lnTo>
                    <a:pt x="6627395" y="498977"/>
                  </a:lnTo>
                  <a:lnTo>
                    <a:pt x="6621491" y="452968"/>
                  </a:lnTo>
                  <a:lnTo>
                    <a:pt x="6611852" y="408236"/>
                  </a:lnTo>
                  <a:lnTo>
                    <a:pt x="6598641" y="364946"/>
                  </a:lnTo>
                  <a:lnTo>
                    <a:pt x="6582022" y="323262"/>
                  </a:lnTo>
                  <a:lnTo>
                    <a:pt x="6562159" y="283346"/>
                  </a:lnTo>
                  <a:lnTo>
                    <a:pt x="6539216" y="245364"/>
                  </a:lnTo>
                  <a:lnTo>
                    <a:pt x="6513357" y="209478"/>
                  </a:lnTo>
                  <a:lnTo>
                    <a:pt x="6484746" y="175853"/>
                  </a:lnTo>
                  <a:lnTo>
                    <a:pt x="6453546" y="144653"/>
                  </a:lnTo>
                  <a:lnTo>
                    <a:pt x="6419921" y="116042"/>
                  </a:lnTo>
                  <a:lnTo>
                    <a:pt x="6384035" y="90183"/>
                  </a:lnTo>
                  <a:lnTo>
                    <a:pt x="6346053" y="67240"/>
                  </a:lnTo>
                  <a:lnTo>
                    <a:pt x="6306137" y="47377"/>
                  </a:lnTo>
                  <a:lnTo>
                    <a:pt x="6264453" y="30758"/>
                  </a:lnTo>
                  <a:lnTo>
                    <a:pt x="6221163" y="17547"/>
                  </a:lnTo>
                  <a:lnTo>
                    <a:pt x="6176431" y="7908"/>
                  </a:lnTo>
                  <a:lnTo>
                    <a:pt x="6130422" y="2004"/>
                  </a:lnTo>
                  <a:lnTo>
                    <a:pt x="6083300" y="0"/>
                  </a:lnTo>
                  <a:close/>
                </a:path>
              </a:pathLst>
            </a:custGeom>
            <a:solidFill>
              <a:srgbClr val="FF9933"/>
            </a:solidFill>
          </p:spPr>
          <p:txBody>
            <a:bodyPr wrap="square" lIns="0" tIns="0" rIns="0" bIns="0" rtlCol="0"/>
            <a:lstStyle/>
            <a:p>
              <a:endParaRPr/>
            </a:p>
          </p:txBody>
        </p:sp>
        <p:sp>
          <p:nvSpPr>
            <p:cNvPr id="13" name="object 13"/>
            <p:cNvSpPr/>
            <p:nvPr/>
          </p:nvSpPr>
          <p:spPr>
            <a:xfrm>
              <a:off x="914400" y="2590800"/>
              <a:ext cx="6629400" cy="3276600"/>
            </a:xfrm>
            <a:custGeom>
              <a:avLst/>
              <a:gdLst/>
              <a:ahLst/>
              <a:cxnLst/>
              <a:rect l="l" t="t" r="r" b="b"/>
              <a:pathLst>
                <a:path w="6629400" h="3276600">
                  <a:moveTo>
                    <a:pt x="0" y="546100"/>
                  </a:moveTo>
                  <a:lnTo>
                    <a:pt x="2004" y="498977"/>
                  </a:lnTo>
                  <a:lnTo>
                    <a:pt x="7908" y="452968"/>
                  </a:lnTo>
                  <a:lnTo>
                    <a:pt x="17549" y="408236"/>
                  </a:lnTo>
                  <a:lnTo>
                    <a:pt x="30761" y="364946"/>
                  </a:lnTo>
                  <a:lnTo>
                    <a:pt x="47381" y="323262"/>
                  </a:lnTo>
                  <a:lnTo>
                    <a:pt x="67245" y="283346"/>
                  </a:lnTo>
                  <a:lnTo>
                    <a:pt x="90189" y="245364"/>
                  </a:lnTo>
                  <a:lnTo>
                    <a:pt x="116050" y="209478"/>
                  </a:lnTo>
                  <a:lnTo>
                    <a:pt x="144662" y="175853"/>
                  </a:lnTo>
                  <a:lnTo>
                    <a:pt x="175863" y="144653"/>
                  </a:lnTo>
                  <a:lnTo>
                    <a:pt x="209489" y="116042"/>
                  </a:lnTo>
                  <a:lnTo>
                    <a:pt x="245375" y="90183"/>
                  </a:lnTo>
                  <a:lnTo>
                    <a:pt x="283357" y="67240"/>
                  </a:lnTo>
                  <a:lnTo>
                    <a:pt x="323273" y="47377"/>
                  </a:lnTo>
                  <a:lnTo>
                    <a:pt x="364956" y="30758"/>
                  </a:lnTo>
                  <a:lnTo>
                    <a:pt x="408245" y="17547"/>
                  </a:lnTo>
                  <a:lnTo>
                    <a:pt x="452974" y="7908"/>
                  </a:lnTo>
                  <a:lnTo>
                    <a:pt x="498980" y="2004"/>
                  </a:lnTo>
                  <a:lnTo>
                    <a:pt x="546100" y="0"/>
                  </a:lnTo>
                  <a:lnTo>
                    <a:pt x="6083300" y="0"/>
                  </a:lnTo>
                  <a:lnTo>
                    <a:pt x="6130422" y="2004"/>
                  </a:lnTo>
                  <a:lnTo>
                    <a:pt x="6176431" y="7908"/>
                  </a:lnTo>
                  <a:lnTo>
                    <a:pt x="6221163" y="17547"/>
                  </a:lnTo>
                  <a:lnTo>
                    <a:pt x="6264453" y="30758"/>
                  </a:lnTo>
                  <a:lnTo>
                    <a:pt x="6306137" y="47377"/>
                  </a:lnTo>
                  <a:lnTo>
                    <a:pt x="6346053" y="67240"/>
                  </a:lnTo>
                  <a:lnTo>
                    <a:pt x="6384035" y="90183"/>
                  </a:lnTo>
                  <a:lnTo>
                    <a:pt x="6419921" y="116042"/>
                  </a:lnTo>
                  <a:lnTo>
                    <a:pt x="6453546" y="144653"/>
                  </a:lnTo>
                  <a:lnTo>
                    <a:pt x="6484746" y="175853"/>
                  </a:lnTo>
                  <a:lnTo>
                    <a:pt x="6513357" y="209478"/>
                  </a:lnTo>
                  <a:lnTo>
                    <a:pt x="6539216" y="245364"/>
                  </a:lnTo>
                  <a:lnTo>
                    <a:pt x="6562159" y="283346"/>
                  </a:lnTo>
                  <a:lnTo>
                    <a:pt x="6582022" y="323262"/>
                  </a:lnTo>
                  <a:lnTo>
                    <a:pt x="6598641" y="364946"/>
                  </a:lnTo>
                  <a:lnTo>
                    <a:pt x="6611852" y="408236"/>
                  </a:lnTo>
                  <a:lnTo>
                    <a:pt x="6621491" y="452968"/>
                  </a:lnTo>
                  <a:lnTo>
                    <a:pt x="6627395" y="498977"/>
                  </a:lnTo>
                  <a:lnTo>
                    <a:pt x="6629400" y="546100"/>
                  </a:lnTo>
                  <a:lnTo>
                    <a:pt x="6629400" y="2730500"/>
                  </a:lnTo>
                  <a:lnTo>
                    <a:pt x="6627395" y="2777619"/>
                  </a:lnTo>
                  <a:lnTo>
                    <a:pt x="6621491" y="2823625"/>
                  </a:lnTo>
                  <a:lnTo>
                    <a:pt x="6611852" y="2868354"/>
                  </a:lnTo>
                  <a:lnTo>
                    <a:pt x="6598641" y="2911643"/>
                  </a:lnTo>
                  <a:lnTo>
                    <a:pt x="6582022" y="2953326"/>
                  </a:lnTo>
                  <a:lnTo>
                    <a:pt x="6562159" y="2993242"/>
                  </a:lnTo>
                  <a:lnTo>
                    <a:pt x="6539216" y="3031224"/>
                  </a:lnTo>
                  <a:lnTo>
                    <a:pt x="6513357" y="3067110"/>
                  </a:lnTo>
                  <a:lnTo>
                    <a:pt x="6484746" y="3100736"/>
                  </a:lnTo>
                  <a:lnTo>
                    <a:pt x="6453546" y="3131937"/>
                  </a:lnTo>
                  <a:lnTo>
                    <a:pt x="6419921" y="3160549"/>
                  </a:lnTo>
                  <a:lnTo>
                    <a:pt x="6384035" y="3186410"/>
                  </a:lnTo>
                  <a:lnTo>
                    <a:pt x="6346053" y="3209354"/>
                  </a:lnTo>
                  <a:lnTo>
                    <a:pt x="6306137" y="3229218"/>
                  </a:lnTo>
                  <a:lnTo>
                    <a:pt x="6264453" y="3245838"/>
                  </a:lnTo>
                  <a:lnTo>
                    <a:pt x="6221163" y="3259050"/>
                  </a:lnTo>
                  <a:lnTo>
                    <a:pt x="6176431" y="3268691"/>
                  </a:lnTo>
                  <a:lnTo>
                    <a:pt x="6130422" y="3274595"/>
                  </a:lnTo>
                  <a:lnTo>
                    <a:pt x="6083300" y="3276600"/>
                  </a:lnTo>
                  <a:lnTo>
                    <a:pt x="546100" y="3276600"/>
                  </a:lnTo>
                  <a:lnTo>
                    <a:pt x="498980" y="3274595"/>
                  </a:lnTo>
                  <a:lnTo>
                    <a:pt x="452974" y="3268691"/>
                  </a:lnTo>
                  <a:lnTo>
                    <a:pt x="408245" y="3259050"/>
                  </a:lnTo>
                  <a:lnTo>
                    <a:pt x="364956" y="3245838"/>
                  </a:lnTo>
                  <a:lnTo>
                    <a:pt x="323273" y="3229218"/>
                  </a:lnTo>
                  <a:lnTo>
                    <a:pt x="283357" y="3209354"/>
                  </a:lnTo>
                  <a:lnTo>
                    <a:pt x="245375" y="3186410"/>
                  </a:lnTo>
                  <a:lnTo>
                    <a:pt x="209489" y="3160549"/>
                  </a:lnTo>
                  <a:lnTo>
                    <a:pt x="175863" y="3131937"/>
                  </a:lnTo>
                  <a:lnTo>
                    <a:pt x="144662" y="3100736"/>
                  </a:lnTo>
                  <a:lnTo>
                    <a:pt x="116050" y="3067110"/>
                  </a:lnTo>
                  <a:lnTo>
                    <a:pt x="90189" y="3031224"/>
                  </a:lnTo>
                  <a:lnTo>
                    <a:pt x="67245" y="2993242"/>
                  </a:lnTo>
                  <a:lnTo>
                    <a:pt x="47381" y="2953326"/>
                  </a:lnTo>
                  <a:lnTo>
                    <a:pt x="30761" y="2911643"/>
                  </a:lnTo>
                  <a:lnTo>
                    <a:pt x="17549" y="2868354"/>
                  </a:lnTo>
                  <a:lnTo>
                    <a:pt x="7908" y="2823625"/>
                  </a:lnTo>
                  <a:lnTo>
                    <a:pt x="2004" y="2777619"/>
                  </a:lnTo>
                  <a:lnTo>
                    <a:pt x="0" y="2730500"/>
                  </a:lnTo>
                  <a:lnTo>
                    <a:pt x="0" y="546100"/>
                  </a:lnTo>
                  <a:close/>
                </a:path>
              </a:pathLst>
            </a:custGeom>
            <a:ln w="12700">
              <a:solidFill>
                <a:srgbClr val="FFFFFF"/>
              </a:solidFill>
            </a:ln>
          </p:spPr>
          <p:txBody>
            <a:bodyPr wrap="square" lIns="0" tIns="0" rIns="0" bIns="0" rtlCol="0"/>
            <a:lstStyle/>
            <a:p>
              <a:endParaRPr/>
            </a:p>
          </p:txBody>
        </p:sp>
      </p:grpSp>
      <p:sp>
        <p:nvSpPr>
          <p:cNvPr id="14" name="object 14"/>
          <p:cNvSpPr txBox="1"/>
          <p:nvPr/>
        </p:nvSpPr>
        <p:spPr>
          <a:xfrm>
            <a:off x="417469" y="1753445"/>
            <a:ext cx="1624965" cy="452120"/>
          </a:xfrm>
          <a:prstGeom prst="rect">
            <a:avLst/>
          </a:prstGeom>
        </p:spPr>
        <p:txBody>
          <a:bodyPr vert="horz" wrap="square" lIns="0" tIns="12065" rIns="0" bIns="0" rtlCol="0">
            <a:spAutoFit/>
          </a:bodyPr>
          <a:lstStyle/>
          <a:p>
            <a:pPr marL="12700">
              <a:spcBef>
                <a:spcPts val="95"/>
              </a:spcBef>
            </a:pPr>
            <a:r>
              <a:rPr sz="2800" b="1" spc="-5" dirty="0">
                <a:solidFill>
                  <a:srgbClr val="FF0000"/>
                </a:solidFill>
                <a:uFill>
                  <a:solidFill>
                    <a:srgbClr val="FFFFFF"/>
                  </a:solidFill>
                </a:uFill>
                <a:latin typeface="Arial"/>
                <a:cs typeface="Arial"/>
              </a:rPr>
              <a:t>Ejemplo</a:t>
            </a:r>
            <a:r>
              <a:rPr sz="2800" b="1" spc="-65" dirty="0">
                <a:solidFill>
                  <a:srgbClr val="FF0000"/>
                </a:solidFill>
                <a:latin typeface="Arial"/>
                <a:cs typeface="Arial"/>
              </a:rPr>
              <a:t> </a:t>
            </a:r>
            <a:r>
              <a:rPr sz="2800" b="1" spc="-5" dirty="0">
                <a:solidFill>
                  <a:srgbClr val="FF0000"/>
                </a:solidFill>
                <a:latin typeface="Arial"/>
                <a:cs typeface="Arial"/>
              </a:rPr>
              <a:t>:</a:t>
            </a:r>
            <a:endParaRPr sz="2800" dirty="0">
              <a:solidFill>
                <a:srgbClr val="FF0000"/>
              </a:solidFill>
              <a:latin typeface="Arial"/>
              <a:cs typeface="Arial"/>
            </a:endParaRPr>
          </a:p>
        </p:txBody>
      </p:sp>
      <p:sp>
        <p:nvSpPr>
          <p:cNvPr id="15" name="object 15"/>
          <p:cNvSpPr txBox="1"/>
          <p:nvPr/>
        </p:nvSpPr>
        <p:spPr>
          <a:xfrm>
            <a:off x="2193736" y="2792348"/>
            <a:ext cx="2953385" cy="452120"/>
          </a:xfrm>
          <a:prstGeom prst="rect">
            <a:avLst/>
          </a:prstGeom>
        </p:spPr>
        <p:txBody>
          <a:bodyPr vert="horz" wrap="square" lIns="0" tIns="12065" rIns="0" bIns="0" rtlCol="0">
            <a:spAutoFit/>
          </a:bodyPr>
          <a:lstStyle/>
          <a:p>
            <a:pPr marL="38100">
              <a:spcBef>
                <a:spcPts val="95"/>
              </a:spcBef>
            </a:pPr>
            <a:r>
              <a:rPr sz="2800" b="1" spc="-5" dirty="0">
                <a:solidFill>
                  <a:srgbClr val="FFFFFF"/>
                </a:solidFill>
                <a:latin typeface="Arial"/>
                <a:cs typeface="Arial"/>
              </a:rPr>
              <a:t>Z</a:t>
            </a:r>
            <a:r>
              <a:rPr sz="2800" b="1" spc="-20" dirty="0">
                <a:solidFill>
                  <a:srgbClr val="FFFFFF"/>
                </a:solidFill>
                <a:latin typeface="Arial"/>
                <a:cs typeface="Arial"/>
              </a:rPr>
              <a:t> </a:t>
            </a:r>
            <a:r>
              <a:rPr sz="2800" b="1" spc="-5" dirty="0">
                <a:solidFill>
                  <a:srgbClr val="FFFFFF"/>
                </a:solidFill>
                <a:latin typeface="Arial"/>
                <a:cs typeface="Arial"/>
              </a:rPr>
              <a:t>=</a:t>
            </a:r>
            <a:r>
              <a:rPr sz="2800" b="1" spc="-15" dirty="0">
                <a:solidFill>
                  <a:srgbClr val="FFFFFF"/>
                </a:solidFill>
                <a:latin typeface="Arial"/>
                <a:cs typeface="Arial"/>
              </a:rPr>
              <a:t> </a:t>
            </a:r>
            <a:r>
              <a:rPr sz="2800" b="1" dirty="0">
                <a:solidFill>
                  <a:srgbClr val="FFFFFF"/>
                </a:solidFill>
                <a:latin typeface="Arial"/>
                <a:cs typeface="Arial"/>
              </a:rPr>
              <a:t>4</a:t>
            </a:r>
            <a:r>
              <a:rPr lang="es-ES" sz="2800" b="1" dirty="0">
                <a:solidFill>
                  <a:srgbClr val="FFFFFF"/>
                </a:solidFill>
                <a:latin typeface="Arial"/>
                <a:cs typeface="Arial"/>
              </a:rPr>
              <a:t>6</a:t>
            </a:r>
            <a:r>
              <a:rPr sz="2800" b="1" dirty="0" err="1">
                <a:solidFill>
                  <a:srgbClr val="FFFFFF"/>
                </a:solidFill>
                <a:latin typeface="Arial"/>
                <a:cs typeface="Arial"/>
              </a:rPr>
              <a:t>0x</a:t>
            </a:r>
            <a:r>
              <a:rPr sz="2775" b="1" baseline="-21021" dirty="0" err="1">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a:t>
            </a:r>
            <a:r>
              <a:rPr sz="2800" b="1" spc="-15" dirty="0">
                <a:solidFill>
                  <a:srgbClr val="FFFFFF"/>
                </a:solidFill>
                <a:latin typeface="Arial"/>
                <a:cs typeface="Arial"/>
              </a:rPr>
              <a:t> </a:t>
            </a:r>
            <a:r>
              <a:rPr sz="2800" b="1" dirty="0">
                <a:solidFill>
                  <a:srgbClr val="FFFFFF"/>
                </a:solidFill>
                <a:latin typeface="Arial"/>
                <a:cs typeface="Arial"/>
              </a:rPr>
              <a:t>200x</a:t>
            </a:r>
            <a:r>
              <a:rPr sz="2775" b="1" baseline="-21021" dirty="0">
                <a:solidFill>
                  <a:srgbClr val="FFFFFF"/>
                </a:solidFill>
                <a:latin typeface="Arial"/>
                <a:cs typeface="Arial"/>
              </a:rPr>
              <a:t>2</a:t>
            </a:r>
            <a:endParaRPr sz="2775" baseline="-21021" dirty="0">
              <a:latin typeface="Arial"/>
              <a:cs typeface="Arial"/>
            </a:endParaRPr>
          </a:p>
        </p:txBody>
      </p:sp>
      <p:sp>
        <p:nvSpPr>
          <p:cNvPr id="16" name="object 16"/>
          <p:cNvSpPr txBox="1"/>
          <p:nvPr/>
        </p:nvSpPr>
        <p:spPr>
          <a:xfrm>
            <a:off x="350356" y="2842640"/>
            <a:ext cx="1499870" cy="736420"/>
          </a:xfrm>
          <a:prstGeom prst="rect">
            <a:avLst/>
          </a:prstGeom>
        </p:spPr>
        <p:txBody>
          <a:bodyPr vert="horz" wrap="square" lIns="0" tIns="635" rIns="0" bIns="0" rtlCol="0">
            <a:spAutoFit/>
          </a:bodyPr>
          <a:lstStyle/>
          <a:p>
            <a:pPr marL="12700" marR="5080">
              <a:lnSpc>
                <a:spcPct val="103299"/>
              </a:lnSpc>
              <a:spcBef>
                <a:spcPts val="5"/>
              </a:spcBef>
            </a:pPr>
            <a:r>
              <a:rPr sz="2400" b="1" spc="-5" dirty="0">
                <a:solidFill>
                  <a:srgbClr val="FFFFFF"/>
                </a:solidFill>
                <a:latin typeface="Arial"/>
                <a:cs typeface="Arial"/>
              </a:rPr>
              <a:t>Maximizar  Sujeto</a:t>
            </a:r>
            <a:r>
              <a:rPr sz="2400" b="1" spc="-35" dirty="0">
                <a:solidFill>
                  <a:srgbClr val="FFFFFF"/>
                </a:solidFill>
                <a:latin typeface="Arial"/>
                <a:cs typeface="Arial"/>
              </a:rPr>
              <a:t> </a:t>
            </a:r>
            <a:r>
              <a:rPr sz="2400" b="1" dirty="0">
                <a:solidFill>
                  <a:srgbClr val="FFFFFF"/>
                </a:solidFill>
                <a:latin typeface="Arial"/>
                <a:cs typeface="Arial"/>
              </a:rPr>
              <a:t>a</a:t>
            </a:r>
            <a:r>
              <a:rPr sz="2400" b="1" spc="-35" dirty="0">
                <a:solidFill>
                  <a:srgbClr val="FFFFFF"/>
                </a:solidFill>
                <a:latin typeface="Arial"/>
                <a:cs typeface="Arial"/>
              </a:rPr>
              <a:t> </a:t>
            </a:r>
            <a:r>
              <a:rPr sz="2400" b="1" dirty="0">
                <a:solidFill>
                  <a:srgbClr val="FFFFFF"/>
                </a:solidFill>
                <a:latin typeface="Arial"/>
                <a:cs typeface="Arial"/>
              </a:rPr>
              <a:t>:</a:t>
            </a:r>
            <a:endParaRPr sz="2400" dirty="0">
              <a:latin typeface="Arial"/>
              <a:cs typeface="Arial"/>
            </a:endParaRPr>
          </a:p>
        </p:txBody>
      </p:sp>
      <p:sp>
        <p:nvSpPr>
          <p:cNvPr id="17" name="object 17"/>
          <p:cNvSpPr txBox="1"/>
          <p:nvPr/>
        </p:nvSpPr>
        <p:spPr>
          <a:xfrm>
            <a:off x="1995227" y="3507823"/>
            <a:ext cx="3196590" cy="2040889"/>
          </a:xfrm>
          <a:prstGeom prst="rect">
            <a:avLst/>
          </a:prstGeom>
        </p:spPr>
        <p:txBody>
          <a:bodyPr vert="horz" wrap="square" lIns="0" tIns="81280" rIns="0" bIns="0" rtlCol="0">
            <a:spAutoFit/>
          </a:bodyPr>
          <a:lstStyle/>
          <a:p>
            <a:pPr marR="86995" algn="r">
              <a:spcBef>
                <a:spcPts val="640"/>
              </a:spcBef>
              <a:tabLst>
                <a:tab pos="1523365" algn="l"/>
              </a:tabLst>
            </a:pPr>
            <a:r>
              <a:rPr sz="2800" b="1" dirty="0">
                <a:solidFill>
                  <a:srgbClr val="FFFFFF"/>
                </a:solidFill>
                <a:latin typeface="Arial"/>
                <a:cs typeface="Arial"/>
              </a:rPr>
              <a:t>18x</a:t>
            </a:r>
            <a:r>
              <a:rPr sz="2775" b="1" baseline="-21021" dirty="0">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err="1">
                <a:solidFill>
                  <a:srgbClr val="FFFFFF"/>
                </a:solidFill>
                <a:latin typeface="Arial"/>
                <a:cs typeface="Arial"/>
              </a:rPr>
              <a:t>3x</a:t>
            </a:r>
            <a:r>
              <a:rPr sz="2775" b="1" spc="7" baseline="-21021" dirty="0" err="1">
                <a:solidFill>
                  <a:srgbClr val="FFFFFF"/>
                </a:solidFill>
                <a:latin typeface="Arial"/>
                <a:cs typeface="Arial"/>
              </a:rPr>
              <a:t>2</a:t>
            </a:r>
            <a:r>
              <a:rPr sz="2775" b="1" spc="337" baseline="-21021" dirty="0">
                <a:solidFill>
                  <a:srgbClr val="FFFFFF"/>
                </a:solidFill>
                <a:latin typeface="Arial"/>
                <a:cs typeface="Arial"/>
              </a:rPr>
              <a:t> </a:t>
            </a:r>
            <a:r>
              <a:rPr lang="es-PE" sz="2800" spc="-5" dirty="0">
                <a:solidFill>
                  <a:srgbClr val="FFFFFF"/>
                </a:solidFill>
                <a:latin typeface="Symbol"/>
                <a:cs typeface="Symbol"/>
              </a:rPr>
              <a:t></a:t>
            </a:r>
            <a:r>
              <a:rPr sz="2800" spc="50" dirty="0">
                <a:solidFill>
                  <a:srgbClr val="FFFFFF"/>
                </a:solidFill>
                <a:latin typeface="Times New Roman"/>
                <a:cs typeface="Times New Roman"/>
              </a:rPr>
              <a:t> </a:t>
            </a:r>
            <a:r>
              <a:rPr sz="2800" b="1" dirty="0">
                <a:solidFill>
                  <a:srgbClr val="FFFFFF"/>
                </a:solidFill>
                <a:latin typeface="Arial"/>
                <a:cs typeface="Arial"/>
              </a:rPr>
              <a:t>800</a:t>
            </a:r>
            <a:endParaRPr sz="2800" dirty="0">
              <a:latin typeface="Arial"/>
              <a:cs typeface="Arial"/>
            </a:endParaRPr>
          </a:p>
          <a:p>
            <a:pPr marR="55880" algn="r">
              <a:spcBef>
                <a:spcPts val="540"/>
              </a:spcBef>
              <a:tabLst>
                <a:tab pos="1327150" algn="l"/>
              </a:tabLst>
            </a:pPr>
            <a:r>
              <a:rPr sz="2800" b="1" spc="5" dirty="0">
                <a:solidFill>
                  <a:srgbClr val="FFFFFF"/>
                </a:solidFill>
                <a:latin typeface="Arial"/>
                <a:cs typeface="Arial"/>
              </a:rPr>
              <a:t>9x</a:t>
            </a:r>
            <a:r>
              <a:rPr sz="2775" b="1" spc="7" baseline="-21021" dirty="0">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err="1">
                <a:solidFill>
                  <a:srgbClr val="FFFFFF"/>
                </a:solidFill>
                <a:latin typeface="Arial"/>
                <a:cs typeface="Arial"/>
              </a:rPr>
              <a:t>4x</a:t>
            </a:r>
            <a:r>
              <a:rPr sz="2775" b="1" spc="7" baseline="-21021" dirty="0" err="1">
                <a:solidFill>
                  <a:srgbClr val="FFFFFF"/>
                </a:solidFill>
                <a:latin typeface="Arial"/>
                <a:cs typeface="Arial"/>
              </a:rPr>
              <a:t>2</a:t>
            </a:r>
            <a:r>
              <a:rPr sz="2775" b="1" spc="337" baseline="-21021" dirty="0">
                <a:solidFill>
                  <a:srgbClr val="FFFFFF"/>
                </a:solidFill>
                <a:latin typeface="Arial"/>
                <a:cs typeface="Arial"/>
              </a:rPr>
              <a:t> </a:t>
            </a:r>
            <a:r>
              <a:rPr lang="es-PE" sz="2800" spc="-5" dirty="0">
                <a:solidFill>
                  <a:srgbClr val="FFFFFF"/>
                </a:solidFill>
                <a:latin typeface="Symbol"/>
                <a:cs typeface="Symbol"/>
              </a:rPr>
              <a:t></a:t>
            </a:r>
            <a:r>
              <a:rPr sz="2800" spc="50" dirty="0">
                <a:solidFill>
                  <a:srgbClr val="FFFFFF"/>
                </a:solidFill>
                <a:latin typeface="Times New Roman"/>
                <a:cs typeface="Times New Roman"/>
              </a:rPr>
              <a:t> </a:t>
            </a:r>
            <a:r>
              <a:rPr sz="2800" b="1" dirty="0">
                <a:solidFill>
                  <a:srgbClr val="FFFFFF"/>
                </a:solidFill>
                <a:latin typeface="Arial"/>
                <a:cs typeface="Arial"/>
              </a:rPr>
              <a:t>600</a:t>
            </a:r>
            <a:endParaRPr sz="2800" dirty="0">
              <a:latin typeface="Arial"/>
              <a:cs typeface="Arial"/>
            </a:endParaRPr>
          </a:p>
          <a:p>
            <a:pPr marR="84455" algn="r">
              <a:spcBef>
                <a:spcPts val="670"/>
              </a:spcBef>
              <a:tabLst>
                <a:tab pos="1729739" algn="l"/>
                <a:tab pos="2220595" algn="l"/>
              </a:tabLst>
            </a:pPr>
            <a:r>
              <a:rPr sz="2800" b="1" spc="5" dirty="0">
                <a:solidFill>
                  <a:srgbClr val="FFFFFF"/>
                </a:solidFill>
                <a:latin typeface="Arial"/>
                <a:cs typeface="Arial"/>
              </a:rPr>
              <a:t>x</a:t>
            </a:r>
            <a:r>
              <a:rPr sz="2775" b="1" spc="7" baseline="-21021" dirty="0">
                <a:solidFill>
                  <a:srgbClr val="FFFFFF"/>
                </a:solidFill>
                <a:latin typeface="Arial"/>
                <a:cs typeface="Arial"/>
              </a:rPr>
              <a:t>1	</a:t>
            </a:r>
            <a:r>
              <a:rPr lang="es-PE" sz="2800" spc="-5" dirty="0">
                <a:solidFill>
                  <a:srgbClr val="FFFFFF"/>
                </a:solidFill>
                <a:latin typeface="Arial Narrow" panose="020B0606020202030204" pitchFamily="34" charset="0"/>
                <a:cs typeface="Symbol"/>
              </a:rPr>
              <a:t>≤</a:t>
            </a:r>
            <a:r>
              <a:rPr lang="es-PE" sz="2800" spc="-5" dirty="0">
                <a:solidFill>
                  <a:srgbClr val="FFFFFF"/>
                </a:solidFill>
                <a:latin typeface="Symbol"/>
                <a:cs typeface="Symbol"/>
              </a:rPr>
              <a:t> </a:t>
            </a:r>
            <a:r>
              <a:rPr sz="2800" spc="-5" dirty="0">
                <a:solidFill>
                  <a:srgbClr val="FFFFFF"/>
                </a:solidFill>
                <a:latin typeface="Times New Roman"/>
                <a:cs typeface="Times New Roman"/>
              </a:rPr>
              <a:t>	</a:t>
            </a:r>
            <a:r>
              <a:rPr sz="2800" b="1" spc="-5" dirty="0">
                <a:solidFill>
                  <a:srgbClr val="FFFFFF"/>
                </a:solidFill>
                <a:latin typeface="Arial"/>
                <a:cs typeface="Arial"/>
              </a:rPr>
              <a:t>80</a:t>
            </a:r>
            <a:endParaRPr sz="2800" dirty="0">
              <a:latin typeface="Arial"/>
              <a:cs typeface="Arial"/>
            </a:endParaRPr>
          </a:p>
          <a:p>
            <a:pPr marL="487045">
              <a:spcBef>
                <a:spcPts val="675"/>
              </a:spcBef>
              <a:tabLst>
                <a:tab pos="1802130" algn="l"/>
                <a:tab pos="2687955" algn="l"/>
              </a:tabLst>
            </a:pPr>
            <a:r>
              <a:rPr sz="2800" b="1" spc="5" dirty="0">
                <a:solidFill>
                  <a:srgbClr val="FFFFFF"/>
                </a:solidFill>
                <a:latin typeface="Arial"/>
                <a:cs typeface="Arial"/>
              </a:rPr>
              <a:t>x</a:t>
            </a:r>
            <a:r>
              <a:rPr sz="2775" b="1" spc="7" baseline="-21021" dirty="0">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a:solidFill>
                  <a:srgbClr val="FFFFFF"/>
                </a:solidFill>
                <a:latin typeface="Arial"/>
                <a:cs typeface="Arial"/>
              </a:rPr>
              <a:t>x</a:t>
            </a:r>
            <a:r>
              <a:rPr sz="2775" b="1" spc="7" baseline="-21021" dirty="0">
                <a:solidFill>
                  <a:srgbClr val="FFFFFF"/>
                </a:solidFill>
                <a:latin typeface="Arial"/>
                <a:cs typeface="Arial"/>
              </a:rPr>
              <a:t>2</a:t>
            </a:r>
            <a:r>
              <a:rPr sz="2775" b="1" spc="-15" baseline="-21021" dirty="0">
                <a:solidFill>
                  <a:srgbClr val="FFFFFF"/>
                </a:solidFill>
                <a:latin typeface="Arial"/>
                <a:cs typeface="Arial"/>
              </a:rPr>
              <a:t> </a:t>
            </a:r>
            <a:r>
              <a:rPr sz="2800" spc="-5" dirty="0">
                <a:solidFill>
                  <a:srgbClr val="FFFFFF"/>
                </a:solidFill>
                <a:latin typeface="Symbol"/>
                <a:cs typeface="Symbol"/>
              </a:rPr>
              <a:t></a:t>
            </a:r>
            <a:r>
              <a:rPr sz="2800" spc="-5" dirty="0">
                <a:solidFill>
                  <a:srgbClr val="FFFFFF"/>
                </a:solidFill>
                <a:latin typeface="Times New Roman"/>
                <a:cs typeface="Times New Roman"/>
              </a:rPr>
              <a:t>	</a:t>
            </a:r>
            <a:r>
              <a:rPr sz="2800" b="1" spc="-5" dirty="0">
                <a:solidFill>
                  <a:srgbClr val="FFFFFF"/>
                </a:solidFill>
                <a:latin typeface="Arial"/>
                <a:cs typeface="Arial"/>
              </a:rPr>
              <a:t>0</a:t>
            </a:r>
            <a:endParaRPr sz="2800" dirty="0">
              <a:latin typeface="Arial"/>
              <a:cs typeface="Arial"/>
            </a:endParaRPr>
          </a:p>
        </p:txBody>
      </p:sp>
      <p:grpSp>
        <p:nvGrpSpPr>
          <p:cNvPr id="18" name="object 11">
            <a:extLst>
              <a:ext uri="{FF2B5EF4-FFF2-40B4-BE49-F238E27FC236}">
                <a16:creationId xmlns:a16="http://schemas.microsoft.com/office/drawing/2014/main" id="{892A2888-5045-4B66-A33E-3F304076BE68}"/>
              </a:ext>
            </a:extLst>
          </p:cNvPr>
          <p:cNvGrpSpPr/>
          <p:nvPr/>
        </p:nvGrpSpPr>
        <p:grpSpPr>
          <a:xfrm>
            <a:off x="5836602" y="2547072"/>
            <a:ext cx="6154115" cy="3289300"/>
            <a:chOff x="908050" y="2584450"/>
            <a:chExt cx="6642100" cy="3289300"/>
          </a:xfrm>
        </p:grpSpPr>
        <p:sp>
          <p:nvSpPr>
            <p:cNvPr id="19" name="object 12">
              <a:extLst>
                <a:ext uri="{FF2B5EF4-FFF2-40B4-BE49-F238E27FC236}">
                  <a16:creationId xmlns:a16="http://schemas.microsoft.com/office/drawing/2014/main" id="{64BA4646-C3FF-45FB-9863-4B6656DD3B53}"/>
                </a:ext>
              </a:extLst>
            </p:cNvPr>
            <p:cNvSpPr/>
            <p:nvPr/>
          </p:nvSpPr>
          <p:spPr>
            <a:xfrm>
              <a:off x="914400" y="2590800"/>
              <a:ext cx="6629400" cy="3276600"/>
            </a:xfrm>
            <a:custGeom>
              <a:avLst/>
              <a:gdLst/>
              <a:ahLst/>
              <a:cxnLst/>
              <a:rect l="l" t="t" r="r" b="b"/>
              <a:pathLst>
                <a:path w="6629400" h="3276600">
                  <a:moveTo>
                    <a:pt x="6083300" y="0"/>
                  </a:moveTo>
                  <a:lnTo>
                    <a:pt x="546100" y="0"/>
                  </a:lnTo>
                  <a:lnTo>
                    <a:pt x="498980" y="2004"/>
                  </a:lnTo>
                  <a:lnTo>
                    <a:pt x="452974" y="7908"/>
                  </a:lnTo>
                  <a:lnTo>
                    <a:pt x="408245" y="17547"/>
                  </a:lnTo>
                  <a:lnTo>
                    <a:pt x="364956" y="30758"/>
                  </a:lnTo>
                  <a:lnTo>
                    <a:pt x="323273" y="47377"/>
                  </a:lnTo>
                  <a:lnTo>
                    <a:pt x="283357" y="67240"/>
                  </a:lnTo>
                  <a:lnTo>
                    <a:pt x="245375" y="90183"/>
                  </a:lnTo>
                  <a:lnTo>
                    <a:pt x="209489" y="116042"/>
                  </a:lnTo>
                  <a:lnTo>
                    <a:pt x="175863" y="144653"/>
                  </a:lnTo>
                  <a:lnTo>
                    <a:pt x="144662" y="175853"/>
                  </a:lnTo>
                  <a:lnTo>
                    <a:pt x="116050" y="209478"/>
                  </a:lnTo>
                  <a:lnTo>
                    <a:pt x="90189" y="245364"/>
                  </a:lnTo>
                  <a:lnTo>
                    <a:pt x="67245" y="283346"/>
                  </a:lnTo>
                  <a:lnTo>
                    <a:pt x="47381" y="323262"/>
                  </a:lnTo>
                  <a:lnTo>
                    <a:pt x="30761" y="364946"/>
                  </a:lnTo>
                  <a:lnTo>
                    <a:pt x="17549" y="408236"/>
                  </a:lnTo>
                  <a:lnTo>
                    <a:pt x="7908" y="452968"/>
                  </a:lnTo>
                  <a:lnTo>
                    <a:pt x="2004" y="498977"/>
                  </a:lnTo>
                  <a:lnTo>
                    <a:pt x="0" y="546100"/>
                  </a:lnTo>
                  <a:lnTo>
                    <a:pt x="0" y="2730500"/>
                  </a:lnTo>
                  <a:lnTo>
                    <a:pt x="2004" y="2777619"/>
                  </a:lnTo>
                  <a:lnTo>
                    <a:pt x="7908" y="2823625"/>
                  </a:lnTo>
                  <a:lnTo>
                    <a:pt x="17549" y="2868354"/>
                  </a:lnTo>
                  <a:lnTo>
                    <a:pt x="30761" y="2911643"/>
                  </a:lnTo>
                  <a:lnTo>
                    <a:pt x="47381" y="2953326"/>
                  </a:lnTo>
                  <a:lnTo>
                    <a:pt x="67245" y="2993242"/>
                  </a:lnTo>
                  <a:lnTo>
                    <a:pt x="90189" y="3031224"/>
                  </a:lnTo>
                  <a:lnTo>
                    <a:pt x="116050" y="3067110"/>
                  </a:lnTo>
                  <a:lnTo>
                    <a:pt x="144662" y="3100736"/>
                  </a:lnTo>
                  <a:lnTo>
                    <a:pt x="175863" y="3131937"/>
                  </a:lnTo>
                  <a:lnTo>
                    <a:pt x="209489" y="3160549"/>
                  </a:lnTo>
                  <a:lnTo>
                    <a:pt x="245375" y="3186410"/>
                  </a:lnTo>
                  <a:lnTo>
                    <a:pt x="283357" y="3209354"/>
                  </a:lnTo>
                  <a:lnTo>
                    <a:pt x="323273" y="3229218"/>
                  </a:lnTo>
                  <a:lnTo>
                    <a:pt x="364956" y="3245838"/>
                  </a:lnTo>
                  <a:lnTo>
                    <a:pt x="408245" y="3259050"/>
                  </a:lnTo>
                  <a:lnTo>
                    <a:pt x="452974" y="3268691"/>
                  </a:lnTo>
                  <a:lnTo>
                    <a:pt x="498980" y="3274595"/>
                  </a:lnTo>
                  <a:lnTo>
                    <a:pt x="546100" y="3276600"/>
                  </a:lnTo>
                  <a:lnTo>
                    <a:pt x="6083300" y="3276600"/>
                  </a:lnTo>
                  <a:lnTo>
                    <a:pt x="6130422" y="3274595"/>
                  </a:lnTo>
                  <a:lnTo>
                    <a:pt x="6176431" y="3268691"/>
                  </a:lnTo>
                  <a:lnTo>
                    <a:pt x="6221163" y="3259050"/>
                  </a:lnTo>
                  <a:lnTo>
                    <a:pt x="6264453" y="3245838"/>
                  </a:lnTo>
                  <a:lnTo>
                    <a:pt x="6306137" y="3229218"/>
                  </a:lnTo>
                  <a:lnTo>
                    <a:pt x="6346053" y="3209354"/>
                  </a:lnTo>
                  <a:lnTo>
                    <a:pt x="6384035" y="3186410"/>
                  </a:lnTo>
                  <a:lnTo>
                    <a:pt x="6419921" y="3160549"/>
                  </a:lnTo>
                  <a:lnTo>
                    <a:pt x="6453546" y="3131937"/>
                  </a:lnTo>
                  <a:lnTo>
                    <a:pt x="6484746" y="3100736"/>
                  </a:lnTo>
                  <a:lnTo>
                    <a:pt x="6513357" y="3067110"/>
                  </a:lnTo>
                  <a:lnTo>
                    <a:pt x="6539216" y="3031224"/>
                  </a:lnTo>
                  <a:lnTo>
                    <a:pt x="6562159" y="2993242"/>
                  </a:lnTo>
                  <a:lnTo>
                    <a:pt x="6582022" y="2953326"/>
                  </a:lnTo>
                  <a:lnTo>
                    <a:pt x="6598641" y="2911643"/>
                  </a:lnTo>
                  <a:lnTo>
                    <a:pt x="6611852" y="2868354"/>
                  </a:lnTo>
                  <a:lnTo>
                    <a:pt x="6621491" y="2823625"/>
                  </a:lnTo>
                  <a:lnTo>
                    <a:pt x="6627395" y="2777619"/>
                  </a:lnTo>
                  <a:lnTo>
                    <a:pt x="6629400" y="2730500"/>
                  </a:lnTo>
                  <a:lnTo>
                    <a:pt x="6629400" y="546100"/>
                  </a:lnTo>
                  <a:lnTo>
                    <a:pt x="6627395" y="498977"/>
                  </a:lnTo>
                  <a:lnTo>
                    <a:pt x="6621491" y="452968"/>
                  </a:lnTo>
                  <a:lnTo>
                    <a:pt x="6611852" y="408236"/>
                  </a:lnTo>
                  <a:lnTo>
                    <a:pt x="6598641" y="364946"/>
                  </a:lnTo>
                  <a:lnTo>
                    <a:pt x="6582022" y="323262"/>
                  </a:lnTo>
                  <a:lnTo>
                    <a:pt x="6562159" y="283346"/>
                  </a:lnTo>
                  <a:lnTo>
                    <a:pt x="6539216" y="245364"/>
                  </a:lnTo>
                  <a:lnTo>
                    <a:pt x="6513357" y="209478"/>
                  </a:lnTo>
                  <a:lnTo>
                    <a:pt x="6484746" y="175853"/>
                  </a:lnTo>
                  <a:lnTo>
                    <a:pt x="6453546" y="144653"/>
                  </a:lnTo>
                  <a:lnTo>
                    <a:pt x="6419921" y="116042"/>
                  </a:lnTo>
                  <a:lnTo>
                    <a:pt x="6384035" y="90183"/>
                  </a:lnTo>
                  <a:lnTo>
                    <a:pt x="6346053" y="67240"/>
                  </a:lnTo>
                  <a:lnTo>
                    <a:pt x="6306137" y="47377"/>
                  </a:lnTo>
                  <a:lnTo>
                    <a:pt x="6264453" y="30758"/>
                  </a:lnTo>
                  <a:lnTo>
                    <a:pt x="6221163" y="17547"/>
                  </a:lnTo>
                  <a:lnTo>
                    <a:pt x="6176431" y="7908"/>
                  </a:lnTo>
                  <a:lnTo>
                    <a:pt x="6130422" y="2004"/>
                  </a:lnTo>
                  <a:lnTo>
                    <a:pt x="6083300" y="0"/>
                  </a:lnTo>
                  <a:close/>
                </a:path>
              </a:pathLst>
            </a:custGeom>
            <a:solidFill>
              <a:srgbClr val="FF9933"/>
            </a:solidFill>
          </p:spPr>
          <p:txBody>
            <a:bodyPr wrap="square" lIns="0" tIns="0" rIns="0" bIns="0" rtlCol="0"/>
            <a:lstStyle/>
            <a:p>
              <a:endParaRPr/>
            </a:p>
          </p:txBody>
        </p:sp>
        <p:sp>
          <p:nvSpPr>
            <p:cNvPr id="20" name="object 13">
              <a:extLst>
                <a:ext uri="{FF2B5EF4-FFF2-40B4-BE49-F238E27FC236}">
                  <a16:creationId xmlns:a16="http://schemas.microsoft.com/office/drawing/2014/main" id="{48EDE384-3835-4A33-9B15-2BC243C07D9B}"/>
                </a:ext>
              </a:extLst>
            </p:cNvPr>
            <p:cNvSpPr/>
            <p:nvPr/>
          </p:nvSpPr>
          <p:spPr>
            <a:xfrm>
              <a:off x="914400" y="2590800"/>
              <a:ext cx="6629400" cy="3276600"/>
            </a:xfrm>
            <a:custGeom>
              <a:avLst/>
              <a:gdLst/>
              <a:ahLst/>
              <a:cxnLst/>
              <a:rect l="l" t="t" r="r" b="b"/>
              <a:pathLst>
                <a:path w="6629400" h="3276600">
                  <a:moveTo>
                    <a:pt x="0" y="546100"/>
                  </a:moveTo>
                  <a:lnTo>
                    <a:pt x="2004" y="498977"/>
                  </a:lnTo>
                  <a:lnTo>
                    <a:pt x="7908" y="452968"/>
                  </a:lnTo>
                  <a:lnTo>
                    <a:pt x="17549" y="408236"/>
                  </a:lnTo>
                  <a:lnTo>
                    <a:pt x="30761" y="364946"/>
                  </a:lnTo>
                  <a:lnTo>
                    <a:pt x="47381" y="323262"/>
                  </a:lnTo>
                  <a:lnTo>
                    <a:pt x="67245" y="283346"/>
                  </a:lnTo>
                  <a:lnTo>
                    <a:pt x="90189" y="245364"/>
                  </a:lnTo>
                  <a:lnTo>
                    <a:pt x="116050" y="209478"/>
                  </a:lnTo>
                  <a:lnTo>
                    <a:pt x="144662" y="175853"/>
                  </a:lnTo>
                  <a:lnTo>
                    <a:pt x="175863" y="144653"/>
                  </a:lnTo>
                  <a:lnTo>
                    <a:pt x="209489" y="116042"/>
                  </a:lnTo>
                  <a:lnTo>
                    <a:pt x="245375" y="90183"/>
                  </a:lnTo>
                  <a:lnTo>
                    <a:pt x="283357" y="67240"/>
                  </a:lnTo>
                  <a:lnTo>
                    <a:pt x="323273" y="47377"/>
                  </a:lnTo>
                  <a:lnTo>
                    <a:pt x="364956" y="30758"/>
                  </a:lnTo>
                  <a:lnTo>
                    <a:pt x="408245" y="17547"/>
                  </a:lnTo>
                  <a:lnTo>
                    <a:pt x="452974" y="7908"/>
                  </a:lnTo>
                  <a:lnTo>
                    <a:pt x="498980" y="2004"/>
                  </a:lnTo>
                  <a:lnTo>
                    <a:pt x="546100" y="0"/>
                  </a:lnTo>
                  <a:lnTo>
                    <a:pt x="6083300" y="0"/>
                  </a:lnTo>
                  <a:lnTo>
                    <a:pt x="6130422" y="2004"/>
                  </a:lnTo>
                  <a:lnTo>
                    <a:pt x="6176431" y="7908"/>
                  </a:lnTo>
                  <a:lnTo>
                    <a:pt x="6221163" y="17547"/>
                  </a:lnTo>
                  <a:lnTo>
                    <a:pt x="6264453" y="30758"/>
                  </a:lnTo>
                  <a:lnTo>
                    <a:pt x="6306137" y="47377"/>
                  </a:lnTo>
                  <a:lnTo>
                    <a:pt x="6346053" y="67240"/>
                  </a:lnTo>
                  <a:lnTo>
                    <a:pt x="6384035" y="90183"/>
                  </a:lnTo>
                  <a:lnTo>
                    <a:pt x="6419921" y="116042"/>
                  </a:lnTo>
                  <a:lnTo>
                    <a:pt x="6453546" y="144653"/>
                  </a:lnTo>
                  <a:lnTo>
                    <a:pt x="6484746" y="175853"/>
                  </a:lnTo>
                  <a:lnTo>
                    <a:pt x="6513357" y="209478"/>
                  </a:lnTo>
                  <a:lnTo>
                    <a:pt x="6539216" y="245364"/>
                  </a:lnTo>
                  <a:lnTo>
                    <a:pt x="6562159" y="283346"/>
                  </a:lnTo>
                  <a:lnTo>
                    <a:pt x="6582022" y="323262"/>
                  </a:lnTo>
                  <a:lnTo>
                    <a:pt x="6598641" y="364946"/>
                  </a:lnTo>
                  <a:lnTo>
                    <a:pt x="6611852" y="408236"/>
                  </a:lnTo>
                  <a:lnTo>
                    <a:pt x="6621491" y="452968"/>
                  </a:lnTo>
                  <a:lnTo>
                    <a:pt x="6627395" y="498977"/>
                  </a:lnTo>
                  <a:lnTo>
                    <a:pt x="6629400" y="546100"/>
                  </a:lnTo>
                  <a:lnTo>
                    <a:pt x="6629400" y="2730500"/>
                  </a:lnTo>
                  <a:lnTo>
                    <a:pt x="6627395" y="2777619"/>
                  </a:lnTo>
                  <a:lnTo>
                    <a:pt x="6621491" y="2823625"/>
                  </a:lnTo>
                  <a:lnTo>
                    <a:pt x="6611852" y="2868354"/>
                  </a:lnTo>
                  <a:lnTo>
                    <a:pt x="6598641" y="2911643"/>
                  </a:lnTo>
                  <a:lnTo>
                    <a:pt x="6582022" y="2953326"/>
                  </a:lnTo>
                  <a:lnTo>
                    <a:pt x="6562159" y="2993242"/>
                  </a:lnTo>
                  <a:lnTo>
                    <a:pt x="6539216" y="3031224"/>
                  </a:lnTo>
                  <a:lnTo>
                    <a:pt x="6513357" y="3067110"/>
                  </a:lnTo>
                  <a:lnTo>
                    <a:pt x="6484746" y="3100736"/>
                  </a:lnTo>
                  <a:lnTo>
                    <a:pt x="6453546" y="3131937"/>
                  </a:lnTo>
                  <a:lnTo>
                    <a:pt x="6419921" y="3160549"/>
                  </a:lnTo>
                  <a:lnTo>
                    <a:pt x="6384035" y="3186410"/>
                  </a:lnTo>
                  <a:lnTo>
                    <a:pt x="6346053" y="3209354"/>
                  </a:lnTo>
                  <a:lnTo>
                    <a:pt x="6306137" y="3229218"/>
                  </a:lnTo>
                  <a:lnTo>
                    <a:pt x="6264453" y="3245838"/>
                  </a:lnTo>
                  <a:lnTo>
                    <a:pt x="6221163" y="3259050"/>
                  </a:lnTo>
                  <a:lnTo>
                    <a:pt x="6176431" y="3268691"/>
                  </a:lnTo>
                  <a:lnTo>
                    <a:pt x="6130422" y="3274595"/>
                  </a:lnTo>
                  <a:lnTo>
                    <a:pt x="6083300" y="3276600"/>
                  </a:lnTo>
                  <a:lnTo>
                    <a:pt x="546100" y="3276600"/>
                  </a:lnTo>
                  <a:lnTo>
                    <a:pt x="498980" y="3274595"/>
                  </a:lnTo>
                  <a:lnTo>
                    <a:pt x="452974" y="3268691"/>
                  </a:lnTo>
                  <a:lnTo>
                    <a:pt x="408245" y="3259050"/>
                  </a:lnTo>
                  <a:lnTo>
                    <a:pt x="364956" y="3245838"/>
                  </a:lnTo>
                  <a:lnTo>
                    <a:pt x="323273" y="3229218"/>
                  </a:lnTo>
                  <a:lnTo>
                    <a:pt x="283357" y="3209354"/>
                  </a:lnTo>
                  <a:lnTo>
                    <a:pt x="245375" y="3186410"/>
                  </a:lnTo>
                  <a:lnTo>
                    <a:pt x="209489" y="3160549"/>
                  </a:lnTo>
                  <a:lnTo>
                    <a:pt x="175863" y="3131937"/>
                  </a:lnTo>
                  <a:lnTo>
                    <a:pt x="144662" y="3100736"/>
                  </a:lnTo>
                  <a:lnTo>
                    <a:pt x="116050" y="3067110"/>
                  </a:lnTo>
                  <a:lnTo>
                    <a:pt x="90189" y="3031224"/>
                  </a:lnTo>
                  <a:lnTo>
                    <a:pt x="67245" y="2993242"/>
                  </a:lnTo>
                  <a:lnTo>
                    <a:pt x="47381" y="2953326"/>
                  </a:lnTo>
                  <a:lnTo>
                    <a:pt x="30761" y="2911643"/>
                  </a:lnTo>
                  <a:lnTo>
                    <a:pt x="17549" y="2868354"/>
                  </a:lnTo>
                  <a:lnTo>
                    <a:pt x="7908" y="2823625"/>
                  </a:lnTo>
                  <a:lnTo>
                    <a:pt x="2004" y="2777619"/>
                  </a:lnTo>
                  <a:lnTo>
                    <a:pt x="0" y="2730500"/>
                  </a:lnTo>
                  <a:lnTo>
                    <a:pt x="0" y="546100"/>
                  </a:lnTo>
                  <a:close/>
                </a:path>
              </a:pathLst>
            </a:custGeom>
            <a:ln w="12700">
              <a:solidFill>
                <a:srgbClr val="FFFFFF"/>
              </a:solidFill>
            </a:ln>
          </p:spPr>
          <p:txBody>
            <a:bodyPr wrap="square" lIns="0" tIns="0" rIns="0" bIns="0" rtlCol="0"/>
            <a:lstStyle/>
            <a:p>
              <a:endParaRPr/>
            </a:p>
          </p:txBody>
        </p:sp>
      </p:grpSp>
      <p:sp>
        <p:nvSpPr>
          <p:cNvPr id="21" name="object 15">
            <a:extLst>
              <a:ext uri="{FF2B5EF4-FFF2-40B4-BE49-F238E27FC236}">
                <a16:creationId xmlns:a16="http://schemas.microsoft.com/office/drawing/2014/main" id="{00E27CD2-6B91-4FED-8F43-69DB22413645}"/>
              </a:ext>
            </a:extLst>
          </p:cNvPr>
          <p:cNvSpPr txBox="1"/>
          <p:nvPr/>
        </p:nvSpPr>
        <p:spPr>
          <a:xfrm>
            <a:off x="7823898" y="2754970"/>
            <a:ext cx="3861824" cy="443070"/>
          </a:xfrm>
          <a:prstGeom prst="rect">
            <a:avLst/>
          </a:prstGeom>
        </p:spPr>
        <p:txBody>
          <a:bodyPr vert="horz" wrap="square" lIns="0" tIns="12065" rIns="0" bIns="0" rtlCol="0">
            <a:spAutoFit/>
          </a:bodyPr>
          <a:lstStyle/>
          <a:p>
            <a:pPr marL="38100">
              <a:spcBef>
                <a:spcPts val="95"/>
              </a:spcBef>
            </a:pPr>
            <a:r>
              <a:rPr sz="2800" b="1" spc="-5" dirty="0">
                <a:solidFill>
                  <a:srgbClr val="FFFFFF"/>
                </a:solidFill>
                <a:latin typeface="Arial"/>
                <a:cs typeface="Arial"/>
              </a:rPr>
              <a:t>Z</a:t>
            </a:r>
            <a:r>
              <a:rPr sz="2800" b="1" spc="-20" dirty="0">
                <a:solidFill>
                  <a:srgbClr val="FFFFFF"/>
                </a:solidFill>
                <a:latin typeface="Arial"/>
                <a:cs typeface="Arial"/>
              </a:rPr>
              <a:t> </a:t>
            </a:r>
            <a:r>
              <a:rPr lang="es-ES" sz="2800" b="1" spc="-20" dirty="0">
                <a:solidFill>
                  <a:srgbClr val="FFFFFF"/>
                </a:solidFill>
                <a:latin typeface="Arial"/>
                <a:cs typeface="Arial"/>
              </a:rPr>
              <a:t>-</a:t>
            </a:r>
            <a:r>
              <a:rPr sz="2800" b="1" spc="-15" dirty="0">
                <a:solidFill>
                  <a:srgbClr val="FFFFFF"/>
                </a:solidFill>
                <a:latin typeface="Arial"/>
                <a:cs typeface="Arial"/>
              </a:rPr>
              <a:t> </a:t>
            </a:r>
            <a:r>
              <a:rPr sz="2800" b="1" dirty="0">
                <a:solidFill>
                  <a:srgbClr val="FFFFFF"/>
                </a:solidFill>
                <a:latin typeface="Arial"/>
                <a:cs typeface="Arial"/>
              </a:rPr>
              <a:t>4</a:t>
            </a:r>
            <a:r>
              <a:rPr lang="es-ES" sz="2800" b="1" dirty="0">
                <a:solidFill>
                  <a:srgbClr val="FFFFFF"/>
                </a:solidFill>
                <a:latin typeface="Arial"/>
                <a:cs typeface="Arial"/>
              </a:rPr>
              <a:t>6</a:t>
            </a:r>
            <a:r>
              <a:rPr sz="2800" b="1" dirty="0" err="1">
                <a:solidFill>
                  <a:srgbClr val="FFFFFF"/>
                </a:solidFill>
                <a:latin typeface="Arial"/>
                <a:cs typeface="Arial"/>
              </a:rPr>
              <a:t>0x</a:t>
            </a:r>
            <a:r>
              <a:rPr sz="2775" b="1" baseline="-21021" dirty="0" err="1">
                <a:solidFill>
                  <a:srgbClr val="FFFFFF"/>
                </a:solidFill>
                <a:latin typeface="Arial"/>
                <a:cs typeface="Arial"/>
              </a:rPr>
              <a:t>1</a:t>
            </a:r>
            <a:r>
              <a:rPr sz="2775" b="1" spc="382" baseline="-21021" dirty="0">
                <a:solidFill>
                  <a:srgbClr val="FFFFFF"/>
                </a:solidFill>
                <a:latin typeface="Arial"/>
                <a:cs typeface="Arial"/>
              </a:rPr>
              <a:t> </a:t>
            </a:r>
            <a:r>
              <a:rPr sz="2800" b="1" spc="-15" dirty="0">
                <a:solidFill>
                  <a:srgbClr val="FFFFFF"/>
                </a:solidFill>
                <a:latin typeface="Arial"/>
                <a:cs typeface="Arial"/>
              </a:rPr>
              <a:t> </a:t>
            </a:r>
            <a:r>
              <a:rPr lang="es-ES" sz="2800" b="1" spc="-15" dirty="0">
                <a:solidFill>
                  <a:srgbClr val="FFFFFF"/>
                </a:solidFill>
                <a:latin typeface="Arial"/>
                <a:cs typeface="Arial"/>
              </a:rPr>
              <a:t>- </a:t>
            </a:r>
            <a:r>
              <a:rPr sz="2800" b="1" dirty="0" err="1">
                <a:solidFill>
                  <a:srgbClr val="FFFFFF"/>
                </a:solidFill>
                <a:latin typeface="Arial"/>
                <a:cs typeface="Arial"/>
              </a:rPr>
              <a:t>200x</a:t>
            </a:r>
            <a:r>
              <a:rPr sz="2775" b="1" baseline="-21021" dirty="0" err="1">
                <a:solidFill>
                  <a:srgbClr val="FFFFFF"/>
                </a:solidFill>
                <a:latin typeface="Arial"/>
                <a:cs typeface="Arial"/>
              </a:rPr>
              <a:t>2</a:t>
            </a:r>
            <a:r>
              <a:rPr lang="es-ES" sz="2400" spc="-5" dirty="0">
                <a:solidFill>
                  <a:srgbClr val="FFFFFF"/>
                </a:solidFill>
                <a:latin typeface="Symbol"/>
                <a:cs typeface="Symbol"/>
              </a:rPr>
              <a:t> =</a:t>
            </a:r>
            <a:r>
              <a:rPr lang="es-ES" sz="2400" spc="50" dirty="0">
                <a:solidFill>
                  <a:srgbClr val="FFFFFF"/>
                </a:solidFill>
                <a:latin typeface="Times New Roman"/>
                <a:cs typeface="Times New Roman"/>
              </a:rPr>
              <a:t> </a:t>
            </a:r>
            <a:r>
              <a:rPr lang="es-ES" sz="2400" b="1" dirty="0">
                <a:solidFill>
                  <a:srgbClr val="FFFFFF"/>
                </a:solidFill>
                <a:latin typeface="Arial"/>
                <a:cs typeface="Arial"/>
              </a:rPr>
              <a:t>0</a:t>
            </a:r>
            <a:endParaRPr sz="2775" baseline="-21021" dirty="0">
              <a:latin typeface="Arial"/>
              <a:cs typeface="Arial"/>
            </a:endParaRPr>
          </a:p>
        </p:txBody>
      </p:sp>
      <p:sp>
        <p:nvSpPr>
          <p:cNvPr id="22" name="object 16">
            <a:extLst>
              <a:ext uri="{FF2B5EF4-FFF2-40B4-BE49-F238E27FC236}">
                <a16:creationId xmlns:a16="http://schemas.microsoft.com/office/drawing/2014/main" id="{1B0E7081-2EC3-4895-BC2F-C02622DA50D6}"/>
              </a:ext>
            </a:extLst>
          </p:cNvPr>
          <p:cNvSpPr txBox="1"/>
          <p:nvPr/>
        </p:nvSpPr>
        <p:spPr>
          <a:xfrm>
            <a:off x="5980518" y="2805262"/>
            <a:ext cx="1499870" cy="736420"/>
          </a:xfrm>
          <a:prstGeom prst="rect">
            <a:avLst/>
          </a:prstGeom>
        </p:spPr>
        <p:txBody>
          <a:bodyPr vert="horz" wrap="square" lIns="0" tIns="635" rIns="0" bIns="0" rtlCol="0">
            <a:spAutoFit/>
          </a:bodyPr>
          <a:lstStyle/>
          <a:p>
            <a:pPr marL="12700" marR="5080">
              <a:lnSpc>
                <a:spcPct val="103299"/>
              </a:lnSpc>
              <a:spcBef>
                <a:spcPts val="5"/>
              </a:spcBef>
            </a:pPr>
            <a:r>
              <a:rPr sz="2400" b="1" spc="-5" dirty="0">
                <a:solidFill>
                  <a:srgbClr val="FFFFFF"/>
                </a:solidFill>
                <a:latin typeface="Arial"/>
                <a:cs typeface="Arial"/>
              </a:rPr>
              <a:t>Maximizar  Sujeto</a:t>
            </a:r>
            <a:r>
              <a:rPr sz="2400" b="1" spc="-35" dirty="0">
                <a:solidFill>
                  <a:srgbClr val="FFFFFF"/>
                </a:solidFill>
                <a:latin typeface="Arial"/>
                <a:cs typeface="Arial"/>
              </a:rPr>
              <a:t> </a:t>
            </a:r>
            <a:r>
              <a:rPr sz="2400" b="1" dirty="0">
                <a:solidFill>
                  <a:srgbClr val="FFFFFF"/>
                </a:solidFill>
                <a:latin typeface="Arial"/>
                <a:cs typeface="Arial"/>
              </a:rPr>
              <a:t>a</a:t>
            </a:r>
            <a:r>
              <a:rPr sz="2400" b="1" spc="-35" dirty="0">
                <a:solidFill>
                  <a:srgbClr val="FFFFFF"/>
                </a:solidFill>
                <a:latin typeface="Arial"/>
                <a:cs typeface="Arial"/>
              </a:rPr>
              <a:t> </a:t>
            </a:r>
            <a:r>
              <a:rPr sz="2400" b="1" dirty="0">
                <a:solidFill>
                  <a:srgbClr val="FFFFFF"/>
                </a:solidFill>
                <a:latin typeface="Arial"/>
                <a:cs typeface="Arial"/>
              </a:rPr>
              <a:t>:</a:t>
            </a:r>
            <a:endParaRPr sz="2400" dirty="0">
              <a:latin typeface="Arial"/>
              <a:cs typeface="Arial"/>
            </a:endParaRPr>
          </a:p>
        </p:txBody>
      </p:sp>
      <p:sp>
        <p:nvSpPr>
          <p:cNvPr id="23" name="object 17">
            <a:extLst>
              <a:ext uri="{FF2B5EF4-FFF2-40B4-BE49-F238E27FC236}">
                <a16:creationId xmlns:a16="http://schemas.microsoft.com/office/drawing/2014/main" id="{48E25550-86C3-45B2-9BCB-FFE669D32063}"/>
              </a:ext>
            </a:extLst>
          </p:cNvPr>
          <p:cNvSpPr txBox="1"/>
          <p:nvPr/>
        </p:nvSpPr>
        <p:spPr>
          <a:xfrm>
            <a:off x="5969111" y="3470445"/>
            <a:ext cx="5435010" cy="1528624"/>
          </a:xfrm>
          <a:prstGeom prst="rect">
            <a:avLst/>
          </a:prstGeom>
        </p:spPr>
        <p:txBody>
          <a:bodyPr vert="horz" wrap="square" lIns="0" tIns="81280" rIns="0" bIns="0" rtlCol="0">
            <a:spAutoFit/>
          </a:bodyPr>
          <a:lstStyle/>
          <a:p>
            <a:pPr marR="86995">
              <a:spcBef>
                <a:spcPts val="640"/>
              </a:spcBef>
              <a:tabLst>
                <a:tab pos="1523365" algn="l"/>
              </a:tabLst>
            </a:pPr>
            <a:r>
              <a:rPr sz="2800" b="1" dirty="0" err="1">
                <a:solidFill>
                  <a:srgbClr val="FFFFFF"/>
                </a:solidFill>
                <a:latin typeface="Arial"/>
                <a:cs typeface="Arial"/>
              </a:rPr>
              <a:t>18x</a:t>
            </a:r>
            <a:r>
              <a:rPr sz="2775" b="1" baseline="-21021" dirty="0" err="1">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a:t>
            </a:r>
            <a:r>
              <a:rPr lang="es-ES" sz="2800" b="1" spc="-5" dirty="0">
                <a:solidFill>
                  <a:srgbClr val="FFFFFF"/>
                </a:solidFill>
                <a:latin typeface="Arial"/>
                <a:cs typeface="Arial"/>
              </a:rPr>
              <a:t>   </a:t>
            </a:r>
            <a:r>
              <a:rPr sz="2800" b="1" spc="5" dirty="0" err="1">
                <a:solidFill>
                  <a:srgbClr val="FFFFFF"/>
                </a:solidFill>
                <a:latin typeface="Arial"/>
                <a:cs typeface="Arial"/>
              </a:rPr>
              <a:t>3x</a:t>
            </a:r>
            <a:r>
              <a:rPr sz="2775" b="1" spc="7" baseline="-21021" dirty="0" err="1">
                <a:solidFill>
                  <a:srgbClr val="FFFFFF"/>
                </a:solidFill>
                <a:latin typeface="Arial"/>
                <a:cs typeface="Arial"/>
              </a:rPr>
              <a:t>2</a:t>
            </a:r>
            <a:r>
              <a:rPr sz="2775" b="1" spc="337" baseline="-21021" dirty="0">
                <a:solidFill>
                  <a:srgbClr val="FFFFFF"/>
                </a:solidFill>
                <a:latin typeface="Arial"/>
                <a:cs typeface="Arial"/>
              </a:rPr>
              <a:t> </a:t>
            </a:r>
            <a:r>
              <a:rPr lang="es-PE" sz="2800" b="1" spc="-5" dirty="0">
                <a:solidFill>
                  <a:srgbClr val="FFFFFF"/>
                </a:solidFill>
                <a:latin typeface="Arial"/>
                <a:cs typeface="Arial"/>
              </a:rPr>
              <a:t>- </a:t>
            </a:r>
            <a:r>
              <a:rPr lang="es-PE" sz="2800" b="1" spc="-5" dirty="0" err="1">
                <a:solidFill>
                  <a:srgbClr val="FFFFFF"/>
                </a:solidFill>
                <a:latin typeface="Arial"/>
                <a:cs typeface="Arial"/>
              </a:rPr>
              <a:t>S</a:t>
            </a:r>
            <a:r>
              <a:rPr lang="es-PE" sz="2775" b="1" spc="7" baseline="-21021" dirty="0" err="1">
                <a:solidFill>
                  <a:srgbClr val="FFFFFF"/>
                </a:solidFill>
                <a:latin typeface="Arial"/>
                <a:cs typeface="Arial"/>
              </a:rPr>
              <a:t>2</a:t>
            </a:r>
            <a:r>
              <a:rPr lang="es-PE" sz="2775" b="1" spc="337" baseline="-21021" dirty="0">
                <a:solidFill>
                  <a:srgbClr val="FFFFFF"/>
                </a:solidFill>
                <a:latin typeface="Arial"/>
                <a:cs typeface="Arial"/>
              </a:rPr>
              <a:t> </a:t>
            </a:r>
            <a:r>
              <a:rPr lang="es-ES" sz="2400" spc="-5" dirty="0">
                <a:solidFill>
                  <a:srgbClr val="FFFFFF"/>
                </a:solidFill>
                <a:latin typeface="Symbol"/>
                <a:cs typeface="Symbol"/>
              </a:rPr>
              <a:t>+ </a:t>
            </a:r>
            <a:r>
              <a:rPr lang="es-PE" sz="2400" b="1" spc="-5" dirty="0" err="1">
                <a:solidFill>
                  <a:srgbClr val="FFFFFF"/>
                </a:solidFill>
                <a:latin typeface="Arial"/>
                <a:cs typeface="Arial"/>
              </a:rPr>
              <a:t>A</a:t>
            </a:r>
            <a:r>
              <a:rPr lang="es-PE" sz="2400" b="1" spc="7" baseline="-21021" dirty="0" err="1">
                <a:solidFill>
                  <a:srgbClr val="FFFFFF"/>
                </a:solidFill>
                <a:latin typeface="Arial"/>
                <a:cs typeface="Arial"/>
              </a:rPr>
              <a:t>2</a:t>
            </a:r>
            <a:r>
              <a:rPr lang="es-PE" sz="2775" b="1" spc="337" baseline="-21021" dirty="0">
                <a:solidFill>
                  <a:srgbClr val="FFFFFF"/>
                </a:solidFill>
                <a:latin typeface="Arial"/>
                <a:cs typeface="Arial"/>
              </a:rPr>
              <a:t>             </a:t>
            </a:r>
            <a:r>
              <a:rPr lang="es-ES" sz="2800" spc="-5" dirty="0">
                <a:solidFill>
                  <a:srgbClr val="FFFFFF"/>
                </a:solidFill>
                <a:latin typeface="Symbol"/>
                <a:cs typeface="Symbol"/>
              </a:rPr>
              <a:t>=</a:t>
            </a:r>
            <a:r>
              <a:rPr sz="2800" spc="50" dirty="0">
                <a:solidFill>
                  <a:srgbClr val="FFFFFF"/>
                </a:solidFill>
                <a:latin typeface="Times New Roman"/>
                <a:cs typeface="Times New Roman"/>
              </a:rPr>
              <a:t> </a:t>
            </a:r>
            <a:r>
              <a:rPr sz="2800" b="1" dirty="0">
                <a:solidFill>
                  <a:srgbClr val="FFFFFF"/>
                </a:solidFill>
                <a:latin typeface="Arial"/>
                <a:cs typeface="Arial"/>
              </a:rPr>
              <a:t>800</a:t>
            </a:r>
            <a:endParaRPr sz="2800" dirty="0">
              <a:latin typeface="Arial"/>
              <a:cs typeface="Arial"/>
            </a:endParaRPr>
          </a:p>
          <a:p>
            <a:pPr marR="55880">
              <a:spcBef>
                <a:spcPts val="540"/>
              </a:spcBef>
              <a:tabLst>
                <a:tab pos="1327150" algn="l"/>
              </a:tabLst>
            </a:pPr>
            <a:r>
              <a:rPr lang="es-ES" sz="2800" b="1" spc="5" dirty="0">
                <a:solidFill>
                  <a:srgbClr val="FFFFFF"/>
                </a:solidFill>
                <a:latin typeface="Arial"/>
                <a:cs typeface="Arial"/>
              </a:rPr>
              <a:t>  </a:t>
            </a:r>
            <a:r>
              <a:rPr sz="2800" b="1" spc="5" dirty="0" err="1">
                <a:solidFill>
                  <a:srgbClr val="FFFFFF"/>
                </a:solidFill>
                <a:latin typeface="Arial"/>
                <a:cs typeface="Arial"/>
              </a:rPr>
              <a:t>9x</a:t>
            </a:r>
            <a:r>
              <a:rPr sz="2775" b="1" spc="7" baseline="-21021" dirty="0" err="1">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err="1">
                <a:solidFill>
                  <a:srgbClr val="FFFFFF"/>
                </a:solidFill>
                <a:latin typeface="Arial"/>
                <a:cs typeface="Arial"/>
              </a:rPr>
              <a:t>4x</a:t>
            </a:r>
            <a:r>
              <a:rPr sz="2775" b="1" spc="7" baseline="-21021" dirty="0" err="1">
                <a:solidFill>
                  <a:srgbClr val="FFFFFF"/>
                </a:solidFill>
                <a:latin typeface="Arial"/>
                <a:cs typeface="Arial"/>
              </a:rPr>
              <a:t>2</a:t>
            </a:r>
            <a:r>
              <a:rPr sz="2775" b="1" spc="337" baseline="-21021" dirty="0">
                <a:solidFill>
                  <a:srgbClr val="FFFFFF"/>
                </a:solidFill>
                <a:latin typeface="Arial"/>
                <a:cs typeface="Arial"/>
              </a:rPr>
              <a:t> </a:t>
            </a:r>
            <a:r>
              <a:rPr lang="es-ES" sz="2775" b="1" spc="337" baseline="-21021" dirty="0">
                <a:solidFill>
                  <a:srgbClr val="FFFFFF"/>
                </a:solidFill>
                <a:latin typeface="Arial"/>
                <a:cs typeface="Arial"/>
              </a:rPr>
              <a:t>       </a:t>
            </a:r>
            <a:r>
              <a:rPr lang="es-PE" sz="2800" b="1" spc="-5" dirty="0">
                <a:solidFill>
                  <a:srgbClr val="FFFFFF"/>
                </a:solidFill>
                <a:latin typeface="Arial"/>
                <a:cs typeface="Arial"/>
              </a:rPr>
              <a:t>-	</a:t>
            </a:r>
            <a:r>
              <a:rPr lang="es-PE" sz="2800" b="1" spc="-5" dirty="0" err="1">
                <a:solidFill>
                  <a:srgbClr val="FFFFFF"/>
                </a:solidFill>
                <a:latin typeface="Arial"/>
                <a:cs typeface="Arial"/>
              </a:rPr>
              <a:t>S</a:t>
            </a:r>
            <a:r>
              <a:rPr lang="es-PE" sz="2775" b="1" spc="7" baseline="-21021" dirty="0" err="1">
                <a:solidFill>
                  <a:srgbClr val="FFFFFF"/>
                </a:solidFill>
                <a:latin typeface="Arial"/>
                <a:cs typeface="Arial"/>
              </a:rPr>
              <a:t>3</a:t>
            </a:r>
            <a:r>
              <a:rPr lang="es-PE" sz="2775" b="1" spc="337" baseline="-21021" dirty="0">
                <a:solidFill>
                  <a:srgbClr val="FFFFFF"/>
                </a:solidFill>
                <a:latin typeface="Arial"/>
                <a:cs typeface="Arial"/>
              </a:rPr>
              <a:t> </a:t>
            </a:r>
            <a:r>
              <a:rPr lang="es-ES" sz="2800" spc="-5" dirty="0">
                <a:solidFill>
                  <a:srgbClr val="FFFFFF"/>
                </a:solidFill>
                <a:latin typeface="Symbol"/>
                <a:cs typeface="Symbol"/>
              </a:rPr>
              <a:t>+ </a:t>
            </a:r>
            <a:r>
              <a:rPr lang="es-PE" sz="2800" b="1" spc="-5" dirty="0" err="1">
                <a:solidFill>
                  <a:srgbClr val="FFFFFF"/>
                </a:solidFill>
                <a:latin typeface="Arial"/>
                <a:cs typeface="Arial"/>
              </a:rPr>
              <a:t>A</a:t>
            </a:r>
            <a:r>
              <a:rPr lang="es-PE" sz="2800" b="1" spc="7" baseline="-21021" dirty="0" err="1">
                <a:solidFill>
                  <a:srgbClr val="FFFFFF"/>
                </a:solidFill>
                <a:latin typeface="Arial"/>
                <a:cs typeface="Arial"/>
              </a:rPr>
              <a:t>3</a:t>
            </a:r>
            <a:r>
              <a:rPr lang="es-PE" sz="2775" b="1" spc="337" baseline="-21021" dirty="0">
                <a:solidFill>
                  <a:srgbClr val="FFFFFF"/>
                </a:solidFill>
                <a:latin typeface="Arial"/>
                <a:cs typeface="Arial"/>
              </a:rPr>
              <a:t>      </a:t>
            </a:r>
            <a:r>
              <a:rPr lang="es-ES" sz="2800" spc="-5" dirty="0">
                <a:solidFill>
                  <a:srgbClr val="FFFFFF"/>
                </a:solidFill>
                <a:latin typeface="Symbol"/>
                <a:cs typeface="Symbol"/>
              </a:rPr>
              <a:t>= </a:t>
            </a:r>
            <a:r>
              <a:rPr sz="2800" b="1" dirty="0">
                <a:solidFill>
                  <a:srgbClr val="FFFFFF"/>
                </a:solidFill>
                <a:latin typeface="Arial"/>
                <a:cs typeface="Arial"/>
              </a:rPr>
              <a:t>600</a:t>
            </a:r>
            <a:endParaRPr sz="2800" dirty="0">
              <a:latin typeface="Arial"/>
              <a:cs typeface="Arial"/>
            </a:endParaRPr>
          </a:p>
          <a:p>
            <a:pPr marR="84455">
              <a:spcBef>
                <a:spcPts val="670"/>
              </a:spcBef>
              <a:tabLst>
                <a:tab pos="1729739" algn="l"/>
                <a:tab pos="2220595" algn="l"/>
              </a:tabLst>
            </a:pPr>
            <a:r>
              <a:rPr lang="es-ES" sz="2800" b="1" spc="5" dirty="0">
                <a:solidFill>
                  <a:srgbClr val="FFFFFF"/>
                </a:solidFill>
                <a:latin typeface="Arial"/>
                <a:cs typeface="Arial"/>
              </a:rPr>
              <a:t>    </a:t>
            </a:r>
            <a:r>
              <a:rPr sz="2800" b="1" spc="5" dirty="0" err="1">
                <a:solidFill>
                  <a:srgbClr val="FFFFFF"/>
                </a:solidFill>
                <a:latin typeface="Arial"/>
                <a:cs typeface="Arial"/>
              </a:rPr>
              <a:t>x</a:t>
            </a:r>
            <a:r>
              <a:rPr sz="2775" b="1" spc="7" baseline="-21021" dirty="0" err="1">
                <a:solidFill>
                  <a:srgbClr val="FFFFFF"/>
                </a:solidFill>
                <a:latin typeface="Arial"/>
                <a:cs typeface="Arial"/>
              </a:rPr>
              <a:t>1</a:t>
            </a:r>
            <a:r>
              <a:rPr sz="2775" b="1" spc="7" baseline="-21021" dirty="0">
                <a:solidFill>
                  <a:srgbClr val="FFFFFF"/>
                </a:solidFill>
                <a:latin typeface="Arial"/>
                <a:cs typeface="Arial"/>
              </a:rPr>
              <a:t>	</a:t>
            </a:r>
            <a:r>
              <a:rPr lang="es-PE" sz="2800" b="1" spc="-5" dirty="0">
                <a:solidFill>
                  <a:srgbClr val="FFFFFF"/>
                </a:solidFill>
                <a:latin typeface="Arial"/>
                <a:cs typeface="Arial"/>
              </a:rPr>
              <a:t>                    </a:t>
            </a:r>
            <a:r>
              <a:rPr lang="es-ES" sz="2800" spc="-5" dirty="0">
                <a:solidFill>
                  <a:srgbClr val="FFFFFF"/>
                </a:solidFill>
                <a:latin typeface="Symbol"/>
                <a:cs typeface="Symbol"/>
              </a:rPr>
              <a:t>+</a:t>
            </a:r>
            <a:r>
              <a:rPr lang="es-PE" sz="2800" b="1" spc="-5" dirty="0">
                <a:solidFill>
                  <a:srgbClr val="FFFFFF"/>
                </a:solidFill>
                <a:latin typeface="Arial"/>
                <a:cs typeface="Arial"/>
              </a:rPr>
              <a:t> </a:t>
            </a:r>
            <a:r>
              <a:rPr lang="es-PE" sz="2800" b="1" spc="-5" dirty="0" err="1">
                <a:solidFill>
                  <a:srgbClr val="FFFFFF"/>
                </a:solidFill>
                <a:latin typeface="Arial"/>
                <a:cs typeface="Arial"/>
              </a:rPr>
              <a:t>S</a:t>
            </a:r>
            <a:r>
              <a:rPr lang="es-PE" sz="2775" b="1" spc="7" baseline="-21021" dirty="0" err="1">
                <a:solidFill>
                  <a:srgbClr val="FFFFFF"/>
                </a:solidFill>
                <a:latin typeface="Arial"/>
                <a:cs typeface="Arial"/>
              </a:rPr>
              <a:t>4</a:t>
            </a:r>
            <a:r>
              <a:rPr lang="es-PE" sz="2775" b="1" spc="7" baseline="-21021" dirty="0">
                <a:solidFill>
                  <a:srgbClr val="FFFFFF"/>
                </a:solidFill>
                <a:latin typeface="Arial"/>
                <a:cs typeface="Arial"/>
              </a:rPr>
              <a:t> </a:t>
            </a:r>
            <a:r>
              <a:rPr lang="es-ES" sz="2800" spc="-5" dirty="0">
                <a:solidFill>
                  <a:srgbClr val="FFFFFF"/>
                </a:solidFill>
                <a:latin typeface="Symbol"/>
                <a:cs typeface="Symbol"/>
              </a:rPr>
              <a:t>= </a:t>
            </a:r>
            <a:r>
              <a:rPr sz="2800" b="1" spc="-5" dirty="0">
                <a:solidFill>
                  <a:srgbClr val="FFFFFF"/>
                </a:solidFill>
                <a:latin typeface="Arial"/>
                <a:cs typeface="Arial"/>
              </a:rPr>
              <a:t>80</a:t>
            </a:r>
            <a:endParaRPr sz="2800" dirty="0">
              <a:latin typeface="Arial"/>
              <a:cs typeface="Arial"/>
            </a:endParaRPr>
          </a:p>
        </p:txBody>
      </p:sp>
      <p:sp>
        <p:nvSpPr>
          <p:cNvPr id="25" name="object 10">
            <a:extLst>
              <a:ext uri="{FF2B5EF4-FFF2-40B4-BE49-F238E27FC236}">
                <a16:creationId xmlns:a16="http://schemas.microsoft.com/office/drawing/2014/main" id="{59751B0E-EE13-4C42-B045-5F786254D5B1}"/>
              </a:ext>
            </a:extLst>
          </p:cNvPr>
          <p:cNvSpPr txBox="1">
            <a:spLocks noGrp="1"/>
          </p:cNvSpPr>
          <p:nvPr>
            <p:ph type="title"/>
          </p:nvPr>
        </p:nvSpPr>
        <p:spPr>
          <a:xfrm>
            <a:off x="6096000" y="264034"/>
            <a:ext cx="6096000" cy="505908"/>
          </a:xfrm>
          <a:prstGeom prst="rect">
            <a:avLst/>
          </a:prstGeom>
        </p:spPr>
        <p:txBody>
          <a:bodyPr vert="horz" wrap="square" lIns="0" tIns="13335" rIns="0" bIns="0" rtlCol="0">
            <a:spAutoFit/>
          </a:bodyPr>
          <a:lstStyle/>
          <a:p>
            <a:pPr marL="12700" algn="ctr">
              <a:lnSpc>
                <a:spcPct val="100000"/>
              </a:lnSpc>
              <a:spcBef>
                <a:spcPts val="105"/>
              </a:spcBef>
            </a:pPr>
            <a:r>
              <a:rPr sz="3200" b="1" dirty="0">
                <a:solidFill>
                  <a:schemeClr val="bg1"/>
                </a:solidFill>
                <a:latin typeface="Arial"/>
                <a:cs typeface="Arial"/>
              </a:rPr>
              <a:t>SOLUCION</a:t>
            </a:r>
            <a:r>
              <a:rPr sz="3200" b="1" spc="-30" dirty="0">
                <a:solidFill>
                  <a:schemeClr val="bg1"/>
                </a:solidFill>
                <a:latin typeface="Arial"/>
                <a:cs typeface="Arial"/>
              </a:rPr>
              <a:t> </a:t>
            </a:r>
            <a:r>
              <a:rPr sz="3200" b="1" dirty="0">
                <a:solidFill>
                  <a:schemeClr val="bg1"/>
                </a:solidFill>
                <a:latin typeface="Arial"/>
                <a:cs typeface="Arial"/>
              </a:rPr>
              <a:t>NO</a:t>
            </a:r>
            <a:r>
              <a:rPr sz="3200" b="1" spc="-45" dirty="0">
                <a:solidFill>
                  <a:schemeClr val="bg1"/>
                </a:solidFill>
                <a:latin typeface="Arial"/>
                <a:cs typeface="Arial"/>
              </a:rPr>
              <a:t> </a:t>
            </a:r>
            <a:r>
              <a:rPr sz="3200" b="1" dirty="0">
                <a:solidFill>
                  <a:schemeClr val="bg1"/>
                </a:solidFill>
                <a:latin typeface="Arial"/>
                <a:cs typeface="Arial"/>
              </a:rPr>
              <a:t>ACOTADA</a:t>
            </a:r>
            <a:endParaRPr sz="3200" dirty="0">
              <a:solidFill>
                <a:schemeClr val="bg1"/>
              </a:solidFill>
              <a:latin typeface="Arial"/>
              <a:cs typeface="Arial"/>
            </a:endParaRPr>
          </a:p>
        </p:txBody>
      </p:sp>
    </p:spTree>
    <p:extLst>
      <p:ext uri="{BB962C8B-B14F-4D97-AF65-F5344CB8AC3E}">
        <p14:creationId xmlns:p14="http://schemas.microsoft.com/office/powerpoint/2010/main" val="2561776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0" y="207000"/>
            <a:ext cx="6096000" cy="574040"/>
          </a:xfrm>
          <a:prstGeom prst="rect">
            <a:avLst/>
          </a:prstGeom>
        </p:spPr>
        <p:txBody>
          <a:bodyPr vert="horz" wrap="square" lIns="0" tIns="12700" rIns="0" bIns="0" rtlCol="0">
            <a:spAutoFit/>
          </a:bodyPr>
          <a:lstStyle/>
          <a:p>
            <a:pPr marL="12700" algn="ctr">
              <a:lnSpc>
                <a:spcPct val="100000"/>
              </a:lnSpc>
              <a:spcBef>
                <a:spcPts val="100"/>
              </a:spcBef>
            </a:pPr>
            <a:r>
              <a:rPr sz="3600" b="1" dirty="0">
                <a:solidFill>
                  <a:schemeClr val="bg1"/>
                </a:solidFill>
              </a:rPr>
              <a:t>Solución</a:t>
            </a:r>
            <a:r>
              <a:rPr sz="3600" b="1" spc="-55" dirty="0">
                <a:solidFill>
                  <a:schemeClr val="bg1"/>
                </a:solidFill>
              </a:rPr>
              <a:t> </a:t>
            </a:r>
            <a:r>
              <a:rPr sz="3600" b="1" spc="-5" dirty="0">
                <a:solidFill>
                  <a:schemeClr val="bg1"/>
                </a:solidFill>
              </a:rPr>
              <a:t>no</a:t>
            </a:r>
            <a:r>
              <a:rPr sz="3600" b="1" spc="-25" dirty="0">
                <a:solidFill>
                  <a:schemeClr val="bg1"/>
                </a:solidFill>
              </a:rPr>
              <a:t> </a:t>
            </a:r>
            <a:r>
              <a:rPr sz="3600" b="1" spc="-5" dirty="0">
                <a:solidFill>
                  <a:schemeClr val="bg1"/>
                </a:solidFill>
              </a:rPr>
              <a:t>acotada</a:t>
            </a:r>
            <a:endParaRPr sz="3600" b="1" dirty="0">
              <a:solidFill>
                <a:schemeClr val="bg1"/>
              </a:solidFill>
            </a:endParaRPr>
          </a:p>
        </p:txBody>
      </p:sp>
      <p:graphicFrame>
        <p:nvGraphicFramePr>
          <p:cNvPr id="3" name="object 3"/>
          <p:cNvGraphicFramePr>
            <a:graphicFrameLocks noGrp="1"/>
          </p:cNvGraphicFramePr>
          <p:nvPr/>
        </p:nvGraphicFramePr>
        <p:xfrm>
          <a:off x="1974850" y="1784476"/>
          <a:ext cx="8229596" cy="2062477"/>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59">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822960">
                  <a:extLst>
                    <a:ext uri="{9D8B030D-6E8A-4147-A177-3AD203B41FA5}">
                      <a16:colId xmlns:a16="http://schemas.microsoft.com/office/drawing/2014/main" val="20006"/>
                    </a:ext>
                  </a:extLst>
                </a:gridCol>
                <a:gridCol w="822959">
                  <a:extLst>
                    <a:ext uri="{9D8B030D-6E8A-4147-A177-3AD203B41FA5}">
                      <a16:colId xmlns:a16="http://schemas.microsoft.com/office/drawing/2014/main" val="20007"/>
                    </a:ext>
                  </a:extLst>
                </a:gridCol>
                <a:gridCol w="822959">
                  <a:extLst>
                    <a:ext uri="{9D8B030D-6E8A-4147-A177-3AD203B41FA5}">
                      <a16:colId xmlns:a16="http://schemas.microsoft.com/office/drawing/2014/main" val="20008"/>
                    </a:ext>
                  </a:extLst>
                </a:gridCol>
                <a:gridCol w="822959">
                  <a:extLst>
                    <a:ext uri="{9D8B030D-6E8A-4147-A177-3AD203B41FA5}">
                      <a16:colId xmlns:a16="http://schemas.microsoft.com/office/drawing/2014/main" val="20009"/>
                    </a:ext>
                  </a:extLst>
                </a:gridCol>
              </a:tblGrid>
              <a:tr h="370839">
                <a:tc>
                  <a:txBody>
                    <a:bodyPr/>
                    <a:lstStyle/>
                    <a:p>
                      <a:pPr marL="635" algn="ctr">
                        <a:lnSpc>
                          <a:spcPct val="100000"/>
                        </a:lnSpc>
                        <a:spcBef>
                          <a:spcPts val="315"/>
                        </a:spcBef>
                      </a:pPr>
                      <a:r>
                        <a:rPr sz="1800" b="1" spc="-5" dirty="0">
                          <a:latin typeface="Arial"/>
                          <a:cs typeface="Arial"/>
                        </a:rPr>
                        <a:t>C</a:t>
                      </a:r>
                      <a:r>
                        <a:rPr sz="1800" b="1" spc="-7" baseline="-20833" dirty="0">
                          <a:latin typeface="Arial"/>
                          <a:cs typeface="Arial"/>
                        </a:rPr>
                        <a:t>B</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800" b="1" spc="-5" dirty="0">
                          <a:latin typeface="Arial"/>
                          <a:cs typeface="Arial"/>
                        </a:rPr>
                        <a:t>X</a:t>
                      </a:r>
                      <a:r>
                        <a:rPr sz="1800" b="1" spc="-7" baseline="-20833" dirty="0">
                          <a:latin typeface="Arial"/>
                          <a:cs typeface="Arial"/>
                        </a:rPr>
                        <a:t>B</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800" b="1" spc="-5" dirty="0">
                          <a:latin typeface="Arial"/>
                          <a:cs typeface="Arial"/>
                        </a:rPr>
                        <a:t>X</a:t>
                      </a:r>
                      <a:r>
                        <a:rPr sz="1800" b="1" spc="-7" baseline="-20833" dirty="0">
                          <a:latin typeface="Arial"/>
                          <a:cs typeface="Arial"/>
                        </a:rPr>
                        <a:t>1</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800" b="1" spc="-5" dirty="0">
                          <a:latin typeface="Arial"/>
                          <a:cs typeface="Arial"/>
                        </a:rPr>
                        <a:t>X</a:t>
                      </a:r>
                      <a:r>
                        <a:rPr sz="1800" b="1" spc="-7" baseline="-20833" dirty="0">
                          <a:latin typeface="Arial"/>
                          <a:cs typeface="Arial"/>
                        </a:rPr>
                        <a:t>2</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800" b="1" spc="-5" dirty="0">
                          <a:latin typeface="Arial"/>
                          <a:cs typeface="Arial"/>
                        </a:rPr>
                        <a:t>S</a:t>
                      </a:r>
                      <a:r>
                        <a:rPr sz="1800" b="1" spc="-7" baseline="-20833" dirty="0">
                          <a:latin typeface="Arial"/>
                          <a:cs typeface="Arial"/>
                        </a:rPr>
                        <a:t>2</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800" b="1" spc="-5" dirty="0">
                          <a:latin typeface="Arial"/>
                          <a:cs typeface="Arial"/>
                        </a:rPr>
                        <a:t>S</a:t>
                      </a:r>
                      <a:r>
                        <a:rPr sz="1800" b="1" spc="-7" baseline="-20833" dirty="0">
                          <a:latin typeface="Arial"/>
                          <a:cs typeface="Arial"/>
                        </a:rPr>
                        <a:t>3</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800" b="1" spc="-30" dirty="0">
                          <a:latin typeface="Arial"/>
                          <a:cs typeface="Arial"/>
                        </a:rPr>
                        <a:t>A</a:t>
                      </a:r>
                      <a:r>
                        <a:rPr sz="1800" b="1" spc="-44" baseline="-20833" dirty="0">
                          <a:latin typeface="Arial"/>
                          <a:cs typeface="Arial"/>
                        </a:rPr>
                        <a:t>2</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15"/>
                        </a:spcBef>
                      </a:pPr>
                      <a:r>
                        <a:rPr sz="1800" b="1" spc="-30" dirty="0">
                          <a:latin typeface="Arial"/>
                          <a:cs typeface="Arial"/>
                        </a:rPr>
                        <a:t>A</a:t>
                      </a:r>
                      <a:r>
                        <a:rPr sz="1800" b="1" spc="-44" baseline="-20833" dirty="0">
                          <a:latin typeface="Arial"/>
                          <a:cs typeface="Arial"/>
                        </a:rPr>
                        <a:t>3</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15"/>
                        </a:spcBef>
                      </a:pPr>
                      <a:r>
                        <a:rPr sz="1800" b="1" spc="-5" dirty="0">
                          <a:latin typeface="Arial"/>
                          <a:cs typeface="Arial"/>
                        </a:rPr>
                        <a:t>S</a:t>
                      </a:r>
                      <a:r>
                        <a:rPr sz="1800" b="1" spc="-7" baseline="-20833" dirty="0">
                          <a:latin typeface="Arial"/>
                          <a:cs typeface="Arial"/>
                        </a:rPr>
                        <a:t>4</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15"/>
                        </a:spcBef>
                      </a:pPr>
                      <a:r>
                        <a:rPr sz="1800" b="1" spc="-5" dirty="0">
                          <a:latin typeface="Arial"/>
                          <a:cs typeface="Arial"/>
                        </a:rPr>
                        <a:t>B</a:t>
                      </a:r>
                      <a:r>
                        <a:rPr sz="1800" b="1" spc="-7" baseline="-20833" dirty="0">
                          <a:latin typeface="Arial"/>
                          <a:cs typeface="Arial"/>
                        </a:rPr>
                        <a:t>i</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579120">
                <a:tc gridSpan="2">
                  <a:txBody>
                    <a:bodyPr/>
                    <a:lstStyle/>
                    <a:p>
                      <a:pPr algn="ctr">
                        <a:lnSpc>
                          <a:spcPct val="100000"/>
                        </a:lnSpc>
                        <a:spcBef>
                          <a:spcPts val="1155"/>
                        </a:spcBef>
                      </a:pPr>
                      <a:r>
                        <a:rPr sz="1800" b="1" dirty="0">
                          <a:latin typeface="Arial"/>
                          <a:cs typeface="Arial"/>
                        </a:rPr>
                        <a:t>Z</a:t>
                      </a:r>
                      <a:endParaRPr sz="1800">
                        <a:latin typeface="Arial"/>
                        <a:cs typeface="Arial"/>
                      </a:endParaRPr>
                    </a:p>
                  </a:txBody>
                  <a:tcPr marL="0" marR="0" marT="1466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a:txBody>
                    <a:bodyPr/>
                    <a:lstStyle/>
                    <a:p>
                      <a:pPr marL="1270" algn="ctr">
                        <a:lnSpc>
                          <a:spcPct val="100000"/>
                        </a:lnSpc>
                        <a:spcBef>
                          <a:spcPts val="1285"/>
                        </a:spcBef>
                      </a:pPr>
                      <a:r>
                        <a:rPr sz="1600" spc="-5" dirty="0">
                          <a:latin typeface="Arial MT"/>
                          <a:cs typeface="Arial MT"/>
                        </a:rPr>
                        <a:t>740</a:t>
                      </a:r>
                      <a:endParaRPr sz="1600">
                        <a:latin typeface="Arial MT"/>
                        <a:cs typeface="Arial MT"/>
                      </a:endParaRPr>
                    </a:p>
                  </a:txBody>
                  <a:tcPr marL="0" marR="0" marT="1631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285"/>
                        </a:spcBef>
                      </a:pPr>
                      <a:r>
                        <a:rPr sz="1600" dirty="0">
                          <a:latin typeface="Arial MT"/>
                          <a:cs typeface="Arial MT"/>
                        </a:rPr>
                        <a:t>0</a:t>
                      </a:r>
                      <a:endParaRPr sz="1600">
                        <a:latin typeface="Arial MT"/>
                        <a:cs typeface="Arial MT"/>
                      </a:endParaRPr>
                    </a:p>
                  </a:txBody>
                  <a:tcPr marL="0" marR="0" marT="1631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85"/>
                        </a:spcBef>
                      </a:pPr>
                      <a:r>
                        <a:rPr sz="1600" spc="-5" dirty="0">
                          <a:latin typeface="Arial MT"/>
                          <a:cs typeface="Arial MT"/>
                        </a:rPr>
                        <a:t>-200/3</a:t>
                      </a:r>
                      <a:endParaRPr sz="1600">
                        <a:latin typeface="Arial MT"/>
                        <a:cs typeface="Arial MT"/>
                      </a:endParaRPr>
                    </a:p>
                  </a:txBody>
                  <a:tcPr marL="0" marR="0" marT="1631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1285"/>
                        </a:spcBef>
                      </a:pPr>
                      <a:r>
                        <a:rPr sz="1600" dirty="0">
                          <a:latin typeface="Arial MT"/>
                          <a:cs typeface="Arial MT"/>
                        </a:rPr>
                        <a:t>0</a:t>
                      </a:r>
                      <a:endParaRPr sz="1600">
                        <a:latin typeface="Arial MT"/>
                        <a:cs typeface="Arial MT"/>
                      </a:endParaRPr>
                    </a:p>
                  </a:txBody>
                  <a:tcPr marL="0" marR="0" marT="1631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5" dirty="0">
                          <a:latin typeface="Arial MT"/>
                          <a:cs typeface="Arial MT"/>
                        </a:rPr>
                        <a:t>+M</a:t>
                      </a:r>
                      <a:endParaRPr sz="1600">
                        <a:latin typeface="Arial MT"/>
                        <a:cs typeface="Arial MT"/>
                      </a:endParaRPr>
                    </a:p>
                    <a:p>
                      <a:pPr algn="ctr">
                        <a:lnSpc>
                          <a:spcPct val="100000"/>
                        </a:lnSpc>
                      </a:pPr>
                      <a:r>
                        <a:rPr sz="1600" spc="-5" dirty="0">
                          <a:latin typeface="Arial MT"/>
                          <a:cs typeface="Arial MT"/>
                        </a:rPr>
                        <a:t>+200/3</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285"/>
                        </a:spcBef>
                      </a:pPr>
                      <a:r>
                        <a:rPr sz="1600" spc="-5" dirty="0">
                          <a:latin typeface="Arial MT"/>
                          <a:cs typeface="Arial MT"/>
                        </a:rPr>
                        <a:t>+M</a:t>
                      </a:r>
                      <a:endParaRPr sz="1600">
                        <a:latin typeface="Arial MT"/>
                        <a:cs typeface="Arial MT"/>
                      </a:endParaRPr>
                    </a:p>
                  </a:txBody>
                  <a:tcPr marL="0" marR="0" marT="1631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1285"/>
                        </a:spcBef>
                      </a:pPr>
                      <a:r>
                        <a:rPr sz="1600" dirty="0">
                          <a:latin typeface="Arial MT"/>
                          <a:cs typeface="Arial MT"/>
                        </a:rPr>
                        <a:t>0</a:t>
                      </a:r>
                      <a:endParaRPr sz="1600">
                        <a:latin typeface="Arial MT"/>
                        <a:cs typeface="Arial MT"/>
                      </a:endParaRPr>
                    </a:p>
                  </a:txBody>
                  <a:tcPr marL="0" marR="0" marT="1631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39">
                <a:tc>
                  <a:txBody>
                    <a:bodyPr/>
                    <a:lstStyle/>
                    <a:p>
                      <a:pPr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800" spc="-5" dirty="0">
                          <a:latin typeface="Arial MT"/>
                          <a:cs typeface="Arial MT"/>
                        </a:rPr>
                        <a:t>s</a:t>
                      </a:r>
                      <a:r>
                        <a:rPr sz="1800" spc="-7" baseline="-20833" dirty="0">
                          <a:latin typeface="Arial MT"/>
                          <a:cs typeface="Arial MT"/>
                        </a:rPr>
                        <a:t>3</a:t>
                      </a:r>
                      <a:endParaRPr sz="1800" baseline="-20833">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spc="-5" dirty="0">
                          <a:latin typeface="Arial MT"/>
                          <a:cs typeface="Arial MT"/>
                        </a:rPr>
                        <a:t>15</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5" dirty="0">
                          <a:latin typeface="Arial MT"/>
                          <a:cs typeface="Arial MT"/>
                        </a:rPr>
                        <a:t>-4/3</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1270" algn="ctr">
                        <a:lnSpc>
                          <a:spcPct val="100000"/>
                        </a:lnSpc>
                        <a:spcBef>
                          <a:spcPts val="325"/>
                        </a:spcBef>
                      </a:pPr>
                      <a:r>
                        <a:rPr sz="1600" dirty="0">
                          <a:latin typeface="Arial MT"/>
                          <a:cs typeface="Arial MT"/>
                        </a:rPr>
                        <a:t>1</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5" dirty="0">
                          <a:latin typeface="Arial MT"/>
                          <a:cs typeface="Arial MT"/>
                        </a:rPr>
                        <a:t>4/3</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5"/>
                        </a:spcBef>
                      </a:pPr>
                      <a:r>
                        <a:rPr sz="1600" spc="-5" dirty="0">
                          <a:latin typeface="Arial MT"/>
                          <a:cs typeface="Arial MT"/>
                        </a:rPr>
                        <a:t>-1</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spc="-5" dirty="0">
                          <a:latin typeface="Arial MT"/>
                          <a:cs typeface="Arial MT"/>
                        </a:rPr>
                        <a:t>1400/3</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839">
                <a:tc>
                  <a:txBody>
                    <a:bodyPr/>
                    <a:lstStyle/>
                    <a:p>
                      <a:pPr algn="ctr">
                        <a:lnSpc>
                          <a:spcPct val="100000"/>
                        </a:lnSpc>
                        <a:spcBef>
                          <a:spcPts val="325"/>
                        </a:spcBef>
                      </a:pPr>
                      <a:r>
                        <a:rPr sz="1600" spc="-5" dirty="0">
                          <a:latin typeface="Arial MT"/>
                          <a:cs typeface="Arial MT"/>
                        </a:rPr>
                        <a:t>200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800" spc="-10" dirty="0">
                          <a:latin typeface="Arial MT"/>
                          <a:cs typeface="Arial MT"/>
                        </a:rPr>
                        <a:t>x</a:t>
                      </a:r>
                      <a:r>
                        <a:rPr sz="1800" spc="-15" baseline="-20833" dirty="0">
                          <a:latin typeface="Arial MT"/>
                          <a:cs typeface="Arial MT"/>
                        </a:rPr>
                        <a:t>2</a:t>
                      </a:r>
                      <a:endParaRPr sz="1800" baseline="-20833">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600" dirty="0">
                          <a:latin typeface="Arial MT"/>
                          <a:cs typeface="Arial MT"/>
                        </a:rPr>
                        <a:t>6</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600" dirty="0">
                          <a:latin typeface="Arial MT"/>
                          <a:cs typeface="Arial MT"/>
                        </a:rPr>
                        <a:t>1</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5" dirty="0">
                          <a:latin typeface="Arial MT"/>
                          <a:cs typeface="Arial MT"/>
                        </a:rPr>
                        <a:t>-1/3</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127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5" dirty="0">
                          <a:latin typeface="Arial MT"/>
                          <a:cs typeface="Arial MT"/>
                        </a:rPr>
                        <a:t>1/3</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spc="-5" dirty="0">
                          <a:latin typeface="Arial MT"/>
                          <a:cs typeface="Arial MT"/>
                        </a:rPr>
                        <a:t>800/3</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70840">
                <a:tc>
                  <a:txBody>
                    <a:bodyPr/>
                    <a:lstStyle/>
                    <a:p>
                      <a:pPr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800" spc="-5" dirty="0">
                          <a:latin typeface="Arial MT"/>
                          <a:cs typeface="Arial MT"/>
                        </a:rPr>
                        <a:t>s</a:t>
                      </a:r>
                      <a:r>
                        <a:rPr sz="1800" spc="-7" baseline="-20833" dirty="0">
                          <a:latin typeface="Arial MT"/>
                          <a:cs typeface="Arial MT"/>
                        </a:rPr>
                        <a:t>4</a:t>
                      </a:r>
                      <a:endParaRPr sz="1800" baseline="-20833">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600" dirty="0">
                          <a:latin typeface="Arial MT"/>
                          <a:cs typeface="Arial MT"/>
                        </a:rPr>
                        <a:t>1</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127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5"/>
                        </a:spcBef>
                      </a:pPr>
                      <a:r>
                        <a:rPr sz="1600" dirty="0">
                          <a:latin typeface="Arial MT"/>
                          <a:cs typeface="Arial MT"/>
                        </a:rPr>
                        <a:t>1</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25"/>
                        </a:spcBef>
                      </a:pPr>
                      <a:r>
                        <a:rPr sz="1600" spc="-5" dirty="0">
                          <a:latin typeface="Arial MT"/>
                          <a:cs typeface="Arial MT"/>
                        </a:rPr>
                        <a:t>80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452104" y="5923992"/>
            <a:ext cx="577342" cy="575767"/>
          </a:xfrm>
          <a:prstGeom prst="rect">
            <a:avLst/>
          </a:prstGeom>
        </p:spPr>
      </p:pic>
      <p:pic>
        <p:nvPicPr>
          <p:cNvPr id="3" name="object 3"/>
          <p:cNvPicPr/>
          <p:nvPr/>
        </p:nvPicPr>
        <p:blipFill>
          <a:blip r:embed="rId3" cstate="print"/>
          <a:stretch>
            <a:fillRect/>
          </a:stretch>
        </p:blipFill>
        <p:spPr>
          <a:xfrm>
            <a:off x="9215628" y="5353811"/>
            <a:ext cx="495300" cy="495300"/>
          </a:xfrm>
          <a:prstGeom prst="rect">
            <a:avLst/>
          </a:prstGeom>
        </p:spPr>
      </p:pic>
      <p:pic>
        <p:nvPicPr>
          <p:cNvPr id="4" name="object 4"/>
          <p:cNvPicPr/>
          <p:nvPr/>
        </p:nvPicPr>
        <p:blipFill>
          <a:blip r:embed="rId4" cstate="print"/>
          <a:stretch>
            <a:fillRect/>
          </a:stretch>
        </p:blipFill>
        <p:spPr>
          <a:xfrm>
            <a:off x="9821926" y="5280026"/>
            <a:ext cx="674624" cy="788149"/>
          </a:xfrm>
          <a:prstGeom prst="rect">
            <a:avLst/>
          </a:prstGeom>
        </p:spPr>
      </p:pic>
      <p:pic>
        <p:nvPicPr>
          <p:cNvPr id="7" name="object 7"/>
          <p:cNvPicPr/>
          <p:nvPr/>
        </p:nvPicPr>
        <p:blipFill>
          <a:blip r:embed="rId5" cstate="print"/>
          <a:stretch>
            <a:fillRect/>
          </a:stretch>
        </p:blipFill>
        <p:spPr>
          <a:xfrm>
            <a:off x="2305813" y="6416040"/>
            <a:ext cx="554735" cy="347402"/>
          </a:xfrm>
          <a:prstGeom prst="rect">
            <a:avLst/>
          </a:prstGeom>
        </p:spPr>
      </p:pic>
      <p:pic>
        <p:nvPicPr>
          <p:cNvPr id="8" name="object 8"/>
          <p:cNvPicPr/>
          <p:nvPr/>
        </p:nvPicPr>
        <p:blipFill>
          <a:blip r:embed="rId6" cstate="print"/>
          <a:stretch>
            <a:fillRect/>
          </a:stretch>
        </p:blipFill>
        <p:spPr>
          <a:xfrm>
            <a:off x="2971800" y="6416040"/>
            <a:ext cx="556132" cy="347402"/>
          </a:xfrm>
          <a:prstGeom prst="rect">
            <a:avLst/>
          </a:prstGeom>
        </p:spPr>
      </p:pic>
      <p:sp>
        <p:nvSpPr>
          <p:cNvPr id="10" name="object 10"/>
          <p:cNvSpPr txBox="1">
            <a:spLocks noGrp="1"/>
          </p:cNvSpPr>
          <p:nvPr>
            <p:ph type="title"/>
          </p:nvPr>
        </p:nvSpPr>
        <p:spPr>
          <a:xfrm>
            <a:off x="6096000" y="206180"/>
            <a:ext cx="6071488" cy="505267"/>
          </a:xfrm>
          <a:prstGeom prst="rect">
            <a:avLst/>
          </a:prstGeom>
        </p:spPr>
        <p:txBody>
          <a:bodyPr vert="horz" wrap="square" lIns="0" tIns="12700" rIns="0" bIns="0" rtlCol="0">
            <a:spAutoFit/>
          </a:bodyPr>
          <a:lstStyle/>
          <a:p>
            <a:pPr marL="12700" algn="ctr">
              <a:lnSpc>
                <a:spcPct val="100000"/>
              </a:lnSpc>
              <a:spcBef>
                <a:spcPts val="100"/>
              </a:spcBef>
            </a:pPr>
            <a:r>
              <a:rPr sz="3200" b="1" dirty="0">
                <a:solidFill>
                  <a:schemeClr val="bg1"/>
                </a:solidFill>
                <a:latin typeface="Arial"/>
                <a:cs typeface="Arial"/>
              </a:rPr>
              <a:t>SOLUCION</a:t>
            </a:r>
            <a:r>
              <a:rPr sz="3200" b="1" spc="-75" dirty="0">
                <a:solidFill>
                  <a:schemeClr val="bg1"/>
                </a:solidFill>
                <a:latin typeface="Arial"/>
                <a:cs typeface="Arial"/>
              </a:rPr>
              <a:t> </a:t>
            </a:r>
            <a:r>
              <a:rPr sz="3200" b="1" dirty="0">
                <a:solidFill>
                  <a:schemeClr val="bg1"/>
                </a:solidFill>
                <a:latin typeface="Arial"/>
                <a:cs typeface="Arial"/>
              </a:rPr>
              <a:t>DEGENERADA</a:t>
            </a:r>
            <a:endParaRPr sz="3200" dirty="0">
              <a:solidFill>
                <a:schemeClr val="bg1"/>
              </a:solidFill>
              <a:latin typeface="Arial"/>
              <a:cs typeface="Arial"/>
            </a:endParaRPr>
          </a:p>
        </p:txBody>
      </p:sp>
      <p:sp>
        <p:nvSpPr>
          <p:cNvPr id="22" name="object 22"/>
          <p:cNvSpPr txBox="1"/>
          <p:nvPr/>
        </p:nvSpPr>
        <p:spPr>
          <a:xfrm>
            <a:off x="2305813" y="1511883"/>
            <a:ext cx="7978775" cy="3195955"/>
          </a:xfrm>
          <a:prstGeom prst="rect">
            <a:avLst/>
          </a:prstGeom>
        </p:spPr>
        <p:txBody>
          <a:bodyPr vert="horz" wrap="square" lIns="0" tIns="12065" rIns="0" bIns="0" rtlCol="0">
            <a:spAutoFit/>
          </a:bodyPr>
          <a:lstStyle/>
          <a:p>
            <a:pPr marL="12700" marR="5080" algn="just">
              <a:lnSpc>
                <a:spcPct val="130000"/>
              </a:lnSpc>
              <a:spcBef>
                <a:spcPts val="95"/>
              </a:spcBef>
            </a:pPr>
            <a:r>
              <a:rPr sz="4000" b="1" spc="-10" dirty="0">
                <a:latin typeface="Arial"/>
                <a:cs typeface="Arial"/>
              </a:rPr>
              <a:t>Una</a:t>
            </a:r>
            <a:r>
              <a:rPr sz="4000" b="1" spc="-5" dirty="0">
                <a:latin typeface="Arial"/>
                <a:cs typeface="Arial"/>
              </a:rPr>
              <a:t> </a:t>
            </a:r>
            <a:r>
              <a:rPr sz="4000" b="1" i="1" spc="-5" dirty="0">
                <a:latin typeface="Arial"/>
                <a:cs typeface="Arial"/>
              </a:rPr>
              <a:t>solución</a:t>
            </a:r>
            <a:r>
              <a:rPr sz="4000" b="1" i="1" spc="1105" dirty="0">
                <a:latin typeface="Arial"/>
                <a:cs typeface="Arial"/>
              </a:rPr>
              <a:t> </a:t>
            </a:r>
            <a:r>
              <a:rPr sz="4000" b="1" i="1" spc="-10" dirty="0">
                <a:latin typeface="Arial"/>
                <a:cs typeface="Arial"/>
              </a:rPr>
              <a:t>es</a:t>
            </a:r>
            <a:r>
              <a:rPr sz="4000" b="1" i="1" spc="-5" dirty="0">
                <a:latin typeface="Arial"/>
                <a:cs typeface="Arial"/>
              </a:rPr>
              <a:t> degenerada </a:t>
            </a:r>
            <a:r>
              <a:rPr sz="4000" b="1" i="1" dirty="0">
                <a:latin typeface="Arial"/>
                <a:cs typeface="Arial"/>
              </a:rPr>
              <a:t> </a:t>
            </a:r>
            <a:r>
              <a:rPr sz="4000" b="1" spc="-5" dirty="0">
                <a:latin typeface="Arial"/>
                <a:cs typeface="Arial"/>
              </a:rPr>
              <a:t>cuando menos </a:t>
            </a:r>
            <a:r>
              <a:rPr sz="4000" b="1" spc="-10" dirty="0">
                <a:latin typeface="Arial"/>
                <a:cs typeface="Arial"/>
              </a:rPr>
              <a:t>de </a:t>
            </a:r>
            <a:r>
              <a:rPr sz="4000" b="1" spc="-5" dirty="0">
                <a:latin typeface="Arial"/>
                <a:cs typeface="Arial"/>
              </a:rPr>
              <a:t>m (</a:t>
            </a:r>
            <a:r>
              <a:rPr sz="4000" b="1" i="1" spc="-5" dirty="0">
                <a:latin typeface="Arial"/>
                <a:cs typeface="Arial"/>
              </a:rPr>
              <a:t>número </a:t>
            </a:r>
            <a:r>
              <a:rPr sz="4000" b="1" i="1" dirty="0">
                <a:latin typeface="Arial"/>
                <a:cs typeface="Arial"/>
              </a:rPr>
              <a:t>de </a:t>
            </a:r>
            <a:r>
              <a:rPr sz="4000" b="1" i="1" spc="5" dirty="0">
                <a:latin typeface="Arial"/>
                <a:cs typeface="Arial"/>
              </a:rPr>
              <a:t> </a:t>
            </a:r>
            <a:r>
              <a:rPr sz="4000" b="1" i="1" dirty="0">
                <a:latin typeface="Arial"/>
                <a:cs typeface="Arial"/>
              </a:rPr>
              <a:t>restricciones</a:t>
            </a:r>
            <a:r>
              <a:rPr sz="4000" b="1" dirty="0">
                <a:latin typeface="Arial"/>
                <a:cs typeface="Arial"/>
              </a:rPr>
              <a:t>)</a:t>
            </a:r>
            <a:r>
              <a:rPr sz="4000" b="1" spc="1040" dirty="0">
                <a:latin typeface="Arial"/>
                <a:cs typeface="Arial"/>
              </a:rPr>
              <a:t> </a:t>
            </a:r>
            <a:r>
              <a:rPr sz="4000" b="1" i="1" spc="-5" dirty="0">
                <a:latin typeface="Arial"/>
                <a:cs typeface="Arial"/>
              </a:rPr>
              <a:t>variables</a:t>
            </a:r>
            <a:r>
              <a:rPr sz="4000" b="1" i="1" spc="1065" dirty="0">
                <a:latin typeface="Arial"/>
                <a:cs typeface="Arial"/>
              </a:rPr>
              <a:t> </a:t>
            </a:r>
            <a:r>
              <a:rPr sz="4000" b="1" i="1" spc="-5" dirty="0">
                <a:latin typeface="Arial"/>
                <a:cs typeface="Arial"/>
              </a:rPr>
              <a:t>básicas </a:t>
            </a:r>
            <a:r>
              <a:rPr sz="4000" b="1" i="1" spc="-1100" dirty="0">
                <a:latin typeface="Arial"/>
                <a:cs typeface="Arial"/>
              </a:rPr>
              <a:t> </a:t>
            </a:r>
            <a:r>
              <a:rPr sz="4000" b="1" spc="-5" dirty="0">
                <a:latin typeface="Arial"/>
                <a:cs typeface="Arial"/>
              </a:rPr>
              <a:t>tienen </a:t>
            </a:r>
            <a:r>
              <a:rPr sz="4000" b="1" i="1" spc="-5" dirty="0">
                <a:latin typeface="Arial"/>
                <a:cs typeface="Arial"/>
              </a:rPr>
              <a:t>valor</a:t>
            </a:r>
            <a:r>
              <a:rPr sz="4000" b="1" i="1" spc="15" dirty="0">
                <a:latin typeface="Arial"/>
                <a:cs typeface="Arial"/>
              </a:rPr>
              <a:t> </a:t>
            </a:r>
            <a:r>
              <a:rPr sz="4000" b="1" i="1" spc="-10" dirty="0">
                <a:latin typeface="Arial"/>
                <a:cs typeface="Arial"/>
              </a:rPr>
              <a:t>mayor</a:t>
            </a:r>
            <a:r>
              <a:rPr sz="4000" b="1" i="1" spc="20" dirty="0">
                <a:latin typeface="Arial"/>
                <a:cs typeface="Arial"/>
              </a:rPr>
              <a:t> </a:t>
            </a:r>
            <a:r>
              <a:rPr sz="4000" b="1" i="1" spc="-5" dirty="0">
                <a:latin typeface="Arial"/>
                <a:cs typeface="Arial"/>
              </a:rPr>
              <a:t>a</a:t>
            </a:r>
            <a:r>
              <a:rPr sz="4000" b="1" i="1" dirty="0">
                <a:latin typeface="Arial"/>
                <a:cs typeface="Arial"/>
              </a:rPr>
              <a:t> </a:t>
            </a:r>
            <a:r>
              <a:rPr sz="4000" b="1" i="1" spc="-5" dirty="0">
                <a:latin typeface="Arial"/>
                <a:cs typeface="Arial"/>
              </a:rPr>
              <a:t>cero</a:t>
            </a:r>
            <a:r>
              <a:rPr sz="4000" b="1" spc="-5" dirty="0">
                <a:latin typeface="Arial"/>
                <a:cs typeface="Arial"/>
              </a:rPr>
              <a:t>.</a:t>
            </a:r>
            <a:endParaRPr sz="4000" dirty="0">
              <a:latin typeface="Arial"/>
              <a:cs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452104" y="5923992"/>
            <a:ext cx="577342" cy="575767"/>
          </a:xfrm>
          <a:prstGeom prst="rect">
            <a:avLst/>
          </a:prstGeom>
        </p:spPr>
      </p:pic>
      <p:pic>
        <p:nvPicPr>
          <p:cNvPr id="3" name="object 3"/>
          <p:cNvPicPr/>
          <p:nvPr/>
        </p:nvPicPr>
        <p:blipFill>
          <a:blip r:embed="rId3" cstate="print"/>
          <a:stretch>
            <a:fillRect/>
          </a:stretch>
        </p:blipFill>
        <p:spPr>
          <a:xfrm>
            <a:off x="9215628" y="5353811"/>
            <a:ext cx="495300" cy="495300"/>
          </a:xfrm>
          <a:prstGeom prst="rect">
            <a:avLst/>
          </a:prstGeom>
        </p:spPr>
      </p:pic>
      <p:pic>
        <p:nvPicPr>
          <p:cNvPr id="4" name="object 4"/>
          <p:cNvPicPr/>
          <p:nvPr/>
        </p:nvPicPr>
        <p:blipFill>
          <a:blip r:embed="rId4" cstate="print"/>
          <a:stretch>
            <a:fillRect/>
          </a:stretch>
        </p:blipFill>
        <p:spPr>
          <a:xfrm>
            <a:off x="9821926" y="5280026"/>
            <a:ext cx="674624" cy="788149"/>
          </a:xfrm>
          <a:prstGeom prst="rect">
            <a:avLst/>
          </a:prstGeom>
        </p:spPr>
      </p:pic>
      <p:pic>
        <p:nvPicPr>
          <p:cNvPr id="7" name="object 7"/>
          <p:cNvPicPr/>
          <p:nvPr/>
        </p:nvPicPr>
        <p:blipFill>
          <a:blip r:embed="rId5" cstate="print"/>
          <a:stretch>
            <a:fillRect/>
          </a:stretch>
        </p:blipFill>
        <p:spPr>
          <a:xfrm>
            <a:off x="2305813" y="6416040"/>
            <a:ext cx="554735" cy="347402"/>
          </a:xfrm>
          <a:prstGeom prst="rect">
            <a:avLst/>
          </a:prstGeom>
        </p:spPr>
      </p:pic>
      <p:pic>
        <p:nvPicPr>
          <p:cNvPr id="8" name="object 8"/>
          <p:cNvPicPr/>
          <p:nvPr/>
        </p:nvPicPr>
        <p:blipFill>
          <a:blip r:embed="rId6" cstate="print"/>
          <a:stretch>
            <a:fillRect/>
          </a:stretch>
        </p:blipFill>
        <p:spPr>
          <a:xfrm>
            <a:off x="2971800" y="6416040"/>
            <a:ext cx="556132" cy="347402"/>
          </a:xfrm>
          <a:prstGeom prst="rect">
            <a:avLst/>
          </a:prstGeom>
        </p:spPr>
      </p:pic>
      <p:grpSp>
        <p:nvGrpSpPr>
          <p:cNvPr id="9" name="object 9"/>
          <p:cNvGrpSpPr/>
          <p:nvPr/>
        </p:nvGrpSpPr>
        <p:grpSpPr>
          <a:xfrm>
            <a:off x="2432050" y="2584450"/>
            <a:ext cx="6642100" cy="3289300"/>
            <a:chOff x="908050" y="2584450"/>
            <a:chExt cx="6642100" cy="3289300"/>
          </a:xfrm>
        </p:grpSpPr>
        <p:sp>
          <p:nvSpPr>
            <p:cNvPr id="10" name="object 10"/>
            <p:cNvSpPr/>
            <p:nvPr/>
          </p:nvSpPr>
          <p:spPr>
            <a:xfrm>
              <a:off x="914400" y="2590800"/>
              <a:ext cx="6629400" cy="3276600"/>
            </a:xfrm>
            <a:custGeom>
              <a:avLst/>
              <a:gdLst/>
              <a:ahLst/>
              <a:cxnLst/>
              <a:rect l="l" t="t" r="r" b="b"/>
              <a:pathLst>
                <a:path w="6629400" h="3276600">
                  <a:moveTo>
                    <a:pt x="6083300" y="0"/>
                  </a:moveTo>
                  <a:lnTo>
                    <a:pt x="546100" y="0"/>
                  </a:lnTo>
                  <a:lnTo>
                    <a:pt x="498980" y="2004"/>
                  </a:lnTo>
                  <a:lnTo>
                    <a:pt x="452974" y="7908"/>
                  </a:lnTo>
                  <a:lnTo>
                    <a:pt x="408245" y="17547"/>
                  </a:lnTo>
                  <a:lnTo>
                    <a:pt x="364956" y="30758"/>
                  </a:lnTo>
                  <a:lnTo>
                    <a:pt x="323273" y="47377"/>
                  </a:lnTo>
                  <a:lnTo>
                    <a:pt x="283357" y="67240"/>
                  </a:lnTo>
                  <a:lnTo>
                    <a:pt x="245375" y="90183"/>
                  </a:lnTo>
                  <a:lnTo>
                    <a:pt x="209489" y="116042"/>
                  </a:lnTo>
                  <a:lnTo>
                    <a:pt x="175863" y="144653"/>
                  </a:lnTo>
                  <a:lnTo>
                    <a:pt x="144662" y="175853"/>
                  </a:lnTo>
                  <a:lnTo>
                    <a:pt x="116050" y="209478"/>
                  </a:lnTo>
                  <a:lnTo>
                    <a:pt x="90189" y="245364"/>
                  </a:lnTo>
                  <a:lnTo>
                    <a:pt x="67245" y="283346"/>
                  </a:lnTo>
                  <a:lnTo>
                    <a:pt x="47381" y="323262"/>
                  </a:lnTo>
                  <a:lnTo>
                    <a:pt x="30761" y="364946"/>
                  </a:lnTo>
                  <a:lnTo>
                    <a:pt x="17549" y="408236"/>
                  </a:lnTo>
                  <a:lnTo>
                    <a:pt x="7908" y="452968"/>
                  </a:lnTo>
                  <a:lnTo>
                    <a:pt x="2004" y="498977"/>
                  </a:lnTo>
                  <a:lnTo>
                    <a:pt x="0" y="546100"/>
                  </a:lnTo>
                  <a:lnTo>
                    <a:pt x="0" y="2730500"/>
                  </a:lnTo>
                  <a:lnTo>
                    <a:pt x="2004" y="2777619"/>
                  </a:lnTo>
                  <a:lnTo>
                    <a:pt x="7908" y="2823625"/>
                  </a:lnTo>
                  <a:lnTo>
                    <a:pt x="17549" y="2868354"/>
                  </a:lnTo>
                  <a:lnTo>
                    <a:pt x="30761" y="2911643"/>
                  </a:lnTo>
                  <a:lnTo>
                    <a:pt x="47381" y="2953326"/>
                  </a:lnTo>
                  <a:lnTo>
                    <a:pt x="67245" y="2993242"/>
                  </a:lnTo>
                  <a:lnTo>
                    <a:pt x="90189" y="3031224"/>
                  </a:lnTo>
                  <a:lnTo>
                    <a:pt x="116050" y="3067110"/>
                  </a:lnTo>
                  <a:lnTo>
                    <a:pt x="144662" y="3100736"/>
                  </a:lnTo>
                  <a:lnTo>
                    <a:pt x="175863" y="3131937"/>
                  </a:lnTo>
                  <a:lnTo>
                    <a:pt x="209489" y="3160549"/>
                  </a:lnTo>
                  <a:lnTo>
                    <a:pt x="245375" y="3186410"/>
                  </a:lnTo>
                  <a:lnTo>
                    <a:pt x="283357" y="3209354"/>
                  </a:lnTo>
                  <a:lnTo>
                    <a:pt x="323273" y="3229218"/>
                  </a:lnTo>
                  <a:lnTo>
                    <a:pt x="364956" y="3245838"/>
                  </a:lnTo>
                  <a:lnTo>
                    <a:pt x="408245" y="3259050"/>
                  </a:lnTo>
                  <a:lnTo>
                    <a:pt x="452974" y="3268691"/>
                  </a:lnTo>
                  <a:lnTo>
                    <a:pt x="498980" y="3274595"/>
                  </a:lnTo>
                  <a:lnTo>
                    <a:pt x="546100" y="3276600"/>
                  </a:lnTo>
                  <a:lnTo>
                    <a:pt x="6083300" y="3276600"/>
                  </a:lnTo>
                  <a:lnTo>
                    <a:pt x="6130422" y="3274595"/>
                  </a:lnTo>
                  <a:lnTo>
                    <a:pt x="6176431" y="3268691"/>
                  </a:lnTo>
                  <a:lnTo>
                    <a:pt x="6221163" y="3259050"/>
                  </a:lnTo>
                  <a:lnTo>
                    <a:pt x="6264453" y="3245838"/>
                  </a:lnTo>
                  <a:lnTo>
                    <a:pt x="6306137" y="3229218"/>
                  </a:lnTo>
                  <a:lnTo>
                    <a:pt x="6346053" y="3209354"/>
                  </a:lnTo>
                  <a:lnTo>
                    <a:pt x="6384035" y="3186410"/>
                  </a:lnTo>
                  <a:lnTo>
                    <a:pt x="6419921" y="3160549"/>
                  </a:lnTo>
                  <a:lnTo>
                    <a:pt x="6453546" y="3131937"/>
                  </a:lnTo>
                  <a:lnTo>
                    <a:pt x="6484746" y="3100736"/>
                  </a:lnTo>
                  <a:lnTo>
                    <a:pt x="6513357" y="3067110"/>
                  </a:lnTo>
                  <a:lnTo>
                    <a:pt x="6539216" y="3031224"/>
                  </a:lnTo>
                  <a:lnTo>
                    <a:pt x="6562159" y="2993242"/>
                  </a:lnTo>
                  <a:lnTo>
                    <a:pt x="6582022" y="2953326"/>
                  </a:lnTo>
                  <a:lnTo>
                    <a:pt x="6598641" y="2911643"/>
                  </a:lnTo>
                  <a:lnTo>
                    <a:pt x="6611852" y="2868354"/>
                  </a:lnTo>
                  <a:lnTo>
                    <a:pt x="6621491" y="2823625"/>
                  </a:lnTo>
                  <a:lnTo>
                    <a:pt x="6627395" y="2777619"/>
                  </a:lnTo>
                  <a:lnTo>
                    <a:pt x="6629400" y="2730500"/>
                  </a:lnTo>
                  <a:lnTo>
                    <a:pt x="6629400" y="546100"/>
                  </a:lnTo>
                  <a:lnTo>
                    <a:pt x="6627395" y="498977"/>
                  </a:lnTo>
                  <a:lnTo>
                    <a:pt x="6621491" y="452968"/>
                  </a:lnTo>
                  <a:lnTo>
                    <a:pt x="6611852" y="408236"/>
                  </a:lnTo>
                  <a:lnTo>
                    <a:pt x="6598641" y="364946"/>
                  </a:lnTo>
                  <a:lnTo>
                    <a:pt x="6582022" y="323262"/>
                  </a:lnTo>
                  <a:lnTo>
                    <a:pt x="6562159" y="283346"/>
                  </a:lnTo>
                  <a:lnTo>
                    <a:pt x="6539216" y="245364"/>
                  </a:lnTo>
                  <a:lnTo>
                    <a:pt x="6513357" y="209478"/>
                  </a:lnTo>
                  <a:lnTo>
                    <a:pt x="6484746" y="175853"/>
                  </a:lnTo>
                  <a:lnTo>
                    <a:pt x="6453546" y="144653"/>
                  </a:lnTo>
                  <a:lnTo>
                    <a:pt x="6419921" y="116042"/>
                  </a:lnTo>
                  <a:lnTo>
                    <a:pt x="6384035" y="90183"/>
                  </a:lnTo>
                  <a:lnTo>
                    <a:pt x="6346053" y="67240"/>
                  </a:lnTo>
                  <a:lnTo>
                    <a:pt x="6306137" y="47377"/>
                  </a:lnTo>
                  <a:lnTo>
                    <a:pt x="6264453" y="30758"/>
                  </a:lnTo>
                  <a:lnTo>
                    <a:pt x="6221163" y="17547"/>
                  </a:lnTo>
                  <a:lnTo>
                    <a:pt x="6176431" y="7908"/>
                  </a:lnTo>
                  <a:lnTo>
                    <a:pt x="6130422" y="2004"/>
                  </a:lnTo>
                  <a:lnTo>
                    <a:pt x="6083300" y="0"/>
                  </a:lnTo>
                  <a:close/>
                </a:path>
              </a:pathLst>
            </a:custGeom>
            <a:solidFill>
              <a:srgbClr val="FF9933"/>
            </a:solidFill>
          </p:spPr>
          <p:txBody>
            <a:bodyPr wrap="square" lIns="0" tIns="0" rIns="0" bIns="0" rtlCol="0"/>
            <a:lstStyle/>
            <a:p>
              <a:endParaRPr/>
            </a:p>
          </p:txBody>
        </p:sp>
        <p:sp>
          <p:nvSpPr>
            <p:cNvPr id="11" name="object 11"/>
            <p:cNvSpPr/>
            <p:nvPr/>
          </p:nvSpPr>
          <p:spPr>
            <a:xfrm>
              <a:off x="914400" y="2590800"/>
              <a:ext cx="6629400" cy="3276600"/>
            </a:xfrm>
            <a:custGeom>
              <a:avLst/>
              <a:gdLst/>
              <a:ahLst/>
              <a:cxnLst/>
              <a:rect l="l" t="t" r="r" b="b"/>
              <a:pathLst>
                <a:path w="6629400" h="3276600">
                  <a:moveTo>
                    <a:pt x="0" y="546100"/>
                  </a:moveTo>
                  <a:lnTo>
                    <a:pt x="2004" y="498977"/>
                  </a:lnTo>
                  <a:lnTo>
                    <a:pt x="7908" y="452968"/>
                  </a:lnTo>
                  <a:lnTo>
                    <a:pt x="17549" y="408236"/>
                  </a:lnTo>
                  <a:lnTo>
                    <a:pt x="30761" y="364946"/>
                  </a:lnTo>
                  <a:lnTo>
                    <a:pt x="47381" y="323262"/>
                  </a:lnTo>
                  <a:lnTo>
                    <a:pt x="67245" y="283346"/>
                  </a:lnTo>
                  <a:lnTo>
                    <a:pt x="90189" y="245364"/>
                  </a:lnTo>
                  <a:lnTo>
                    <a:pt x="116050" y="209478"/>
                  </a:lnTo>
                  <a:lnTo>
                    <a:pt x="144662" y="175853"/>
                  </a:lnTo>
                  <a:lnTo>
                    <a:pt x="175863" y="144653"/>
                  </a:lnTo>
                  <a:lnTo>
                    <a:pt x="209489" y="116042"/>
                  </a:lnTo>
                  <a:lnTo>
                    <a:pt x="245375" y="90183"/>
                  </a:lnTo>
                  <a:lnTo>
                    <a:pt x="283357" y="67240"/>
                  </a:lnTo>
                  <a:lnTo>
                    <a:pt x="323273" y="47377"/>
                  </a:lnTo>
                  <a:lnTo>
                    <a:pt x="364956" y="30758"/>
                  </a:lnTo>
                  <a:lnTo>
                    <a:pt x="408245" y="17547"/>
                  </a:lnTo>
                  <a:lnTo>
                    <a:pt x="452974" y="7908"/>
                  </a:lnTo>
                  <a:lnTo>
                    <a:pt x="498980" y="2004"/>
                  </a:lnTo>
                  <a:lnTo>
                    <a:pt x="546100" y="0"/>
                  </a:lnTo>
                  <a:lnTo>
                    <a:pt x="6083300" y="0"/>
                  </a:lnTo>
                  <a:lnTo>
                    <a:pt x="6130422" y="2004"/>
                  </a:lnTo>
                  <a:lnTo>
                    <a:pt x="6176431" y="7908"/>
                  </a:lnTo>
                  <a:lnTo>
                    <a:pt x="6221163" y="17547"/>
                  </a:lnTo>
                  <a:lnTo>
                    <a:pt x="6264453" y="30758"/>
                  </a:lnTo>
                  <a:lnTo>
                    <a:pt x="6306137" y="47377"/>
                  </a:lnTo>
                  <a:lnTo>
                    <a:pt x="6346053" y="67240"/>
                  </a:lnTo>
                  <a:lnTo>
                    <a:pt x="6384035" y="90183"/>
                  </a:lnTo>
                  <a:lnTo>
                    <a:pt x="6419921" y="116042"/>
                  </a:lnTo>
                  <a:lnTo>
                    <a:pt x="6453546" y="144653"/>
                  </a:lnTo>
                  <a:lnTo>
                    <a:pt x="6484746" y="175853"/>
                  </a:lnTo>
                  <a:lnTo>
                    <a:pt x="6513357" y="209478"/>
                  </a:lnTo>
                  <a:lnTo>
                    <a:pt x="6539216" y="245364"/>
                  </a:lnTo>
                  <a:lnTo>
                    <a:pt x="6562159" y="283346"/>
                  </a:lnTo>
                  <a:lnTo>
                    <a:pt x="6582022" y="323262"/>
                  </a:lnTo>
                  <a:lnTo>
                    <a:pt x="6598641" y="364946"/>
                  </a:lnTo>
                  <a:lnTo>
                    <a:pt x="6611852" y="408236"/>
                  </a:lnTo>
                  <a:lnTo>
                    <a:pt x="6621491" y="452968"/>
                  </a:lnTo>
                  <a:lnTo>
                    <a:pt x="6627395" y="498977"/>
                  </a:lnTo>
                  <a:lnTo>
                    <a:pt x="6629400" y="546100"/>
                  </a:lnTo>
                  <a:lnTo>
                    <a:pt x="6629400" y="2730500"/>
                  </a:lnTo>
                  <a:lnTo>
                    <a:pt x="6627395" y="2777619"/>
                  </a:lnTo>
                  <a:lnTo>
                    <a:pt x="6621491" y="2823625"/>
                  </a:lnTo>
                  <a:lnTo>
                    <a:pt x="6611852" y="2868354"/>
                  </a:lnTo>
                  <a:lnTo>
                    <a:pt x="6598641" y="2911643"/>
                  </a:lnTo>
                  <a:lnTo>
                    <a:pt x="6582022" y="2953326"/>
                  </a:lnTo>
                  <a:lnTo>
                    <a:pt x="6562159" y="2993242"/>
                  </a:lnTo>
                  <a:lnTo>
                    <a:pt x="6539216" y="3031224"/>
                  </a:lnTo>
                  <a:lnTo>
                    <a:pt x="6513357" y="3067110"/>
                  </a:lnTo>
                  <a:lnTo>
                    <a:pt x="6484746" y="3100736"/>
                  </a:lnTo>
                  <a:lnTo>
                    <a:pt x="6453546" y="3131937"/>
                  </a:lnTo>
                  <a:lnTo>
                    <a:pt x="6419921" y="3160549"/>
                  </a:lnTo>
                  <a:lnTo>
                    <a:pt x="6384035" y="3186410"/>
                  </a:lnTo>
                  <a:lnTo>
                    <a:pt x="6346053" y="3209354"/>
                  </a:lnTo>
                  <a:lnTo>
                    <a:pt x="6306137" y="3229218"/>
                  </a:lnTo>
                  <a:lnTo>
                    <a:pt x="6264453" y="3245838"/>
                  </a:lnTo>
                  <a:lnTo>
                    <a:pt x="6221163" y="3259050"/>
                  </a:lnTo>
                  <a:lnTo>
                    <a:pt x="6176431" y="3268691"/>
                  </a:lnTo>
                  <a:lnTo>
                    <a:pt x="6130422" y="3274595"/>
                  </a:lnTo>
                  <a:lnTo>
                    <a:pt x="6083300" y="3276600"/>
                  </a:lnTo>
                  <a:lnTo>
                    <a:pt x="546100" y="3276600"/>
                  </a:lnTo>
                  <a:lnTo>
                    <a:pt x="498980" y="3274595"/>
                  </a:lnTo>
                  <a:lnTo>
                    <a:pt x="452974" y="3268691"/>
                  </a:lnTo>
                  <a:lnTo>
                    <a:pt x="408245" y="3259050"/>
                  </a:lnTo>
                  <a:lnTo>
                    <a:pt x="364956" y="3245838"/>
                  </a:lnTo>
                  <a:lnTo>
                    <a:pt x="323273" y="3229218"/>
                  </a:lnTo>
                  <a:lnTo>
                    <a:pt x="283357" y="3209354"/>
                  </a:lnTo>
                  <a:lnTo>
                    <a:pt x="245375" y="3186410"/>
                  </a:lnTo>
                  <a:lnTo>
                    <a:pt x="209489" y="3160549"/>
                  </a:lnTo>
                  <a:lnTo>
                    <a:pt x="175863" y="3131937"/>
                  </a:lnTo>
                  <a:lnTo>
                    <a:pt x="144662" y="3100736"/>
                  </a:lnTo>
                  <a:lnTo>
                    <a:pt x="116050" y="3067110"/>
                  </a:lnTo>
                  <a:lnTo>
                    <a:pt x="90189" y="3031224"/>
                  </a:lnTo>
                  <a:lnTo>
                    <a:pt x="67245" y="2993242"/>
                  </a:lnTo>
                  <a:lnTo>
                    <a:pt x="47381" y="2953326"/>
                  </a:lnTo>
                  <a:lnTo>
                    <a:pt x="30761" y="2911643"/>
                  </a:lnTo>
                  <a:lnTo>
                    <a:pt x="17549" y="2868354"/>
                  </a:lnTo>
                  <a:lnTo>
                    <a:pt x="7908" y="2823625"/>
                  </a:lnTo>
                  <a:lnTo>
                    <a:pt x="2004" y="2777619"/>
                  </a:lnTo>
                  <a:lnTo>
                    <a:pt x="0" y="2730500"/>
                  </a:lnTo>
                  <a:lnTo>
                    <a:pt x="0" y="546100"/>
                  </a:lnTo>
                  <a:close/>
                </a:path>
              </a:pathLst>
            </a:custGeom>
            <a:ln w="12700">
              <a:solidFill>
                <a:srgbClr val="FFFFFF"/>
              </a:solidFill>
            </a:ln>
          </p:spPr>
          <p:txBody>
            <a:bodyPr wrap="square" lIns="0" tIns="0" rIns="0" bIns="0" rtlCol="0"/>
            <a:lstStyle/>
            <a:p>
              <a:endParaRPr/>
            </a:p>
          </p:txBody>
        </p:sp>
      </p:grpSp>
      <p:sp>
        <p:nvSpPr>
          <p:cNvPr id="12" name="object 12"/>
          <p:cNvSpPr txBox="1"/>
          <p:nvPr/>
        </p:nvSpPr>
        <p:spPr>
          <a:xfrm>
            <a:off x="2575966" y="1853564"/>
            <a:ext cx="1922780" cy="452120"/>
          </a:xfrm>
          <a:prstGeom prst="rect">
            <a:avLst/>
          </a:prstGeom>
        </p:spPr>
        <p:txBody>
          <a:bodyPr vert="horz" wrap="square" lIns="0" tIns="12065" rIns="0" bIns="0" rtlCol="0">
            <a:spAutoFit/>
          </a:bodyPr>
          <a:lstStyle/>
          <a:p>
            <a:pPr marL="12700">
              <a:spcBef>
                <a:spcPts val="95"/>
              </a:spcBef>
            </a:pPr>
            <a:r>
              <a:rPr sz="2800" b="1" spc="-5" dirty="0">
                <a:solidFill>
                  <a:srgbClr val="FF0000"/>
                </a:solidFill>
                <a:uFill>
                  <a:solidFill>
                    <a:srgbClr val="FFFFFF"/>
                  </a:solidFill>
                </a:uFill>
                <a:latin typeface="Arial"/>
                <a:cs typeface="Arial"/>
              </a:rPr>
              <a:t>Ejemplo</a:t>
            </a:r>
            <a:r>
              <a:rPr sz="2800" b="1" spc="-35" dirty="0">
                <a:solidFill>
                  <a:srgbClr val="FF0000"/>
                </a:solidFill>
                <a:uFill>
                  <a:solidFill>
                    <a:srgbClr val="FFFFFF"/>
                  </a:solidFill>
                </a:uFill>
                <a:latin typeface="Arial"/>
                <a:cs typeface="Arial"/>
              </a:rPr>
              <a:t> </a:t>
            </a:r>
            <a:r>
              <a:rPr sz="2800" b="1" spc="-5" dirty="0">
                <a:solidFill>
                  <a:srgbClr val="FF0000"/>
                </a:solidFill>
                <a:uFill>
                  <a:solidFill>
                    <a:srgbClr val="FFFFFF"/>
                  </a:solidFill>
                </a:uFill>
                <a:latin typeface="Arial"/>
                <a:cs typeface="Arial"/>
              </a:rPr>
              <a:t>1</a:t>
            </a:r>
            <a:r>
              <a:rPr sz="2800" b="1" spc="-25" dirty="0">
                <a:solidFill>
                  <a:srgbClr val="FF0000"/>
                </a:solidFill>
                <a:latin typeface="Arial"/>
                <a:cs typeface="Arial"/>
              </a:rPr>
              <a:t> </a:t>
            </a:r>
            <a:r>
              <a:rPr sz="2800" b="1" spc="-5" dirty="0">
                <a:solidFill>
                  <a:srgbClr val="FF0000"/>
                </a:solidFill>
                <a:latin typeface="Arial"/>
                <a:cs typeface="Arial"/>
              </a:rPr>
              <a:t>:</a:t>
            </a:r>
            <a:endParaRPr sz="2800" dirty="0">
              <a:solidFill>
                <a:srgbClr val="FF0000"/>
              </a:solidFill>
              <a:latin typeface="Arial"/>
              <a:cs typeface="Arial"/>
            </a:endParaRPr>
          </a:p>
        </p:txBody>
      </p:sp>
      <p:sp>
        <p:nvSpPr>
          <p:cNvPr id="13" name="object 13"/>
          <p:cNvSpPr txBox="1"/>
          <p:nvPr/>
        </p:nvSpPr>
        <p:spPr>
          <a:xfrm>
            <a:off x="4419346" y="2621661"/>
            <a:ext cx="2953385" cy="452120"/>
          </a:xfrm>
          <a:prstGeom prst="rect">
            <a:avLst/>
          </a:prstGeom>
        </p:spPr>
        <p:txBody>
          <a:bodyPr vert="horz" wrap="square" lIns="0" tIns="12065" rIns="0" bIns="0" rtlCol="0">
            <a:spAutoFit/>
          </a:bodyPr>
          <a:lstStyle/>
          <a:p>
            <a:pPr marL="38100">
              <a:spcBef>
                <a:spcPts val="95"/>
              </a:spcBef>
            </a:pPr>
            <a:r>
              <a:rPr sz="2800" b="1" spc="-5" dirty="0">
                <a:solidFill>
                  <a:srgbClr val="FFFFFF"/>
                </a:solidFill>
                <a:latin typeface="Arial"/>
                <a:cs typeface="Arial"/>
              </a:rPr>
              <a:t>Z</a:t>
            </a:r>
            <a:r>
              <a:rPr sz="2800" b="1" spc="-20" dirty="0">
                <a:solidFill>
                  <a:srgbClr val="FFFFFF"/>
                </a:solidFill>
                <a:latin typeface="Arial"/>
                <a:cs typeface="Arial"/>
              </a:rPr>
              <a:t> </a:t>
            </a:r>
            <a:r>
              <a:rPr sz="2800" b="1" spc="-5" dirty="0">
                <a:solidFill>
                  <a:srgbClr val="FFFFFF"/>
                </a:solidFill>
                <a:latin typeface="Arial"/>
                <a:cs typeface="Arial"/>
              </a:rPr>
              <a:t>=</a:t>
            </a:r>
            <a:r>
              <a:rPr sz="2800" b="1" spc="-15" dirty="0">
                <a:solidFill>
                  <a:srgbClr val="FFFFFF"/>
                </a:solidFill>
                <a:latin typeface="Arial"/>
                <a:cs typeface="Arial"/>
              </a:rPr>
              <a:t> </a:t>
            </a:r>
            <a:r>
              <a:rPr sz="2800" b="1" dirty="0">
                <a:solidFill>
                  <a:srgbClr val="FFFFFF"/>
                </a:solidFill>
                <a:latin typeface="Arial"/>
                <a:cs typeface="Arial"/>
              </a:rPr>
              <a:t>400x</a:t>
            </a:r>
            <a:r>
              <a:rPr sz="2775" b="1" baseline="-21021" dirty="0">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a:t>
            </a:r>
            <a:r>
              <a:rPr sz="2800" b="1" spc="-15" dirty="0">
                <a:solidFill>
                  <a:srgbClr val="FFFFFF"/>
                </a:solidFill>
                <a:latin typeface="Arial"/>
                <a:cs typeface="Arial"/>
              </a:rPr>
              <a:t> </a:t>
            </a:r>
            <a:r>
              <a:rPr sz="2800" b="1" dirty="0">
                <a:solidFill>
                  <a:srgbClr val="FFFFFF"/>
                </a:solidFill>
                <a:latin typeface="Arial"/>
                <a:cs typeface="Arial"/>
              </a:rPr>
              <a:t>200x</a:t>
            </a:r>
            <a:r>
              <a:rPr sz="2775" b="1" baseline="-21021" dirty="0">
                <a:solidFill>
                  <a:srgbClr val="FFFFFF"/>
                </a:solidFill>
                <a:latin typeface="Arial"/>
                <a:cs typeface="Arial"/>
              </a:rPr>
              <a:t>2</a:t>
            </a:r>
            <a:endParaRPr sz="2775" baseline="-21021">
              <a:latin typeface="Arial"/>
              <a:cs typeface="Arial"/>
            </a:endParaRPr>
          </a:p>
        </p:txBody>
      </p:sp>
      <p:sp>
        <p:nvSpPr>
          <p:cNvPr id="14" name="object 14"/>
          <p:cNvSpPr txBox="1"/>
          <p:nvPr/>
        </p:nvSpPr>
        <p:spPr>
          <a:xfrm>
            <a:off x="2575966" y="2671953"/>
            <a:ext cx="1499870" cy="736420"/>
          </a:xfrm>
          <a:prstGeom prst="rect">
            <a:avLst/>
          </a:prstGeom>
        </p:spPr>
        <p:txBody>
          <a:bodyPr vert="horz" wrap="square" lIns="0" tIns="635" rIns="0" bIns="0" rtlCol="0">
            <a:spAutoFit/>
          </a:bodyPr>
          <a:lstStyle/>
          <a:p>
            <a:pPr marL="12700" marR="5080">
              <a:lnSpc>
                <a:spcPct val="103299"/>
              </a:lnSpc>
              <a:spcBef>
                <a:spcPts val="5"/>
              </a:spcBef>
            </a:pPr>
            <a:r>
              <a:rPr sz="2400" b="1" spc="-5" dirty="0">
                <a:solidFill>
                  <a:srgbClr val="FFFFFF"/>
                </a:solidFill>
                <a:latin typeface="Arial"/>
                <a:cs typeface="Arial"/>
              </a:rPr>
              <a:t>Maximizar  Sujeto</a:t>
            </a:r>
            <a:r>
              <a:rPr sz="2400" b="1" spc="-35" dirty="0">
                <a:solidFill>
                  <a:srgbClr val="FFFFFF"/>
                </a:solidFill>
                <a:latin typeface="Arial"/>
                <a:cs typeface="Arial"/>
              </a:rPr>
              <a:t> </a:t>
            </a:r>
            <a:r>
              <a:rPr sz="2400" b="1" dirty="0">
                <a:solidFill>
                  <a:srgbClr val="FFFFFF"/>
                </a:solidFill>
                <a:latin typeface="Arial"/>
                <a:cs typeface="Arial"/>
              </a:rPr>
              <a:t>a</a:t>
            </a:r>
            <a:r>
              <a:rPr sz="2400" b="1" spc="-35" dirty="0">
                <a:solidFill>
                  <a:srgbClr val="FFFFFF"/>
                </a:solidFill>
                <a:latin typeface="Arial"/>
                <a:cs typeface="Arial"/>
              </a:rPr>
              <a:t> </a:t>
            </a:r>
            <a:r>
              <a:rPr sz="2400" b="1" dirty="0">
                <a:solidFill>
                  <a:srgbClr val="FFFFFF"/>
                </a:solidFill>
                <a:latin typeface="Arial"/>
                <a:cs typeface="Arial"/>
              </a:rPr>
              <a:t>:</a:t>
            </a:r>
            <a:endParaRPr sz="2400">
              <a:latin typeface="Arial"/>
              <a:cs typeface="Arial"/>
            </a:endParaRPr>
          </a:p>
        </p:txBody>
      </p:sp>
      <p:sp>
        <p:nvSpPr>
          <p:cNvPr id="15" name="object 15"/>
          <p:cNvSpPr txBox="1"/>
          <p:nvPr/>
        </p:nvSpPr>
        <p:spPr>
          <a:xfrm>
            <a:off x="5247386" y="3276752"/>
            <a:ext cx="3292475" cy="2552700"/>
          </a:xfrm>
          <a:prstGeom prst="rect">
            <a:avLst/>
          </a:prstGeom>
        </p:spPr>
        <p:txBody>
          <a:bodyPr vert="horz" wrap="square" lIns="0" tIns="81280" rIns="0" bIns="0" rtlCol="0">
            <a:spAutoFit/>
          </a:bodyPr>
          <a:lstStyle/>
          <a:p>
            <a:pPr marR="181610" algn="r">
              <a:spcBef>
                <a:spcPts val="640"/>
              </a:spcBef>
              <a:tabLst>
                <a:tab pos="1523365" algn="l"/>
              </a:tabLst>
            </a:pPr>
            <a:r>
              <a:rPr sz="2800" b="1" dirty="0">
                <a:solidFill>
                  <a:srgbClr val="FFFFFF"/>
                </a:solidFill>
                <a:latin typeface="Arial"/>
                <a:cs typeface="Arial"/>
              </a:rPr>
              <a:t>18x</a:t>
            </a:r>
            <a:r>
              <a:rPr sz="2775" b="1" baseline="-21021" dirty="0">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a:solidFill>
                  <a:srgbClr val="FFFFFF"/>
                </a:solidFill>
                <a:latin typeface="Arial"/>
                <a:cs typeface="Arial"/>
              </a:rPr>
              <a:t>3x</a:t>
            </a:r>
            <a:r>
              <a:rPr sz="2775" b="1" spc="7" baseline="-21021" dirty="0">
                <a:solidFill>
                  <a:srgbClr val="FFFFFF"/>
                </a:solidFill>
                <a:latin typeface="Arial"/>
                <a:cs typeface="Arial"/>
              </a:rPr>
              <a:t>2</a:t>
            </a:r>
            <a:r>
              <a:rPr sz="2775" b="1" spc="337" baseline="-21021" dirty="0">
                <a:solidFill>
                  <a:srgbClr val="FFFFFF"/>
                </a:solidFill>
                <a:latin typeface="Arial"/>
                <a:cs typeface="Arial"/>
              </a:rPr>
              <a:t> </a:t>
            </a:r>
            <a:r>
              <a:rPr sz="2800" spc="-5" dirty="0">
                <a:solidFill>
                  <a:srgbClr val="FFFFFF"/>
                </a:solidFill>
                <a:latin typeface="Symbol"/>
                <a:cs typeface="Symbol"/>
              </a:rPr>
              <a:t></a:t>
            </a:r>
            <a:r>
              <a:rPr sz="2800" spc="50" dirty="0">
                <a:solidFill>
                  <a:srgbClr val="FFFFFF"/>
                </a:solidFill>
                <a:latin typeface="Times New Roman"/>
                <a:cs typeface="Times New Roman"/>
              </a:rPr>
              <a:t> </a:t>
            </a:r>
            <a:r>
              <a:rPr sz="2800" b="1" dirty="0">
                <a:solidFill>
                  <a:srgbClr val="FFFFFF"/>
                </a:solidFill>
                <a:latin typeface="Arial"/>
                <a:cs typeface="Arial"/>
              </a:rPr>
              <a:t>800</a:t>
            </a:r>
            <a:endParaRPr sz="2800">
              <a:latin typeface="Arial"/>
              <a:cs typeface="Arial"/>
            </a:endParaRPr>
          </a:p>
          <a:p>
            <a:pPr marR="151130" algn="r">
              <a:spcBef>
                <a:spcPts val="540"/>
              </a:spcBef>
              <a:tabLst>
                <a:tab pos="1327150" algn="l"/>
              </a:tabLst>
            </a:pPr>
            <a:r>
              <a:rPr sz="2800" b="1" spc="5" dirty="0">
                <a:solidFill>
                  <a:srgbClr val="FFFFFF"/>
                </a:solidFill>
                <a:latin typeface="Arial"/>
                <a:cs typeface="Arial"/>
              </a:rPr>
              <a:t>9x</a:t>
            </a:r>
            <a:r>
              <a:rPr sz="2775" b="1" spc="7" baseline="-21021" dirty="0">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a:solidFill>
                  <a:srgbClr val="FFFFFF"/>
                </a:solidFill>
                <a:latin typeface="Arial"/>
                <a:cs typeface="Arial"/>
              </a:rPr>
              <a:t>4x</a:t>
            </a:r>
            <a:r>
              <a:rPr sz="2775" b="1" spc="7" baseline="-21021" dirty="0">
                <a:solidFill>
                  <a:srgbClr val="FFFFFF"/>
                </a:solidFill>
                <a:latin typeface="Arial"/>
                <a:cs typeface="Arial"/>
              </a:rPr>
              <a:t>2</a:t>
            </a:r>
            <a:r>
              <a:rPr sz="2775" b="1" spc="337" baseline="-21021" dirty="0">
                <a:solidFill>
                  <a:srgbClr val="FFFFFF"/>
                </a:solidFill>
                <a:latin typeface="Arial"/>
                <a:cs typeface="Arial"/>
              </a:rPr>
              <a:t> </a:t>
            </a:r>
            <a:r>
              <a:rPr sz="2800" spc="-5" dirty="0">
                <a:solidFill>
                  <a:srgbClr val="FFFFFF"/>
                </a:solidFill>
                <a:latin typeface="Symbol"/>
                <a:cs typeface="Symbol"/>
              </a:rPr>
              <a:t></a:t>
            </a:r>
            <a:r>
              <a:rPr sz="2800" spc="50" dirty="0">
                <a:solidFill>
                  <a:srgbClr val="FFFFFF"/>
                </a:solidFill>
                <a:latin typeface="Times New Roman"/>
                <a:cs typeface="Times New Roman"/>
              </a:rPr>
              <a:t> </a:t>
            </a:r>
            <a:r>
              <a:rPr sz="2800" b="1" dirty="0">
                <a:solidFill>
                  <a:srgbClr val="FFFFFF"/>
                </a:solidFill>
                <a:latin typeface="Arial"/>
                <a:cs typeface="Arial"/>
              </a:rPr>
              <a:t>600</a:t>
            </a:r>
            <a:endParaRPr sz="2800">
              <a:latin typeface="Arial"/>
              <a:cs typeface="Arial"/>
            </a:endParaRPr>
          </a:p>
          <a:p>
            <a:pPr marR="81280" algn="r">
              <a:spcBef>
                <a:spcPts val="670"/>
              </a:spcBef>
              <a:tabLst>
                <a:tab pos="1828800" algn="l"/>
                <a:tab pos="2319655" algn="l"/>
              </a:tabLst>
            </a:pPr>
            <a:r>
              <a:rPr sz="2800" b="1" spc="5" dirty="0">
                <a:solidFill>
                  <a:srgbClr val="FFFFFF"/>
                </a:solidFill>
                <a:latin typeface="Arial"/>
                <a:cs typeface="Arial"/>
              </a:rPr>
              <a:t>x</a:t>
            </a:r>
            <a:r>
              <a:rPr sz="2775" b="1" spc="7" baseline="-21021" dirty="0">
                <a:solidFill>
                  <a:srgbClr val="FFFFFF"/>
                </a:solidFill>
                <a:latin typeface="Arial"/>
                <a:cs typeface="Arial"/>
              </a:rPr>
              <a:t>1	</a:t>
            </a:r>
            <a:r>
              <a:rPr sz="2800" spc="-5" dirty="0">
                <a:solidFill>
                  <a:srgbClr val="FFFFFF"/>
                </a:solidFill>
                <a:latin typeface="Symbol"/>
                <a:cs typeface="Symbol"/>
              </a:rPr>
              <a:t></a:t>
            </a:r>
            <a:r>
              <a:rPr sz="2800" spc="-5" dirty="0">
                <a:solidFill>
                  <a:srgbClr val="FFFFFF"/>
                </a:solidFill>
                <a:latin typeface="Times New Roman"/>
                <a:cs typeface="Times New Roman"/>
              </a:rPr>
              <a:t>	</a:t>
            </a:r>
            <a:r>
              <a:rPr sz="2800" b="1" dirty="0">
                <a:solidFill>
                  <a:srgbClr val="FFFFFF"/>
                </a:solidFill>
                <a:latin typeface="Arial"/>
                <a:cs typeface="Arial"/>
              </a:rPr>
              <a:t>80</a:t>
            </a:r>
            <a:endParaRPr sz="2800">
              <a:latin typeface="Arial"/>
              <a:cs typeface="Arial"/>
            </a:endParaRPr>
          </a:p>
          <a:p>
            <a:pPr marR="111760" algn="r">
              <a:spcBef>
                <a:spcPts val="675"/>
              </a:spcBef>
              <a:tabLst>
                <a:tab pos="459740" algn="l"/>
              </a:tabLst>
            </a:pPr>
            <a:r>
              <a:rPr sz="2800" b="1" spc="5" dirty="0">
                <a:solidFill>
                  <a:srgbClr val="FFFFFF"/>
                </a:solidFill>
                <a:latin typeface="Arial"/>
                <a:cs typeface="Arial"/>
              </a:rPr>
              <a:t>x</a:t>
            </a:r>
            <a:r>
              <a:rPr sz="2775" b="1" spc="7" baseline="-21021" dirty="0">
                <a:solidFill>
                  <a:srgbClr val="FFFFFF"/>
                </a:solidFill>
                <a:latin typeface="Arial"/>
                <a:cs typeface="Arial"/>
              </a:rPr>
              <a:t>2	</a:t>
            </a:r>
            <a:r>
              <a:rPr sz="2800" spc="-5" dirty="0">
                <a:solidFill>
                  <a:srgbClr val="FFFFFF"/>
                </a:solidFill>
                <a:latin typeface="Symbol"/>
                <a:cs typeface="Symbol"/>
              </a:rPr>
              <a:t></a:t>
            </a:r>
            <a:r>
              <a:rPr sz="2800" spc="35" dirty="0">
                <a:solidFill>
                  <a:srgbClr val="FFFFFF"/>
                </a:solidFill>
                <a:latin typeface="Times New Roman"/>
                <a:cs typeface="Times New Roman"/>
              </a:rPr>
              <a:t> </a:t>
            </a:r>
            <a:r>
              <a:rPr sz="2800" b="1" dirty="0">
                <a:solidFill>
                  <a:srgbClr val="FFFFFF"/>
                </a:solidFill>
                <a:latin typeface="Arial"/>
                <a:cs typeface="Arial"/>
              </a:rPr>
              <a:t>150</a:t>
            </a:r>
            <a:endParaRPr sz="2800">
              <a:latin typeface="Arial"/>
              <a:cs typeface="Arial"/>
            </a:endParaRPr>
          </a:p>
          <a:p>
            <a:pPr marR="201930" algn="r">
              <a:spcBef>
                <a:spcPts val="670"/>
              </a:spcBef>
              <a:tabLst>
                <a:tab pos="1315085" algn="l"/>
                <a:tab pos="1809114" algn="l"/>
                <a:tab pos="2397125" algn="l"/>
              </a:tabLst>
            </a:pPr>
            <a:r>
              <a:rPr sz="2800" b="1" spc="5" dirty="0">
                <a:solidFill>
                  <a:srgbClr val="FFFFFF"/>
                </a:solidFill>
                <a:latin typeface="Arial"/>
                <a:cs typeface="Arial"/>
              </a:rPr>
              <a:t>x</a:t>
            </a:r>
            <a:r>
              <a:rPr sz="2775" b="1" spc="7" baseline="-21021" dirty="0">
                <a:solidFill>
                  <a:srgbClr val="FFFFFF"/>
                </a:solidFill>
                <a:latin typeface="Arial"/>
                <a:cs typeface="Arial"/>
              </a:rPr>
              <a:t>1</a:t>
            </a:r>
            <a:r>
              <a:rPr sz="2775" b="1" spc="382" baseline="-21021" dirty="0">
                <a:solidFill>
                  <a:srgbClr val="FFFFFF"/>
                </a:solidFill>
                <a:latin typeface="Arial"/>
                <a:cs typeface="Arial"/>
              </a:rPr>
              <a:t> </a:t>
            </a:r>
            <a:r>
              <a:rPr sz="2800" b="1" spc="-5" dirty="0">
                <a:solidFill>
                  <a:srgbClr val="FFFFFF"/>
                </a:solidFill>
                <a:latin typeface="Arial"/>
                <a:cs typeface="Arial"/>
              </a:rPr>
              <a:t>,	</a:t>
            </a:r>
            <a:r>
              <a:rPr sz="2800" b="1" spc="5" dirty="0">
                <a:solidFill>
                  <a:srgbClr val="FFFFFF"/>
                </a:solidFill>
                <a:latin typeface="Arial"/>
                <a:cs typeface="Arial"/>
              </a:rPr>
              <a:t>x</a:t>
            </a:r>
            <a:r>
              <a:rPr sz="2775" b="1" spc="7" baseline="-21021" dirty="0">
                <a:solidFill>
                  <a:srgbClr val="FFFFFF"/>
                </a:solidFill>
                <a:latin typeface="Arial"/>
                <a:cs typeface="Arial"/>
              </a:rPr>
              <a:t>2	</a:t>
            </a:r>
            <a:r>
              <a:rPr sz="2800" spc="-5" dirty="0">
                <a:solidFill>
                  <a:srgbClr val="FFFFFF"/>
                </a:solidFill>
                <a:latin typeface="Symbol"/>
                <a:cs typeface="Symbol"/>
              </a:rPr>
              <a:t></a:t>
            </a:r>
            <a:r>
              <a:rPr sz="2800" spc="-5" dirty="0">
                <a:solidFill>
                  <a:srgbClr val="FFFFFF"/>
                </a:solidFill>
                <a:latin typeface="Times New Roman"/>
                <a:cs typeface="Times New Roman"/>
              </a:rPr>
              <a:t>	</a:t>
            </a:r>
            <a:r>
              <a:rPr sz="2800" b="1" spc="-5" dirty="0">
                <a:solidFill>
                  <a:srgbClr val="FFFFFF"/>
                </a:solidFill>
                <a:latin typeface="Arial"/>
                <a:cs typeface="Arial"/>
              </a:rPr>
              <a:t>0</a:t>
            </a:r>
            <a:endParaRPr sz="2800">
              <a:latin typeface="Arial"/>
              <a:cs typeface="Arial"/>
            </a:endParaRPr>
          </a:p>
        </p:txBody>
      </p:sp>
      <p:sp>
        <p:nvSpPr>
          <p:cNvPr id="17" name="object 17"/>
          <p:cNvSpPr txBox="1">
            <a:spLocks noGrp="1"/>
          </p:cNvSpPr>
          <p:nvPr>
            <p:ph type="title"/>
          </p:nvPr>
        </p:nvSpPr>
        <p:spPr>
          <a:xfrm>
            <a:off x="6096000" y="218185"/>
            <a:ext cx="6075426" cy="505267"/>
          </a:xfrm>
          <a:prstGeom prst="rect">
            <a:avLst/>
          </a:prstGeom>
        </p:spPr>
        <p:txBody>
          <a:bodyPr vert="horz" wrap="square" lIns="0" tIns="12700" rIns="0" bIns="0" rtlCol="0">
            <a:spAutoFit/>
          </a:bodyPr>
          <a:lstStyle/>
          <a:p>
            <a:pPr marL="12700" algn="ctr">
              <a:lnSpc>
                <a:spcPct val="100000"/>
              </a:lnSpc>
              <a:spcBef>
                <a:spcPts val="100"/>
              </a:spcBef>
            </a:pPr>
            <a:r>
              <a:rPr sz="3200" b="1" dirty="0">
                <a:solidFill>
                  <a:schemeClr val="bg1"/>
                </a:solidFill>
                <a:latin typeface="Arial"/>
                <a:cs typeface="Arial"/>
              </a:rPr>
              <a:t>SOLUCION</a:t>
            </a:r>
            <a:r>
              <a:rPr sz="3200" b="1" spc="-70" dirty="0">
                <a:solidFill>
                  <a:schemeClr val="bg1"/>
                </a:solidFill>
                <a:latin typeface="Arial"/>
                <a:cs typeface="Arial"/>
              </a:rPr>
              <a:t> </a:t>
            </a:r>
            <a:r>
              <a:rPr sz="3200" b="1" dirty="0">
                <a:solidFill>
                  <a:schemeClr val="bg1"/>
                </a:solidFill>
                <a:latin typeface="Arial"/>
                <a:cs typeface="Arial"/>
              </a:rPr>
              <a:t>DEGENERADA</a:t>
            </a:r>
            <a:endParaRPr sz="3200" dirty="0">
              <a:solidFill>
                <a:schemeClr val="bg1"/>
              </a:solidFill>
              <a:latin typeface="Arial"/>
              <a:cs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08126" y="1297171"/>
            <a:ext cx="8093075" cy="5576853"/>
            <a:chOff x="-15875" y="201445"/>
            <a:chExt cx="8093075" cy="6672580"/>
          </a:xfrm>
        </p:grpSpPr>
        <p:pic>
          <p:nvPicPr>
            <p:cNvPr id="3" name="object 3"/>
            <p:cNvPicPr/>
            <p:nvPr/>
          </p:nvPicPr>
          <p:blipFill>
            <a:blip r:embed="rId2" cstate="print"/>
            <a:stretch>
              <a:fillRect/>
            </a:stretch>
          </p:blipFill>
          <p:spPr>
            <a:xfrm>
              <a:off x="1111272" y="201445"/>
              <a:ext cx="6907462" cy="6396919"/>
            </a:xfrm>
            <a:prstGeom prst="rect">
              <a:avLst/>
            </a:prstGeom>
          </p:spPr>
        </p:pic>
        <p:sp>
          <p:nvSpPr>
            <p:cNvPr id="4" name="object 4"/>
            <p:cNvSpPr/>
            <p:nvPr/>
          </p:nvSpPr>
          <p:spPr>
            <a:xfrm>
              <a:off x="0" y="5445289"/>
              <a:ext cx="3312160" cy="1412875"/>
            </a:xfrm>
            <a:custGeom>
              <a:avLst/>
              <a:gdLst/>
              <a:ahLst/>
              <a:cxnLst/>
              <a:rect l="l" t="t" r="r" b="b"/>
              <a:pathLst>
                <a:path w="3312160" h="1412875">
                  <a:moveTo>
                    <a:pt x="0" y="0"/>
                  </a:moveTo>
                  <a:lnTo>
                    <a:pt x="3311571" y="1412709"/>
                  </a:lnTo>
                </a:path>
              </a:pathLst>
            </a:custGeom>
            <a:ln w="31750">
              <a:solidFill>
                <a:srgbClr val="00FF00"/>
              </a:solidFill>
              <a:prstDash val="lgDash"/>
            </a:ln>
          </p:spPr>
          <p:txBody>
            <a:bodyPr wrap="square" lIns="0" tIns="0" rIns="0" bIns="0" rtlCol="0"/>
            <a:lstStyle/>
            <a:p>
              <a:endParaRPr/>
            </a:p>
          </p:txBody>
        </p:sp>
        <p:sp>
          <p:nvSpPr>
            <p:cNvPr id="5" name="object 5"/>
            <p:cNvSpPr/>
            <p:nvPr/>
          </p:nvSpPr>
          <p:spPr>
            <a:xfrm>
              <a:off x="1044702" y="765810"/>
              <a:ext cx="6985000" cy="0"/>
            </a:xfrm>
            <a:custGeom>
              <a:avLst/>
              <a:gdLst/>
              <a:ahLst/>
              <a:cxnLst/>
              <a:rect l="l" t="t" r="r" b="b"/>
              <a:pathLst>
                <a:path w="6985000">
                  <a:moveTo>
                    <a:pt x="0" y="0"/>
                  </a:moveTo>
                  <a:lnTo>
                    <a:pt x="6984492" y="0"/>
                  </a:lnTo>
                </a:path>
              </a:pathLst>
            </a:custGeom>
            <a:ln w="31750">
              <a:solidFill>
                <a:srgbClr val="3366FF"/>
              </a:solidFill>
            </a:ln>
          </p:spPr>
          <p:txBody>
            <a:bodyPr wrap="square" lIns="0" tIns="0" rIns="0" bIns="0" rtlCol="0"/>
            <a:lstStyle/>
            <a:p>
              <a:endParaRPr/>
            </a:p>
          </p:txBody>
        </p:sp>
        <p:pic>
          <p:nvPicPr>
            <p:cNvPr id="6" name="object 6"/>
            <p:cNvPicPr/>
            <p:nvPr/>
          </p:nvPicPr>
          <p:blipFill>
            <a:blip r:embed="rId3" cstate="print"/>
            <a:stretch>
              <a:fillRect/>
            </a:stretch>
          </p:blipFill>
          <p:spPr>
            <a:xfrm>
              <a:off x="995552" y="765810"/>
              <a:ext cx="95250" cy="216407"/>
            </a:xfrm>
            <a:prstGeom prst="rect">
              <a:avLst/>
            </a:prstGeom>
          </p:spPr>
        </p:pic>
        <p:pic>
          <p:nvPicPr>
            <p:cNvPr id="7" name="object 7"/>
            <p:cNvPicPr/>
            <p:nvPr/>
          </p:nvPicPr>
          <p:blipFill>
            <a:blip r:embed="rId3" cstate="print"/>
            <a:stretch>
              <a:fillRect/>
            </a:stretch>
          </p:blipFill>
          <p:spPr>
            <a:xfrm>
              <a:off x="7981568" y="765810"/>
              <a:ext cx="95250" cy="216407"/>
            </a:xfrm>
            <a:prstGeom prst="rect">
              <a:avLst/>
            </a:prstGeom>
          </p:spPr>
        </p:pic>
      </p:grpSp>
      <p:sp>
        <p:nvSpPr>
          <p:cNvPr id="8" name="object 8"/>
          <p:cNvSpPr txBox="1">
            <a:spLocks noGrp="1"/>
          </p:cNvSpPr>
          <p:nvPr>
            <p:ph type="title"/>
          </p:nvPr>
        </p:nvSpPr>
        <p:spPr>
          <a:xfrm>
            <a:off x="4350004" y="2548483"/>
            <a:ext cx="2909570" cy="391160"/>
          </a:xfrm>
          <a:prstGeom prst="rect">
            <a:avLst/>
          </a:prstGeom>
        </p:spPr>
        <p:txBody>
          <a:bodyPr vert="horz" wrap="square" lIns="0" tIns="12700" rIns="0" bIns="0" rtlCol="0">
            <a:spAutoFit/>
          </a:bodyPr>
          <a:lstStyle/>
          <a:p>
            <a:pPr marL="12700">
              <a:lnSpc>
                <a:spcPct val="100000"/>
              </a:lnSpc>
              <a:spcBef>
                <a:spcPts val="100"/>
              </a:spcBef>
            </a:pPr>
            <a:r>
              <a:rPr sz="2400" spc="-5" dirty="0"/>
              <a:t>Solución</a:t>
            </a:r>
            <a:r>
              <a:rPr sz="2400" spc="5" dirty="0"/>
              <a:t> </a:t>
            </a:r>
            <a:r>
              <a:rPr sz="2400" spc="-5" dirty="0"/>
              <a:t>degenerada</a:t>
            </a:r>
            <a:endParaRPr sz="2400" dirty="0"/>
          </a:p>
        </p:txBody>
      </p:sp>
      <p:sp>
        <p:nvSpPr>
          <p:cNvPr id="9" name="object 9"/>
          <p:cNvSpPr txBox="1"/>
          <p:nvPr/>
        </p:nvSpPr>
        <p:spPr>
          <a:xfrm>
            <a:off x="3654679" y="4895165"/>
            <a:ext cx="3335654" cy="391795"/>
          </a:xfrm>
          <a:prstGeom prst="rect">
            <a:avLst/>
          </a:prstGeom>
        </p:spPr>
        <p:txBody>
          <a:bodyPr vert="horz" wrap="square" lIns="0" tIns="12700" rIns="0" bIns="0" rtlCol="0">
            <a:spAutoFit/>
          </a:bodyPr>
          <a:lstStyle/>
          <a:p>
            <a:pPr marL="12700">
              <a:spcBef>
                <a:spcPts val="100"/>
              </a:spcBef>
            </a:pPr>
            <a:r>
              <a:rPr sz="2400" spc="-5" dirty="0">
                <a:latin typeface="Arial MT"/>
                <a:cs typeface="Arial MT"/>
              </a:rPr>
              <a:t>Solución</a:t>
            </a:r>
            <a:r>
              <a:rPr sz="2400" spc="5" dirty="0">
                <a:latin typeface="Arial MT"/>
                <a:cs typeface="Arial MT"/>
              </a:rPr>
              <a:t> </a:t>
            </a:r>
            <a:r>
              <a:rPr sz="2400" dirty="0">
                <a:latin typeface="Arial MT"/>
                <a:cs typeface="Arial MT"/>
              </a:rPr>
              <a:t>no</a:t>
            </a:r>
            <a:r>
              <a:rPr sz="2400" spc="-25" dirty="0">
                <a:latin typeface="Arial MT"/>
                <a:cs typeface="Arial MT"/>
              </a:rPr>
              <a:t> </a:t>
            </a:r>
            <a:r>
              <a:rPr sz="2400" dirty="0">
                <a:latin typeface="Arial MT"/>
                <a:cs typeface="Arial MT"/>
              </a:rPr>
              <a:t>degenerada</a:t>
            </a:r>
            <a:endParaRPr sz="2400">
              <a:latin typeface="Arial MT"/>
              <a:cs typeface="Arial MT"/>
            </a:endParaRPr>
          </a:p>
        </p:txBody>
      </p:sp>
      <p:sp>
        <p:nvSpPr>
          <p:cNvPr id="10" name="object 10"/>
          <p:cNvSpPr/>
          <p:nvPr/>
        </p:nvSpPr>
        <p:spPr>
          <a:xfrm>
            <a:off x="3389518" y="1768860"/>
            <a:ext cx="1155700" cy="4512896"/>
          </a:xfrm>
          <a:custGeom>
            <a:avLst/>
            <a:gdLst/>
            <a:ahLst/>
            <a:cxnLst/>
            <a:rect l="l" t="t" r="r" b="b"/>
            <a:pathLst>
              <a:path w="1155700" h="5304155">
                <a:moveTo>
                  <a:pt x="1083691" y="4542155"/>
                </a:moveTo>
                <a:lnTo>
                  <a:pt x="1076325" y="4531741"/>
                </a:lnTo>
                <a:lnTo>
                  <a:pt x="58496" y="5254460"/>
                </a:lnTo>
                <a:lnTo>
                  <a:pt x="40132" y="5228564"/>
                </a:lnTo>
                <a:lnTo>
                  <a:pt x="0" y="5303748"/>
                </a:lnTo>
                <a:lnTo>
                  <a:pt x="84201" y="5290693"/>
                </a:lnTo>
                <a:lnTo>
                  <a:pt x="71056" y="5272163"/>
                </a:lnTo>
                <a:lnTo>
                  <a:pt x="65836" y="5264823"/>
                </a:lnTo>
                <a:lnTo>
                  <a:pt x="1083691" y="4542155"/>
                </a:lnTo>
                <a:close/>
              </a:path>
              <a:path w="1155700" h="5304155">
                <a:moveTo>
                  <a:pt x="1155446" y="756666"/>
                </a:moveTo>
                <a:lnTo>
                  <a:pt x="137541" y="38722"/>
                </a:lnTo>
                <a:lnTo>
                  <a:pt x="142735" y="31369"/>
                </a:lnTo>
                <a:lnTo>
                  <a:pt x="155829" y="12827"/>
                </a:lnTo>
                <a:lnTo>
                  <a:pt x="71628" y="0"/>
                </a:lnTo>
                <a:lnTo>
                  <a:pt x="111887" y="75057"/>
                </a:lnTo>
                <a:lnTo>
                  <a:pt x="130225" y="49085"/>
                </a:lnTo>
                <a:lnTo>
                  <a:pt x="1148080" y="767080"/>
                </a:lnTo>
                <a:lnTo>
                  <a:pt x="1155446" y="756666"/>
                </a:lnTo>
                <a:close/>
              </a:path>
            </a:pathLst>
          </a:custGeom>
          <a:solidFill>
            <a:srgbClr val="000000"/>
          </a:solidFill>
        </p:spPr>
        <p:txBody>
          <a:bodyPr wrap="square" lIns="0" tIns="0" rIns="0" bIns="0" rtlCol="0"/>
          <a:lstStyle/>
          <a:p>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1" y="228265"/>
            <a:ext cx="6096000" cy="574040"/>
          </a:xfrm>
          <a:prstGeom prst="rect">
            <a:avLst/>
          </a:prstGeom>
        </p:spPr>
        <p:txBody>
          <a:bodyPr vert="horz" wrap="square" lIns="0" tIns="12700" rIns="0" bIns="0" rtlCol="0">
            <a:spAutoFit/>
          </a:bodyPr>
          <a:lstStyle/>
          <a:p>
            <a:pPr marL="12700" algn="ctr">
              <a:lnSpc>
                <a:spcPct val="100000"/>
              </a:lnSpc>
              <a:spcBef>
                <a:spcPts val="100"/>
              </a:spcBef>
            </a:pPr>
            <a:r>
              <a:rPr sz="3600" dirty="0">
                <a:solidFill>
                  <a:schemeClr val="bg1"/>
                </a:solidFill>
              </a:rPr>
              <a:t>Solución</a:t>
            </a:r>
            <a:r>
              <a:rPr sz="3600" spc="-110" dirty="0">
                <a:solidFill>
                  <a:schemeClr val="bg1"/>
                </a:solidFill>
              </a:rPr>
              <a:t> </a:t>
            </a:r>
            <a:r>
              <a:rPr sz="3600" dirty="0">
                <a:solidFill>
                  <a:schemeClr val="bg1"/>
                </a:solidFill>
              </a:rPr>
              <a:t>degenerada</a:t>
            </a:r>
          </a:p>
        </p:txBody>
      </p:sp>
      <p:graphicFrame>
        <p:nvGraphicFramePr>
          <p:cNvPr id="3" name="object 3"/>
          <p:cNvGraphicFramePr>
            <a:graphicFrameLocks noGrp="1"/>
          </p:cNvGraphicFramePr>
          <p:nvPr/>
        </p:nvGraphicFramePr>
        <p:xfrm>
          <a:off x="1974851" y="1882395"/>
          <a:ext cx="8204196" cy="4060526"/>
        </p:xfrm>
        <a:graphic>
          <a:graphicData uri="http://schemas.openxmlformats.org/drawingml/2006/table">
            <a:tbl>
              <a:tblPr firstRow="1" bandRow="1">
                <a:tableStyleId>{2D5ABB26-0587-4C30-8999-92F81FD0307C}</a:tableStyleId>
              </a:tblPr>
              <a:tblGrid>
                <a:gridCol w="820419">
                  <a:extLst>
                    <a:ext uri="{9D8B030D-6E8A-4147-A177-3AD203B41FA5}">
                      <a16:colId xmlns:a16="http://schemas.microsoft.com/office/drawing/2014/main" val="20000"/>
                    </a:ext>
                  </a:extLst>
                </a:gridCol>
                <a:gridCol w="820419">
                  <a:extLst>
                    <a:ext uri="{9D8B030D-6E8A-4147-A177-3AD203B41FA5}">
                      <a16:colId xmlns:a16="http://schemas.microsoft.com/office/drawing/2014/main" val="20001"/>
                    </a:ext>
                  </a:extLst>
                </a:gridCol>
                <a:gridCol w="820419">
                  <a:extLst>
                    <a:ext uri="{9D8B030D-6E8A-4147-A177-3AD203B41FA5}">
                      <a16:colId xmlns:a16="http://schemas.microsoft.com/office/drawing/2014/main" val="20002"/>
                    </a:ext>
                  </a:extLst>
                </a:gridCol>
                <a:gridCol w="820419">
                  <a:extLst>
                    <a:ext uri="{9D8B030D-6E8A-4147-A177-3AD203B41FA5}">
                      <a16:colId xmlns:a16="http://schemas.microsoft.com/office/drawing/2014/main" val="20003"/>
                    </a:ext>
                  </a:extLst>
                </a:gridCol>
                <a:gridCol w="820420">
                  <a:extLst>
                    <a:ext uri="{9D8B030D-6E8A-4147-A177-3AD203B41FA5}">
                      <a16:colId xmlns:a16="http://schemas.microsoft.com/office/drawing/2014/main" val="20004"/>
                    </a:ext>
                  </a:extLst>
                </a:gridCol>
                <a:gridCol w="820420">
                  <a:extLst>
                    <a:ext uri="{9D8B030D-6E8A-4147-A177-3AD203B41FA5}">
                      <a16:colId xmlns:a16="http://schemas.microsoft.com/office/drawing/2014/main" val="20005"/>
                    </a:ext>
                  </a:extLst>
                </a:gridCol>
                <a:gridCol w="820420">
                  <a:extLst>
                    <a:ext uri="{9D8B030D-6E8A-4147-A177-3AD203B41FA5}">
                      <a16:colId xmlns:a16="http://schemas.microsoft.com/office/drawing/2014/main" val="20006"/>
                    </a:ext>
                  </a:extLst>
                </a:gridCol>
                <a:gridCol w="820420">
                  <a:extLst>
                    <a:ext uri="{9D8B030D-6E8A-4147-A177-3AD203B41FA5}">
                      <a16:colId xmlns:a16="http://schemas.microsoft.com/office/drawing/2014/main" val="20007"/>
                    </a:ext>
                  </a:extLst>
                </a:gridCol>
                <a:gridCol w="820420">
                  <a:extLst>
                    <a:ext uri="{9D8B030D-6E8A-4147-A177-3AD203B41FA5}">
                      <a16:colId xmlns:a16="http://schemas.microsoft.com/office/drawing/2014/main" val="20008"/>
                    </a:ext>
                  </a:extLst>
                </a:gridCol>
                <a:gridCol w="820420">
                  <a:extLst>
                    <a:ext uri="{9D8B030D-6E8A-4147-A177-3AD203B41FA5}">
                      <a16:colId xmlns:a16="http://schemas.microsoft.com/office/drawing/2014/main" val="20009"/>
                    </a:ext>
                  </a:extLst>
                </a:gridCol>
              </a:tblGrid>
              <a:tr h="369188">
                <a:tc>
                  <a:txBody>
                    <a:bodyPr/>
                    <a:lstStyle/>
                    <a:p>
                      <a:pPr marL="635" algn="ctr">
                        <a:lnSpc>
                          <a:spcPct val="100000"/>
                        </a:lnSpc>
                        <a:spcBef>
                          <a:spcPts val="315"/>
                        </a:spcBef>
                      </a:pPr>
                      <a:r>
                        <a:rPr sz="1800" b="1" spc="-5" dirty="0">
                          <a:latin typeface="Arial"/>
                          <a:cs typeface="Arial"/>
                        </a:rPr>
                        <a:t>C</a:t>
                      </a:r>
                      <a:r>
                        <a:rPr sz="1800" b="1" spc="-7" baseline="-20833" dirty="0">
                          <a:latin typeface="Arial"/>
                          <a:cs typeface="Arial"/>
                        </a:rPr>
                        <a:t>B</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800" b="1" spc="-5" dirty="0">
                          <a:latin typeface="Arial"/>
                          <a:cs typeface="Arial"/>
                        </a:rPr>
                        <a:t>X</a:t>
                      </a:r>
                      <a:r>
                        <a:rPr sz="1800" b="1" spc="-7" baseline="-20833" dirty="0">
                          <a:latin typeface="Arial"/>
                          <a:cs typeface="Arial"/>
                        </a:rPr>
                        <a:t>B</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800" b="1" spc="-5" dirty="0">
                          <a:latin typeface="Arial"/>
                          <a:cs typeface="Arial"/>
                        </a:rPr>
                        <a:t>X</a:t>
                      </a:r>
                      <a:r>
                        <a:rPr sz="1800" b="1" spc="-7" baseline="-20833" dirty="0">
                          <a:latin typeface="Arial"/>
                          <a:cs typeface="Arial"/>
                        </a:rPr>
                        <a:t>1</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800" b="1" spc="-5" dirty="0">
                          <a:latin typeface="Arial"/>
                          <a:cs typeface="Arial"/>
                        </a:rPr>
                        <a:t>X</a:t>
                      </a:r>
                      <a:r>
                        <a:rPr sz="1800" b="1" spc="-7" baseline="-20833" dirty="0">
                          <a:latin typeface="Arial"/>
                          <a:cs typeface="Arial"/>
                        </a:rPr>
                        <a:t>2</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800" b="1" spc="-5" dirty="0">
                          <a:latin typeface="Arial"/>
                          <a:cs typeface="Arial"/>
                        </a:rPr>
                        <a:t>S</a:t>
                      </a:r>
                      <a:r>
                        <a:rPr sz="1800" b="1" spc="-7" baseline="-20833" dirty="0">
                          <a:latin typeface="Arial"/>
                          <a:cs typeface="Arial"/>
                        </a:rPr>
                        <a:t>2</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800" b="1" spc="-5" dirty="0">
                          <a:latin typeface="Arial"/>
                          <a:cs typeface="Arial"/>
                        </a:rPr>
                        <a:t>S</a:t>
                      </a:r>
                      <a:r>
                        <a:rPr sz="1800" b="1" spc="-7" baseline="-20833" dirty="0">
                          <a:latin typeface="Arial"/>
                          <a:cs typeface="Arial"/>
                        </a:rPr>
                        <a:t>3</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800" b="1" spc="-5" dirty="0">
                          <a:latin typeface="Arial"/>
                          <a:cs typeface="Arial"/>
                        </a:rPr>
                        <a:t>S</a:t>
                      </a:r>
                      <a:r>
                        <a:rPr sz="1800" b="1" spc="-7" baseline="-20833" dirty="0">
                          <a:latin typeface="Arial"/>
                          <a:cs typeface="Arial"/>
                        </a:rPr>
                        <a:t>4</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15"/>
                        </a:spcBef>
                      </a:pPr>
                      <a:r>
                        <a:rPr sz="1800" b="1" spc="-5" dirty="0">
                          <a:latin typeface="Arial"/>
                          <a:cs typeface="Arial"/>
                        </a:rPr>
                        <a:t>S</a:t>
                      </a:r>
                      <a:r>
                        <a:rPr sz="1800" b="1" spc="-7" baseline="-20833" dirty="0">
                          <a:latin typeface="Arial"/>
                          <a:cs typeface="Arial"/>
                        </a:rPr>
                        <a:t>5</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15"/>
                        </a:spcBef>
                      </a:pPr>
                      <a:r>
                        <a:rPr sz="1800" b="1" spc="-5" dirty="0">
                          <a:latin typeface="Arial"/>
                          <a:cs typeface="Arial"/>
                        </a:rPr>
                        <a:t>B</a:t>
                      </a:r>
                      <a:r>
                        <a:rPr sz="1800" b="1" spc="-7" baseline="-20833" dirty="0">
                          <a:latin typeface="Arial"/>
                          <a:cs typeface="Arial"/>
                        </a:rPr>
                        <a:t>i</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240"/>
                        </a:spcBef>
                      </a:pPr>
                      <a:r>
                        <a:rPr sz="1800" b="1" spc="-5" dirty="0">
                          <a:latin typeface="Calibri"/>
                          <a:cs typeface="Calibri"/>
                        </a:rPr>
                        <a:t>Ɵ</a:t>
                      </a:r>
                      <a:r>
                        <a:rPr sz="1800" b="1" spc="-7" baseline="-20833" dirty="0">
                          <a:latin typeface="Calibri"/>
                          <a:cs typeface="Calibri"/>
                        </a:rPr>
                        <a:t>i</a:t>
                      </a:r>
                      <a:endParaRPr sz="1800" baseline="-20833">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69062">
                <a:tc gridSpan="2">
                  <a:txBody>
                    <a:bodyPr/>
                    <a:lstStyle/>
                    <a:p>
                      <a:pPr algn="ctr">
                        <a:lnSpc>
                          <a:spcPct val="100000"/>
                        </a:lnSpc>
                        <a:spcBef>
                          <a:spcPts val="325"/>
                        </a:spcBef>
                      </a:pPr>
                      <a:r>
                        <a:rPr sz="1800" b="1" dirty="0">
                          <a:latin typeface="Arial"/>
                          <a:cs typeface="Arial"/>
                        </a:rPr>
                        <a:t>Z</a:t>
                      </a:r>
                      <a:endParaRPr sz="1800">
                        <a:latin typeface="Arial"/>
                        <a:cs typeface="Arial"/>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a:txBody>
                    <a:bodyPr/>
                    <a:lstStyle/>
                    <a:p>
                      <a:pPr marL="1270" algn="ctr">
                        <a:lnSpc>
                          <a:spcPct val="100000"/>
                        </a:lnSpc>
                        <a:spcBef>
                          <a:spcPts val="455"/>
                        </a:spcBef>
                      </a:pPr>
                      <a:r>
                        <a:rPr sz="1600" dirty="0">
                          <a:latin typeface="Arial MT"/>
                          <a:cs typeface="Arial MT"/>
                        </a:rPr>
                        <a:t>0</a:t>
                      </a:r>
                      <a:endParaRPr sz="1600">
                        <a:latin typeface="Arial MT"/>
                        <a:cs typeface="Arial MT"/>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55"/>
                        </a:spcBef>
                      </a:pPr>
                      <a:r>
                        <a:rPr sz="1600" dirty="0">
                          <a:latin typeface="Arial MT"/>
                          <a:cs typeface="Arial MT"/>
                        </a:rPr>
                        <a:t>0</a:t>
                      </a:r>
                      <a:endParaRPr sz="1600">
                        <a:latin typeface="Arial MT"/>
                        <a:cs typeface="Arial MT"/>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570"/>
                        </a:spcBef>
                      </a:pPr>
                      <a:r>
                        <a:rPr sz="1400" dirty="0">
                          <a:latin typeface="Arial MT"/>
                          <a:cs typeface="Arial MT"/>
                        </a:rPr>
                        <a:t>-200/45</a:t>
                      </a:r>
                      <a:endParaRPr sz="1400">
                        <a:latin typeface="Arial MT"/>
                        <a:cs typeface="Arial MT"/>
                      </a:endParaRPr>
                    </a:p>
                  </a:txBody>
                  <a:tcPr marL="0" marR="0" marT="723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48590" algn="r">
                        <a:lnSpc>
                          <a:spcPct val="100000"/>
                        </a:lnSpc>
                        <a:spcBef>
                          <a:spcPts val="455"/>
                        </a:spcBef>
                      </a:pPr>
                      <a:r>
                        <a:rPr sz="1600" spc="-5" dirty="0">
                          <a:latin typeface="Arial MT"/>
                          <a:cs typeface="Arial MT"/>
                        </a:rPr>
                        <a:t>160/3</a:t>
                      </a:r>
                      <a:endParaRPr sz="1600">
                        <a:latin typeface="Arial MT"/>
                        <a:cs typeface="Arial MT"/>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455"/>
                        </a:spcBef>
                      </a:pPr>
                      <a:r>
                        <a:rPr sz="1600" dirty="0">
                          <a:latin typeface="Arial MT"/>
                          <a:cs typeface="Arial MT"/>
                        </a:rPr>
                        <a:t>0</a:t>
                      </a:r>
                      <a:endParaRPr sz="1600">
                        <a:latin typeface="Arial MT"/>
                        <a:cs typeface="Arial MT"/>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455"/>
                        </a:spcBef>
                      </a:pPr>
                      <a:r>
                        <a:rPr sz="1600" dirty="0">
                          <a:latin typeface="Arial MT"/>
                          <a:cs typeface="Arial MT"/>
                        </a:rPr>
                        <a:t>0</a:t>
                      </a:r>
                      <a:endParaRPr sz="1600">
                        <a:latin typeface="Arial MT"/>
                        <a:cs typeface="Arial MT"/>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455"/>
                        </a:spcBef>
                      </a:pPr>
                      <a:r>
                        <a:rPr sz="1600" spc="-5" dirty="0">
                          <a:latin typeface="Arial MT"/>
                          <a:cs typeface="Arial MT"/>
                        </a:rPr>
                        <a:t>28444</a:t>
                      </a:r>
                      <a:endParaRPr sz="1600">
                        <a:latin typeface="Arial MT"/>
                        <a:cs typeface="Arial MT"/>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9188">
                <a:tc>
                  <a:txBody>
                    <a:bodyPr/>
                    <a:lstStyle/>
                    <a:p>
                      <a:pPr algn="ctr">
                        <a:lnSpc>
                          <a:spcPct val="100000"/>
                        </a:lnSpc>
                        <a:spcBef>
                          <a:spcPts val="325"/>
                        </a:spcBef>
                      </a:pPr>
                      <a:r>
                        <a:rPr sz="1600" spc="-5" dirty="0">
                          <a:latin typeface="Arial MT"/>
                          <a:cs typeface="Arial MT"/>
                        </a:rPr>
                        <a:t>400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800" spc="-10" dirty="0">
                          <a:latin typeface="Arial MT"/>
                          <a:cs typeface="Arial MT"/>
                        </a:rPr>
                        <a:t>x</a:t>
                      </a:r>
                      <a:r>
                        <a:rPr sz="1800" spc="-15" baseline="-20833" dirty="0">
                          <a:latin typeface="Arial MT"/>
                          <a:cs typeface="Arial MT"/>
                        </a:rPr>
                        <a:t>1</a:t>
                      </a:r>
                      <a:endParaRPr sz="1800" baseline="-20833">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1</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5" dirty="0">
                          <a:latin typeface="Arial MT"/>
                          <a:cs typeface="Arial MT"/>
                        </a:rPr>
                        <a:t>4/45</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R="171450" algn="r">
                        <a:lnSpc>
                          <a:spcPct val="100000"/>
                        </a:lnSpc>
                        <a:spcBef>
                          <a:spcPts val="325"/>
                        </a:spcBef>
                      </a:pPr>
                      <a:r>
                        <a:rPr sz="1600" spc="-5" dirty="0">
                          <a:latin typeface="Arial MT"/>
                          <a:cs typeface="Arial MT"/>
                        </a:rPr>
                        <a:t>-1/15</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25"/>
                        </a:spcBef>
                      </a:pPr>
                      <a:r>
                        <a:rPr sz="1600" spc="-5" dirty="0">
                          <a:latin typeface="Arial MT"/>
                          <a:cs typeface="Arial MT"/>
                        </a:rPr>
                        <a:t>31</a:t>
                      </a:r>
                      <a:r>
                        <a:rPr sz="1600" spc="-40" dirty="0">
                          <a:latin typeface="Arial MT"/>
                          <a:cs typeface="Arial MT"/>
                        </a:rPr>
                        <a:t> </a:t>
                      </a:r>
                      <a:r>
                        <a:rPr sz="1600" spc="-5" dirty="0">
                          <a:latin typeface="Arial MT"/>
                          <a:cs typeface="Arial MT"/>
                        </a:rPr>
                        <a:t>1/9</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25"/>
                        </a:spcBef>
                      </a:pPr>
                      <a:r>
                        <a:rPr sz="1600" spc="-5" dirty="0">
                          <a:latin typeface="Arial MT"/>
                          <a:cs typeface="Arial MT"/>
                        </a:rPr>
                        <a:t>350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extLst>
                  <a:ext uri="{0D108BD9-81ED-4DB2-BD59-A6C34878D82A}">
                    <a16:rowId xmlns:a16="http://schemas.microsoft.com/office/drawing/2014/main" val="10002"/>
                  </a:ext>
                </a:extLst>
              </a:tr>
              <a:tr h="369188">
                <a:tc>
                  <a:txBody>
                    <a:bodyPr/>
                    <a:lstStyle/>
                    <a:p>
                      <a:pPr algn="ctr">
                        <a:lnSpc>
                          <a:spcPct val="100000"/>
                        </a:lnSpc>
                        <a:spcBef>
                          <a:spcPts val="325"/>
                        </a:spcBef>
                      </a:pPr>
                      <a:r>
                        <a:rPr sz="1600" spc="-5" dirty="0">
                          <a:latin typeface="Arial MT"/>
                          <a:cs typeface="Arial MT"/>
                        </a:rPr>
                        <a:t>200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800" spc="-10" dirty="0">
                          <a:latin typeface="Arial MT"/>
                          <a:cs typeface="Arial MT"/>
                        </a:rPr>
                        <a:t>x</a:t>
                      </a:r>
                      <a:r>
                        <a:rPr sz="1800" spc="-15" baseline="-20833" dirty="0">
                          <a:latin typeface="Arial MT"/>
                          <a:cs typeface="Arial MT"/>
                        </a:rPr>
                        <a:t>2</a:t>
                      </a:r>
                      <a:endParaRPr sz="1800" baseline="-20833">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1</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5" dirty="0">
                          <a:latin typeface="Arial MT"/>
                          <a:cs typeface="Arial MT"/>
                        </a:rPr>
                        <a:t>-1/5</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269240">
                        <a:lnSpc>
                          <a:spcPct val="100000"/>
                        </a:lnSpc>
                        <a:spcBef>
                          <a:spcPts val="325"/>
                        </a:spcBef>
                      </a:pPr>
                      <a:r>
                        <a:rPr sz="1600" spc="-5" dirty="0">
                          <a:latin typeface="Arial MT"/>
                          <a:cs typeface="Arial MT"/>
                        </a:rPr>
                        <a:t>2/5</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25"/>
                        </a:spcBef>
                      </a:pPr>
                      <a:r>
                        <a:rPr sz="1600" spc="-5" dirty="0">
                          <a:latin typeface="Arial MT"/>
                          <a:cs typeface="Arial MT"/>
                        </a:rPr>
                        <a:t>80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69062">
                <a:tc>
                  <a:txBody>
                    <a:bodyPr/>
                    <a:lstStyle/>
                    <a:p>
                      <a:pPr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800" spc="-5" dirty="0">
                          <a:latin typeface="Arial MT"/>
                          <a:cs typeface="Arial MT"/>
                        </a:rPr>
                        <a:t>s</a:t>
                      </a:r>
                      <a:r>
                        <a:rPr sz="1800" spc="-7" baseline="-20833" dirty="0">
                          <a:latin typeface="Arial MT"/>
                          <a:cs typeface="Arial MT"/>
                        </a:rPr>
                        <a:t>4</a:t>
                      </a:r>
                      <a:endParaRPr sz="1800" baseline="-20833">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5" dirty="0">
                          <a:latin typeface="Arial MT"/>
                          <a:cs typeface="Arial MT"/>
                        </a:rPr>
                        <a:t>-4/45</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R="204470" algn="r">
                        <a:lnSpc>
                          <a:spcPct val="100000"/>
                        </a:lnSpc>
                        <a:spcBef>
                          <a:spcPts val="325"/>
                        </a:spcBef>
                      </a:pPr>
                      <a:r>
                        <a:rPr sz="1600" spc="-5" dirty="0">
                          <a:latin typeface="Arial MT"/>
                          <a:cs typeface="Arial MT"/>
                        </a:rPr>
                        <a:t>1/15</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5"/>
                        </a:spcBef>
                      </a:pPr>
                      <a:r>
                        <a:rPr sz="1600" dirty="0">
                          <a:latin typeface="Arial MT"/>
                          <a:cs typeface="Arial MT"/>
                        </a:rPr>
                        <a:t>1</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25"/>
                        </a:spcBef>
                      </a:pPr>
                      <a:r>
                        <a:rPr sz="1600" spc="-5" dirty="0">
                          <a:latin typeface="Arial MT"/>
                          <a:cs typeface="Arial MT"/>
                        </a:rPr>
                        <a:t>48</a:t>
                      </a:r>
                      <a:r>
                        <a:rPr sz="1600" spc="-40" dirty="0">
                          <a:latin typeface="Arial MT"/>
                          <a:cs typeface="Arial MT"/>
                        </a:rPr>
                        <a:t> </a:t>
                      </a:r>
                      <a:r>
                        <a:rPr sz="1600" spc="-5" dirty="0">
                          <a:latin typeface="Arial MT"/>
                          <a:cs typeface="Arial MT"/>
                        </a:rPr>
                        <a:t>8/9</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69188">
                <a:tc>
                  <a:txBody>
                    <a:bodyPr/>
                    <a:lstStyle/>
                    <a:p>
                      <a:pPr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800" spc="-5" dirty="0">
                          <a:latin typeface="Arial MT"/>
                          <a:cs typeface="Arial MT"/>
                        </a:rPr>
                        <a:t>s</a:t>
                      </a:r>
                      <a:r>
                        <a:rPr sz="1800" spc="-7" baseline="-20833" dirty="0">
                          <a:latin typeface="Arial MT"/>
                          <a:cs typeface="Arial MT"/>
                        </a:rPr>
                        <a:t>5</a:t>
                      </a:r>
                      <a:endParaRPr sz="1800" baseline="-20833">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5" dirty="0">
                          <a:latin typeface="Arial MT"/>
                          <a:cs typeface="Arial MT"/>
                        </a:rPr>
                        <a:t>1/5</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235585">
                        <a:lnSpc>
                          <a:spcPct val="100000"/>
                        </a:lnSpc>
                        <a:spcBef>
                          <a:spcPts val="325"/>
                        </a:spcBef>
                      </a:pPr>
                      <a:r>
                        <a:rPr sz="1600" spc="-5" dirty="0">
                          <a:latin typeface="Arial MT"/>
                          <a:cs typeface="Arial MT"/>
                        </a:rPr>
                        <a:t>-2/5</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25"/>
                        </a:spcBef>
                      </a:pPr>
                      <a:r>
                        <a:rPr sz="1600" dirty="0">
                          <a:latin typeface="Arial MT"/>
                          <a:cs typeface="Arial MT"/>
                        </a:rPr>
                        <a:t>1</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25"/>
                        </a:spcBef>
                      </a:pPr>
                      <a:r>
                        <a:rPr sz="1600" spc="-5" dirty="0">
                          <a:latin typeface="Arial MT"/>
                          <a:cs typeface="Arial MT"/>
                        </a:rPr>
                        <a:t>70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25"/>
                        </a:spcBef>
                      </a:pPr>
                      <a:r>
                        <a:rPr sz="1600" spc="-5" dirty="0">
                          <a:latin typeface="Arial MT"/>
                          <a:cs typeface="Arial MT"/>
                        </a:rPr>
                        <a:t>350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extLst>
                  <a:ext uri="{0D108BD9-81ED-4DB2-BD59-A6C34878D82A}">
                    <a16:rowId xmlns:a16="http://schemas.microsoft.com/office/drawing/2014/main" val="10005"/>
                  </a:ext>
                </a:extLst>
              </a:tr>
              <a:tr h="369062">
                <a:tc gridSpan="2">
                  <a:txBody>
                    <a:bodyPr/>
                    <a:lstStyle/>
                    <a:p>
                      <a:pPr algn="ctr">
                        <a:lnSpc>
                          <a:spcPct val="100000"/>
                        </a:lnSpc>
                        <a:spcBef>
                          <a:spcPts val="315"/>
                        </a:spcBef>
                      </a:pPr>
                      <a:r>
                        <a:rPr sz="1800" b="1" dirty="0">
                          <a:latin typeface="Arial"/>
                          <a:cs typeface="Arial"/>
                        </a:rPr>
                        <a:t>Z</a:t>
                      </a:r>
                      <a:endParaRPr sz="1800">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369188">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369188">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369062">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r h="369150">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0" y="224506"/>
            <a:ext cx="6096000" cy="690574"/>
          </a:xfrm>
          <a:prstGeom prst="rect">
            <a:avLst/>
          </a:prstGeom>
        </p:spPr>
        <p:txBody>
          <a:bodyPr vert="horz" wrap="square" lIns="0" tIns="13335" rIns="0" bIns="0" rtlCol="0">
            <a:spAutoFit/>
          </a:bodyPr>
          <a:lstStyle/>
          <a:p>
            <a:pPr marL="13335" algn="ctr">
              <a:lnSpc>
                <a:spcPct val="100000"/>
              </a:lnSpc>
              <a:spcBef>
                <a:spcPts val="105"/>
              </a:spcBef>
            </a:pPr>
            <a:r>
              <a:rPr dirty="0">
                <a:solidFill>
                  <a:schemeClr val="bg1"/>
                </a:solidFill>
              </a:rPr>
              <a:t>Solución</a:t>
            </a:r>
            <a:r>
              <a:rPr spc="-90" dirty="0">
                <a:solidFill>
                  <a:schemeClr val="bg1"/>
                </a:solidFill>
              </a:rPr>
              <a:t> </a:t>
            </a:r>
            <a:r>
              <a:rPr dirty="0">
                <a:solidFill>
                  <a:schemeClr val="bg1"/>
                </a:solidFill>
              </a:rPr>
              <a:t>degenerada</a:t>
            </a:r>
          </a:p>
        </p:txBody>
      </p:sp>
      <p:graphicFrame>
        <p:nvGraphicFramePr>
          <p:cNvPr id="3" name="object 3"/>
          <p:cNvGraphicFramePr>
            <a:graphicFrameLocks noGrp="1"/>
          </p:cNvGraphicFramePr>
          <p:nvPr/>
        </p:nvGraphicFramePr>
        <p:xfrm>
          <a:off x="1974851" y="1882395"/>
          <a:ext cx="8203558" cy="4060525"/>
        </p:xfrm>
        <a:graphic>
          <a:graphicData uri="http://schemas.openxmlformats.org/drawingml/2006/table">
            <a:tbl>
              <a:tblPr firstRow="1" bandRow="1">
                <a:tableStyleId>{2D5ABB26-0587-4C30-8999-92F81FD0307C}</a:tableStyleId>
              </a:tblPr>
              <a:tblGrid>
                <a:gridCol w="820419">
                  <a:extLst>
                    <a:ext uri="{9D8B030D-6E8A-4147-A177-3AD203B41FA5}">
                      <a16:colId xmlns:a16="http://schemas.microsoft.com/office/drawing/2014/main" val="20000"/>
                    </a:ext>
                  </a:extLst>
                </a:gridCol>
                <a:gridCol w="820419">
                  <a:extLst>
                    <a:ext uri="{9D8B030D-6E8A-4147-A177-3AD203B41FA5}">
                      <a16:colId xmlns:a16="http://schemas.microsoft.com/office/drawing/2014/main" val="20001"/>
                    </a:ext>
                  </a:extLst>
                </a:gridCol>
                <a:gridCol w="820419">
                  <a:extLst>
                    <a:ext uri="{9D8B030D-6E8A-4147-A177-3AD203B41FA5}">
                      <a16:colId xmlns:a16="http://schemas.microsoft.com/office/drawing/2014/main" val="20002"/>
                    </a:ext>
                  </a:extLst>
                </a:gridCol>
                <a:gridCol w="820419">
                  <a:extLst>
                    <a:ext uri="{9D8B030D-6E8A-4147-A177-3AD203B41FA5}">
                      <a16:colId xmlns:a16="http://schemas.microsoft.com/office/drawing/2014/main" val="20003"/>
                    </a:ext>
                  </a:extLst>
                </a:gridCol>
                <a:gridCol w="820420">
                  <a:extLst>
                    <a:ext uri="{9D8B030D-6E8A-4147-A177-3AD203B41FA5}">
                      <a16:colId xmlns:a16="http://schemas.microsoft.com/office/drawing/2014/main" val="20004"/>
                    </a:ext>
                  </a:extLst>
                </a:gridCol>
                <a:gridCol w="820420">
                  <a:extLst>
                    <a:ext uri="{9D8B030D-6E8A-4147-A177-3AD203B41FA5}">
                      <a16:colId xmlns:a16="http://schemas.microsoft.com/office/drawing/2014/main" val="20005"/>
                    </a:ext>
                  </a:extLst>
                </a:gridCol>
                <a:gridCol w="820420">
                  <a:extLst>
                    <a:ext uri="{9D8B030D-6E8A-4147-A177-3AD203B41FA5}">
                      <a16:colId xmlns:a16="http://schemas.microsoft.com/office/drawing/2014/main" val="20006"/>
                    </a:ext>
                  </a:extLst>
                </a:gridCol>
                <a:gridCol w="746125">
                  <a:extLst>
                    <a:ext uri="{9D8B030D-6E8A-4147-A177-3AD203B41FA5}">
                      <a16:colId xmlns:a16="http://schemas.microsoft.com/office/drawing/2014/main" val="20007"/>
                    </a:ext>
                  </a:extLst>
                </a:gridCol>
                <a:gridCol w="73659">
                  <a:extLst>
                    <a:ext uri="{9D8B030D-6E8A-4147-A177-3AD203B41FA5}">
                      <a16:colId xmlns:a16="http://schemas.microsoft.com/office/drawing/2014/main" val="20008"/>
                    </a:ext>
                  </a:extLst>
                </a:gridCol>
                <a:gridCol w="820420">
                  <a:extLst>
                    <a:ext uri="{9D8B030D-6E8A-4147-A177-3AD203B41FA5}">
                      <a16:colId xmlns:a16="http://schemas.microsoft.com/office/drawing/2014/main" val="20009"/>
                    </a:ext>
                  </a:extLst>
                </a:gridCol>
                <a:gridCol w="86359">
                  <a:extLst>
                    <a:ext uri="{9D8B030D-6E8A-4147-A177-3AD203B41FA5}">
                      <a16:colId xmlns:a16="http://schemas.microsoft.com/office/drawing/2014/main" val="20010"/>
                    </a:ext>
                  </a:extLst>
                </a:gridCol>
                <a:gridCol w="734059">
                  <a:extLst>
                    <a:ext uri="{9D8B030D-6E8A-4147-A177-3AD203B41FA5}">
                      <a16:colId xmlns:a16="http://schemas.microsoft.com/office/drawing/2014/main" val="20011"/>
                    </a:ext>
                  </a:extLst>
                </a:gridCol>
              </a:tblGrid>
              <a:tr h="369188">
                <a:tc>
                  <a:txBody>
                    <a:bodyPr/>
                    <a:lstStyle/>
                    <a:p>
                      <a:pPr marL="635" algn="ctr">
                        <a:lnSpc>
                          <a:spcPct val="100000"/>
                        </a:lnSpc>
                        <a:spcBef>
                          <a:spcPts val="315"/>
                        </a:spcBef>
                      </a:pPr>
                      <a:r>
                        <a:rPr sz="1800" b="1" spc="-5" dirty="0">
                          <a:latin typeface="Arial"/>
                          <a:cs typeface="Arial"/>
                        </a:rPr>
                        <a:t>C</a:t>
                      </a:r>
                      <a:r>
                        <a:rPr sz="1800" b="1" spc="-7" baseline="-20833" dirty="0">
                          <a:latin typeface="Arial"/>
                          <a:cs typeface="Arial"/>
                        </a:rPr>
                        <a:t>B</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800" b="1" spc="-5" dirty="0">
                          <a:latin typeface="Arial"/>
                          <a:cs typeface="Arial"/>
                        </a:rPr>
                        <a:t>X</a:t>
                      </a:r>
                      <a:r>
                        <a:rPr sz="1800" b="1" spc="-7" baseline="-20833" dirty="0">
                          <a:latin typeface="Arial"/>
                          <a:cs typeface="Arial"/>
                        </a:rPr>
                        <a:t>B</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800" b="1" spc="-5" dirty="0">
                          <a:latin typeface="Arial"/>
                          <a:cs typeface="Arial"/>
                        </a:rPr>
                        <a:t>X</a:t>
                      </a:r>
                      <a:r>
                        <a:rPr sz="1800" b="1" spc="-7" baseline="-20833" dirty="0">
                          <a:latin typeface="Arial"/>
                          <a:cs typeface="Arial"/>
                        </a:rPr>
                        <a:t>1</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800" b="1" spc="-5" dirty="0">
                          <a:latin typeface="Arial"/>
                          <a:cs typeface="Arial"/>
                        </a:rPr>
                        <a:t>X</a:t>
                      </a:r>
                      <a:r>
                        <a:rPr sz="1800" b="1" spc="-7" baseline="-20833" dirty="0">
                          <a:latin typeface="Arial"/>
                          <a:cs typeface="Arial"/>
                        </a:rPr>
                        <a:t>2</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800" b="1" spc="-5" dirty="0">
                          <a:latin typeface="Arial"/>
                          <a:cs typeface="Arial"/>
                        </a:rPr>
                        <a:t>S</a:t>
                      </a:r>
                      <a:r>
                        <a:rPr sz="1800" b="1" spc="-7" baseline="-20833" dirty="0">
                          <a:latin typeface="Arial"/>
                          <a:cs typeface="Arial"/>
                        </a:rPr>
                        <a:t>2</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800" b="1" spc="-5" dirty="0">
                          <a:latin typeface="Arial"/>
                          <a:cs typeface="Arial"/>
                        </a:rPr>
                        <a:t>S</a:t>
                      </a:r>
                      <a:r>
                        <a:rPr sz="1800" b="1" spc="-7" baseline="-20833" dirty="0">
                          <a:latin typeface="Arial"/>
                          <a:cs typeface="Arial"/>
                        </a:rPr>
                        <a:t>3</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800" b="1" spc="-5" dirty="0">
                          <a:latin typeface="Arial"/>
                          <a:cs typeface="Arial"/>
                        </a:rPr>
                        <a:t>S</a:t>
                      </a:r>
                      <a:r>
                        <a:rPr sz="1800" b="1" spc="-7" baseline="-20833" dirty="0">
                          <a:latin typeface="Arial"/>
                          <a:cs typeface="Arial"/>
                        </a:rPr>
                        <a:t>4</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1905" algn="ctr">
                        <a:lnSpc>
                          <a:spcPct val="100000"/>
                        </a:lnSpc>
                        <a:spcBef>
                          <a:spcPts val="315"/>
                        </a:spcBef>
                      </a:pPr>
                      <a:r>
                        <a:rPr sz="1800" b="1" spc="-5" dirty="0">
                          <a:latin typeface="Arial"/>
                          <a:cs typeface="Arial"/>
                        </a:rPr>
                        <a:t>S</a:t>
                      </a:r>
                      <a:r>
                        <a:rPr sz="1800" b="1" spc="-7" baseline="-20833" dirty="0">
                          <a:latin typeface="Arial"/>
                          <a:cs typeface="Arial"/>
                        </a:rPr>
                        <a:t>5</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a:txBody>
                    <a:bodyPr/>
                    <a:lstStyle/>
                    <a:p>
                      <a:pPr marL="2540" algn="ctr">
                        <a:lnSpc>
                          <a:spcPct val="100000"/>
                        </a:lnSpc>
                        <a:spcBef>
                          <a:spcPts val="315"/>
                        </a:spcBef>
                      </a:pPr>
                      <a:r>
                        <a:rPr sz="1800" b="1" spc="-5" dirty="0">
                          <a:latin typeface="Arial"/>
                          <a:cs typeface="Arial"/>
                        </a:rPr>
                        <a:t>B</a:t>
                      </a:r>
                      <a:r>
                        <a:rPr sz="1800" b="1" spc="-7" baseline="-20833" dirty="0">
                          <a:latin typeface="Arial"/>
                          <a:cs typeface="Arial"/>
                        </a:rPr>
                        <a:t>i</a:t>
                      </a:r>
                      <a:endParaRPr sz="1800" baseline="-20833">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1905" algn="ctr">
                        <a:lnSpc>
                          <a:spcPct val="100000"/>
                        </a:lnSpc>
                        <a:spcBef>
                          <a:spcPts val="240"/>
                        </a:spcBef>
                      </a:pPr>
                      <a:r>
                        <a:rPr sz="1800" b="1" spc="-5" dirty="0">
                          <a:latin typeface="Calibri"/>
                          <a:cs typeface="Calibri"/>
                        </a:rPr>
                        <a:t>Ɵ</a:t>
                      </a:r>
                      <a:r>
                        <a:rPr sz="1800" b="1" spc="-7" baseline="-20833" dirty="0">
                          <a:latin typeface="Calibri"/>
                          <a:cs typeface="Calibri"/>
                        </a:rPr>
                        <a:t>i</a:t>
                      </a:r>
                      <a:endParaRPr sz="1800" baseline="-20833">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0"/>
                  </a:ext>
                </a:extLst>
              </a:tr>
              <a:tr h="369062">
                <a:tc gridSpan="2">
                  <a:txBody>
                    <a:bodyPr/>
                    <a:lstStyle/>
                    <a:p>
                      <a:pPr algn="ctr">
                        <a:lnSpc>
                          <a:spcPct val="100000"/>
                        </a:lnSpc>
                        <a:spcBef>
                          <a:spcPts val="325"/>
                        </a:spcBef>
                      </a:pPr>
                      <a:r>
                        <a:rPr sz="1800" b="1" dirty="0">
                          <a:latin typeface="Arial"/>
                          <a:cs typeface="Arial"/>
                        </a:rPr>
                        <a:t>Z</a:t>
                      </a:r>
                      <a:endParaRPr sz="1800">
                        <a:latin typeface="Arial"/>
                        <a:cs typeface="Arial"/>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a:txBody>
                    <a:bodyPr/>
                    <a:lstStyle/>
                    <a:p>
                      <a:pPr marL="1270" algn="ctr">
                        <a:lnSpc>
                          <a:spcPct val="100000"/>
                        </a:lnSpc>
                        <a:spcBef>
                          <a:spcPts val="455"/>
                        </a:spcBef>
                      </a:pPr>
                      <a:r>
                        <a:rPr sz="1600" dirty="0">
                          <a:latin typeface="Arial MT"/>
                          <a:cs typeface="Arial MT"/>
                        </a:rPr>
                        <a:t>0</a:t>
                      </a:r>
                      <a:endParaRPr sz="1600">
                        <a:latin typeface="Arial MT"/>
                        <a:cs typeface="Arial MT"/>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55"/>
                        </a:spcBef>
                      </a:pPr>
                      <a:r>
                        <a:rPr sz="1600" dirty="0">
                          <a:latin typeface="Arial MT"/>
                          <a:cs typeface="Arial MT"/>
                        </a:rPr>
                        <a:t>0</a:t>
                      </a:r>
                      <a:endParaRPr sz="1600">
                        <a:latin typeface="Arial MT"/>
                        <a:cs typeface="Arial MT"/>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570"/>
                        </a:spcBef>
                      </a:pPr>
                      <a:r>
                        <a:rPr sz="1400" dirty="0">
                          <a:latin typeface="Arial MT"/>
                          <a:cs typeface="Arial MT"/>
                        </a:rPr>
                        <a:t>-200/45</a:t>
                      </a:r>
                      <a:endParaRPr sz="1400">
                        <a:latin typeface="Arial MT"/>
                        <a:cs typeface="Arial MT"/>
                      </a:endParaRPr>
                    </a:p>
                  </a:txBody>
                  <a:tcPr marL="0" marR="0" marT="723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55"/>
                        </a:spcBef>
                      </a:pPr>
                      <a:r>
                        <a:rPr sz="1600" spc="-5" dirty="0">
                          <a:latin typeface="Arial MT"/>
                          <a:cs typeface="Arial MT"/>
                        </a:rPr>
                        <a:t>160/3</a:t>
                      </a:r>
                      <a:endParaRPr sz="1600">
                        <a:latin typeface="Arial MT"/>
                        <a:cs typeface="Arial MT"/>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455"/>
                        </a:spcBef>
                      </a:pPr>
                      <a:r>
                        <a:rPr sz="1600" dirty="0">
                          <a:latin typeface="Arial MT"/>
                          <a:cs typeface="Arial MT"/>
                        </a:rPr>
                        <a:t>0</a:t>
                      </a:r>
                      <a:endParaRPr sz="1600">
                        <a:latin typeface="Arial MT"/>
                        <a:cs typeface="Arial MT"/>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2540" algn="ctr">
                        <a:lnSpc>
                          <a:spcPct val="100000"/>
                        </a:lnSpc>
                        <a:spcBef>
                          <a:spcPts val="455"/>
                        </a:spcBef>
                      </a:pPr>
                      <a:r>
                        <a:rPr sz="1600" dirty="0">
                          <a:latin typeface="Arial MT"/>
                          <a:cs typeface="Arial MT"/>
                        </a:rPr>
                        <a:t>0</a:t>
                      </a:r>
                      <a:endParaRPr sz="1600">
                        <a:latin typeface="Arial MT"/>
                        <a:cs typeface="Arial MT"/>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a:txBody>
                    <a:bodyPr/>
                    <a:lstStyle/>
                    <a:p>
                      <a:pPr marL="2540" algn="ctr">
                        <a:lnSpc>
                          <a:spcPct val="100000"/>
                        </a:lnSpc>
                        <a:spcBef>
                          <a:spcPts val="455"/>
                        </a:spcBef>
                      </a:pPr>
                      <a:r>
                        <a:rPr sz="1600" spc="-5" dirty="0">
                          <a:latin typeface="Arial MT"/>
                          <a:cs typeface="Arial MT"/>
                        </a:rPr>
                        <a:t>28444</a:t>
                      </a:r>
                      <a:endParaRPr sz="1600">
                        <a:latin typeface="Arial MT"/>
                        <a:cs typeface="Arial MT"/>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r h="369188">
                <a:tc>
                  <a:txBody>
                    <a:bodyPr/>
                    <a:lstStyle/>
                    <a:p>
                      <a:pPr algn="ctr">
                        <a:lnSpc>
                          <a:spcPct val="100000"/>
                        </a:lnSpc>
                        <a:spcBef>
                          <a:spcPts val="325"/>
                        </a:spcBef>
                      </a:pPr>
                      <a:r>
                        <a:rPr sz="1600" spc="-5" dirty="0">
                          <a:latin typeface="Arial MT"/>
                          <a:cs typeface="Arial MT"/>
                        </a:rPr>
                        <a:t>400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800" spc="-10" dirty="0">
                          <a:latin typeface="Arial MT"/>
                          <a:cs typeface="Arial MT"/>
                        </a:rPr>
                        <a:t>x</a:t>
                      </a:r>
                      <a:r>
                        <a:rPr sz="1800" spc="-15" baseline="-20833" dirty="0">
                          <a:latin typeface="Arial MT"/>
                          <a:cs typeface="Arial MT"/>
                        </a:rPr>
                        <a:t>1</a:t>
                      </a:r>
                      <a:endParaRPr sz="1800" baseline="-20833">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1</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127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algn="ctr">
                        <a:lnSpc>
                          <a:spcPct val="100000"/>
                        </a:lnSpc>
                        <a:spcBef>
                          <a:spcPts val="325"/>
                        </a:spcBef>
                      </a:pPr>
                      <a:r>
                        <a:rPr sz="1600" spc="-5" dirty="0">
                          <a:latin typeface="Arial MT"/>
                          <a:cs typeface="Arial MT"/>
                        </a:rPr>
                        <a:t>4/45</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635" algn="ctr">
                        <a:lnSpc>
                          <a:spcPct val="100000"/>
                        </a:lnSpc>
                        <a:spcBef>
                          <a:spcPts val="325"/>
                        </a:spcBef>
                      </a:pPr>
                      <a:r>
                        <a:rPr sz="1600" spc="-5" dirty="0">
                          <a:latin typeface="Arial MT"/>
                          <a:cs typeface="Arial MT"/>
                        </a:rPr>
                        <a:t>-1/15</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1905"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gridSpan="2">
                  <a:txBody>
                    <a:bodyPr/>
                    <a:lstStyle/>
                    <a:p>
                      <a:pPr marL="254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hMerge="1">
                  <a:txBody>
                    <a:bodyPr/>
                    <a:lstStyle/>
                    <a:p>
                      <a:endParaRPr/>
                    </a:p>
                  </a:txBody>
                  <a:tcPr marL="0" marR="0" marT="0" marB="0"/>
                </a:tc>
                <a:tc>
                  <a:txBody>
                    <a:bodyPr/>
                    <a:lstStyle/>
                    <a:p>
                      <a:pPr marL="2540" algn="ctr">
                        <a:lnSpc>
                          <a:spcPct val="100000"/>
                        </a:lnSpc>
                        <a:spcBef>
                          <a:spcPts val="325"/>
                        </a:spcBef>
                      </a:pPr>
                      <a:r>
                        <a:rPr sz="1600" spc="-5" dirty="0">
                          <a:latin typeface="Arial MT"/>
                          <a:cs typeface="Arial MT"/>
                        </a:rPr>
                        <a:t>31</a:t>
                      </a:r>
                      <a:r>
                        <a:rPr sz="1600" spc="-40" dirty="0">
                          <a:latin typeface="Arial MT"/>
                          <a:cs typeface="Arial MT"/>
                        </a:rPr>
                        <a:t> </a:t>
                      </a:r>
                      <a:r>
                        <a:rPr sz="1600" spc="-5" dirty="0">
                          <a:latin typeface="Arial MT"/>
                          <a:cs typeface="Arial MT"/>
                        </a:rPr>
                        <a:t>1/9</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gridSpan="2">
                  <a:txBody>
                    <a:bodyPr/>
                    <a:lstStyle/>
                    <a:p>
                      <a:pPr marL="242570">
                        <a:lnSpc>
                          <a:spcPct val="100000"/>
                        </a:lnSpc>
                        <a:spcBef>
                          <a:spcPts val="325"/>
                        </a:spcBef>
                      </a:pPr>
                      <a:r>
                        <a:rPr sz="1600" spc="-5" dirty="0">
                          <a:latin typeface="Arial MT"/>
                          <a:cs typeface="Arial MT"/>
                        </a:rPr>
                        <a:t>350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r h="369188">
                <a:tc>
                  <a:txBody>
                    <a:bodyPr/>
                    <a:lstStyle/>
                    <a:p>
                      <a:pPr algn="ctr">
                        <a:lnSpc>
                          <a:spcPct val="100000"/>
                        </a:lnSpc>
                        <a:spcBef>
                          <a:spcPts val="325"/>
                        </a:spcBef>
                      </a:pPr>
                      <a:r>
                        <a:rPr sz="1600" spc="-5" dirty="0">
                          <a:latin typeface="Arial MT"/>
                          <a:cs typeface="Arial MT"/>
                        </a:rPr>
                        <a:t>200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800" spc="-10" dirty="0">
                          <a:latin typeface="Arial MT"/>
                          <a:cs typeface="Arial MT"/>
                        </a:rPr>
                        <a:t>x</a:t>
                      </a:r>
                      <a:r>
                        <a:rPr sz="1800" spc="-15" baseline="-20833" dirty="0">
                          <a:latin typeface="Arial MT"/>
                          <a:cs typeface="Arial MT"/>
                        </a:rPr>
                        <a:t>2</a:t>
                      </a:r>
                      <a:endParaRPr sz="1800" baseline="-20833">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1</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5" dirty="0">
                          <a:latin typeface="Arial MT"/>
                          <a:cs typeface="Arial MT"/>
                        </a:rPr>
                        <a:t>-1/5</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635" algn="ctr">
                        <a:lnSpc>
                          <a:spcPct val="100000"/>
                        </a:lnSpc>
                        <a:spcBef>
                          <a:spcPts val="325"/>
                        </a:spcBef>
                      </a:pPr>
                      <a:r>
                        <a:rPr sz="1600" spc="-5" dirty="0">
                          <a:latin typeface="Arial MT"/>
                          <a:cs typeface="Arial MT"/>
                        </a:rPr>
                        <a:t>2/5</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254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a:txBody>
                    <a:bodyPr/>
                    <a:lstStyle/>
                    <a:p>
                      <a:pPr marL="2540" algn="ctr">
                        <a:lnSpc>
                          <a:spcPct val="100000"/>
                        </a:lnSpc>
                        <a:spcBef>
                          <a:spcPts val="325"/>
                        </a:spcBef>
                      </a:pPr>
                      <a:r>
                        <a:rPr sz="1600" spc="-5" dirty="0">
                          <a:latin typeface="Arial MT"/>
                          <a:cs typeface="Arial MT"/>
                        </a:rPr>
                        <a:t>80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3"/>
                  </a:ext>
                </a:extLst>
              </a:tr>
              <a:tr h="369062">
                <a:tc>
                  <a:txBody>
                    <a:bodyPr/>
                    <a:lstStyle/>
                    <a:p>
                      <a:pPr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800" spc="-5" dirty="0">
                          <a:latin typeface="Arial MT"/>
                          <a:cs typeface="Arial MT"/>
                        </a:rPr>
                        <a:t>s</a:t>
                      </a:r>
                      <a:r>
                        <a:rPr sz="1800" spc="-7" baseline="-20833" dirty="0">
                          <a:latin typeface="Arial MT"/>
                          <a:cs typeface="Arial MT"/>
                        </a:rPr>
                        <a:t>4</a:t>
                      </a:r>
                      <a:endParaRPr sz="1800" baseline="-20833">
                        <a:latin typeface="Arial MT"/>
                        <a:cs typeface="Arial MT"/>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5" dirty="0">
                          <a:latin typeface="Arial MT"/>
                          <a:cs typeface="Arial MT"/>
                        </a:rPr>
                        <a:t>-4/45</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635" algn="ctr">
                        <a:lnSpc>
                          <a:spcPct val="100000"/>
                        </a:lnSpc>
                        <a:spcBef>
                          <a:spcPts val="325"/>
                        </a:spcBef>
                      </a:pPr>
                      <a:r>
                        <a:rPr sz="1600" spc="-5" dirty="0">
                          <a:latin typeface="Arial MT"/>
                          <a:cs typeface="Arial MT"/>
                        </a:rPr>
                        <a:t>1/15</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5"/>
                        </a:spcBef>
                      </a:pPr>
                      <a:r>
                        <a:rPr sz="1600" dirty="0">
                          <a:latin typeface="Arial MT"/>
                          <a:cs typeface="Arial MT"/>
                        </a:rPr>
                        <a:t>1</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254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a:txBody>
                    <a:bodyPr/>
                    <a:lstStyle/>
                    <a:p>
                      <a:pPr marL="2540" algn="ctr">
                        <a:lnSpc>
                          <a:spcPct val="100000"/>
                        </a:lnSpc>
                        <a:spcBef>
                          <a:spcPts val="325"/>
                        </a:spcBef>
                      </a:pPr>
                      <a:r>
                        <a:rPr sz="1600" spc="-5" dirty="0">
                          <a:latin typeface="Arial MT"/>
                          <a:cs typeface="Arial MT"/>
                        </a:rPr>
                        <a:t>48</a:t>
                      </a:r>
                      <a:r>
                        <a:rPr sz="1600" spc="-40" dirty="0">
                          <a:latin typeface="Arial MT"/>
                          <a:cs typeface="Arial MT"/>
                        </a:rPr>
                        <a:t> </a:t>
                      </a:r>
                      <a:r>
                        <a:rPr sz="1600" spc="-5" dirty="0">
                          <a:latin typeface="Arial MT"/>
                          <a:cs typeface="Arial MT"/>
                        </a:rPr>
                        <a:t>8/9</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4"/>
                  </a:ext>
                </a:extLst>
              </a:tr>
              <a:tr h="369188">
                <a:tc>
                  <a:txBody>
                    <a:bodyPr/>
                    <a:lstStyle/>
                    <a:p>
                      <a:pPr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800" spc="-5" dirty="0">
                          <a:latin typeface="Arial MT"/>
                          <a:cs typeface="Arial MT"/>
                        </a:rPr>
                        <a:t>s</a:t>
                      </a:r>
                      <a:r>
                        <a:rPr sz="1800" spc="-7" baseline="-20833" dirty="0">
                          <a:latin typeface="Arial MT"/>
                          <a:cs typeface="Arial MT"/>
                        </a:rPr>
                        <a:t>5</a:t>
                      </a:r>
                      <a:endParaRPr sz="1800" baseline="-20833">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5" dirty="0">
                          <a:latin typeface="Arial MT"/>
                          <a:cs typeface="Arial MT"/>
                        </a:rPr>
                        <a:t>1/5</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635" algn="ctr">
                        <a:lnSpc>
                          <a:spcPct val="100000"/>
                        </a:lnSpc>
                        <a:spcBef>
                          <a:spcPts val="325"/>
                        </a:spcBef>
                      </a:pPr>
                      <a:r>
                        <a:rPr sz="1600" spc="-5" dirty="0">
                          <a:latin typeface="Arial MT"/>
                          <a:cs typeface="Arial MT"/>
                        </a:rPr>
                        <a:t>-2/5</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2540" algn="ctr">
                        <a:lnSpc>
                          <a:spcPct val="100000"/>
                        </a:lnSpc>
                        <a:spcBef>
                          <a:spcPts val="325"/>
                        </a:spcBef>
                      </a:pPr>
                      <a:r>
                        <a:rPr sz="1600" dirty="0">
                          <a:latin typeface="Arial MT"/>
                          <a:cs typeface="Arial MT"/>
                        </a:rPr>
                        <a:t>1</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a:txBody>
                    <a:bodyPr/>
                    <a:lstStyle/>
                    <a:p>
                      <a:pPr marL="2540" algn="ctr">
                        <a:lnSpc>
                          <a:spcPct val="100000"/>
                        </a:lnSpc>
                        <a:spcBef>
                          <a:spcPts val="325"/>
                        </a:spcBef>
                      </a:pPr>
                      <a:r>
                        <a:rPr sz="1600" spc="-5" dirty="0">
                          <a:latin typeface="Arial MT"/>
                          <a:cs typeface="Arial MT"/>
                        </a:rPr>
                        <a:t>70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242570">
                        <a:lnSpc>
                          <a:spcPct val="100000"/>
                        </a:lnSpc>
                        <a:spcBef>
                          <a:spcPts val="325"/>
                        </a:spcBef>
                      </a:pPr>
                      <a:r>
                        <a:rPr sz="1600" spc="-5" dirty="0">
                          <a:latin typeface="Arial MT"/>
                          <a:cs typeface="Arial MT"/>
                        </a:rPr>
                        <a:t>350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5"/>
                  </a:ext>
                </a:extLst>
              </a:tr>
              <a:tr h="261874">
                <a:tc rowSpan="2" gridSpan="2">
                  <a:txBody>
                    <a:bodyPr/>
                    <a:lstStyle/>
                    <a:p>
                      <a:pPr algn="ctr">
                        <a:lnSpc>
                          <a:spcPct val="100000"/>
                        </a:lnSpc>
                        <a:spcBef>
                          <a:spcPts val="315"/>
                        </a:spcBef>
                      </a:pPr>
                      <a:r>
                        <a:rPr sz="1800" b="1" dirty="0">
                          <a:latin typeface="Arial"/>
                          <a:cs typeface="Arial"/>
                        </a:rPr>
                        <a:t>Z</a:t>
                      </a:r>
                      <a:endParaRPr sz="1800">
                        <a:latin typeface="Arial"/>
                        <a:cs typeface="Arial"/>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hMerge="1">
                  <a:txBody>
                    <a:bodyPr/>
                    <a:lstStyle/>
                    <a:p>
                      <a:endParaRPr/>
                    </a:p>
                  </a:txBody>
                  <a:tcPr marL="0" marR="0" marT="0" marB="0"/>
                </a:tc>
                <a:tc rowSpan="2">
                  <a:txBody>
                    <a:bodyPr/>
                    <a:lstStyle/>
                    <a:p>
                      <a:pPr marL="1270" algn="ctr">
                        <a:lnSpc>
                          <a:spcPct val="100000"/>
                        </a:lnSpc>
                        <a:spcBef>
                          <a:spcPts val="325"/>
                        </a:spcBef>
                      </a:pPr>
                      <a:r>
                        <a:rPr sz="1600" spc="-5" dirty="0">
                          <a:latin typeface="Arial MT"/>
                          <a:cs typeface="Arial MT"/>
                        </a:rPr>
                        <a:t>50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marL="127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marL="1905"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marL="1905" algn="ctr">
                        <a:lnSpc>
                          <a:spcPct val="100000"/>
                        </a:lnSpc>
                        <a:spcBef>
                          <a:spcPts val="325"/>
                        </a:spcBef>
                      </a:pPr>
                      <a:r>
                        <a:rPr sz="1600" spc="-5" dirty="0">
                          <a:latin typeface="Arial MT"/>
                          <a:cs typeface="Arial MT"/>
                        </a:rPr>
                        <a:t>50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marL="1905"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2540" algn="ctr">
                        <a:lnSpc>
                          <a:spcPts val="1635"/>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tcPr>
                </a:tc>
                <a:tc hMerge="1">
                  <a:txBody>
                    <a:bodyPr/>
                    <a:lstStyle/>
                    <a:p>
                      <a:endParaRPr/>
                    </a:p>
                  </a:txBody>
                  <a:tcPr marL="0" marR="0" marT="0" marB="0"/>
                </a:tc>
                <a:tc>
                  <a:txBody>
                    <a:bodyPr/>
                    <a:lstStyle/>
                    <a:p>
                      <a:pPr marL="2540" algn="ctr">
                        <a:lnSpc>
                          <a:spcPts val="1635"/>
                        </a:lnSpc>
                        <a:spcBef>
                          <a:spcPts val="325"/>
                        </a:spcBef>
                      </a:pPr>
                      <a:r>
                        <a:rPr sz="1600" spc="-5" dirty="0">
                          <a:latin typeface="Arial MT"/>
                          <a:cs typeface="Arial MT"/>
                        </a:rPr>
                        <a:t>30000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28575">
                      <a:solidFill>
                        <a:srgbClr val="FF0000"/>
                      </a:solidFill>
                      <a:prstDash val="solid"/>
                    </a:lnB>
                  </a:tcPr>
                </a:tc>
                <a:tc gridSpan="2">
                  <a:txBody>
                    <a:body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tcPr>
                </a:tc>
                <a:tc hMerge="1">
                  <a:txBody>
                    <a:bodyPr/>
                    <a:lstStyle/>
                    <a:p>
                      <a:endParaRPr/>
                    </a:p>
                  </a:txBody>
                  <a:tcPr marL="0" marR="0" marT="0" marB="0"/>
                </a:tc>
                <a:extLst>
                  <a:ext uri="{0D108BD9-81ED-4DB2-BD59-A6C34878D82A}">
                    <a16:rowId xmlns:a16="http://schemas.microsoft.com/office/drawing/2014/main" val="10006"/>
                  </a:ext>
                </a:extLst>
              </a:tr>
              <a:tr h="107187">
                <a:tc gridSpan="2" vMerge="1">
                  <a:txBody>
                    <a:bodyPr/>
                    <a:lstStyle/>
                    <a:p>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vMerge="1">
                  <a:txBody>
                    <a:bodyPr/>
                    <a:lstStyle/>
                    <a:p>
                      <a:endParaRPr/>
                    </a:p>
                  </a:txBody>
                  <a:tcPr marL="0" marR="0" marT="0" marB="0"/>
                </a:tc>
                <a:tc vMerge="1">
                  <a:txBody>
                    <a:bodyPr/>
                    <a:lstStyle/>
                    <a:p>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500">
                        <a:latin typeface="Times New Roman"/>
                        <a:cs typeface="Times New Roman"/>
                      </a:endParaRPr>
                    </a:p>
                  </a:txBody>
                  <a:tcPr marL="0" marR="0" marT="0" marB="0">
                    <a:lnL w="12700">
                      <a:solidFill>
                        <a:srgbClr val="000000"/>
                      </a:solidFill>
                      <a:prstDash val="solid"/>
                    </a:lnL>
                    <a:lnR w="28575">
                      <a:solidFill>
                        <a:srgbClr val="FF0000"/>
                      </a:solidFill>
                      <a:prstDash val="solid"/>
                    </a:lnR>
                    <a:lnB w="12700">
                      <a:solidFill>
                        <a:srgbClr val="000000"/>
                      </a:solidFill>
                      <a:prstDash val="solid"/>
                    </a:lnB>
                  </a:tcPr>
                </a:tc>
                <a:tc>
                  <a:txBody>
                    <a:bodyPr/>
                    <a:lstStyle/>
                    <a:p>
                      <a:pPr>
                        <a:lnSpc>
                          <a:spcPct val="100000"/>
                        </a:lnSpc>
                      </a:pPr>
                      <a:endParaRPr sz="500">
                        <a:latin typeface="Times New Roman"/>
                        <a:cs typeface="Times New Roman"/>
                      </a:endParaRPr>
                    </a:p>
                  </a:txBody>
                  <a:tcPr marL="0" marR="0" marT="0" marB="0">
                    <a:lnL w="28575">
                      <a:solidFill>
                        <a:srgbClr val="FF0000"/>
                      </a:solidFill>
                      <a:prstDash val="solid"/>
                    </a:lnL>
                    <a:lnR w="12700">
                      <a:solidFill>
                        <a:srgbClr val="000000"/>
                      </a:solidFill>
                      <a:prstDash val="solid"/>
                    </a:lnR>
                    <a:lnT w="28575">
                      <a:solidFill>
                        <a:srgbClr val="FF0000"/>
                      </a:solidFill>
                      <a:prstDash val="solid"/>
                    </a:lnT>
                    <a:lnB w="12700">
                      <a:solidFill>
                        <a:srgbClr val="000000"/>
                      </a:solidFill>
                      <a:prstDash val="solid"/>
                    </a:lnB>
                  </a:tcPr>
                </a:tc>
                <a:tc>
                  <a:txBody>
                    <a:bodyPr/>
                    <a:lstStyle/>
                    <a:p>
                      <a:pPr>
                        <a:lnSpc>
                          <a:spcPct val="100000"/>
                        </a:lnSpc>
                      </a:pPr>
                      <a:endParaRPr sz="500">
                        <a:latin typeface="Times New Roman"/>
                        <a:cs typeface="Times New Roman"/>
                      </a:endParaRPr>
                    </a:p>
                  </a:txBody>
                  <a:tcPr marL="0" marR="0" marT="0" marB="0">
                    <a:lnL w="12700">
                      <a:solidFill>
                        <a:srgbClr val="000000"/>
                      </a:solidFill>
                      <a:prstDash val="solid"/>
                    </a:lnL>
                    <a:lnR w="12700">
                      <a:solidFill>
                        <a:srgbClr val="000000"/>
                      </a:solidFill>
                      <a:prstDash val="solid"/>
                    </a:lnR>
                    <a:lnT w="28575">
                      <a:solidFill>
                        <a:srgbClr val="FF0000"/>
                      </a:solidFill>
                      <a:prstDash val="solid"/>
                    </a:lnT>
                    <a:lnB w="12700">
                      <a:solidFill>
                        <a:srgbClr val="000000"/>
                      </a:solidFill>
                      <a:prstDash val="solid"/>
                    </a:lnB>
                  </a:tcPr>
                </a:tc>
                <a:tc>
                  <a:txBody>
                    <a:bodyPr/>
                    <a:lstStyle/>
                    <a:p>
                      <a:pPr>
                        <a:lnSpc>
                          <a:spcPct val="100000"/>
                        </a:lnSpc>
                      </a:pPr>
                      <a:endParaRPr sz="500">
                        <a:latin typeface="Times New Roman"/>
                        <a:cs typeface="Times New Roman"/>
                      </a:endParaRPr>
                    </a:p>
                  </a:txBody>
                  <a:tcPr marL="0" marR="0" marT="0" marB="0">
                    <a:lnL w="12700">
                      <a:solidFill>
                        <a:srgbClr val="000000"/>
                      </a:solidFill>
                      <a:prstDash val="solid"/>
                    </a:lnL>
                    <a:lnR w="28575">
                      <a:solidFill>
                        <a:srgbClr val="FF0000"/>
                      </a:solidFill>
                      <a:prstDash val="solid"/>
                    </a:lnR>
                    <a:lnB w="12700">
                      <a:solidFill>
                        <a:srgbClr val="000000"/>
                      </a:solidFill>
                      <a:prstDash val="solid"/>
                    </a:lnB>
                  </a:tcPr>
                </a:tc>
                <a:tc>
                  <a:txBody>
                    <a:bodyPr/>
                    <a:lstStyle/>
                    <a:p>
                      <a:pPr>
                        <a:lnSpc>
                          <a:spcPct val="100000"/>
                        </a:lnSpc>
                      </a:pPr>
                      <a:endParaRPr sz="500">
                        <a:latin typeface="Times New Roman"/>
                        <a:cs typeface="Times New Roman"/>
                      </a:endParaRPr>
                    </a:p>
                  </a:txBody>
                  <a:tcPr marL="0" marR="0" marT="0" marB="0">
                    <a:lnL w="28575">
                      <a:solidFill>
                        <a:srgbClr val="FF0000"/>
                      </a:solidFill>
                      <a:prstDash val="solid"/>
                    </a:lnL>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07"/>
                  </a:ext>
                </a:extLst>
              </a:tr>
              <a:tr h="369188">
                <a:tc>
                  <a:txBody>
                    <a:bodyPr/>
                    <a:lstStyle/>
                    <a:p>
                      <a:pPr algn="ctr">
                        <a:lnSpc>
                          <a:spcPct val="100000"/>
                        </a:lnSpc>
                        <a:spcBef>
                          <a:spcPts val="320"/>
                        </a:spcBef>
                      </a:pPr>
                      <a:r>
                        <a:rPr sz="1800" dirty="0">
                          <a:latin typeface="Arial MT"/>
                          <a:cs typeface="Arial MT"/>
                        </a:rPr>
                        <a:t>0</a:t>
                      </a:r>
                      <a:endParaRPr sz="1800">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800" spc="-5" dirty="0">
                          <a:latin typeface="Arial MT"/>
                          <a:cs typeface="Arial MT"/>
                        </a:rPr>
                        <a:t>s</a:t>
                      </a:r>
                      <a:r>
                        <a:rPr sz="1800" spc="-7" baseline="-20833" dirty="0">
                          <a:latin typeface="Arial MT"/>
                          <a:cs typeface="Arial MT"/>
                        </a:rPr>
                        <a:t>2</a:t>
                      </a:r>
                      <a:endParaRPr sz="1800" baseline="-20833">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30"/>
                        </a:spcBef>
                      </a:pPr>
                      <a:r>
                        <a:rPr sz="1600" spc="-45" dirty="0">
                          <a:latin typeface="Arial MT"/>
                          <a:cs typeface="Arial MT"/>
                        </a:rPr>
                        <a:t>-11</a:t>
                      </a:r>
                      <a:r>
                        <a:rPr sz="1600" spc="-35" dirty="0">
                          <a:latin typeface="Arial MT"/>
                          <a:cs typeface="Arial MT"/>
                        </a:rPr>
                        <a:t> </a:t>
                      </a:r>
                      <a:r>
                        <a:rPr sz="1600" spc="-5" dirty="0">
                          <a:latin typeface="Arial MT"/>
                          <a:cs typeface="Arial MT"/>
                        </a:rPr>
                        <a:t>1/4</a:t>
                      </a:r>
                      <a:endParaRPr sz="1600">
                        <a:latin typeface="Arial MT"/>
                        <a:cs typeface="Arial MT"/>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30"/>
                        </a:spcBef>
                      </a:pPr>
                      <a:r>
                        <a:rPr sz="1600" dirty="0">
                          <a:latin typeface="Arial MT"/>
                          <a:cs typeface="Arial MT"/>
                        </a:rPr>
                        <a:t>0</a:t>
                      </a:r>
                      <a:endParaRPr sz="1600">
                        <a:latin typeface="Arial MT"/>
                        <a:cs typeface="Arial MT"/>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30"/>
                        </a:spcBef>
                      </a:pPr>
                      <a:r>
                        <a:rPr sz="1600" dirty="0">
                          <a:latin typeface="Arial MT"/>
                          <a:cs typeface="Arial MT"/>
                        </a:rPr>
                        <a:t>1</a:t>
                      </a:r>
                      <a:endParaRPr sz="1600">
                        <a:latin typeface="Arial MT"/>
                        <a:cs typeface="Arial MT"/>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30"/>
                        </a:spcBef>
                      </a:pPr>
                      <a:r>
                        <a:rPr sz="1600" spc="-5" dirty="0">
                          <a:latin typeface="Arial MT"/>
                          <a:cs typeface="Arial MT"/>
                        </a:rPr>
                        <a:t>-3/4</a:t>
                      </a:r>
                      <a:endParaRPr sz="1600">
                        <a:latin typeface="Arial MT"/>
                        <a:cs typeface="Arial MT"/>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30"/>
                        </a:spcBef>
                      </a:pPr>
                      <a:r>
                        <a:rPr sz="1600" dirty="0">
                          <a:latin typeface="Arial MT"/>
                          <a:cs typeface="Arial MT"/>
                        </a:rPr>
                        <a:t>0</a:t>
                      </a:r>
                      <a:endParaRPr sz="1600">
                        <a:latin typeface="Arial MT"/>
                        <a:cs typeface="Arial MT"/>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70510" algn="r">
                        <a:lnSpc>
                          <a:spcPct val="100000"/>
                        </a:lnSpc>
                        <a:spcBef>
                          <a:spcPts val="330"/>
                        </a:spcBef>
                      </a:pPr>
                      <a:r>
                        <a:rPr sz="1600" dirty="0">
                          <a:latin typeface="Arial MT"/>
                          <a:cs typeface="Arial MT"/>
                        </a:rPr>
                        <a:t>0</a:t>
                      </a:r>
                      <a:endParaRPr sz="1600">
                        <a:latin typeface="Arial MT"/>
                        <a:cs typeface="Arial MT"/>
                      </a:endParaRPr>
                    </a:p>
                  </a:txBody>
                  <a:tcPr marL="0" marR="0" marT="41910" marB="0">
                    <a:lnL w="12700">
                      <a:solidFill>
                        <a:srgbClr val="000000"/>
                      </a:solidFill>
                      <a:prstDash val="solid"/>
                    </a:lnL>
                    <a:lnR w="28575">
                      <a:solidFill>
                        <a:srgbClr val="FF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28575">
                      <a:solidFill>
                        <a:srgbClr val="FF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30"/>
                        </a:spcBef>
                      </a:pPr>
                      <a:r>
                        <a:rPr sz="1600" spc="-5" dirty="0">
                          <a:latin typeface="Arial MT"/>
                          <a:cs typeface="Arial MT"/>
                        </a:rPr>
                        <a:t>350</a:t>
                      </a:r>
                      <a:endParaRPr sz="1600">
                        <a:latin typeface="Arial MT"/>
                        <a:cs typeface="Arial MT"/>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28575">
                      <a:solidFill>
                        <a:srgbClr val="FF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28575">
                      <a:solidFill>
                        <a:srgbClr val="FF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369188">
                <a:tc>
                  <a:txBody>
                    <a:bodyPr/>
                    <a:lstStyle/>
                    <a:p>
                      <a:pPr algn="ctr">
                        <a:lnSpc>
                          <a:spcPct val="100000"/>
                        </a:lnSpc>
                        <a:spcBef>
                          <a:spcPts val="325"/>
                        </a:spcBef>
                      </a:pPr>
                      <a:r>
                        <a:rPr sz="1600" spc="-5" dirty="0">
                          <a:latin typeface="Arial MT"/>
                          <a:cs typeface="Arial MT"/>
                        </a:rPr>
                        <a:t>200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800" spc="-10" dirty="0">
                          <a:latin typeface="Arial MT"/>
                          <a:cs typeface="Arial MT"/>
                        </a:rPr>
                        <a:t>x</a:t>
                      </a:r>
                      <a:r>
                        <a:rPr sz="1800" spc="-15" baseline="-20833" dirty="0">
                          <a:latin typeface="Arial MT"/>
                          <a:cs typeface="Arial MT"/>
                        </a:rPr>
                        <a:t>2</a:t>
                      </a:r>
                      <a:endParaRPr sz="1800" baseline="-20833">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600" spc="-5" dirty="0">
                          <a:latin typeface="Arial MT"/>
                          <a:cs typeface="Arial MT"/>
                        </a:rPr>
                        <a:t>2</a:t>
                      </a:r>
                      <a:r>
                        <a:rPr sz="1600" spc="-45" dirty="0">
                          <a:latin typeface="Arial MT"/>
                          <a:cs typeface="Arial MT"/>
                        </a:rPr>
                        <a:t> </a:t>
                      </a:r>
                      <a:r>
                        <a:rPr sz="1600" spc="-5" dirty="0">
                          <a:latin typeface="Arial MT"/>
                          <a:cs typeface="Arial MT"/>
                        </a:rPr>
                        <a:t>1/4</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1</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600" spc="-5" dirty="0">
                          <a:latin typeface="Arial MT"/>
                          <a:cs typeface="Arial MT"/>
                        </a:rPr>
                        <a:t>1/4</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70510" algn="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28575">
                      <a:solidFill>
                        <a:srgbClr val="FF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28575">
                      <a:solidFill>
                        <a:srgbClr val="FF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25"/>
                        </a:spcBef>
                      </a:pPr>
                      <a:r>
                        <a:rPr sz="1600" spc="-5" dirty="0">
                          <a:latin typeface="Arial MT"/>
                          <a:cs typeface="Arial MT"/>
                        </a:rPr>
                        <a:t>150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28575">
                      <a:solidFill>
                        <a:srgbClr val="FF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28575">
                      <a:solidFill>
                        <a:srgbClr val="FF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r h="369062">
                <a:tc>
                  <a:txBody>
                    <a:bodyPr/>
                    <a:lstStyle/>
                    <a:p>
                      <a:pPr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800" spc="-5" dirty="0">
                          <a:latin typeface="Arial MT"/>
                          <a:cs typeface="Arial MT"/>
                        </a:rPr>
                        <a:t>s</a:t>
                      </a:r>
                      <a:r>
                        <a:rPr sz="1800" spc="-7" baseline="-20833" dirty="0">
                          <a:latin typeface="Arial MT"/>
                          <a:cs typeface="Arial MT"/>
                        </a:rPr>
                        <a:t>4</a:t>
                      </a:r>
                      <a:endParaRPr sz="1800" baseline="-20833">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1</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5"/>
                        </a:spcBef>
                      </a:pPr>
                      <a:r>
                        <a:rPr sz="1600" dirty="0">
                          <a:latin typeface="Arial MT"/>
                          <a:cs typeface="Arial MT"/>
                        </a:rPr>
                        <a:t>1</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70510" algn="r">
                        <a:lnSpc>
                          <a:spcPct val="100000"/>
                        </a:lnSpc>
                        <a:spcBef>
                          <a:spcPts val="325"/>
                        </a:spcBef>
                      </a:pPr>
                      <a:r>
                        <a:rPr sz="1600" dirty="0">
                          <a:latin typeface="Arial MT"/>
                          <a:cs typeface="Arial MT"/>
                        </a:rPr>
                        <a:t>0</a:t>
                      </a:r>
                      <a:endParaRPr sz="1600">
                        <a:latin typeface="Arial MT"/>
                        <a:cs typeface="Arial MT"/>
                      </a:endParaRPr>
                    </a:p>
                  </a:txBody>
                  <a:tcPr marL="0" marR="0" marT="41275" marB="0">
                    <a:lnL w="12700">
                      <a:solidFill>
                        <a:srgbClr val="000000"/>
                      </a:solidFill>
                      <a:prstDash val="solid"/>
                    </a:lnL>
                    <a:lnR w="28575">
                      <a:solidFill>
                        <a:srgbClr val="FF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28575">
                      <a:solidFill>
                        <a:srgbClr val="FF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25"/>
                        </a:spcBef>
                      </a:pPr>
                      <a:r>
                        <a:rPr sz="1600" spc="-5" dirty="0">
                          <a:latin typeface="Arial MT"/>
                          <a:cs typeface="Arial MT"/>
                        </a:rPr>
                        <a:t>80</a:t>
                      </a:r>
                      <a:endParaRPr sz="1600">
                        <a:latin typeface="Arial MT"/>
                        <a:cs typeface="Arial MT"/>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28575">
                      <a:solidFill>
                        <a:srgbClr val="FF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28575">
                      <a:solidFill>
                        <a:srgbClr val="FF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0"/>
                  </a:ext>
                </a:extLst>
              </a:tr>
              <a:tr h="369150">
                <a:tc>
                  <a:txBody>
                    <a:bodyPr/>
                    <a:lstStyle/>
                    <a:p>
                      <a:pPr algn="ctr">
                        <a:lnSpc>
                          <a:spcPct val="100000"/>
                        </a:lnSpc>
                        <a:spcBef>
                          <a:spcPts val="330"/>
                        </a:spcBef>
                      </a:pPr>
                      <a:r>
                        <a:rPr sz="1600" dirty="0">
                          <a:latin typeface="Arial MT"/>
                          <a:cs typeface="Arial MT"/>
                        </a:rPr>
                        <a:t>0</a:t>
                      </a:r>
                      <a:endParaRPr sz="1600">
                        <a:latin typeface="Arial MT"/>
                        <a:cs typeface="Arial MT"/>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800" spc="-5" dirty="0">
                          <a:latin typeface="Arial MT"/>
                          <a:cs typeface="Arial MT"/>
                        </a:rPr>
                        <a:t>s</a:t>
                      </a:r>
                      <a:r>
                        <a:rPr sz="1800" spc="-7" baseline="-20833" dirty="0">
                          <a:latin typeface="Arial MT"/>
                          <a:cs typeface="Arial MT"/>
                        </a:rPr>
                        <a:t>5</a:t>
                      </a:r>
                      <a:endParaRPr sz="1800" baseline="-20833">
                        <a:latin typeface="Arial MT"/>
                        <a:cs typeface="Arial MT"/>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30"/>
                        </a:spcBef>
                      </a:pPr>
                      <a:r>
                        <a:rPr sz="1600" spc="-5" dirty="0">
                          <a:latin typeface="Arial MT"/>
                          <a:cs typeface="Arial MT"/>
                        </a:rPr>
                        <a:t>-2</a:t>
                      </a:r>
                      <a:r>
                        <a:rPr sz="1600" spc="-35" dirty="0">
                          <a:latin typeface="Arial MT"/>
                          <a:cs typeface="Arial MT"/>
                        </a:rPr>
                        <a:t> </a:t>
                      </a:r>
                      <a:r>
                        <a:rPr sz="1600" spc="-5" dirty="0">
                          <a:latin typeface="Arial MT"/>
                          <a:cs typeface="Arial MT"/>
                        </a:rPr>
                        <a:t>1/4</a:t>
                      </a:r>
                      <a:endParaRPr sz="1600">
                        <a:latin typeface="Arial MT"/>
                        <a:cs typeface="Arial MT"/>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30"/>
                        </a:spcBef>
                      </a:pPr>
                      <a:r>
                        <a:rPr sz="1600" dirty="0">
                          <a:latin typeface="Arial MT"/>
                          <a:cs typeface="Arial MT"/>
                        </a:rPr>
                        <a:t>0</a:t>
                      </a:r>
                      <a:endParaRPr sz="1600">
                        <a:latin typeface="Arial MT"/>
                        <a:cs typeface="Arial MT"/>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30"/>
                        </a:spcBef>
                      </a:pPr>
                      <a:r>
                        <a:rPr sz="1600" dirty="0">
                          <a:latin typeface="Arial MT"/>
                          <a:cs typeface="Arial MT"/>
                        </a:rPr>
                        <a:t>0</a:t>
                      </a:r>
                      <a:endParaRPr sz="1600">
                        <a:latin typeface="Arial MT"/>
                        <a:cs typeface="Arial MT"/>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30"/>
                        </a:spcBef>
                      </a:pPr>
                      <a:r>
                        <a:rPr sz="1600" spc="-5" dirty="0">
                          <a:latin typeface="Arial MT"/>
                          <a:cs typeface="Arial MT"/>
                        </a:rPr>
                        <a:t>-1/4</a:t>
                      </a:r>
                      <a:endParaRPr sz="1600">
                        <a:latin typeface="Arial MT"/>
                        <a:cs typeface="Arial MT"/>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30"/>
                        </a:spcBef>
                      </a:pPr>
                      <a:r>
                        <a:rPr sz="1600" dirty="0">
                          <a:latin typeface="Arial MT"/>
                          <a:cs typeface="Arial MT"/>
                        </a:rPr>
                        <a:t>0</a:t>
                      </a:r>
                      <a:endParaRPr sz="1600">
                        <a:latin typeface="Arial MT"/>
                        <a:cs typeface="Arial MT"/>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70510" algn="r">
                        <a:lnSpc>
                          <a:spcPct val="100000"/>
                        </a:lnSpc>
                        <a:spcBef>
                          <a:spcPts val="330"/>
                        </a:spcBef>
                      </a:pPr>
                      <a:r>
                        <a:rPr sz="1600" dirty="0">
                          <a:latin typeface="Arial MT"/>
                          <a:cs typeface="Arial MT"/>
                        </a:rPr>
                        <a:t>1</a:t>
                      </a:r>
                      <a:endParaRPr sz="1600">
                        <a:latin typeface="Arial MT"/>
                        <a:cs typeface="Arial MT"/>
                      </a:endParaRPr>
                    </a:p>
                  </a:txBody>
                  <a:tcPr marL="0" marR="0" marT="41910" marB="0">
                    <a:lnL w="12700">
                      <a:solidFill>
                        <a:srgbClr val="000000"/>
                      </a:solidFill>
                      <a:prstDash val="solid"/>
                    </a:lnL>
                    <a:lnR w="28575">
                      <a:solidFill>
                        <a:srgbClr val="FF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28575">
                      <a:solidFill>
                        <a:srgbClr val="FF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30"/>
                        </a:spcBef>
                      </a:pPr>
                      <a:r>
                        <a:rPr sz="1600" dirty="0">
                          <a:latin typeface="Arial MT"/>
                          <a:cs typeface="Arial MT"/>
                        </a:rPr>
                        <a:t>0</a:t>
                      </a:r>
                      <a:endParaRPr sz="1600">
                        <a:latin typeface="Arial MT"/>
                        <a:cs typeface="Arial MT"/>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28575">
                      <a:solidFill>
                        <a:srgbClr val="FF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28575">
                      <a:solidFill>
                        <a:srgbClr val="FF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452104" y="5923992"/>
            <a:ext cx="577342" cy="575767"/>
          </a:xfrm>
          <a:prstGeom prst="rect">
            <a:avLst/>
          </a:prstGeom>
        </p:spPr>
      </p:pic>
      <p:pic>
        <p:nvPicPr>
          <p:cNvPr id="3" name="object 3"/>
          <p:cNvPicPr/>
          <p:nvPr/>
        </p:nvPicPr>
        <p:blipFill>
          <a:blip r:embed="rId3" cstate="print"/>
          <a:stretch>
            <a:fillRect/>
          </a:stretch>
        </p:blipFill>
        <p:spPr>
          <a:xfrm>
            <a:off x="9215628" y="5353811"/>
            <a:ext cx="495300" cy="495300"/>
          </a:xfrm>
          <a:prstGeom prst="rect">
            <a:avLst/>
          </a:prstGeom>
        </p:spPr>
      </p:pic>
      <p:pic>
        <p:nvPicPr>
          <p:cNvPr id="4" name="object 4"/>
          <p:cNvPicPr/>
          <p:nvPr/>
        </p:nvPicPr>
        <p:blipFill>
          <a:blip r:embed="rId4" cstate="print"/>
          <a:stretch>
            <a:fillRect/>
          </a:stretch>
        </p:blipFill>
        <p:spPr>
          <a:xfrm>
            <a:off x="9821926" y="5280026"/>
            <a:ext cx="674624" cy="788149"/>
          </a:xfrm>
          <a:prstGeom prst="rect">
            <a:avLst/>
          </a:prstGeom>
        </p:spPr>
      </p:pic>
      <p:pic>
        <p:nvPicPr>
          <p:cNvPr id="7" name="object 7"/>
          <p:cNvPicPr/>
          <p:nvPr/>
        </p:nvPicPr>
        <p:blipFill>
          <a:blip r:embed="rId5" cstate="print"/>
          <a:stretch>
            <a:fillRect/>
          </a:stretch>
        </p:blipFill>
        <p:spPr>
          <a:xfrm>
            <a:off x="2305813" y="6416040"/>
            <a:ext cx="554735" cy="347402"/>
          </a:xfrm>
          <a:prstGeom prst="rect">
            <a:avLst/>
          </a:prstGeom>
        </p:spPr>
      </p:pic>
      <p:pic>
        <p:nvPicPr>
          <p:cNvPr id="8" name="object 8"/>
          <p:cNvPicPr/>
          <p:nvPr/>
        </p:nvPicPr>
        <p:blipFill>
          <a:blip r:embed="rId6" cstate="print"/>
          <a:stretch>
            <a:fillRect/>
          </a:stretch>
        </p:blipFill>
        <p:spPr>
          <a:xfrm>
            <a:off x="2971800" y="6416040"/>
            <a:ext cx="556132" cy="347402"/>
          </a:xfrm>
          <a:prstGeom prst="rect">
            <a:avLst/>
          </a:prstGeom>
        </p:spPr>
      </p:pic>
      <p:grpSp>
        <p:nvGrpSpPr>
          <p:cNvPr id="9" name="object 9"/>
          <p:cNvGrpSpPr/>
          <p:nvPr/>
        </p:nvGrpSpPr>
        <p:grpSpPr>
          <a:xfrm>
            <a:off x="2432050" y="2584450"/>
            <a:ext cx="7480300" cy="3289300"/>
            <a:chOff x="908050" y="2584450"/>
            <a:chExt cx="7480300" cy="3289300"/>
          </a:xfrm>
        </p:grpSpPr>
        <p:sp>
          <p:nvSpPr>
            <p:cNvPr id="10" name="object 10"/>
            <p:cNvSpPr/>
            <p:nvPr/>
          </p:nvSpPr>
          <p:spPr>
            <a:xfrm>
              <a:off x="914400" y="2590800"/>
              <a:ext cx="7467600" cy="3276600"/>
            </a:xfrm>
            <a:custGeom>
              <a:avLst/>
              <a:gdLst/>
              <a:ahLst/>
              <a:cxnLst/>
              <a:rect l="l" t="t" r="r" b="b"/>
              <a:pathLst>
                <a:path w="7467600" h="3276600">
                  <a:moveTo>
                    <a:pt x="6921500" y="0"/>
                  </a:moveTo>
                  <a:lnTo>
                    <a:pt x="546100" y="0"/>
                  </a:lnTo>
                  <a:lnTo>
                    <a:pt x="498980" y="2004"/>
                  </a:lnTo>
                  <a:lnTo>
                    <a:pt x="452974" y="7908"/>
                  </a:lnTo>
                  <a:lnTo>
                    <a:pt x="408245" y="17547"/>
                  </a:lnTo>
                  <a:lnTo>
                    <a:pt x="364956" y="30758"/>
                  </a:lnTo>
                  <a:lnTo>
                    <a:pt x="323273" y="47377"/>
                  </a:lnTo>
                  <a:lnTo>
                    <a:pt x="283357" y="67240"/>
                  </a:lnTo>
                  <a:lnTo>
                    <a:pt x="245375" y="90183"/>
                  </a:lnTo>
                  <a:lnTo>
                    <a:pt x="209489" y="116042"/>
                  </a:lnTo>
                  <a:lnTo>
                    <a:pt x="175863" y="144653"/>
                  </a:lnTo>
                  <a:lnTo>
                    <a:pt x="144662" y="175853"/>
                  </a:lnTo>
                  <a:lnTo>
                    <a:pt x="116050" y="209478"/>
                  </a:lnTo>
                  <a:lnTo>
                    <a:pt x="90189" y="245364"/>
                  </a:lnTo>
                  <a:lnTo>
                    <a:pt x="67245" y="283346"/>
                  </a:lnTo>
                  <a:lnTo>
                    <a:pt x="47381" y="323262"/>
                  </a:lnTo>
                  <a:lnTo>
                    <a:pt x="30761" y="364946"/>
                  </a:lnTo>
                  <a:lnTo>
                    <a:pt x="17549" y="408236"/>
                  </a:lnTo>
                  <a:lnTo>
                    <a:pt x="7908" y="452968"/>
                  </a:lnTo>
                  <a:lnTo>
                    <a:pt x="2004" y="498977"/>
                  </a:lnTo>
                  <a:lnTo>
                    <a:pt x="0" y="546100"/>
                  </a:lnTo>
                  <a:lnTo>
                    <a:pt x="0" y="2730500"/>
                  </a:lnTo>
                  <a:lnTo>
                    <a:pt x="2004" y="2777619"/>
                  </a:lnTo>
                  <a:lnTo>
                    <a:pt x="7908" y="2823625"/>
                  </a:lnTo>
                  <a:lnTo>
                    <a:pt x="17549" y="2868354"/>
                  </a:lnTo>
                  <a:lnTo>
                    <a:pt x="30761" y="2911643"/>
                  </a:lnTo>
                  <a:lnTo>
                    <a:pt x="47381" y="2953326"/>
                  </a:lnTo>
                  <a:lnTo>
                    <a:pt x="67245" y="2993242"/>
                  </a:lnTo>
                  <a:lnTo>
                    <a:pt x="90189" y="3031224"/>
                  </a:lnTo>
                  <a:lnTo>
                    <a:pt x="116050" y="3067110"/>
                  </a:lnTo>
                  <a:lnTo>
                    <a:pt x="144662" y="3100736"/>
                  </a:lnTo>
                  <a:lnTo>
                    <a:pt x="175863" y="3131937"/>
                  </a:lnTo>
                  <a:lnTo>
                    <a:pt x="209489" y="3160549"/>
                  </a:lnTo>
                  <a:lnTo>
                    <a:pt x="245375" y="3186410"/>
                  </a:lnTo>
                  <a:lnTo>
                    <a:pt x="283357" y="3209354"/>
                  </a:lnTo>
                  <a:lnTo>
                    <a:pt x="323273" y="3229218"/>
                  </a:lnTo>
                  <a:lnTo>
                    <a:pt x="364956" y="3245838"/>
                  </a:lnTo>
                  <a:lnTo>
                    <a:pt x="408245" y="3259050"/>
                  </a:lnTo>
                  <a:lnTo>
                    <a:pt x="452974" y="3268691"/>
                  </a:lnTo>
                  <a:lnTo>
                    <a:pt x="498980" y="3274595"/>
                  </a:lnTo>
                  <a:lnTo>
                    <a:pt x="546100" y="3276600"/>
                  </a:lnTo>
                  <a:lnTo>
                    <a:pt x="6921500" y="3276600"/>
                  </a:lnTo>
                  <a:lnTo>
                    <a:pt x="6968622" y="3274595"/>
                  </a:lnTo>
                  <a:lnTo>
                    <a:pt x="7014631" y="3268691"/>
                  </a:lnTo>
                  <a:lnTo>
                    <a:pt x="7059363" y="3259050"/>
                  </a:lnTo>
                  <a:lnTo>
                    <a:pt x="7102653" y="3245838"/>
                  </a:lnTo>
                  <a:lnTo>
                    <a:pt x="7144337" y="3229218"/>
                  </a:lnTo>
                  <a:lnTo>
                    <a:pt x="7184253" y="3209354"/>
                  </a:lnTo>
                  <a:lnTo>
                    <a:pt x="7222235" y="3186410"/>
                  </a:lnTo>
                  <a:lnTo>
                    <a:pt x="7258121" y="3160549"/>
                  </a:lnTo>
                  <a:lnTo>
                    <a:pt x="7291746" y="3131937"/>
                  </a:lnTo>
                  <a:lnTo>
                    <a:pt x="7322946" y="3100736"/>
                  </a:lnTo>
                  <a:lnTo>
                    <a:pt x="7351557" y="3067110"/>
                  </a:lnTo>
                  <a:lnTo>
                    <a:pt x="7377416" y="3031224"/>
                  </a:lnTo>
                  <a:lnTo>
                    <a:pt x="7400359" y="2993242"/>
                  </a:lnTo>
                  <a:lnTo>
                    <a:pt x="7420222" y="2953326"/>
                  </a:lnTo>
                  <a:lnTo>
                    <a:pt x="7436841" y="2911643"/>
                  </a:lnTo>
                  <a:lnTo>
                    <a:pt x="7450052" y="2868354"/>
                  </a:lnTo>
                  <a:lnTo>
                    <a:pt x="7459691" y="2823625"/>
                  </a:lnTo>
                  <a:lnTo>
                    <a:pt x="7465595" y="2777619"/>
                  </a:lnTo>
                  <a:lnTo>
                    <a:pt x="7467600" y="2730500"/>
                  </a:lnTo>
                  <a:lnTo>
                    <a:pt x="7467600" y="546100"/>
                  </a:lnTo>
                  <a:lnTo>
                    <a:pt x="7465595" y="498977"/>
                  </a:lnTo>
                  <a:lnTo>
                    <a:pt x="7459691" y="452968"/>
                  </a:lnTo>
                  <a:lnTo>
                    <a:pt x="7450052" y="408236"/>
                  </a:lnTo>
                  <a:lnTo>
                    <a:pt x="7436841" y="364946"/>
                  </a:lnTo>
                  <a:lnTo>
                    <a:pt x="7420222" y="323262"/>
                  </a:lnTo>
                  <a:lnTo>
                    <a:pt x="7400359" y="283346"/>
                  </a:lnTo>
                  <a:lnTo>
                    <a:pt x="7377416" y="245364"/>
                  </a:lnTo>
                  <a:lnTo>
                    <a:pt x="7351557" y="209478"/>
                  </a:lnTo>
                  <a:lnTo>
                    <a:pt x="7322946" y="175853"/>
                  </a:lnTo>
                  <a:lnTo>
                    <a:pt x="7291746" y="144653"/>
                  </a:lnTo>
                  <a:lnTo>
                    <a:pt x="7258121" y="116042"/>
                  </a:lnTo>
                  <a:lnTo>
                    <a:pt x="7222235" y="90183"/>
                  </a:lnTo>
                  <a:lnTo>
                    <a:pt x="7184253" y="67240"/>
                  </a:lnTo>
                  <a:lnTo>
                    <a:pt x="7144337" y="47377"/>
                  </a:lnTo>
                  <a:lnTo>
                    <a:pt x="7102653" y="30758"/>
                  </a:lnTo>
                  <a:lnTo>
                    <a:pt x="7059363" y="17547"/>
                  </a:lnTo>
                  <a:lnTo>
                    <a:pt x="7014631" y="7908"/>
                  </a:lnTo>
                  <a:lnTo>
                    <a:pt x="6968622" y="2004"/>
                  </a:lnTo>
                  <a:lnTo>
                    <a:pt x="6921500" y="0"/>
                  </a:lnTo>
                  <a:close/>
                </a:path>
              </a:pathLst>
            </a:custGeom>
            <a:solidFill>
              <a:srgbClr val="FF9933"/>
            </a:solidFill>
          </p:spPr>
          <p:txBody>
            <a:bodyPr wrap="square" lIns="0" tIns="0" rIns="0" bIns="0" rtlCol="0"/>
            <a:lstStyle/>
            <a:p>
              <a:endParaRPr/>
            </a:p>
          </p:txBody>
        </p:sp>
        <p:sp>
          <p:nvSpPr>
            <p:cNvPr id="11" name="object 11"/>
            <p:cNvSpPr/>
            <p:nvPr/>
          </p:nvSpPr>
          <p:spPr>
            <a:xfrm>
              <a:off x="914400" y="2590800"/>
              <a:ext cx="7467600" cy="3276600"/>
            </a:xfrm>
            <a:custGeom>
              <a:avLst/>
              <a:gdLst/>
              <a:ahLst/>
              <a:cxnLst/>
              <a:rect l="l" t="t" r="r" b="b"/>
              <a:pathLst>
                <a:path w="7467600" h="3276600">
                  <a:moveTo>
                    <a:pt x="0" y="546100"/>
                  </a:moveTo>
                  <a:lnTo>
                    <a:pt x="2004" y="498977"/>
                  </a:lnTo>
                  <a:lnTo>
                    <a:pt x="7908" y="452968"/>
                  </a:lnTo>
                  <a:lnTo>
                    <a:pt x="17549" y="408236"/>
                  </a:lnTo>
                  <a:lnTo>
                    <a:pt x="30761" y="364946"/>
                  </a:lnTo>
                  <a:lnTo>
                    <a:pt x="47381" y="323262"/>
                  </a:lnTo>
                  <a:lnTo>
                    <a:pt x="67245" y="283346"/>
                  </a:lnTo>
                  <a:lnTo>
                    <a:pt x="90189" y="245364"/>
                  </a:lnTo>
                  <a:lnTo>
                    <a:pt x="116050" y="209478"/>
                  </a:lnTo>
                  <a:lnTo>
                    <a:pt x="144662" y="175853"/>
                  </a:lnTo>
                  <a:lnTo>
                    <a:pt x="175863" y="144653"/>
                  </a:lnTo>
                  <a:lnTo>
                    <a:pt x="209489" y="116042"/>
                  </a:lnTo>
                  <a:lnTo>
                    <a:pt x="245375" y="90183"/>
                  </a:lnTo>
                  <a:lnTo>
                    <a:pt x="283357" y="67240"/>
                  </a:lnTo>
                  <a:lnTo>
                    <a:pt x="323273" y="47377"/>
                  </a:lnTo>
                  <a:lnTo>
                    <a:pt x="364956" y="30758"/>
                  </a:lnTo>
                  <a:lnTo>
                    <a:pt x="408245" y="17547"/>
                  </a:lnTo>
                  <a:lnTo>
                    <a:pt x="452974" y="7908"/>
                  </a:lnTo>
                  <a:lnTo>
                    <a:pt x="498980" y="2004"/>
                  </a:lnTo>
                  <a:lnTo>
                    <a:pt x="546100" y="0"/>
                  </a:lnTo>
                  <a:lnTo>
                    <a:pt x="6921500" y="0"/>
                  </a:lnTo>
                  <a:lnTo>
                    <a:pt x="6968622" y="2004"/>
                  </a:lnTo>
                  <a:lnTo>
                    <a:pt x="7014631" y="7908"/>
                  </a:lnTo>
                  <a:lnTo>
                    <a:pt x="7059363" y="17547"/>
                  </a:lnTo>
                  <a:lnTo>
                    <a:pt x="7102653" y="30758"/>
                  </a:lnTo>
                  <a:lnTo>
                    <a:pt x="7144337" y="47377"/>
                  </a:lnTo>
                  <a:lnTo>
                    <a:pt x="7184253" y="67240"/>
                  </a:lnTo>
                  <a:lnTo>
                    <a:pt x="7222235" y="90183"/>
                  </a:lnTo>
                  <a:lnTo>
                    <a:pt x="7258121" y="116042"/>
                  </a:lnTo>
                  <a:lnTo>
                    <a:pt x="7291746" y="144653"/>
                  </a:lnTo>
                  <a:lnTo>
                    <a:pt x="7322946" y="175853"/>
                  </a:lnTo>
                  <a:lnTo>
                    <a:pt x="7351557" y="209478"/>
                  </a:lnTo>
                  <a:lnTo>
                    <a:pt x="7377416" y="245364"/>
                  </a:lnTo>
                  <a:lnTo>
                    <a:pt x="7400359" y="283346"/>
                  </a:lnTo>
                  <a:lnTo>
                    <a:pt x="7420222" y="323262"/>
                  </a:lnTo>
                  <a:lnTo>
                    <a:pt x="7436841" y="364946"/>
                  </a:lnTo>
                  <a:lnTo>
                    <a:pt x="7450052" y="408236"/>
                  </a:lnTo>
                  <a:lnTo>
                    <a:pt x="7459691" y="452968"/>
                  </a:lnTo>
                  <a:lnTo>
                    <a:pt x="7465595" y="498977"/>
                  </a:lnTo>
                  <a:lnTo>
                    <a:pt x="7467600" y="546100"/>
                  </a:lnTo>
                  <a:lnTo>
                    <a:pt x="7467600" y="2730500"/>
                  </a:lnTo>
                  <a:lnTo>
                    <a:pt x="7465595" y="2777619"/>
                  </a:lnTo>
                  <a:lnTo>
                    <a:pt x="7459691" y="2823625"/>
                  </a:lnTo>
                  <a:lnTo>
                    <a:pt x="7450052" y="2868354"/>
                  </a:lnTo>
                  <a:lnTo>
                    <a:pt x="7436841" y="2911643"/>
                  </a:lnTo>
                  <a:lnTo>
                    <a:pt x="7420222" y="2953326"/>
                  </a:lnTo>
                  <a:lnTo>
                    <a:pt x="7400359" y="2993242"/>
                  </a:lnTo>
                  <a:lnTo>
                    <a:pt x="7377416" y="3031224"/>
                  </a:lnTo>
                  <a:lnTo>
                    <a:pt x="7351557" y="3067110"/>
                  </a:lnTo>
                  <a:lnTo>
                    <a:pt x="7322946" y="3100736"/>
                  </a:lnTo>
                  <a:lnTo>
                    <a:pt x="7291746" y="3131937"/>
                  </a:lnTo>
                  <a:lnTo>
                    <a:pt x="7258121" y="3160549"/>
                  </a:lnTo>
                  <a:lnTo>
                    <a:pt x="7222235" y="3186410"/>
                  </a:lnTo>
                  <a:lnTo>
                    <a:pt x="7184253" y="3209354"/>
                  </a:lnTo>
                  <a:lnTo>
                    <a:pt x="7144337" y="3229218"/>
                  </a:lnTo>
                  <a:lnTo>
                    <a:pt x="7102653" y="3245838"/>
                  </a:lnTo>
                  <a:lnTo>
                    <a:pt x="7059363" y="3259050"/>
                  </a:lnTo>
                  <a:lnTo>
                    <a:pt x="7014631" y="3268691"/>
                  </a:lnTo>
                  <a:lnTo>
                    <a:pt x="6968622" y="3274595"/>
                  </a:lnTo>
                  <a:lnTo>
                    <a:pt x="6921500" y="3276600"/>
                  </a:lnTo>
                  <a:lnTo>
                    <a:pt x="546100" y="3276600"/>
                  </a:lnTo>
                  <a:lnTo>
                    <a:pt x="498980" y="3274595"/>
                  </a:lnTo>
                  <a:lnTo>
                    <a:pt x="452974" y="3268691"/>
                  </a:lnTo>
                  <a:lnTo>
                    <a:pt x="408245" y="3259050"/>
                  </a:lnTo>
                  <a:lnTo>
                    <a:pt x="364956" y="3245838"/>
                  </a:lnTo>
                  <a:lnTo>
                    <a:pt x="323273" y="3229218"/>
                  </a:lnTo>
                  <a:lnTo>
                    <a:pt x="283357" y="3209354"/>
                  </a:lnTo>
                  <a:lnTo>
                    <a:pt x="245375" y="3186410"/>
                  </a:lnTo>
                  <a:lnTo>
                    <a:pt x="209489" y="3160549"/>
                  </a:lnTo>
                  <a:lnTo>
                    <a:pt x="175863" y="3131937"/>
                  </a:lnTo>
                  <a:lnTo>
                    <a:pt x="144662" y="3100736"/>
                  </a:lnTo>
                  <a:lnTo>
                    <a:pt x="116050" y="3067110"/>
                  </a:lnTo>
                  <a:lnTo>
                    <a:pt x="90189" y="3031224"/>
                  </a:lnTo>
                  <a:lnTo>
                    <a:pt x="67245" y="2993242"/>
                  </a:lnTo>
                  <a:lnTo>
                    <a:pt x="47381" y="2953326"/>
                  </a:lnTo>
                  <a:lnTo>
                    <a:pt x="30761" y="2911643"/>
                  </a:lnTo>
                  <a:lnTo>
                    <a:pt x="17549" y="2868354"/>
                  </a:lnTo>
                  <a:lnTo>
                    <a:pt x="7908" y="2823625"/>
                  </a:lnTo>
                  <a:lnTo>
                    <a:pt x="2004" y="2777619"/>
                  </a:lnTo>
                  <a:lnTo>
                    <a:pt x="0" y="2730500"/>
                  </a:lnTo>
                  <a:lnTo>
                    <a:pt x="0" y="546100"/>
                  </a:lnTo>
                  <a:close/>
                </a:path>
              </a:pathLst>
            </a:custGeom>
            <a:ln w="12700">
              <a:solidFill>
                <a:srgbClr val="FFFFFF"/>
              </a:solidFill>
            </a:ln>
          </p:spPr>
          <p:txBody>
            <a:bodyPr wrap="square" lIns="0" tIns="0" rIns="0" bIns="0" rtlCol="0"/>
            <a:lstStyle/>
            <a:p>
              <a:endParaRPr/>
            </a:p>
          </p:txBody>
        </p:sp>
      </p:grpSp>
      <p:sp>
        <p:nvSpPr>
          <p:cNvPr id="12" name="object 12"/>
          <p:cNvSpPr txBox="1"/>
          <p:nvPr/>
        </p:nvSpPr>
        <p:spPr>
          <a:xfrm>
            <a:off x="2728366" y="1853564"/>
            <a:ext cx="1922780" cy="452120"/>
          </a:xfrm>
          <a:prstGeom prst="rect">
            <a:avLst/>
          </a:prstGeom>
        </p:spPr>
        <p:txBody>
          <a:bodyPr vert="horz" wrap="square" lIns="0" tIns="12065" rIns="0" bIns="0" rtlCol="0">
            <a:spAutoFit/>
          </a:bodyPr>
          <a:lstStyle/>
          <a:p>
            <a:pPr marL="12700">
              <a:spcBef>
                <a:spcPts val="95"/>
              </a:spcBef>
            </a:pPr>
            <a:r>
              <a:rPr sz="2800" b="1" spc="-5" dirty="0">
                <a:solidFill>
                  <a:srgbClr val="FF0000"/>
                </a:solidFill>
                <a:uFill>
                  <a:solidFill>
                    <a:srgbClr val="FFFFFF"/>
                  </a:solidFill>
                </a:uFill>
                <a:latin typeface="Arial"/>
                <a:cs typeface="Arial"/>
              </a:rPr>
              <a:t>Ejemplo</a:t>
            </a:r>
            <a:r>
              <a:rPr sz="2800" b="1" spc="-35" dirty="0">
                <a:solidFill>
                  <a:srgbClr val="FF0000"/>
                </a:solidFill>
                <a:uFill>
                  <a:solidFill>
                    <a:srgbClr val="FFFFFF"/>
                  </a:solidFill>
                </a:uFill>
                <a:latin typeface="Arial"/>
                <a:cs typeface="Arial"/>
              </a:rPr>
              <a:t> </a:t>
            </a:r>
            <a:r>
              <a:rPr sz="2800" b="1" spc="-5" dirty="0">
                <a:solidFill>
                  <a:srgbClr val="FF0000"/>
                </a:solidFill>
                <a:uFill>
                  <a:solidFill>
                    <a:srgbClr val="FFFFFF"/>
                  </a:solidFill>
                </a:uFill>
                <a:latin typeface="Arial"/>
                <a:cs typeface="Arial"/>
              </a:rPr>
              <a:t>2</a:t>
            </a:r>
            <a:r>
              <a:rPr sz="2800" b="1" spc="-25" dirty="0">
                <a:solidFill>
                  <a:srgbClr val="FF0000"/>
                </a:solidFill>
                <a:latin typeface="Arial"/>
                <a:cs typeface="Arial"/>
              </a:rPr>
              <a:t> </a:t>
            </a:r>
            <a:r>
              <a:rPr sz="2800" b="1" spc="-5" dirty="0">
                <a:solidFill>
                  <a:srgbClr val="FF0000"/>
                </a:solidFill>
                <a:latin typeface="Arial"/>
                <a:cs typeface="Arial"/>
              </a:rPr>
              <a:t>:</a:t>
            </a:r>
            <a:endParaRPr sz="2800" dirty="0">
              <a:solidFill>
                <a:srgbClr val="FF0000"/>
              </a:solidFill>
              <a:latin typeface="Arial"/>
              <a:cs typeface="Arial"/>
            </a:endParaRPr>
          </a:p>
        </p:txBody>
      </p:sp>
      <p:sp>
        <p:nvSpPr>
          <p:cNvPr id="13" name="object 13"/>
          <p:cNvSpPr txBox="1"/>
          <p:nvPr/>
        </p:nvSpPr>
        <p:spPr>
          <a:xfrm>
            <a:off x="4501643" y="2621661"/>
            <a:ext cx="2666365" cy="452120"/>
          </a:xfrm>
          <a:prstGeom prst="rect">
            <a:avLst/>
          </a:prstGeom>
        </p:spPr>
        <p:txBody>
          <a:bodyPr vert="horz" wrap="square" lIns="0" tIns="12065" rIns="0" bIns="0" rtlCol="0">
            <a:spAutoFit/>
          </a:bodyPr>
          <a:lstStyle/>
          <a:p>
            <a:pPr marL="38100">
              <a:spcBef>
                <a:spcPts val="95"/>
              </a:spcBef>
              <a:tabLst>
                <a:tab pos="1152525" algn="l"/>
              </a:tabLst>
            </a:pPr>
            <a:r>
              <a:rPr sz="2800" b="1" spc="-5" dirty="0">
                <a:solidFill>
                  <a:srgbClr val="FFFFFF"/>
                </a:solidFill>
                <a:latin typeface="Arial"/>
                <a:cs typeface="Arial"/>
              </a:rPr>
              <a:t>Z</a:t>
            </a:r>
            <a:r>
              <a:rPr sz="2800" b="1" spc="5" dirty="0">
                <a:solidFill>
                  <a:srgbClr val="FFFFFF"/>
                </a:solidFill>
                <a:latin typeface="Arial"/>
                <a:cs typeface="Arial"/>
              </a:rPr>
              <a:t> </a:t>
            </a:r>
            <a:r>
              <a:rPr sz="2800" b="1" spc="-5" dirty="0">
                <a:solidFill>
                  <a:srgbClr val="FFFFFF"/>
                </a:solidFill>
                <a:latin typeface="Arial"/>
                <a:cs typeface="Arial"/>
              </a:rPr>
              <a:t>=	</a:t>
            </a:r>
            <a:r>
              <a:rPr sz="2800" b="1" dirty="0">
                <a:solidFill>
                  <a:srgbClr val="FFFFFF"/>
                </a:solidFill>
                <a:latin typeface="Arial"/>
                <a:cs typeface="Arial"/>
              </a:rPr>
              <a:t>3x</a:t>
            </a:r>
            <a:r>
              <a:rPr sz="2775" b="1" baseline="-21021" dirty="0">
                <a:solidFill>
                  <a:srgbClr val="FFFFFF"/>
                </a:solidFill>
                <a:latin typeface="Arial"/>
                <a:cs typeface="Arial"/>
              </a:rPr>
              <a:t>1</a:t>
            </a:r>
            <a:r>
              <a:rPr sz="2775" b="1" spc="352" baseline="-21021" dirty="0">
                <a:solidFill>
                  <a:srgbClr val="FFFFFF"/>
                </a:solidFill>
                <a:latin typeface="Arial"/>
                <a:cs typeface="Arial"/>
              </a:rPr>
              <a:t> </a:t>
            </a:r>
            <a:r>
              <a:rPr sz="2800" b="1" spc="-5" dirty="0">
                <a:solidFill>
                  <a:srgbClr val="FFFFFF"/>
                </a:solidFill>
                <a:latin typeface="Arial"/>
                <a:cs typeface="Arial"/>
              </a:rPr>
              <a:t>+</a:t>
            </a:r>
            <a:r>
              <a:rPr sz="2800" b="1" spc="-40" dirty="0">
                <a:solidFill>
                  <a:srgbClr val="FFFFFF"/>
                </a:solidFill>
                <a:latin typeface="Arial"/>
                <a:cs typeface="Arial"/>
              </a:rPr>
              <a:t> </a:t>
            </a:r>
            <a:r>
              <a:rPr sz="2800" b="1" spc="5" dirty="0">
                <a:solidFill>
                  <a:srgbClr val="FFFFFF"/>
                </a:solidFill>
                <a:latin typeface="Arial"/>
                <a:cs typeface="Arial"/>
              </a:rPr>
              <a:t>8x</a:t>
            </a:r>
            <a:r>
              <a:rPr sz="2775" b="1" spc="7" baseline="-21021" dirty="0">
                <a:solidFill>
                  <a:srgbClr val="FFFFFF"/>
                </a:solidFill>
                <a:latin typeface="Arial"/>
                <a:cs typeface="Arial"/>
              </a:rPr>
              <a:t>2</a:t>
            </a:r>
            <a:endParaRPr sz="2775" baseline="-21021">
              <a:latin typeface="Arial"/>
              <a:cs typeface="Arial"/>
            </a:endParaRPr>
          </a:p>
        </p:txBody>
      </p:sp>
      <p:sp>
        <p:nvSpPr>
          <p:cNvPr id="14" name="object 14"/>
          <p:cNvSpPr txBox="1"/>
          <p:nvPr/>
        </p:nvSpPr>
        <p:spPr>
          <a:xfrm>
            <a:off x="2728367" y="2671953"/>
            <a:ext cx="1433195" cy="736420"/>
          </a:xfrm>
          <a:prstGeom prst="rect">
            <a:avLst/>
          </a:prstGeom>
        </p:spPr>
        <p:txBody>
          <a:bodyPr vert="horz" wrap="square" lIns="0" tIns="635" rIns="0" bIns="0" rtlCol="0">
            <a:spAutoFit/>
          </a:bodyPr>
          <a:lstStyle/>
          <a:p>
            <a:pPr marL="12700" marR="5080">
              <a:lnSpc>
                <a:spcPct val="103299"/>
              </a:lnSpc>
              <a:spcBef>
                <a:spcPts val="5"/>
              </a:spcBef>
            </a:pPr>
            <a:r>
              <a:rPr sz="2400" b="1" dirty="0">
                <a:solidFill>
                  <a:srgbClr val="FFFFFF"/>
                </a:solidFill>
                <a:latin typeface="Arial"/>
                <a:cs typeface="Arial"/>
              </a:rPr>
              <a:t>M</a:t>
            </a:r>
            <a:r>
              <a:rPr sz="2400" b="1" spc="5" dirty="0">
                <a:solidFill>
                  <a:srgbClr val="FFFFFF"/>
                </a:solidFill>
                <a:latin typeface="Arial"/>
                <a:cs typeface="Arial"/>
              </a:rPr>
              <a:t>i</a:t>
            </a:r>
            <a:r>
              <a:rPr sz="2400" b="1" dirty="0">
                <a:solidFill>
                  <a:srgbClr val="FFFFFF"/>
                </a:solidFill>
                <a:latin typeface="Arial"/>
                <a:cs typeface="Arial"/>
              </a:rPr>
              <a:t>nim</a:t>
            </a:r>
            <a:r>
              <a:rPr sz="2400" b="1" spc="5" dirty="0">
                <a:solidFill>
                  <a:srgbClr val="FFFFFF"/>
                </a:solidFill>
                <a:latin typeface="Arial"/>
                <a:cs typeface="Arial"/>
              </a:rPr>
              <a:t>i</a:t>
            </a:r>
            <a:r>
              <a:rPr sz="2400" b="1" spc="-5" dirty="0">
                <a:solidFill>
                  <a:srgbClr val="FFFFFF"/>
                </a:solidFill>
                <a:latin typeface="Arial"/>
                <a:cs typeface="Arial"/>
              </a:rPr>
              <a:t>zar  Sujeto</a:t>
            </a:r>
            <a:r>
              <a:rPr sz="2400" b="1" spc="-40" dirty="0">
                <a:solidFill>
                  <a:srgbClr val="FFFFFF"/>
                </a:solidFill>
                <a:latin typeface="Arial"/>
                <a:cs typeface="Arial"/>
              </a:rPr>
              <a:t> </a:t>
            </a:r>
            <a:r>
              <a:rPr sz="2400" b="1" dirty="0">
                <a:solidFill>
                  <a:srgbClr val="FFFFFF"/>
                </a:solidFill>
                <a:latin typeface="Arial"/>
                <a:cs typeface="Arial"/>
              </a:rPr>
              <a:t>a</a:t>
            </a:r>
            <a:r>
              <a:rPr sz="2400" b="1" spc="-45" dirty="0">
                <a:solidFill>
                  <a:srgbClr val="FFFFFF"/>
                </a:solidFill>
                <a:latin typeface="Arial"/>
                <a:cs typeface="Arial"/>
              </a:rPr>
              <a:t> </a:t>
            </a:r>
            <a:r>
              <a:rPr sz="2400" b="1" dirty="0">
                <a:solidFill>
                  <a:srgbClr val="FFFFFF"/>
                </a:solidFill>
                <a:latin typeface="Arial"/>
                <a:cs typeface="Arial"/>
              </a:rPr>
              <a:t>:</a:t>
            </a:r>
            <a:endParaRPr sz="2400">
              <a:latin typeface="Arial"/>
              <a:cs typeface="Arial"/>
            </a:endParaRPr>
          </a:p>
        </p:txBody>
      </p:sp>
      <p:sp>
        <p:nvSpPr>
          <p:cNvPr id="15" name="object 15"/>
          <p:cNvSpPr txBox="1"/>
          <p:nvPr/>
        </p:nvSpPr>
        <p:spPr>
          <a:xfrm>
            <a:off x="5818885" y="3276753"/>
            <a:ext cx="3749040" cy="2040889"/>
          </a:xfrm>
          <a:prstGeom prst="rect">
            <a:avLst/>
          </a:prstGeom>
        </p:spPr>
        <p:txBody>
          <a:bodyPr vert="horz" wrap="square" lIns="0" tIns="81280" rIns="0" bIns="0" rtlCol="0">
            <a:spAutoFit/>
          </a:bodyPr>
          <a:lstStyle/>
          <a:p>
            <a:pPr marL="63500">
              <a:spcBef>
                <a:spcPts val="640"/>
              </a:spcBef>
              <a:tabLst>
                <a:tab pos="995044" algn="l"/>
              </a:tabLst>
            </a:pPr>
            <a:r>
              <a:rPr sz="2800" b="1" spc="5" dirty="0">
                <a:solidFill>
                  <a:srgbClr val="FFFFFF"/>
                </a:solidFill>
                <a:latin typeface="Arial"/>
                <a:cs typeface="Arial"/>
              </a:rPr>
              <a:t>x</a:t>
            </a:r>
            <a:r>
              <a:rPr sz="2775" b="1" spc="7" baseline="-21021" dirty="0">
                <a:solidFill>
                  <a:srgbClr val="FFFFFF"/>
                </a:solidFill>
                <a:latin typeface="Arial"/>
                <a:cs typeface="Arial"/>
              </a:rPr>
              <a:t>1</a:t>
            </a:r>
            <a:r>
              <a:rPr sz="2775" b="1" spc="390" baseline="-21021" dirty="0">
                <a:solidFill>
                  <a:srgbClr val="FFFFFF"/>
                </a:solidFill>
                <a:latin typeface="Arial"/>
                <a:cs typeface="Arial"/>
              </a:rPr>
              <a:t> </a:t>
            </a:r>
            <a:r>
              <a:rPr sz="2800" b="1" spc="-5" dirty="0">
                <a:solidFill>
                  <a:srgbClr val="FFFFFF"/>
                </a:solidFill>
                <a:latin typeface="Arial"/>
                <a:cs typeface="Arial"/>
              </a:rPr>
              <a:t>+	</a:t>
            </a:r>
            <a:r>
              <a:rPr sz="2800" b="1" dirty="0">
                <a:solidFill>
                  <a:srgbClr val="FFFFFF"/>
                </a:solidFill>
                <a:latin typeface="Arial"/>
                <a:cs typeface="Arial"/>
              </a:rPr>
              <a:t>x</a:t>
            </a:r>
            <a:r>
              <a:rPr sz="2775" b="1" baseline="-21021" dirty="0">
                <a:solidFill>
                  <a:srgbClr val="FFFFFF"/>
                </a:solidFill>
                <a:latin typeface="Arial"/>
                <a:cs typeface="Arial"/>
              </a:rPr>
              <a:t>2</a:t>
            </a:r>
            <a:r>
              <a:rPr sz="2775" b="1" spc="359" baseline="-21021" dirty="0">
                <a:solidFill>
                  <a:srgbClr val="FFFFFF"/>
                </a:solidFill>
                <a:latin typeface="Arial"/>
                <a:cs typeface="Arial"/>
              </a:rPr>
              <a:t> </a:t>
            </a:r>
            <a:r>
              <a:rPr sz="2800" b="1" spc="-5" dirty="0">
                <a:solidFill>
                  <a:srgbClr val="FFFFFF"/>
                </a:solidFill>
                <a:latin typeface="Arial"/>
                <a:cs typeface="Arial"/>
              </a:rPr>
              <a:t>=</a:t>
            </a:r>
            <a:r>
              <a:rPr sz="2800" b="1" spc="-30" dirty="0">
                <a:solidFill>
                  <a:srgbClr val="FFFFFF"/>
                </a:solidFill>
                <a:latin typeface="Arial"/>
                <a:cs typeface="Arial"/>
              </a:rPr>
              <a:t> </a:t>
            </a:r>
            <a:r>
              <a:rPr sz="2800" b="1" dirty="0">
                <a:solidFill>
                  <a:srgbClr val="FFFFFF"/>
                </a:solidFill>
                <a:latin typeface="Arial"/>
                <a:cs typeface="Arial"/>
              </a:rPr>
              <a:t>200</a:t>
            </a:r>
            <a:endParaRPr sz="2800">
              <a:latin typeface="Arial"/>
              <a:cs typeface="Arial"/>
            </a:endParaRPr>
          </a:p>
          <a:p>
            <a:pPr marL="1023619" marR="68580" indent="-956310">
              <a:lnSpc>
                <a:spcPts val="4029"/>
              </a:lnSpc>
              <a:spcBef>
                <a:spcPts val="114"/>
              </a:spcBef>
              <a:tabLst>
                <a:tab pos="1480820" algn="l"/>
              </a:tabLst>
            </a:pPr>
            <a:r>
              <a:rPr sz="2800" b="1" spc="5" dirty="0">
                <a:solidFill>
                  <a:srgbClr val="FFFFFF"/>
                </a:solidFill>
                <a:latin typeface="Arial"/>
                <a:cs typeface="Arial"/>
              </a:rPr>
              <a:t>x</a:t>
            </a:r>
            <a:r>
              <a:rPr sz="2775" b="1" spc="7" baseline="-21021" dirty="0">
                <a:solidFill>
                  <a:srgbClr val="FFFFFF"/>
                </a:solidFill>
                <a:latin typeface="Arial"/>
                <a:cs typeface="Arial"/>
              </a:rPr>
              <a:t>1		</a:t>
            </a:r>
            <a:r>
              <a:rPr sz="2800" spc="-5" dirty="0">
                <a:solidFill>
                  <a:srgbClr val="FFFFFF"/>
                </a:solidFill>
                <a:latin typeface="Symbol"/>
                <a:cs typeface="Symbol"/>
              </a:rPr>
              <a:t></a:t>
            </a:r>
            <a:r>
              <a:rPr sz="2800" spc="60" dirty="0">
                <a:solidFill>
                  <a:srgbClr val="FFFFFF"/>
                </a:solidFill>
                <a:latin typeface="Times New Roman"/>
                <a:cs typeface="Times New Roman"/>
              </a:rPr>
              <a:t> </a:t>
            </a:r>
            <a:r>
              <a:rPr sz="2800" b="1" spc="-5" dirty="0">
                <a:solidFill>
                  <a:srgbClr val="FFFFFF"/>
                </a:solidFill>
                <a:latin typeface="Arial"/>
                <a:cs typeface="Arial"/>
              </a:rPr>
              <a:t>0.4</a:t>
            </a:r>
            <a:r>
              <a:rPr sz="2800" b="1" spc="-15" dirty="0">
                <a:solidFill>
                  <a:srgbClr val="FFFFFF"/>
                </a:solidFill>
                <a:latin typeface="Arial"/>
                <a:cs typeface="Arial"/>
              </a:rPr>
              <a:t> </a:t>
            </a:r>
            <a:r>
              <a:rPr sz="2800" b="1" spc="5" dirty="0">
                <a:solidFill>
                  <a:srgbClr val="FFFFFF"/>
                </a:solidFill>
                <a:latin typeface="Arial"/>
                <a:cs typeface="Arial"/>
              </a:rPr>
              <a:t>(x</a:t>
            </a:r>
            <a:r>
              <a:rPr sz="2775" b="1" spc="7" baseline="-21021" dirty="0">
                <a:solidFill>
                  <a:srgbClr val="FFFFFF"/>
                </a:solidFill>
                <a:latin typeface="Arial"/>
                <a:cs typeface="Arial"/>
              </a:rPr>
              <a:t>1</a:t>
            </a:r>
            <a:r>
              <a:rPr sz="2775" b="1" spc="375" baseline="-21021" dirty="0">
                <a:solidFill>
                  <a:srgbClr val="FFFFFF"/>
                </a:solidFill>
                <a:latin typeface="Arial"/>
                <a:cs typeface="Arial"/>
              </a:rPr>
              <a:t> </a:t>
            </a:r>
            <a:r>
              <a:rPr sz="2800" b="1" spc="-5" dirty="0">
                <a:solidFill>
                  <a:srgbClr val="FFFFFF"/>
                </a:solidFill>
                <a:latin typeface="Arial"/>
                <a:cs typeface="Arial"/>
              </a:rPr>
              <a:t>+</a:t>
            </a:r>
            <a:r>
              <a:rPr sz="2800" b="1" spc="-20" dirty="0">
                <a:solidFill>
                  <a:srgbClr val="FFFFFF"/>
                </a:solidFill>
                <a:latin typeface="Arial"/>
                <a:cs typeface="Arial"/>
              </a:rPr>
              <a:t> </a:t>
            </a:r>
            <a:r>
              <a:rPr sz="2800" b="1" dirty="0">
                <a:solidFill>
                  <a:srgbClr val="FFFFFF"/>
                </a:solidFill>
                <a:latin typeface="Arial"/>
                <a:cs typeface="Arial"/>
              </a:rPr>
              <a:t>x</a:t>
            </a:r>
            <a:r>
              <a:rPr sz="2775" b="1" baseline="-21021" dirty="0">
                <a:solidFill>
                  <a:srgbClr val="FFFFFF"/>
                </a:solidFill>
                <a:latin typeface="Arial"/>
                <a:cs typeface="Arial"/>
              </a:rPr>
              <a:t>2</a:t>
            </a:r>
            <a:r>
              <a:rPr sz="2800" b="1" dirty="0">
                <a:solidFill>
                  <a:srgbClr val="FFFFFF"/>
                </a:solidFill>
                <a:latin typeface="Arial"/>
                <a:cs typeface="Arial"/>
              </a:rPr>
              <a:t>) </a:t>
            </a:r>
            <a:r>
              <a:rPr sz="2800" b="1" spc="-765" dirty="0">
                <a:solidFill>
                  <a:srgbClr val="FFFFFF"/>
                </a:solidFill>
                <a:latin typeface="Arial"/>
                <a:cs typeface="Arial"/>
              </a:rPr>
              <a:t> </a:t>
            </a:r>
            <a:r>
              <a:rPr sz="2800" b="1" dirty="0">
                <a:solidFill>
                  <a:srgbClr val="FFFFFF"/>
                </a:solidFill>
                <a:latin typeface="Arial"/>
                <a:cs typeface="Arial"/>
              </a:rPr>
              <a:t>x</a:t>
            </a:r>
            <a:r>
              <a:rPr sz="2775" b="1" spc="15" baseline="-21021" dirty="0">
                <a:solidFill>
                  <a:srgbClr val="FFFFFF"/>
                </a:solidFill>
                <a:latin typeface="Arial"/>
                <a:cs typeface="Arial"/>
              </a:rPr>
              <a:t>2</a:t>
            </a:r>
            <a:r>
              <a:rPr sz="2775" b="1" baseline="-21021" dirty="0">
                <a:solidFill>
                  <a:srgbClr val="FFFFFF"/>
                </a:solidFill>
                <a:latin typeface="Arial"/>
                <a:cs typeface="Arial"/>
              </a:rPr>
              <a:t>	</a:t>
            </a:r>
            <a:r>
              <a:rPr sz="2775" b="1" spc="-742" baseline="-21021" dirty="0">
                <a:solidFill>
                  <a:srgbClr val="FFFFFF"/>
                </a:solidFill>
                <a:latin typeface="Arial"/>
                <a:cs typeface="Arial"/>
              </a:rPr>
              <a:t> </a:t>
            </a:r>
            <a:r>
              <a:rPr sz="2800" spc="-5" dirty="0">
                <a:solidFill>
                  <a:srgbClr val="FFFFFF"/>
                </a:solidFill>
                <a:latin typeface="Symbol"/>
                <a:cs typeface="Symbol"/>
              </a:rPr>
              <a:t></a:t>
            </a:r>
            <a:r>
              <a:rPr sz="2800" spc="-185" dirty="0">
                <a:solidFill>
                  <a:srgbClr val="FFFFFF"/>
                </a:solidFill>
                <a:latin typeface="Times New Roman"/>
                <a:cs typeface="Times New Roman"/>
              </a:rPr>
              <a:t> </a:t>
            </a:r>
            <a:r>
              <a:rPr sz="2800" b="1" spc="-5" dirty="0">
                <a:solidFill>
                  <a:srgbClr val="FFFFFF"/>
                </a:solidFill>
                <a:latin typeface="Arial"/>
                <a:cs typeface="Arial"/>
              </a:rPr>
              <a:t>0.3</a:t>
            </a:r>
            <a:r>
              <a:rPr sz="2800" b="1" spc="10" dirty="0">
                <a:solidFill>
                  <a:srgbClr val="FFFFFF"/>
                </a:solidFill>
                <a:latin typeface="Arial"/>
                <a:cs typeface="Arial"/>
              </a:rPr>
              <a:t> </a:t>
            </a:r>
            <a:r>
              <a:rPr sz="2800" b="1" spc="-5" dirty="0">
                <a:solidFill>
                  <a:srgbClr val="FFFFFF"/>
                </a:solidFill>
                <a:latin typeface="Arial"/>
                <a:cs typeface="Arial"/>
              </a:rPr>
              <a:t>(</a:t>
            </a:r>
            <a:r>
              <a:rPr sz="2800" b="1" spc="10" dirty="0">
                <a:solidFill>
                  <a:srgbClr val="FFFFFF"/>
                </a:solidFill>
                <a:latin typeface="Arial"/>
                <a:cs typeface="Arial"/>
              </a:rPr>
              <a:t>x</a:t>
            </a:r>
            <a:r>
              <a:rPr sz="2775" b="1" spc="15" baseline="-21021" dirty="0">
                <a:solidFill>
                  <a:srgbClr val="FFFFFF"/>
                </a:solidFill>
                <a:latin typeface="Arial"/>
                <a:cs typeface="Arial"/>
              </a:rPr>
              <a:t>1</a:t>
            </a:r>
            <a:r>
              <a:rPr sz="2775" b="1" baseline="-21021" dirty="0">
                <a:solidFill>
                  <a:srgbClr val="FFFFFF"/>
                </a:solidFill>
                <a:latin typeface="Arial"/>
                <a:cs typeface="Arial"/>
              </a:rPr>
              <a:t> </a:t>
            </a:r>
            <a:r>
              <a:rPr sz="2775" b="1" spc="-390" baseline="-21021" dirty="0">
                <a:solidFill>
                  <a:srgbClr val="FFFFFF"/>
                </a:solidFill>
                <a:latin typeface="Arial"/>
                <a:cs typeface="Arial"/>
              </a:rPr>
              <a:t> </a:t>
            </a:r>
            <a:r>
              <a:rPr sz="2800" b="1" spc="-5" dirty="0">
                <a:solidFill>
                  <a:srgbClr val="FFFFFF"/>
                </a:solidFill>
                <a:latin typeface="Arial"/>
                <a:cs typeface="Arial"/>
              </a:rPr>
              <a:t>+ </a:t>
            </a:r>
            <a:r>
              <a:rPr sz="2800" b="1" dirty="0">
                <a:solidFill>
                  <a:srgbClr val="FFFFFF"/>
                </a:solidFill>
                <a:latin typeface="Arial"/>
                <a:cs typeface="Arial"/>
              </a:rPr>
              <a:t>x</a:t>
            </a:r>
            <a:r>
              <a:rPr sz="2775" b="1" spc="15" baseline="-21021" dirty="0">
                <a:solidFill>
                  <a:srgbClr val="FFFFFF"/>
                </a:solidFill>
                <a:latin typeface="Arial"/>
                <a:cs typeface="Arial"/>
              </a:rPr>
              <a:t>2</a:t>
            </a:r>
            <a:r>
              <a:rPr sz="2800" b="1" spc="-5" dirty="0">
                <a:solidFill>
                  <a:srgbClr val="FFFFFF"/>
                </a:solidFill>
                <a:latin typeface="Arial"/>
                <a:cs typeface="Arial"/>
              </a:rPr>
              <a:t>)</a:t>
            </a:r>
            <a:endParaRPr sz="2800">
              <a:latin typeface="Arial"/>
              <a:cs typeface="Arial"/>
            </a:endParaRPr>
          </a:p>
          <a:p>
            <a:pPr marL="67945">
              <a:spcBef>
                <a:spcPts val="430"/>
              </a:spcBef>
              <a:tabLst>
                <a:tab pos="988060" algn="l"/>
                <a:tab pos="1482090" algn="l"/>
                <a:tab pos="2072005" algn="l"/>
              </a:tabLst>
            </a:pPr>
            <a:r>
              <a:rPr sz="2800" b="1" spc="5" dirty="0">
                <a:solidFill>
                  <a:srgbClr val="FFFFFF"/>
                </a:solidFill>
                <a:latin typeface="Arial"/>
                <a:cs typeface="Arial"/>
              </a:rPr>
              <a:t>x</a:t>
            </a:r>
            <a:r>
              <a:rPr sz="2775" b="1" spc="7" baseline="-21021" dirty="0">
                <a:solidFill>
                  <a:srgbClr val="FFFFFF"/>
                </a:solidFill>
                <a:latin typeface="Arial"/>
                <a:cs typeface="Arial"/>
              </a:rPr>
              <a:t>1</a:t>
            </a:r>
            <a:r>
              <a:rPr sz="2775" b="1" spc="390" baseline="-21021" dirty="0">
                <a:solidFill>
                  <a:srgbClr val="FFFFFF"/>
                </a:solidFill>
                <a:latin typeface="Arial"/>
                <a:cs typeface="Arial"/>
              </a:rPr>
              <a:t> </a:t>
            </a:r>
            <a:r>
              <a:rPr sz="2800" b="1" spc="-5" dirty="0">
                <a:solidFill>
                  <a:srgbClr val="FFFFFF"/>
                </a:solidFill>
                <a:latin typeface="Arial"/>
                <a:cs typeface="Arial"/>
              </a:rPr>
              <a:t>,	</a:t>
            </a:r>
            <a:r>
              <a:rPr sz="2800" b="1" spc="5" dirty="0">
                <a:solidFill>
                  <a:srgbClr val="FFFFFF"/>
                </a:solidFill>
                <a:latin typeface="Arial"/>
                <a:cs typeface="Arial"/>
              </a:rPr>
              <a:t>x</a:t>
            </a:r>
            <a:r>
              <a:rPr sz="2775" b="1" spc="7" baseline="-21021" dirty="0">
                <a:solidFill>
                  <a:srgbClr val="FFFFFF"/>
                </a:solidFill>
                <a:latin typeface="Arial"/>
                <a:cs typeface="Arial"/>
              </a:rPr>
              <a:t>2	</a:t>
            </a:r>
            <a:r>
              <a:rPr sz="2800" spc="-5" dirty="0">
                <a:solidFill>
                  <a:srgbClr val="FFFFFF"/>
                </a:solidFill>
                <a:latin typeface="Symbol"/>
                <a:cs typeface="Symbol"/>
              </a:rPr>
              <a:t></a:t>
            </a:r>
            <a:r>
              <a:rPr sz="2800" spc="-5" dirty="0">
                <a:solidFill>
                  <a:srgbClr val="FFFFFF"/>
                </a:solidFill>
                <a:latin typeface="Times New Roman"/>
                <a:cs typeface="Times New Roman"/>
              </a:rPr>
              <a:t>	</a:t>
            </a:r>
            <a:r>
              <a:rPr sz="2800" b="1" spc="-5" dirty="0">
                <a:solidFill>
                  <a:srgbClr val="FFFFFF"/>
                </a:solidFill>
                <a:latin typeface="Arial"/>
                <a:cs typeface="Arial"/>
              </a:rPr>
              <a:t>0</a:t>
            </a:r>
            <a:endParaRPr sz="2800">
              <a:latin typeface="Arial"/>
              <a:cs typeface="Arial"/>
            </a:endParaRPr>
          </a:p>
        </p:txBody>
      </p:sp>
      <p:sp>
        <p:nvSpPr>
          <p:cNvPr id="17" name="object 17"/>
          <p:cNvSpPr txBox="1">
            <a:spLocks noGrp="1"/>
          </p:cNvSpPr>
          <p:nvPr>
            <p:ph type="title"/>
          </p:nvPr>
        </p:nvSpPr>
        <p:spPr>
          <a:xfrm>
            <a:off x="6096000" y="169862"/>
            <a:ext cx="6096000" cy="505267"/>
          </a:xfrm>
          <a:prstGeom prst="rect">
            <a:avLst/>
          </a:prstGeom>
        </p:spPr>
        <p:txBody>
          <a:bodyPr vert="horz" wrap="square" lIns="0" tIns="12700" rIns="0" bIns="0" rtlCol="0">
            <a:spAutoFit/>
          </a:bodyPr>
          <a:lstStyle/>
          <a:p>
            <a:pPr marL="12700" algn="ctr">
              <a:lnSpc>
                <a:spcPct val="100000"/>
              </a:lnSpc>
              <a:spcBef>
                <a:spcPts val="100"/>
              </a:spcBef>
            </a:pPr>
            <a:r>
              <a:rPr sz="3200" b="1" dirty="0">
                <a:solidFill>
                  <a:schemeClr val="bg1"/>
                </a:solidFill>
                <a:latin typeface="Arial"/>
                <a:cs typeface="Arial"/>
              </a:rPr>
              <a:t>SOLUCION</a:t>
            </a:r>
            <a:r>
              <a:rPr sz="3200" b="1" spc="-70" dirty="0">
                <a:solidFill>
                  <a:schemeClr val="bg1"/>
                </a:solidFill>
                <a:latin typeface="Arial"/>
                <a:cs typeface="Arial"/>
              </a:rPr>
              <a:t> </a:t>
            </a:r>
            <a:r>
              <a:rPr sz="3200" b="1" dirty="0">
                <a:solidFill>
                  <a:schemeClr val="bg1"/>
                </a:solidFill>
                <a:latin typeface="Arial"/>
                <a:cs typeface="Arial"/>
              </a:rPr>
              <a:t>DEGENERADA</a:t>
            </a:r>
            <a:endParaRPr sz="3200" dirty="0">
              <a:solidFill>
                <a:schemeClr val="bg1"/>
              </a:solidFill>
              <a:latin typeface="Arial"/>
              <a:cs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9" name="Google Shape;159;p23"/>
          <p:cNvSpPr txBox="1">
            <a:spLocks noGrp="1"/>
          </p:cNvSpPr>
          <p:nvPr>
            <p:ph type="sldNum" idx="12"/>
          </p:nvPr>
        </p:nvSpPr>
        <p:spPr>
          <a:prstGeom prst="rect">
            <a:avLst/>
          </a:prstGeom>
        </p:spPr>
        <p:txBody>
          <a:bodyPr spcFirstLastPara="1" vert="horz" wrap="square" lIns="0" tIns="0" rIns="0" bIns="0" rtlCol="0" anchor="ctr" anchorCtr="0">
            <a:noAutofit/>
          </a:bodyPr>
          <a:lstStyle/>
          <a:p>
            <a:fld id="{00000000-1234-1234-1234-123412341234}" type="slidenum">
              <a:rPr lang="en"/>
              <a:pPr/>
              <a:t>44</a:t>
            </a:fld>
            <a:endParaRPr dirty="0"/>
          </a:p>
        </p:txBody>
      </p:sp>
      <p:sp>
        <p:nvSpPr>
          <p:cNvPr id="4" name="Rectangle 2"/>
          <p:cNvSpPr txBox="1">
            <a:spLocks noChangeArrowheads="1"/>
          </p:cNvSpPr>
          <p:nvPr/>
        </p:nvSpPr>
        <p:spPr bwMode="auto">
          <a:xfrm>
            <a:off x="2049501" y="2276872"/>
            <a:ext cx="7920880" cy="1220754"/>
          </a:xfrm>
          <a:prstGeom prst="rect">
            <a:avLst/>
          </a:prstGeom>
          <a:noFill/>
          <a:ln>
            <a:noFill/>
            <a:miter lim="800000"/>
            <a:headEnd/>
            <a:tailEnd/>
          </a:ln>
        </p:spPr>
        <p:txBody>
          <a:bodyPr spcFirstLastPara="1" vert="horz" wrap="square" lIns="91440" tIns="45720" rIns="91440" bIns="45720" numCol="1" anchor="t" anchorCtr="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pPr marL="87313" indent="-87313" algn="ctr"/>
            <a:r>
              <a:rPr lang="es-ES" sz="2800" b="0" dirty="0">
                <a:solidFill>
                  <a:srgbClr val="700000"/>
                </a:solidFill>
                <a:latin typeface="+mn-lt"/>
                <a:ea typeface="+mn-ea"/>
                <a:cs typeface="+mn-cs"/>
              </a:rPr>
              <a:t>Donde quiera que usted vea un negocio exitoso, alguien ha tomado una decisión valiente</a:t>
            </a:r>
            <a:r>
              <a:rPr lang="es-ES" sz="2400" b="0" dirty="0">
                <a:solidFill>
                  <a:srgbClr val="700000"/>
                </a:solidFill>
                <a:latin typeface="+mn-lt"/>
                <a:ea typeface="+mn-ea"/>
                <a:cs typeface="+mn-cs"/>
              </a:rPr>
              <a:t>.</a:t>
            </a:r>
            <a:br>
              <a:rPr lang="es-ES" sz="2400" b="0" dirty="0">
                <a:solidFill>
                  <a:srgbClr val="700000"/>
                </a:solidFill>
                <a:latin typeface="+mn-lt"/>
                <a:ea typeface="+mn-ea"/>
                <a:cs typeface="+mn-cs"/>
              </a:rPr>
            </a:br>
            <a:endParaRPr lang="es-PE" sz="2400" b="0" dirty="0">
              <a:solidFill>
                <a:srgbClr val="700000"/>
              </a:solidFill>
              <a:latin typeface="+mn-lt"/>
              <a:ea typeface="+mn-ea"/>
              <a:cs typeface="+mn-cs"/>
            </a:endParaRPr>
          </a:p>
        </p:txBody>
      </p:sp>
      <p:sp>
        <p:nvSpPr>
          <p:cNvPr id="5" name="Rectangle 2"/>
          <p:cNvSpPr txBox="1">
            <a:spLocks noChangeArrowheads="1"/>
          </p:cNvSpPr>
          <p:nvPr/>
        </p:nvSpPr>
        <p:spPr>
          <a:xfrm>
            <a:off x="6096000" y="92279"/>
            <a:ext cx="6096000" cy="87245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eaLnBrk="1" hangingPunct="1">
              <a:defRPr sz="3200" i="1">
                <a:solidFill>
                  <a:schemeClr val="accent5">
                    <a:lumMod val="20000"/>
                    <a:lumOff val="80000"/>
                  </a:schemeClr>
                </a:solidFill>
                <a:latin typeface="Bauhaus 93" pitchFamily="82" charset="0"/>
              </a:defRPr>
            </a:lvl1pPr>
            <a:lvl2pPr algn="r" eaLnBrk="1" hangingPunct="1">
              <a:defRPr sz="2800" i="1">
                <a:latin typeface="Verdana" pitchFamily="34" charset="0"/>
              </a:defRPr>
            </a:lvl2pPr>
            <a:lvl3pPr algn="r" eaLnBrk="1" hangingPunct="1">
              <a:defRPr sz="2800" i="1">
                <a:latin typeface="Verdana" pitchFamily="34" charset="0"/>
              </a:defRPr>
            </a:lvl3pPr>
            <a:lvl4pPr algn="r" eaLnBrk="1" hangingPunct="1">
              <a:defRPr sz="2800" i="1">
                <a:latin typeface="Verdana" pitchFamily="34" charset="0"/>
              </a:defRPr>
            </a:lvl4pPr>
            <a:lvl5pPr algn="r" eaLnBrk="1" hangingPunct="1">
              <a:defRPr sz="2800" i="1">
                <a:latin typeface="Verdana" pitchFamily="34" charset="0"/>
              </a:defRPr>
            </a:lvl5pPr>
            <a:lvl6pPr marL="457200" algn="r" fontAlgn="base">
              <a:spcBef>
                <a:spcPct val="0"/>
              </a:spcBef>
              <a:spcAft>
                <a:spcPct val="0"/>
              </a:spcAft>
              <a:defRPr sz="2800" i="1">
                <a:latin typeface="Verdana" pitchFamily="34" charset="0"/>
              </a:defRPr>
            </a:lvl6pPr>
            <a:lvl7pPr marL="914400" algn="r" fontAlgn="base">
              <a:spcBef>
                <a:spcPct val="0"/>
              </a:spcBef>
              <a:spcAft>
                <a:spcPct val="0"/>
              </a:spcAft>
              <a:defRPr sz="2800" i="1">
                <a:latin typeface="Verdana" pitchFamily="34" charset="0"/>
              </a:defRPr>
            </a:lvl7pPr>
            <a:lvl8pPr marL="1371600" algn="r" fontAlgn="base">
              <a:spcBef>
                <a:spcPct val="0"/>
              </a:spcBef>
              <a:spcAft>
                <a:spcPct val="0"/>
              </a:spcAft>
              <a:defRPr sz="2800" i="1">
                <a:latin typeface="Verdana" pitchFamily="34" charset="0"/>
              </a:defRPr>
            </a:lvl8pPr>
            <a:lvl9pPr marL="1828800" algn="r" fontAlgn="base">
              <a:spcBef>
                <a:spcPct val="0"/>
              </a:spcBef>
              <a:spcAft>
                <a:spcPct val="0"/>
              </a:spcAft>
              <a:defRPr sz="2800" i="1">
                <a:latin typeface="Verdana" pitchFamily="34" charset="0"/>
              </a:defRPr>
            </a:lvl9pPr>
          </a:lstStyle>
          <a:p>
            <a:r>
              <a:rPr lang="es-MX" dirty="0">
                <a:solidFill>
                  <a:srgbClr val="FFFF00"/>
                </a:solidFill>
              </a:rPr>
              <a:t>Seamos dueños de nuestro propio destino</a:t>
            </a:r>
            <a:endParaRPr lang="es-ES" i="0" dirty="0"/>
          </a:p>
        </p:txBody>
      </p:sp>
      <p:sp>
        <p:nvSpPr>
          <p:cNvPr id="2" name="Rectángulo 1">
            <a:extLst>
              <a:ext uri="{FF2B5EF4-FFF2-40B4-BE49-F238E27FC236}">
                <a16:creationId xmlns:a16="http://schemas.microsoft.com/office/drawing/2014/main" id="{A345A401-5395-4861-90CC-1389B0CFAC65}"/>
              </a:ext>
            </a:extLst>
          </p:cNvPr>
          <p:cNvSpPr/>
          <p:nvPr/>
        </p:nvSpPr>
        <p:spPr>
          <a:xfrm>
            <a:off x="4958093" y="4125017"/>
            <a:ext cx="2275816" cy="923330"/>
          </a:xfrm>
          <a:prstGeom prst="rect">
            <a:avLst/>
          </a:prstGeom>
          <a:noFill/>
        </p:spPr>
        <p:txBody>
          <a:bodyPr wrap="none" lIns="91440" tIns="45720" rIns="91440" bIns="45720">
            <a:spAutoFit/>
          </a:bodyPr>
          <a:lstStyle/>
          <a:p>
            <a:pPr algn="ctr"/>
            <a:r>
              <a:rPr lang="es-ES" sz="5400" b="1" cap="none" spc="0" dirty="0">
                <a:ln w="22225">
                  <a:solidFill>
                    <a:schemeClr val="accent2"/>
                  </a:solidFill>
                  <a:prstDash val="solid"/>
                </a:ln>
                <a:solidFill>
                  <a:schemeClr val="accent2">
                    <a:lumMod val="40000"/>
                    <a:lumOff val="60000"/>
                  </a:schemeClr>
                </a:solidFill>
                <a:effectLst/>
              </a:rPr>
              <a:t>Gracias</a:t>
            </a:r>
          </a:p>
        </p:txBody>
      </p:sp>
    </p:spTree>
    <p:extLst>
      <p:ext uri="{BB962C8B-B14F-4D97-AF65-F5344CB8AC3E}">
        <p14:creationId xmlns:p14="http://schemas.microsoft.com/office/powerpoint/2010/main" val="636162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68" decel="100000"/>
                                        <p:tgtEl>
                                          <p:spTgt spid="4"/>
                                        </p:tgtEl>
                                      </p:cBhvr>
                                    </p:animEffect>
                                    <p:animScale>
                                      <p:cBhvr>
                                        <p:cTn id="8" dur="768" decel="100000"/>
                                        <p:tgtEl>
                                          <p:spTgt spid="4"/>
                                        </p:tgtEl>
                                      </p:cBhvr>
                                      <p:from x="10000" y="10000"/>
                                      <p:to x="200000" y="450000"/>
                                    </p:animScale>
                                    <p:animScale>
                                      <p:cBhvr>
                                        <p:cTn id="9" dur="1230" accel="100000" fill="hold">
                                          <p:stCondLst>
                                            <p:cond delay="768"/>
                                          </p:stCondLst>
                                        </p:cTn>
                                        <p:tgtEl>
                                          <p:spTgt spid="4"/>
                                        </p:tgtEl>
                                      </p:cBhvr>
                                      <p:from x="200000" y="450000"/>
                                      <p:to x="100000" y="100000"/>
                                    </p:animScale>
                                    <p:set>
                                      <p:cBhvr>
                                        <p:cTn id="10" dur="768" fill="hold"/>
                                        <p:tgtEl>
                                          <p:spTgt spid="4"/>
                                        </p:tgtEl>
                                        <p:attrNameLst>
                                          <p:attrName>ppt_x</p:attrName>
                                        </p:attrNameLst>
                                      </p:cBhvr>
                                      <p:to>
                                        <p:strVal val="(0.5)"/>
                                      </p:to>
                                    </p:set>
                                    <p:anim from="(0.5)" to="(#ppt_x)" calcmode="lin" valueType="num">
                                      <p:cBhvr>
                                        <p:cTn id="11" dur="1230" accel="100000" fill="hold">
                                          <p:stCondLst>
                                            <p:cond delay="768"/>
                                          </p:stCondLst>
                                        </p:cTn>
                                        <p:tgtEl>
                                          <p:spTgt spid="4"/>
                                        </p:tgtEl>
                                        <p:attrNameLst>
                                          <p:attrName>ppt_x</p:attrName>
                                        </p:attrNameLst>
                                      </p:cBhvr>
                                    </p:anim>
                                    <p:set>
                                      <p:cBhvr>
                                        <p:cTn id="12" dur="768" fill="hold"/>
                                        <p:tgtEl>
                                          <p:spTgt spid="4"/>
                                        </p:tgtEl>
                                        <p:attrNameLst>
                                          <p:attrName>ppt_y</p:attrName>
                                        </p:attrNameLst>
                                      </p:cBhvr>
                                      <p:to>
                                        <p:strVal val="(#ppt_y+0.4)"/>
                                      </p:to>
                                    </p:set>
                                    <p:anim from="(#ppt_y+0.4)" to="(#ppt_y)" calcmode="lin" valueType="num">
                                      <p:cBhvr>
                                        <p:cTn id="13" dur="1230" accel="100000" fill="hold">
                                          <p:stCondLst>
                                            <p:cond delay="768"/>
                                          </p:stCondLst>
                                        </p:cTn>
                                        <p:tgtEl>
                                          <p:spTgt spid="4"/>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Tema de Office">
  <a:themeElements>
    <a:clrScheme name="Azul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4265</TotalTime>
  <Words>3666</Words>
  <Application>Microsoft Office PowerPoint</Application>
  <PresentationFormat>Panorámica</PresentationFormat>
  <Paragraphs>2149</Paragraphs>
  <Slides>44</Slides>
  <Notes>3</Notes>
  <HiddenSlides>0</HiddenSlides>
  <MMClips>0</MMClips>
  <ScaleCrop>false</ScaleCrop>
  <HeadingPairs>
    <vt:vector size="6" baseType="variant">
      <vt:variant>
        <vt:lpstr>Fuentes usadas</vt:lpstr>
      </vt:variant>
      <vt:variant>
        <vt:i4>13</vt:i4>
      </vt:variant>
      <vt:variant>
        <vt:lpstr>Tema</vt:lpstr>
      </vt:variant>
      <vt:variant>
        <vt:i4>1</vt:i4>
      </vt:variant>
      <vt:variant>
        <vt:lpstr>Títulos de diapositiva</vt:lpstr>
      </vt:variant>
      <vt:variant>
        <vt:i4>44</vt:i4>
      </vt:variant>
    </vt:vector>
  </HeadingPairs>
  <TitlesOfParts>
    <vt:vector size="58" baseType="lpstr">
      <vt:lpstr>Arial</vt:lpstr>
      <vt:lpstr>Arial Black</vt:lpstr>
      <vt:lpstr>Arial MT</vt:lpstr>
      <vt:lpstr>Arial Narrow</vt:lpstr>
      <vt:lpstr>Bauhaus 93</vt:lpstr>
      <vt:lpstr>Bodoni MT Black</vt:lpstr>
      <vt:lpstr>Calibri</vt:lpstr>
      <vt:lpstr>Calibri Light</vt:lpstr>
      <vt:lpstr>Comic Sans MS</vt:lpstr>
      <vt:lpstr>Lexend Deca</vt:lpstr>
      <vt:lpstr>Signika</vt:lpstr>
      <vt:lpstr>Symbol</vt:lpstr>
      <vt:lpstr>Times New Roman</vt:lpstr>
      <vt:lpstr>Tema de Office</vt:lpstr>
      <vt:lpstr>Presentación de PowerPoint</vt:lpstr>
      <vt:lpstr>MÉTODO SIMPLEX</vt:lpstr>
      <vt:lpstr>Contenido</vt:lpstr>
      <vt:lpstr>Orientaciones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Solución óptima única (minimización)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Solución óptima única (maximización)</vt:lpstr>
      <vt:lpstr>Solución óptima única</vt:lpstr>
      <vt:lpstr>Solución óptima única (maximización)</vt:lpstr>
      <vt:lpstr>Soluciones óptimas alternativas (Soluciones óptimas múltiples)</vt:lpstr>
      <vt:lpstr>Soluciones óptimas alternativas (Soluciones óptimas múltiples)</vt:lpstr>
      <vt:lpstr>Soluciones óptimas alternativas</vt:lpstr>
      <vt:lpstr>Soluciones óptimas alternativas</vt:lpstr>
      <vt:lpstr>Soluciones óptimas alternativas</vt:lpstr>
      <vt:lpstr>SOLUCION NO FACTIBLE</vt:lpstr>
      <vt:lpstr>SOLUCION NO FACTIBLE</vt:lpstr>
      <vt:lpstr>Presentación de PowerPoint</vt:lpstr>
      <vt:lpstr>Soluciones óptimas alternativas (Soluciones óptimas múltiples)</vt:lpstr>
      <vt:lpstr>Solución no factible</vt:lpstr>
      <vt:lpstr>SOLUCION NO ACOTADA</vt:lpstr>
      <vt:lpstr>SOLUCION NO ACOTADA</vt:lpstr>
      <vt:lpstr>Presentación de PowerPoint</vt:lpstr>
      <vt:lpstr>SOLUCION NO ACOTADA</vt:lpstr>
      <vt:lpstr>Solución no acotada</vt:lpstr>
      <vt:lpstr>SOLUCION DEGENERADA</vt:lpstr>
      <vt:lpstr>SOLUCION DEGENERADA</vt:lpstr>
      <vt:lpstr>Solución degenerada</vt:lpstr>
      <vt:lpstr>Solución degenerada</vt:lpstr>
      <vt:lpstr>Solución degenerada</vt:lpstr>
      <vt:lpstr>SOLUCION DEGENERADA</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ANIVAL ALFREDO TORRE CAMONES</dc:creator>
  <cp:lastModifiedBy>ANIVAL ALFREDO TORRE CAMONES</cp:lastModifiedBy>
  <cp:revision>273</cp:revision>
  <dcterms:created xsi:type="dcterms:W3CDTF">2021-09-08T13:14:39Z</dcterms:created>
  <dcterms:modified xsi:type="dcterms:W3CDTF">2026-08-16T17:19:22Z</dcterms:modified>
</cp:coreProperties>
</file>