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72" r:id="rId7"/>
    <p:sldId id="273" r:id="rId8"/>
    <p:sldId id="258" r:id="rId9"/>
    <p:sldId id="275" r:id="rId10"/>
    <p:sldId id="265" r:id="rId11"/>
    <p:sldId id="276" r:id="rId12"/>
    <p:sldId id="274" r:id="rId13"/>
    <p:sldId id="277" r:id="rId14"/>
    <p:sldId id="278" r:id="rId15"/>
    <p:sldId id="260" r:id="rId16"/>
    <p:sldId id="268" r:id="rId17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16D9F66E-5EB9-4882-86FB-DCBF35E3C3E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6" autoAdjust="0"/>
    <p:restoredTop sz="94645" autoAdjust="0"/>
  </p:normalViewPr>
  <p:slideViewPr>
    <p:cSldViewPr snapToGrid="0">
      <p:cViewPr varScale="1">
        <p:scale>
          <a:sx n="121" d="100"/>
          <a:sy n="121" d="100"/>
        </p:scale>
        <p:origin x="156" y="96"/>
      </p:cViewPr>
      <p:guideLst/>
    </p:cSldViewPr>
  </p:slideViewPr>
  <p:outlineViewPr>
    <p:cViewPr>
      <p:scale>
        <a:sx n="33" d="100"/>
        <a:sy n="33" d="100"/>
      </p:scale>
      <p:origin x="0" y="-7421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2868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ke Test User" userId="SID-0" providerId="Test" clId="FakeClientId"/>
    <pc:docChg chg="undo custSel modSld">
      <pc:chgData name="Fake Test User" userId="SID-0" providerId="Test" clId="FakeClientId" dt="2024-05-20T05:45:58.572" v="60" actId="790"/>
      <pc:docMkLst>
        <pc:docMk/>
      </pc:docMkLst>
      <pc:sldChg chg="modSp mod">
        <pc:chgData name="Fake Test User" userId="SID-0" providerId="Test" clId="FakeClientId" dt="2024-05-20T03:50:43.323" v="39" actId="790"/>
        <pc:sldMkLst>
          <pc:docMk/>
          <pc:sldMk cId="1325608595" sldId="257"/>
        </pc:sldMkLst>
        <pc:spChg chg="mod">
          <ac:chgData name="Fake Test User" userId="SID-0" providerId="Test" clId="FakeClientId" dt="2024-05-20T03:50:43.323" v="39" actId="790"/>
          <ac:spMkLst>
            <pc:docMk/>
            <pc:sldMk cId="1325608595" sldId="257"/>
            <ac:spMk id="2" creationId="{912DF434-28DB-4621-A497-D62C41CE0419}"/>
          </ac:spMkLst>
        </pc:spChg>
        <pc:spChg chg="mod">
          <ac:chgData name="Fake Test User" userId="SID-0" providerId="Test" clId="FakeClientId" dt="2024-05-20T03:50:43.323" v="39" actId="790"/>
          <ac:spMkLst>
            <pc:docMk/>
            <pc:sldMk cId="1325608595" sldId="257"/>
            <ac:spMk id="3" creationId="{22788C46-D0BC-4307-AE55-7601A139E7CB}"/>
          </ac:spMkLst>
        </pc:spChg>
        <pc:spChg chg="mod">
          <ac:chgData name="Fake Test User" userId="SID-0" providerId="Test" clId="FakeClientId" dt="2024-05-20T03:50:43.323" v="39" actId="790"/>
          <ac:spMkLst>
            <pc:docMk/>
            <pc:sldMk cId="1325608595" sldId="257"/>
            <ac:spMk id="5" creationId="{E6EEA9E7-F506-729E-13CF-D685FEBDB6E0}"/>
          </ac:spMkLst>
        </pc:spChg>
      </pc:sldChg>
      <pc:sldChg chg="modSp mod">
        <pc:chgData name="Fake Test User" userId="SID-0" providerId="Test" clId="FakeClientId" dt="2024-05-20T05:41:07.425" v="40" actId="14100"/>
        <pc:sldMkLst>
          <pc:docMk/>
          <pc:sldMk cId="1639799154" sldId="258"/>
        </pc:sldMkLst>
        <pc:spChg chg="mod">
          <ac:chgData name="Fake Test User" userId="SID-0" providerId="Test" clId="FakeClientId" dt="2024-05-20T05:41:07.425" v="40" actId="14100"/>
          <ac:spMkLst>
            <pc:docMk/>
            <pc:sldMk cId="1639799154" sldId="258"/>
            <ac:spMk id="3" creationId="{95B371F2-DBA5-415A-82C8-651F587B857A}"/>
          </ac:spMkLst>
        </pc:spChg>
      </pc:sldChg>
      <pc:sldChg chg="modSp mod">
        <pc:chgData name="Fake Test User" userId="SID-0" providerId="Test" clId="FakeClientId" dt="2024-05-20T05:45:58.572" v="60" actId="790"/>
        <pc:sldMkLst>
          <pc:docMk/>
          <pc:sldMk cId="4212917468" sldId="260"/>
        </pc:sldMkLst>
        <pc:spChg chg="mod">
          <ac:chgData name="Fake Test User" userId="SID-0" providerId="Test" clId="FakeClientId" dt="2024-05-20T05:45:23.507" v="58" actId="14100"/>
          <ac:spMkLst>
            <pc:docMk/>
            <pc:sldMk cId="4212917468" sldId="260"/>
            <ac:spMk id="2" creationId="{F96F75DE-8A44-4EC5-83C6-95BDDF10DFD9}"/>
          </ac:spMkLst>
        </pc:spChg>
        <pc:graphicFrameChg chg="modGraphic">
          <ac:chgData name="Fake Test User" userId="SID-0" providerId="Test" clId="FakeClientId" dt="2024-05-20T05:45:58.572" v="60" actId="790"/>
          <ac:graphicFrameMkLst>
            <pc:docMk/>
            <pc:sldMk cId="4212917468" sldId="260"/>
            <ac:graphicFrameMk id="22" creationId="{633087BA-06D0-6FB3-6A93-C3860A595F9E}"/>
          </ac:graphicFrameMkLst>
        </pc:graphicFrameChg>
      </pc:sldChg>
      <pc:sldChg chg="modSp mod">
        <pc:chgData name="Fake Test User" userId="SID-0" providerId="Test" clId="FakeClientId" dt="2024-05-20T05:41:43.381" v="43" actId="14100"/>
        <pc:sldMkLst>
          <pc:docMk/>
          <pc:sldMk cId="2563119616" sldId="265"/>
        </pc:sldMkLst>
        <pc:spChg chg="mod">
          <ac:chgData name="Fake Test User" userId="SID-0" providerId="Test" clId="FakeClientId" dt="2024-05-20T05:41:39.178" v="42" actId="14100"/>
          <ac:spMkLst>
            <pc:docMk/>
            <pc:sldMk cId="2563119616" sldId="265"/>
            <ac:spMk id="4" creationId="{950677C9-3E42-427F-93B8-526692906471}"/>
          </ac:spMkLst>
        </pc:spChg>
        <pc:spChg chg="mod">
          <ac:chgData name="Fake Test User" userId="SID-0" providerId="Test" clId="FakeClientId" dt="2024-05-20T05:41:43.381" v="43" actId="14100"/>
          <ac:spMkLst>
            <pc:docMk/>
            <pc:sldMk cId="2563119616" sldId="265"/>
            <ac:spMk id="5" creationId="{BDB9D020-1E25-453D-83DF-1420ACD3968D}"/>
          </ac:spMkLst>
        </pc:spChg>
      </pc:sldChg>
      <pc:sldChg chg="modSp mod">
        <pc:chgData name="Fake Test User" userId="SID-0" providerId="Test" clId="FakeClientId" dt="2024-05-20T05:41:17.598" v="41" actId="14100"/>
        <pc:sldMkLst>
          <pc:docMk/>
          <pc:sldMk cId="4292537794" sldId="275"/>
        </pc:sldMkLst>
        <pc:spChg chg="mod">
          <ac:chgData name="Fake Test User" userId="SID-0" providerId="Test" clId="FakeClientId" dt="2024-05-20T05:41:17.598" v="41" actId="14100"/>
          <ac:spMkLst>
            <pc:docMk/>
            <pc:sldMk cId="4292537794" sldId="275"/>
            <ac:spMk id="2" creationId="{BC652607-79F4-9A91-3A0B-429BDED9CA50}"/>
          </ac:spMkLst>
        </pc:spChg>
      </pc:sldChg>
      <pc:sldChg chg="modSp mod">
        <pc:chgData name="Fake Test User" userId="SID-0" providerId="Test" clId="FakeClientId" dt="2024-05-20T05:42:00.164" v="44" actId="14100"/>
        <pc:sldMkLst>
          <pc:docMk/>
          <pc:sldMk cId="1098851413" sldId="276"/>
        </pc:sldMkLst>
        <pc:spChg chg="mod">
          <ac:chgData name="Fake Test User" userId="SID-0" providerId="Test" clId="FakeClientId" dt="2024-05-20T05:42:00.164" v="44" actId="14100"/>
          <ac:spMkLst>
            <pc:docMk/>
            <pc:sldMk cId="1098851413" sldId="276"/>
            <ac:spMk id="2" creationId="{94D6DA3F-EA1B-C232-77E4-39A411FFB76D}"/>
          </ac:spMkLst>
        </pc:spChg>
      </pc:sldChg>
      <pc:sldChg chg="modSp mod">
        <pc:chgData name="Fake Test User" userId="SID-0" providerId="Test" clId="FakeClientId" dt="2024-05-20T05:44:14.752" v="52" actId="790"/>
        <pc:sldMkLst>
          <pc:docMk/>
          <pc:sldMk cId="3641361854" sldId="277"/>
        </pc:sldMkLst>
        <pc:spChg chg="mod">
          <ac:chgData name="Fake Test User" userId="SID-0" providerId="Test" clId="FakeClientId" dt="2024-05-20T05:42:44.511" v="45" actId="14100"/>
          <ac:spMkLst>
            <pc:docMk/>
            <pc:sldMk cId="3641361854" sldId="277"/>
            <ac:spMk id="2" creationId="{6C2BF529-2BDD-94C0-202F-CA0D13A190E6}"/>
          </ac:spMkLst>
        </pc:spChg>
        <pc:graphicFrameChg chg="mod modGraphic">
          <ac:chgData name="Fake Test User" userId="SID-0" providerId="Test" clId="FakeClientId" dt="2024-05-20T05:44:14.752" v="52" actId="790"/>
          <ac:graphicFrameMkLst>
            <pc:docMk/>
            <pc:sldMk cId="3641361854" sldId="277"/>
            <ac:graphicFrameMk id="7" creationId="{7416ADBF-875D-EDDB-76FB-AF4E0669E5BD}"/>
          </ac:graphicFrameMkLst>
        </pc:graphicFrameChg>
      </pc:sldChg>
      <pc:sldChg chg="modSp mod">
        <pc:chgData name="Fake Test User" userId="SID-0" providerId="Test" clId="FakeClientId" dt="2024-05-20T05:44:51.895" v="56" actId="14100"/>
        <pc:sldMkLst>
          <pc:docMk/>
          <pc:sldMk cId="2590731716" sldId="278"/>
        </pc:sldMkLst>
        <pc:spChg chg="mod">
          <ac:chgData name="Fake Test User" userId="SID-0" providerId="Test" clId="FakeClientId" dt="2024-05-20T05:44:38.738" v="53" actId="255"/>
          <ac:spMkLst>
            <pc:docMk/>
            <pc:sldMk cId="2590731716" sldId="278"/>
            <ac:spMk id="2" creationId="{8EDFF58B-671A-80A2-9FC1-39A4233DFB3D}"/>
          </ac:spMkLst>
        </pc:spChg>
        <pc:spChg chg="mod">
          <ac:chgData name="Fake Test User" userId="SID-0" providerId="Test" clId="FakeClientId" dt="2024-05-20T05:44:51.895" v="56" actId="14100"/>
          <ac:spMkLst>
            <pc:docMk/>
            <pc:sldMk cId="2590731716" sldId="278"/>
            <ac:spMk id="3" creationId="{8657517E-4AA9-56C2-7E84-6E2482958AE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82B61F67-4219-82BD-D357-355AA7591C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54FE2BF-AD88-9811-C6DD-79DABAC559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C31621A7-A721-43FC-A8DD-91EA55A3860B}" type="datetime1">
              <a:rPr lang="es-ES" smtClean="0"/>
              <a:t>20/05/2024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18F7338-476F-59A1-B752-865882DA12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B9C2ED2-F5D9-8398-9B1F-9E1D760B07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6D8BCF56-022D-4E84-9600-36794E4DE26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455058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6FEE4123-219A-49F8-B33A-2C95030900F4}" type="datetime1">
              <a:rPr lang="es-ES" smtClean="0"/>
              <a:t>20/05/2024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DD82C05A-7A07-4286-AA18-B883C0AF9A3B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1318967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D82C05A-7A07-4286-AA18-B883C0AF9A3B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18507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D82C05A-7A07-4286-AA18-B883C0AF9A3B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506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D82C05A-7A07-4286-AA18-B883C0AF9A3B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10558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D82C05A-7A07-4286-AA18-B883C0AF9A3B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778511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D82C05A-7A07-4286-AA18-B883C0AF9A3B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90528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D82C05A-7A07-4286-AA18-B883C0AF9A3B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71310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D82C05A-7A07-4286-AA18-B883C0AF9A3B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149975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D82C05A-7A07-4286-AA18-B883C0AF9A3B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523720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D82C05A-7A07-4286-AA18-B883C0AF9A3B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358963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D82C05A-7A07-4286-AA18-B883C0AF9A3B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79995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D82C05A-7A07-4286-AA18-B883C0AF9A3B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464158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D82C05A-7A07-4286-AA18-B883C0AF9A3B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23817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DD82C05A-7A07-4286-AA18-B883C0AF9A3B}" type="slidenum">
              <a:rPr lang="es-ES" smtClean="0"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78743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3.svg"/><Relationship Id="rId9" Type="http://schemas.openxmlformats.org/officeDocument/2006/relationships/image" Target="../media/image10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2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39686" y="1209643"/>
            <a:ext cx="8508273" cy="4968000"/>
          </a:xfrm>
        </p:spPr>
        <p:txBody>
          <a:bodyPr rtlCol="0" anchor="ctr">
            <a:noAutofit/>
          </a:bodyPr>
          <a:lstStyle>
            <a:lvl1pPr algn="ctr">
              <a:defRPr lang="es-ES" sz="7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2734992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ráfico 45">
            <a:extLst>
              <a:ext uri="{FF2B5EF4-FFF2-40B4-BE49-F238E27FC236}">
                <a16:creationId xmlns:a16="http://schemas.microsoft.com/office/drawing/2014/main" id="{FFDE191C-52DF-6A6D-EC88-18A052FFB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37716"/>
          <a:stretch/>
        </p:blipFill>
        <p:spPr>
          <a:xfrm rot="16200000">
            <a:off x="9722190" y="160175"/>
            <a:ext cx="2394401" cy="2545223"/>
          </a:xfrm>
          <a:prstGeom prst="rect">
            <a:avLst/>
          </a:prstGeom>
        </p:spPr>
      </p:pic>
      <p:pic>
        <p:nvPicPr>
          <p:cNvPr id="31" name="Gráfico 30">
            <a:extLst>
              <a:ext uri="{FF2B5EF4-FFF2-40B4-BE49-F238E27FC236}">
                <a16:creationId xmlns:a16="http://schemas.microsoft.com/office/drawing/2014/main" id="{6D30DCAC-B495-853F-9921-FBA390186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140620" y="2616531"/>
            <a:ext cx="2394401" cy="4086444"/>
          </a:xfrm>
          <a:prstGeom prst="rect">
            <a:avLst/>
          </a:prstGeom>
        </p:spPr>
      </p:pic>
      <p:grpSp>
        <p:nvGrpSpPr>
          <p:cNvPr id="32" name="Grupo 31">
            <a:extLst>
              <a:ext uri="{FF2B5EF4-FFF2-40B4-BE49-F238E27FC236}">
                <a16:creationId xmlns:a16="http://schemas.microsoft.com/office/drawing/2014/main" id="{8CB78A71-D8F9-12A2-1D4E-A2C2E4E15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594100" y="380999"/>
            <a:ext cx="4972050" cy="5475954"/>
            <a:chOff x="1698171" y="691024"/>
            <a:chExt cx="4972050" cy="5475954"/>
          </a:xfrm>
        </p:grpSpPr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D1FCBAB4-0CBD-A738-A058-100C35A0BDF1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972050" cy="5475954"/>
              <a:chOff x="1466850" y="380320"/>
              <a:chExt cx="5233574" cy="5763985"/>
            </a:xfrm>
          </p:grpSpPr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A67098CE-4555-2BEE-5226-2E2F9EE1D5BB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5233574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6A0CBAEB-0BE9-F75E-CB8D-A411C52E889A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5233574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0EDFCBD7-3731-A5D1-BB82-218531D6BA6E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Elipse 34">
                <a:extLst>
                  <a:ext uri="{FF2B5EF4-FFF2-40B4-BE49-F238E27FC236}">
                    <a16:creationId xmlns:a16="http://schemas.microsoft.com/office/drawing/2014/main" id="{AA6D4634-51B3-BE70-0479-199D811D75F3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B2B1D16B-1A18-4890-4596-F24DD1C0BA94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E98E60AF-0ABD-505A-4D5D-18B025CCA331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</p:grpSp>
      <p:sp>
        <p:nvSpPr>
          <p:cNvPr id="40" name="Título 1">
            <a:extLst>
              <a:ext uri="{FF2B5EF4-FFF2-40B4-BE49-F238E27FC236}">
                <a16:creationId xmlns:a16="http://schemas.microsoft.com/office/drawing/2014/main" id="{A048DF11-5712-A1DF-9E33-2C705AF54B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57068" y="851547"/>
            <a:ext cx="4275364" cy="1979634"/>
          </a:xfrm>
        </p:spPr>
        <p:txBody>
          <a:bodyPr rtlCol="0" anchor="ctr"/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41" name="Marcador de contenido 2">
            <a:extLst>
              <a:ext uri="{FF2B5EF4-FFF2-40B4-BE49-F238E27FC236}">
                <a16:creationId xmlns:a16="http://schemas.microsoft.com/office/drawing/2014/main" id="{5FC08F1C-3206-A42D-3BCD-F04FBA78394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947886" y="2831182"/>
            <a:ext cx="4275364" cy="2660213"/>
          </a:xfrm>
        </p:spPr>
        <p:txBody>
          <a:bodyPr tIns="0" bIns="0" rtlCol="0"/>
          <a:lstStyle>
            <a:lvl1pPr>
              <a:lnSpc>
                <a:spcPct val="150000"/>
              </a:lnSpc>
              <a:defRPr lang="es-ES" sz="1800"/>
            </a:lvl1pPr>
            <a:lvl2pPr>
              <a:lnSpc>
                <a:spcPct val="150000"/>
              </a:lnSpc>
              <a:defRPr lang="es-ES" sz="1800"/>
            </a:lvl2pPr>
            <a:lvl3pPr>
              <a:lnSpc>
                <a:spcPct val="150000"/>
              </a:lnSpc>
              <a:defRPr lang="es-ES" sz="1600"/>
            </a:lvl3pPr>
            <a:lvl4pPr>
              <a:lnSpc>
                <a:spcPct val="150000"/>
              </a:lnSpc>
              <a:defRPr lang="es-ES" sz="1400"/>
            </a:lvl4pPr>
            <a:lvl5pPr>
              <a:lnSpc>
                <a:spcPct val="150000"/>
              </a:lnSpc>
              <a:defRPr lang="es-ES" sz="14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19671B5C-5A86-C6A6-2913-1F73F100E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43" name="Conector recto 42">
            <a:extLst>
              <a:ext uri="{FF2B5EF4-FFF2-40B4-BE49-F238E27FC236}">
                <a16:creationId xmlns:a16="http://schemas.microsoft.com/office/drawing/2014/main" id="{542D9D8C-0E11-E268-D458-EC3BC4FD2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Marcador de fecha 3">
            <a:extLst>
              <a:ext uri="{FF2B5EF4-FFF2-40B4-BE49-F238E27FC236}">
                <a16:creationId xmlns:a16="http://schemas.microsoft.com/office/drawing/2014/main" id="{8E4CD02A-FF2F-864A-138B-368FE9BFD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6D34052B-666B-41A3-BDA3-BB7C580B2537}" type="datetime1">
              <a:rPr lang="es-ES" smtClean="0"/>
              <a:t>20/05/2024</a:t>
            </a:fld>
            <a:endParaRPr lang="es-ES" dirty="0"/>
          </a:p>
        </p:txBody>
      </p:sp>
      <p:pic>
        <p:nvPicPr>
          <p:cNvPr id="47" name="Gráfico 46">
            <a:extLst>
              <a:ext uri="{FF2B5EF4-FFF2-40B4-BE49-F238E27FC236}">
                <a16:creationId xmlns:a16="http://schemas.microsoft.com/office/drawing/2014/main" id="{5B0F505A-EE51-9D7A-42EA-2CD2CD432E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8" name="Gráfico 47">
            <a:extLst>
              <a:ext uri="{FF2B5EF4-FFF2-40B4-BE49-F238E27FC236}">
                <a16:creationId xmlns:a16="http://schemas.microsoft.com/office/drawing/2014/main" id="{B4905353-8D75-B3E2-2489-1D6907755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4DBFD95C-0912-3222-EECA-8F84031BC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0" name="Marcador de número de diapositiva 5">
            <a:extLst>
              <a:ext uri="{FF2B5EF4-FFF2-40B4-BE49-F238E27FC236}">
                <a16:creationId xmlns:a16="http://schemas.microsoft.com/office/drawing/2014/main" id="{7F30B651-FA38-151D-A122-6186F222C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51" name="Rectángulo 50">
            <a:extLst>
              <a:ext uri="{FF2B5EF4-FFF2-40B4-BE49-F238E27FC236}">
                <a16:creationId xmlns:a16="http://schemas.microsoft.com/office/drawing/2014/main" id="{B343855C-EC70-E12C-3368-415B1AC40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lvl="0" algn="ctr" rtl="0"/>
            <a:r>
              <a:rPr lang="es-ES" sz="1800" b="1">
                <a:solidFill>
                  <a:schemeClr val="tx1"/>
                </a:solidFill>
                <a:latin typeface="+mn-lt"/>
              </a:rPr>
              <a:t>ACTÚA</a:t>
            </a:r>
            <a:endParaRPr lang="es-E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529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784" y="1059463"/>
            <a:ext cx="6008915" cy="4431932"/>
          </a:xfrm>
        </p:spPr>
        <p:txBody>
          <a:bodyPr rtlCol="0"/>
          <a:lstStyle>
            <a:lvl1pPr algn="ctr">
              <a:defRPr lang="es-ES" sz="6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36" name="Marcador de posición de imagen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81871" y="881363"/>
            <a:ext cx="4297680" cy="4937760"/>
          </a:xfrm>
        </p:spPr>
        <p:txBody>
          <a:bodyPr rtlCol="0"/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F8B87FB-2727-2ED0-7E72-76E55BE45C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D9C4F77E-C259-1702-5FF7-B1EF4F060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fecha 3">
            <a:extLst>
              <a:ext uri="{FF2B5EF4-FFF2-40B4-BE49-F238E27FC236}">
                <a16:creationId xmlns:a16="http://schemas.microsoft.com/office/drawing/2014/main" id="{BE4EF1CA-0713-F725-CD7A-054E121433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66CF2BBB-4D54-4B9E-8D97-E955EA97F482}" type="datetime1">
              <a:rPr lang="es-ES" smtClean="0"/>
              <a:t>20/05/2024</a:t>
            </a:fld>
            <a:endParaRPr lang="es-ES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C7C27500-80A5-ACE3-E5FE-30B63950C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1" name="Gráfico 10">
            <a:extLst>
              <a:ext uri="{FF2B5EF4-FFF2-40B4-BE49-F238E27FC236}">
                <a16:creationId xmlns:a16="http://schemas.microsoft.com/office/drawing/2014/main" id="{06256C1F-A548-F457-2753-E96A83E5E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797F79C1-FB83-AC51-70F8-8E7305F7C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5" name="Marcador de número de diapositiva 5">
            <a:extLst>
              <a:ext uri="{FF2B5EF4-FFF2-40B4-BE49-F238E27FC236}">
                <a16:creationId xmlns:a16="http://schemas.microsoft.com/office/drawing/2014/main" id="{BBDD93F0-5136-93CB-0125-942AA63827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FE7A212-2920-1971-09FB-8F2CF45120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lvl="0" algn="ctr" rtl="0"/>
            <a:r>
              <a:rPr lang="es-ES" sz="1800" b="1">
                <a:solidFill>
                  <a:schemeClr val="tx1"/>
                </a:solidFill>
                <a:latin typeface="+mn-lt"/>
              </a:rPr>
              <a:t>ACTÚA</a:t>
            </a:r>
            <a:endParaRPr lang="es-E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48064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9B9D92F9-7505-2024-1DF6-10DB1241A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0898"/>
          <a:stretch/>
        </p:blipFill>
        <p:spPr>
          <a:xfrm>
            <a:off x="0" y="1448221"/>
            <a:ext cx="2197076" cy="3717471"/>
          </a:xfrm>
          <a:prstGeom prst="rect">
            <a:avLst/>
          </a:pr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7D296A0E-AA2F-B543-BCEA-D30C665A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851548"/>
            <a:ext cx="6687981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sz="1600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FF4E35C9-2754-CF70-29E7-27AC12CE4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0999" y="380999"/>
            <a:ext cx="6687981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69AAB6D3-CF07-3A44-F37A-9DEF7B82B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22515" y="505268"/>
            <a:ext cx="810985" cy="212272"/>
            <a:chOff x="1883229" y="800099"/>
            <a:chExt cx="810985" cy="212272"/>
          </a:xfrm>
        </p:grpSpPr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16E4DBAB-D882-5741-A690-F28CB547E059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59414570-C554-43C4-DF59-67790E6DBEB8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D9EC5277-EFEF-467F-A8E8-3AB6A62F3A00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5644" y="841808"/>
            <a:ext cx="6712153" cy="4012867"/>
          </a:xfrm>
        </p:spPr>
        <p:txBody>
          <a:bodyPr rtlCol="0" anchor="ctr"/>
          <a:lstStyle>
            <a:lvl1pPr algn="ctr">
              <a:defRPr lang="es-ES" sz="54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A63774F2-22B6-2050-1FA9-905E2B2B5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532" y="4854677"/>
            <a:ext cx="6008915" cy="65292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D406CD66-4AAA-6429-2E99-B4514373C2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34784" y="4854677"/>
            <a:ext cx="6008915" cy="652923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800"/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A037F58E-633A-20EC-118A-2A3039E20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9400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83E7202-D4FD-97A5-44A7-EC8436DA2B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851548"/>
            <a:ext cx="4353117" cy="5005405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680E844-DC94-8DC4-9D32-BFCC78887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53932" y="380999"/>
            <a:ext cx="4353117" cy="470550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890C8A32-35EB-644B-4A78-F0837BB8C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95447" y="505268"/>
            <a:ext cx="810985" cy="212272"/>
            <a:chOff x="1883229" y="800099"/>
            <a:chExt cx="810985" cy="212272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7D61DD85-A825-A396-2A30-039913643826}"/>
                </a:ext>
              </a:extLst>
            </p:cNvPr>
            <p:cNvSpPr/>
            <p:nvPr userDrawn="1"/>
          </p:nvSpPr>
          <p:spPr>
            <a:xfrm>
              <a:off x="1883229" y="800100"/>
              <a:ext cx="212271" cy="212271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AE29ECB8-2561-5C06-11F4-9DAB13E88AF9}"/>
                </a:ext>
              </a:extLst>
            </p:cNvPr>
            <p:cNvSpPr/>
            <p:nvPr userDrawn="1"/>
          </p:nvSpPr>
          <p:spPr>
            <a:xfrm>
              <a:off x="2182586" y="800100"/>
              <a:ext cx="212271" cy="212271"/>
            </a:xfrm>
            <a:prstGeom prst="ellipse">
              <a:avLst/>
            </a:prstGeom>
            <a:solidFill>
              <a:schemeClr val="accent5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EAE27364-A704-A922-E89E-C44E9040E1E4}"/>
                </a:ext>
              </a:extLst>
            </p:cNvPr>
            <p:cNvSpPr/>
            <p:nvPr userDrawn="1"/>
          </p:nvSpPr>
          <p:spPr>
            <a:xfrm>
              <a:off x="2481943" y="800099"/>
              <a:ext cx="212271" cy="212271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 dirty="0"/>
            </a:p>
          </p:txBody>
        </p:sp>
      </p:grpSp>
      <p:sp>
        <p:nvSpPr>
          <p:cNvPr id="36" name="Marcador de posición de imagen 35">
            <a:extLst>
              <a:ext uri="{FF2B5EF4-FFF2-40B4-BE49-F238E27FC236}">
                <a16:creationId xmlns:a16="http://schemas.microsoft.com/office/drawing/2014/main" id="{E5704C24-F4AD-72DA-159C-32CBFB1AFD4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466631" y="859509"/>
            <a:ext cx="4324485" cy="4983480"/>
          </a:xfrm>
        </p:spPr>
        <p:txBody>
          <a:bodyPr rtlCol="0"/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579CD2F2-6C1D-5B8C-C5CF-40222BAE8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B216551A-8E0E-2E51-2D2F-BD765A674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fecha 3">
            <a:extLst>
              <a:ext uri="{FF2B5EF4-FFF2-40B4-BE49-F238E27FC236}">
                <a16:creationId xmlns:a16="http://schemas.microsoft.com/office/drawing/2014/main" id="{B612F406-221C-DFC9-5B2E-A6B4A06FF4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3D87726C-7A6D-4C2A-BB29-D64BB1D0B354}" type="datetime1">
              <a:rPr lang="es-ES" smtClean="0"/>
              <a:t>20/05/2024</a:t>
            </a:fld>
            <a:endParaRPr lang="es-ES" dirty="0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A08FB81D-7980-C91F-E68F-CA152DB4A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5" name="Gráfico 14">
            <a:extLst>
              <a:ext uri="{FF2B5EF4-FFF2-40B4-BE49-F238E27FC236}">
                <a16:creationId xmlns:a16="http://schemas.microsoft.com/office/drawing/2014/main" id="{C790F93D-BC22-F46A-6921-211237434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CBA151EE-A96C-A1AB-6996-3FF8F8AFA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33" name="Marcador de número de diapositiva 5">
            <a:extLst>
              <a:ext uri="{FF2B5EF4-FFF2-40B4-BE49-F238E27FC236}">
                <a16:creationId xmlns:a16="http://schemas.microsoft.com/office/drawing/2014/main" id="{0FBE0826-C479-F9B2-BE8C-B31F4CD98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2278FC6-6AA7-8092-6593-326853123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lvl="0" algn="ctr" rtl="0"/>
            <a:r>
              <a:rPr lang="es-ES" sz="1800" b="1">
                <a:solidFill>
                  <a:schemeClr val="tx1"/>
                </a:solidFill>
                <a:latin typeface="+mn-lt"/>
              </a:rPr>
              <a:t>ACTÚA</a:t>
            </a:r>
            <a:endParaRPr lang="es-E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839226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BA79ADB4-793B-694B-0F44-63AED5A3B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30572"/>
            <a:ext cx="10907016" cy="1162882"/>
          </a:xfrm>
        </p:spPr>
        <p:txBody>
          <a:bodyPr tIns="182880" rtlCol="0"/>
          <a:lstStyle>
            <a:lvl1pPr algn="l"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50" y="1917700"/>
            <a:ext cx="10907016" cy="3340099"/>
          </a:xfrm>
        </p:spPr>
        <p:txBody>
          <a:bodyPr rtlCol="0"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lang="es-ES"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lang="es-ES"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lang="es-ES"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lang="es-ES"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74C63F8-081B-3D1E-1EC2-A59B7627A0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0B6F8D9-3C25-DDB8-6C45-D06BF5D83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Marcador de fecha 3">
            <a:extLst>
              <a:ext uri="{FF2B5EF4-FFF2-40B4-BE49-F238E27FC236}">
                <a16:creationId xmlns:a16="http://schemas.microsoft.com/office/drawing/2014/main" id="{BA069417-406B-7583-F175-EE9B3830EE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DA948199-5B92-4C3F-9AE7-CEBFD5C7B05F}" type="datetime1">
              <a:rPr lang="es-ES" smtClean="0"/>
              <a:t>20/05/2024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8DDC80A3-1127-C309-CCCF-459D4B365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A7D4C341-6443-CB24-41AE-09E84AA6E8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553FCF92-6C55-D212-BCA4-51709D62A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6" name="Marcador de número de diapositiva 5">
            <a:extLst>
              <a:ext uri="{FF2B5EF4-FFF2-40B4-BE49-F238E27FC236}">
                <a16:creationId xmlns:a16="http://schemas.microsoft.com/office/drawing/2014/main" id="{25EF7369-613A-D7D3-3478-17904CF31D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72B5CA49-A7D8-662B-28C7-95B7B7AD4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lvl="0" algn="ctr" rtl="0"/>
            <a:r>
              <a:rPr lang="es-ES" sz="1800" b="1">
                <a:solidFill>
                  <a:schemeClr val="tx1"/>
                </a:solidFill>
                <a:latin typeface="+mn-lt"/>
              </a:rPr>
              <a:t>ACTÚA</a:t>
            </a:r>
            <a:endParaRPr lang="es-E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05993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a libre: Forma 16">
            <a:extLst>
              <a:ext uri="{FF2B5EF4-FFF2-40B4-BE49-F238E27FC236}">
                <a16:creationId xmlns:a16="http://schemas.microsoft.com/office/drawing/2014/main" id="{327CAC6E-6513-EFEF-80DD-DC09D9C4B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51132" y="1"/>
            <a:ext cx="4040868" cy="2484203"/>
          </a:xfrm>
          <a:custGeom>
            <a:avLst/>
            <a:gdLst>
              <a:gd name="connsiteX0" fmla="*/ 1639501 w 4040868"/>
              <a:gd name="connsiteY0" fmla="*/ 0 h 2484203"/>
              <a:gd name="connsiteX1" fmla="*/ 1927972 w 4040868"/>
              <a:gd name="connsiteY1" fmla="*/ 0 h 2484203"/>
              <a:gd name="connsiteX2" fmla="*/ 1936047 w 4040868"/>
              <a:gd name="connsiteY2" fmla="*/ 69832 h 2484203"/>
              <a:gd name="connsiteX3" fmla="*/ 1871145 w 4040868"/>
              <a:gd name="connsiteY3" fmla="*/ 561938 h 2484203"/>
              <a:gd name="connsiteX4" fmla="*/ 1876589 w 4040868"/>
              <a:gd name="connsiteY4" fmla="*/ 1144624 h 2484203"/>
              <a:gd name="connsiteX5" fmla="*/ 2418931 w 4040868"/>
              <a:gd name="connsiteY5" fmla="*/ 931295 h 2484203"/>
              <a:gd name="connsiteX6" fmla="*/ 3278854 w 4040868"/>
              <a:gd name="connsiteY6" fmla="*/ 718297 h 2484203"/>
              <a:gd name="connsiteX7" fmla="*/ 3403625 w 4040868"/>
              <a:gd name="connsiteY7" fmla="*/ 1595367 h 2484203"/>
              <a:gd name="connsiteX8" fmla="*/ 3409135 w 4040868"/>
              <a:gd name="connsiteY8" fmla="*/ 2178165 h 2484203"/>
              <a:gd name="connsiteX9" fmla="*/ 3951362 w 4040868"/>
              <a:gd name="connsiteY9" fmla="*/ 1964825 h 2484203"/>
              <a:gd name="connsiteX10" fmla="*/ 4040868 w 4040868"/>
              <a:gd name="connsiteY10" fmla="*/ 1907085 h 2484203"/>
              <a:gd name="connsiteX11" fmla="*/ 4040868 w 4040868"/>
              <a:gd name="connsiteY11" fmla="*/ 2245468 h 2484203"/>
              <a:gd name="connsiteX12" fmla="*/ 3897247 w 4040868"/>
              <a:gd name="connsiteY12" fmla="*/ 2338115 h 2484203"/>
              <a:gd name="connsiteX13" fmla="*/ 3250168 w 4040868"/>
              <a:gd name="connsiteY13" fmla="*/ 2413957 h 2484203"/>
              <a:gd name="connsiteX14" fmla="*/ 3125358 w 4040868"/>
              <a:gd name="connsiteY14" fmla="*/ 1536797 h 2484203"/>
              <a:gd name="connsiteX15" fmla="*/ 3119853 w 4040868"/>
              <a:gd name="connsiteY15" fmla="*/ 954065 h 2484203"/>
              <a:gd name="connsiteX16" fmla="*/ 2577517 w 4040868"/>
              <a:gd name="connsiteY16" fmla="*/ 1167400 h 2484203"/>
              <a:gd name="connsiteX17" fmla="*/ 1717591 w 4040868"/>
              <a:gd name="connsiteY17" fmla="*/ 1380395 h 2484203"/>
              <a:gd name="connsiteX18" fmla="*/ 1592853 w 4040868"/>
              <a:gd name="connsiteY18" fmla="*/ 503348 h 2484203"/>
              <a:gd name="connsiteX19" fmla="*/ 1642974 w 4040868"/>
              <a:gd name="connsiteY19" fmla="*/ 8510 h 2484203"/>
              <a:gd name="connsiteX20" fmla="*/ 0 w 4040868"/>
              <a:gd name="connsiteY20" fmla="*/ 0 h 2484203"/>
              <a:gd name="connsiteX21" fmla="*/ 285293 w 4040868"/>
              <a:gd name="connsiteY21" fmla="*/ 0 h 2484203"/>
              <a:gd name="connsiteX22" fmla="*/ 288683 w 4040868"/>
              <a:gd name="connsiteY22" fmla="*/ 23305 h 2484203"/>
              <a:gd name="connsiteX23" fmla="*/ 344260 w 4040868"/>
              <a:gd name="connsiteY23" fmla="*/ 111230 h 2484203"/>
              <a:gd name="connsiteX24" fmla="*/ 728339 w 4040868"/>
              <a:gd name="connsiteY24" fmla="*/ 1794 h 2484203"/>
              <a:gd name="connsiteX25" fmla="*/ 731070 w 4040868"/>
              <a:gd name="connsiteY25" fmla="*/ 0 h 2484203"/>
              <a:gd name="connsiteX26" fmla="*/ 1253365 w 4040868"/>
              <a:gd name="connsiteY26" fmla="*/ 0 h 2484203"/>
              <a:gd name="connsiteX27" fmla="*/ 1203261 w 4040868"/>
              <a:gd name="connsiteY27" fmla="*/ 30014 h 2484203"/>
              <a:gd name="connsiteX28" fmla="*/ 1045098 w 4040868"/>
              <a:gd name="connsiteY28" fmla="*/ 133945 h 2484203"/>
              <a:gd name="connsiteX29" fmla="*/ 185259 w 4040868"/>
              <a:gd name="connsiteY29" fmla="*/ 346999 h 2484203"/>
              <a:gd name="connsiteX30" fmla="*/ 8682 w 4040868"/>
              <a:gd name="connsiteY30" fmla="*/ 75030 h 2484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4040868" h="2484203">
                <a:moveTo>
                  <a:pt x="1639501" y="0"/>
                </a:moveTo>
                <a:lnTo>
                  <a:pt x="1927972" y="0"/>
                </a:lnTo>
                <a:lnTo>
                  <a:pt x="1936047" y="69832"/>
                </a:lnTo>
                <a:cubicBezTo>
                  <a:pt x="1941935" y="225592"/>
                  <a:pt x="1905398" y="399199"/>
                  <a:pt x="1871145" y="561938"/>
                </a:cubicBezTo>
                <a:cubicBezTo>
                  <a:pt x="1818675" y="811204"/>
                  <a:pt x="1764412" y="1068972"/>
                  <a:pt x="1876589" y="1144624"/>
                </a:cubicBezTo>
                <a:cubicBezTo>
                  <a:pt x="1988767" y="1220276"/>
                  <a:pt x="2207469" y="1073404"/>
                  <a:pt x="2418931" y="931295"/>
                </a:cubicBezTo>
                <a:cubicBezTo>
                  <a:pt x="2695019" y="745819"/>
                  <a:pt x="3007951" y="535602"/>
                  <a:pt x="3278854" y="718297"/>
                </a:cubicBezTo>
                <a:cubicBezTo>
                  <a:pt x="3549759" y="900994"/>
                  <a:pt x="3472126" y="1269896"/>
                  <a:pt x="3403625" y="1595367"/>
                </a:cubicBezTo>
                <a:cubicBezTo>
                  <a:pt x="3351132" y="1844684"/>
                  <a:pt x="3296911" y="2102481"/>
                  <a:pt x="3409135" y="2178165"/>
                </a:cubicBezTo>
                <a:cubicBezTo>
                  <a:pt x="3521360" y="2253848"/>
                  <a:pt x="3739918" y="2106880"/>
                  <a:pt x="3951362" y="1964825"/>
                </a:cubicBezTo>
                <a:lnTo>
                  <a:pt x="4040868" y="1907085"/>
                </a:lnTo>
                <a:lnTo>
                  <a:pt x="4040868" y="2245468"/>
                </a:lnTo>
                <a:lnTo>
                  <a:pt x="3897247" y="2338115"/>
                </a:lnTo>
                <a:cubicBezTo>
                  <a:pt x="3680078" y="2466935"/>
                  <a:pt x="3453297" y="2550946"/>
                  <a:pt x="3250168" y="2413957"/>
                </a:cubicBezTo>
                <a:cubicBezTo>
                  <a:pt x="2979295" y="2231282"/>
                  <a:pt x="3056854" y="1862273"/>
                  <a:pt x="3125358" y="1536797"/>
                </a:cubicBezTo>
                <a:cubicBezTo>
                  <a:pt x="3177820" y="1287528"/>
                  <a:pt x="3232077" y="1029749"/>
                  <a:pt x="3119853" y="954065"/>
                </a:cubicBezTo>
                <a:cubicBezTo>
                  <a:pt x="3007628" y="878381"/>
                  <a:pt x="2788984" y="1025298"/>
                  <a:pt x="2577517" y="1167400"/>
                </a:cubicBezTo>
                <a:cubicBezTo>
                  <a:pt x="2301431" y="1352887"/>
                  <a:pt x="1988500" y="1563095"/>
                  <a:pt x="1717591" y="1380395"/>
                </a:cubicBezTo>
                <a:cubicBezTo>
                  <a:pt x="1446683" y="1197696"/>
                  <a:pt x="1524354" y="828830"/>
                  <a:pt x="1592853" y="503348"/>
                </a:cubicBezTo>
                <a:cubicBezTo>
                  <a:pt x="1632232" y="316369"/>
                  <a:pt x="1672597" y="124625"/>
                  <a:pt x="1642974" y="8510"/>
                </a:cubicBezTo>
                <a:close/>
                <a:moveTo>
                  <a:pt x="0" y="0"/>
                </a:moveTo>
                <a:lnTo>
                  <a:pt x="285293" y="0"/>
                </a:lnTo>
                <a:lnTo>
                  <a:pt x="288683" y="23305"/>
                </a:lnTo>
                <a:cubicBezTo>
                  <a:pt x="298556" y="62009"/>
                  <a:pt x="316206" y="92310"/>
                  <a:pt x="344260" y="111230"/>
                </a:cubicBezTo>
                <a:cubicBezTo>
                  <a:pt x="428424" y="167989"/>
                  <a:pt x="572407" y="99511"/>
                  <a:pt x="728339" y="1794"/>
                </a:cubicBezTo>
                <a:lnTo>
                  <a:pt x="731070" y="0"/>
                </a:lnTo>
                <a:lnTo>
                  <a:pt x="1253365" y="0"/>
                </a:lnTo>
                <a:lnTo>
                  <a:pt x="1203261" y="30014"/>
                </a:lnTo>
                <a:cubicBezTo>
                  <a:pt x="1151276" y="62590"/>
                  <a:pt x="1097964" y="98419"/>
                  <a:pt x="1045098" y="133945"/>
                </a:cubicBezTo>
                <a:cubicBezTo>
                  <a:pt x="769005" y="319427"/>
                  <a:pt x="456124" y="529669"/>
                  <a:pt x="185259" y="346999"/>
                </a:cubicBezTo>
                <a:cubicBezTo>
                  <a:pt x="83685" y="278498"/>
                  <a:pt x="31110" y="183804"/>
                  <a:pt x="8682" y="7503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  <a:alpha val="50000"/>
            </a:schemeClr>
          </a:solidFill>
          <a:ln w="15939" cap="flat">
            <a:noFill/>
            <a:prstDash val="solid"/>
            <a:miter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39D0D1EA-36A7-6453-1FD4-3D8EDB9E3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0898"/>
          <a:stretch/>
        </p:blipFill>
        <p:spPr>
          <a:xfrm>
            <a:off x="0" y="2536372"/>
            <a:ext cx="2197076" cy="3717471"/>
          </a:xfrm>
          <a:prstGeom prst="rect">
            <a:avLst/>
          </a:prstGeom>
        </p:spPr>
      </p:pic>
      <p:grpSp>
        <p:nvGrpSpPr>
          <p:cNvPr id="11" name="Grupo 10">
            <a:extLst>
              <a:ext uri="{FF2B5EF4-FFF2-40B4-BE49-F238E27FC236}">
                <a16:creationId xmlns:a16="http://schemas.microsoft.com/office/drawing/2014/main" id="{956C6AF7-C52F-0661-9756-4ACF5F53D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698171" y="691024"/>
            <a:ext cx="8795658" cy="5475954"/>
            <a:chOff x="1698171" y="691024"/>
            <a:chExt cx="8795658" cy="5475954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28E9A7E9-8102-96E8-3AFE-500CB362A1DC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8795658" cy="5475954"/>
              <a:chOff x="1466850" y="380320"/>
              <a:chExt cx="9258300" cy="5763985"/>
            </a:xfrm>
          </p:grpSpPr>
          <p:sp>
            <p:nvSpPr>
              <p:cNvPr id="4" name="Rectángulo 3">
                <a:extLst>
                  <a:ext uri="{FF2B5EF4-FFF2-40B4-BE49-F238E27FC236}">
                    <a16:creationId xmlns:a16="http://schemas.microsoft.com/office/drawing/2014/main" id="{053ECDAF-8D46-3B38-8636-403A9D6E1AE5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9258300" cy="526868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CF9042C5-541D-EACD-1550-73F521EE58CE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925830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C316982B-45E5-11C7-13E9-FFB7118F3739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7" name="Elipse 6">
                <a:extLst>
                  <a:ext uri="{FF2B5EF4-FFF2-40B4-BE49-F238E27FC236}">
                    <a16:creationId xmlns:a16="http://schemas.microsoft.com/office/drawing/2014/main" id="{BAEAE856-A4AE-737F-5F25-C2D45CCF9350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1869E9B6-7A5C-6135-A347-B48DCD6D4E3A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04D07301-3180-6D7F-A1D1-2011E615007D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26326" y="1224098"/>
            <a:ext cx="8939349" cy="3717472"/>
          </a:xfrm>
        </p:spPr>
        <p:txBody>
          <a:bodyPr rtlCol="0" anchor="ctr">
            <a:noAutofit/>
          </a:bodyPr>
          <a:lstStyle>
            <a:lvl1pPr algn="ctr">
              <a:defRPr lang="es-ES" sz="60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CB0A1C84-853A-628A-A9BA-CA6C9B1A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460173" y="5017288"/>
            <a:ext cx="7271656" cy="652923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60171" y="5017288"/>
            <a:ext cx="7271657" cy="652923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s-ES" sz="1800"/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33416" y="1933575"/>
            <a:ext cx="5312664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50" y="1933575"/>
            <a:ext cx="5314950" cy="3661683"/>
          </a:xfrm>
          <a:prstGeom prst="roundRect">
            <a:avLst>
              <a:gd name="adj" fmla="val 9932"/>
            </a:avLst>
          </a:prstGeom>
          <a:solidFill>
            <a:schemeClr val="accent5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7AB85A72-D42C-6248-9886-01A284D0AE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 rtlCol="0"/>
          <a:lstStyle>
            <a:lvl1pPr algn="l"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0C8E618-75F9-458D-3A62-1F2682AD9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1A417590-A410-1B88-C23B-74EA0E7EA5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Marcador de contenido 2">
            <a:extLst>
              <a:ext uri="{FF2B5EF4-FFF2-40B4-BE49-F238E27FC236}">
                <a16:creationId xmlns:a16="http://schemas.microsoft.com/office/drawing/2014/main" id="{20C0BEF1-6AFB-D9F2-2B8C-DF15558CAB5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888999" y="2343150"/>
            <a:ext cx="4873446" cy="2994868"/>
          </a:xfrm>
        </p:spPr>
        <p:txBody>
          <a:bodyPr rtlCol="0"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lang="es-ES" sz="1800"/>
            </a:lvl1pPr>
            <a:lvl2pPr marL="228600">
              <a:lnSpc>
                <a:spcPts val="1900"/>
              </a:lnSpc>
              <a:spcBef>
                <a:spcPts val="1000"/>
              </a:spcBef>
              <a:defRPr lang="es-ES" sz="1800"/>
            </a:lvl2pPr>
            <a:lvl3pPr marL="685800">
              <a:lnSpc>
                <a:spcPts val="1900"/>
              </a:lnSpc>
              <a:spcBef>
                <a:spcPts val="1000"/>
              </a:spcBef>
              <a:defRPr lang="es-ES" sz="1800"/>
            </a:lvl3pPr>
            <a:lvl4pPr marL="1143000">
              <a:lnSpc>
                <a:spcPts val="1900"/>
              </a:lnSpc>
              <a:spcBef>
                <a:spcPts val="1000"/>
              </a:spcBef>
              <a:defRPr lang="es-ES" sz="1800"/>
            </a:lvl4pPr>
            <a:lvl5pPr marL="1600200">
              <a:lnSpc>
                <a:spcPts val="1900"/>
              </a:lnSpc>
              <a:spcBef>
                <a:spcPts val="1000"/>
              </a:spcBef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F9B32CC6-748C-4CAB-2EAB-F498EBD8B32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496321" y="2343150"/>
            <a:ext cx="4873446" cy="2990850"/>
          </a:xfrm>
        </p:spPr>
        <p:txBody>
          <a:bodyPr rtlCol="0"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lang="es-ES" sz="1800"/>
            </a:lvl1pPr>
            <a:lvl2pPr marL="228600">
              <a:lnSpc>
                <a:spcPts val="1900"/>
              </a:lnSpc>
              <a:spcBef>
                <a:spcPts val="1000"/>
              </a:spcBef>
              <a:defRPr lang="es-ES" sz="1800"/>
            </a:lvl2pPr>
            <a:lvl3pPr marL="685800">
              <a:lnSpc>
                <a:spcPts val="1900"/>
              </a:lnSpc>
              <a:spcBef>
                <a:spcPts val="1000"/>
              </a:spcBef>
              <a:defRPr lang="es-ES" sz="1800"/>
            </a:lvl3pPr>
            <a:lvl4pPr marL="1143000">
              <a:lnSpc>
                <a:spcPts val="1900"/>
              </a:lnSpc>
              <a:spcBef>
                <a:spcPts val="1000"/>
              </a:spcBef>
              <a:defRPr lang="es-ES" sz="1800"/>
            </a:lvl4pPr>
            <a:lvl5pPr marL="1600200">
              <a:lnSpc>
                <a:spcPts val="1900"/>
              </a:lnSpc>
              <a:spcBef>
                <a:spcPts val="1000"/>
              </a:spcBef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4" name="Marcador de fecha 3">
            <a:extLst>
              <a:ext uri="{FF2B5EF4-FFF2-40B4-BE49-F238E27FC236}">
                <a16:creationId xmlns:a16="http://schemas.microsoft.com/office/drawing/2014/main" id="{95B39729-974D-AA19-321C-259F9E677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A1190AC0-7708-4364-83D3-DF656029F2B9}" type="datetime1">
              <a:rPr lang="es-ES" smtClean="0"/>
              <a:t>20/05/2024</a:t>
            </a:fld>
            <a:endParaRPr lang="es-ES" dirty="0"/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D0225ACC-FFD9-6B8F-F487-1D67910EA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61D0E68D-DD6F-159D-E995-52C3D7D5E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FB0E3525-56EE-84A4-2487-4BBC37B43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9" name="Marcador de número de diapositiva 5">
            <a:extLst>
              <a:ext uri="{FF2B5EF4-FFF2-40B4-BE49-F238E27FC236}">
                <a16:creationId xmlns:a16="http://schemas.microsoft.com/office/drawing/2014/main" id="{3F9CA93E-AA01-748E-065E-20F3E1A1A0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043D476-B609-7D5A-A9DF-7D73B31B1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lvl="0" algn="ctr" rtl="0"/>
            <a:r>
              <a:rPr lang="es-ES" sz="1800" b="1">
                <a:solidFill>
                  <a:schemeClr val="tx1"/>
                </a:solidFill>
                <a:latin typeface="+mn-lt"/>
              </a:rPr>
              <a:t>ACTÚA</a:t>
            </a:r>
            <a:endParaRPr lang="es-E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0898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12482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349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3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48533775-BAF7-CC9D-D6AD-AD60D3BA94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 rtlCol="0"/>
          <a:lstStyle>
            <a:lvl1pPr algn="l"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88998" y="2343150"/>
            <a:ext cx="6762631" cy="2994868"/>
          </a:xfrm>
        </p:spPr>
        <p:txBody>
          <a:bodyPr rtlCol="0"/>
          <a:lstStyle>
            <a:lvl1pPr marL="0" indent="0">
              <a:lnSpc>
                <a:spcPts val="1900"/>
              </a:lnSpc>
              <a:spcBef>
                <a:spcPts val="1000"/>
              </a:spcBef>
              <a:buNone/>
              <a:defRPr lang="es-ES" sz="1800"/>
            </a:lvl1pPr>
            <a:lvl2pPr marL="228600">
              <a:lnSpc>
                <a:spcPts val="1900"/>
              </a:lnSpc>
              <a:spcBef>
                <a:spcPts val="1000"/>
              </a:spcBef>
              <a:defRPr lang="es-ES" sz="1800"/>
            </a:lvl2pPr>
            <a:lvl3pPr marL="685800">
              <a:lnSpc>
                <a:spcPts val="1900"/>
              </a:lnSpc>
              <a:spcBef>
                <a:spcPts val="1000"/>
              </a:spcBef>
              <a:defRPr lang="es-ES" sz="1800"/>
            </a:lvl3pPr>
            <a:lvl4pPr marL="1143000">
              <a:lnSpc>
                <a:spcPts val="1900"/>
              </a:lnSpc>
              <a:spcBef>
                <a:spcPts val="1000"/>
              </a:spcBef>
              <a:defRPr lang="es-ES" sz="1800"/>
            </a:lvl4pPr>
            <a:lvl5pPr marL="1600200">
              <a:lnSpc>
                <a:spcPts val="1900"/>
              </a:lnSpc>
              <a:spcBef>
                <a:spcPts val="1000"/>
              </a:spcBef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96275" y="2343150"/>
            <a:ext cx="3062967" cy="2990850"/>
          </a:xfrm>
        </p:spPr>
        <p:txBody>
          <a:bodyPr rtlCol="0"/>
          <a:lstStyle>
            <a:lvl1pPr>
              <a:lnSpc>
                <a:spcPts val="1900"/>
              </a:lnSpc>
              <a:defRPr lang="es-ES" sz="1800"/>
            </a:lvl1pPr>
            <a:lvl2pPr>
              <a:lnSpc>
                <a:spcPts val="1900"/>
              </a:lnSpc>
              <a:defRPr lang="es-ES" sz="1800"/>
            </a:lvl2pPr>
            <a:lvl3pPr>
              <a:lnSpc>
                <a:spcPts val="1900"/>
              </a:lnSpc>
              <a:defRPr lang="es-ES" sz="1800"/>
            </a:lvl3pPr>
            <a:lvl4pPr>
              <a:lnSpc>
                <a:spcPts val="1900"/>
              </a:lnSpc>
              <a:defRPr lang="es-ES" sz="1800"/>
            </a:lvl4pPr>
            <a:lvl5pPr>
              <a:lnSpc>
                <a:spcPts val="19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E94BBE0-379D-0165-CAC7-1F8B11D76D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202F7C8-DEF9-7613-2C2E-1BE67CDD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Marcador de fecha 3">
            <a:extLst>
              <a:ext uri="{FF2B5EF4-FFF2-40B4-BE49-F238E27FC236}">
                <a16:creationId xmlns:a16="http://schemas.microsoft.com/office/drawing/2014/main" id="{160EE65A-711D-F38D-9188-D4EAE00310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59B06FAE-BD52-46E8-B24E-90BCEA771A95}" type="datetime1">
              <a:rPr lang="es-ES" smtClean="0"/>
              <a:t>20/05/2024</a:t>
            </a:fld>
            <a:endParaRPr lang="es-ES" dirty="0"/>
          </a:p>
        </p:txBody>
      </p:sp>
      <p:pic>
        <p:nvPicPr>
          <p:cNvPr id="18" name="Gráfico 17">
            <a:extLst>
              <a:ext uri="{FF2B5EF4-FFF2-40B4-BE49-F238E27FC236}">
                <a16:creationId xmlns:a16="http://schemas.microsoft.com/office/drawing/2014/main" id="{528D3B9C-A39A-B7F4-9EF1-8DACD6392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025BC426-76D2-E6A7-7ACC-B430676DC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BEC2F84A-080B-721D-C47A-BA27BCE90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1" name="Marcador de número de diapositiva 5">
            <a:extLst>
              <a:ext uri="{FF2B5EF4-FFF2-40B4-BE49-F238E27FC236}">
                <a16:creationId xmlns:a16="http://schemas.microsoft.com/office/drawing/2014/main" id="{AEAD915F-02B9-E376-AEE8-C9188A70E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2991E374-28A1-DAB0-74F1-E14DD4733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lvl="0" algn="ctr" rtl="0"/>
            <a:r>
              <a:rPr lang="es-ES" sz="1800" b="1">
                <a:solidFill>
                  <a:schemeClr val="tx1"/>
                </a:solidFill>
                <a:latin typeface="+mn-lt"/>
              </a:rPr>
              <a:t>ACTÚA</a:t>
            </a:r>
            <a:endParaRPr lang="es-E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3546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A41A884-237A-64B6-32E7-217992605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C245F31-81CB-7608-A735-BE1B508EC0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49" y="403224"/>
            <a:ext cx="5946389" cy="2219552"/>
          </a:xfrm>
        </p:spPr>
        <p:txBody>
          <a:bodyPr rtlCol="0" anchor="b"/>
          <a:lstStyle>
            <a:lvl1pPr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25D911D6-AEFE-1CA4-D41D-B9157575E48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1349" y="2884714"/>
            <a:ext cx="5946389" cy="1997530"/>
          </a:xfrm>
        </p:spPr>
        <p:txBody>
          <a:bodyPr rtlCol="0"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lang="es-ES"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lang="es-ES"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lang="es-ES"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lang="es-ES"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C9D8C8DC-9BBB-5079-F2BB-7AFCEF6C3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357061" y="1320978"/>
            <a:ext cx="3550424" cy="3561705"/>
            <a:chOff x="1698171" y="691024"/>
            <a:chExt cx="3550424" cy="3561705"/>
          </a:xfrm>
        </p:grpSpPr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58853234-6427-C6E9-934B-8E3D20680399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550424" cy="3561705"/>
              <a:chOff x="1466850" y="380319"/>
              <a:chExt cx="3737172" cy="3749048"/>
            </a:xfrm>
          </p:grpSpPr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24A333EF-A4E5-C14C-30ED-1D0431BF42BD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3737172" cy="325374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E7DA7D0A-FCD9-8D61-7756-4D154DAE693F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73717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FAAD6121-8E16-380C-3CEE-AA15587ABCCA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9" name="Elipse 18">
                <a:extLst>
                  <a:ext uri="{FF2B5EF4-FFF2-40B4-BE49-F238E27FC236}">
                    <a16:creationId xmlns:a16="http://schemas.microsoft.com/office/drawing/2014/main" id="{FB5606C5-9513-E7A1-2E78-26147F56380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20" name="Elipse 19">
                <a:extLst>
                  <a:ext uri="{FF2B5EF4-FFF2-40B4-BE49-F238E27FC236}">
                    <a16:creationId xmlns:a16="http://schemas.microsoft.com/office/drawing/2014/main" id="{57FCFA69-6517-C9E2-41E5-851F0B39E300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21" name="Elipse 20">
                <a:extLst>
                  <a:ext uri="{FF2B5EF4-FFF2-40B4-BE49-F238E27FC236}">
                    <a16:creationId xmlns:a16="http://schemas.microsoft.com/office/drawing/2014/main" id="{71DB0373-9CE8-0C17-DC5D-A761A9680A7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</p:grpSp>
      <p:sp>
        <p:nvSpPr>
          <p:cNvPr id="9" name="Rectángulo 8">
            <a:extLst>
              <a:ext uri="{FF2B5EF4-FFF2-40B4-BE49-F238E27FC236}">
                <a16:creationId xmlns:a16="http://schemas.microsoft.com/office/drawing/2014/main" id="{8208C6DE-C3F7-D9D8-5020-CC917762A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BAD6D2E6-00C3-DFC4-E3CC-F7667A4CF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áfico 12">
            <a:extLst>
              <a:ext uri="{FF2B5EF4-FFF2-40B4-BE49-F238E27FC236}">
                <a16:creationId xmlns:a16="http://schemas.microsoft.com/office/drawing/2014/main" id="{A1250816-70E6-472B-5427-B70F0689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28" name="Gráfico 27">
            <a:extLst>
              <a:ext uri="{FF2B5EF4-FFF2-40B4-BE49-F238E27FC236}">
                <a16:creationId xmlns:a16="http://schemas.microsoft.com/office/drawing/2014/main" id="{843018F2-43DC-265A-AC49-91D41C8BF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29" name="Gráfico 28">
            <a:extLst>
              <a:ext uri="{FF2B5EF4-FFF2-40B4-BE49-F238E27FC236}">
                <a16:creationId xmlns:a16="http://schemas.microsoft.com/office/drawing/2014/main" id="{42402DB9-1860-2811-AF1D-2D4273F2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5" name="Marcador de posición de imagen 4">
            <a:extLst>
              <a:ext uri="{FF2B5EF4-FFF2-40B4-BE49-F238E27FC236}">
                <a16:creationId xmlns:a16="http://schemas.microsoft.com/office/drawing/2014/main" id="{62D499E7-F68F-77A3-7384-16F7358B1FA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77033" y="1809865"/>
            <a:ext cx="3520440" cy="3063240"/>
          </a:xfrm>
          <a:ln w="38100">
            <a:noFill/>
          </a:ln>
        </p:spPr>
        <p:txBody>
          <a:bodyPr rtlCol="0"/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s-ES"/>
              <a:t>Haga clic en el icono para agregar una imagen</a:t>
            </a:r>
          </a:p>
        </p:txBody>
      </p:sp>
      <p:sp>
        <p:nvSpPr>
          <p:cNvPr id="12" name="Marcador de fecha 3">
            <a:extLst>
              <a:ext uri="{FF2B5EF4-FFF2-40B4-BE49-F238E27FC236}">
                <a16:creationId xmlns:a16="http://schemas.microsoft.com/office/drawing/2014/main" id="{3215DAD2-571F-6D7B-15E5-224268BDE2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EDBCA3BE-4FD5-4CE0-B03D-A2999367E71D}" type="datetime1">
              <a:rPr lang="es-ES" smtClean="0"/>
              <a:t>20/05/2024</a:t>
            </a:fld>
            <a:endParaRPr lang="es-E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FE724EE9-07D6-911A-3D7F-82EBAF5605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lvl="0" algn="ctr" rtl="0"/>
            <a:r>
              <a:rPr lang="es-ES" sz="1800" b="1">
                <a:solidFill>
                  <a:schemeClr val="tx1"/>
                </a:solidFill>
                <a:latin typeface="+mn-lt"/>
              </a:rPr>
              <a:t>ACTÚA</a:t>
            </a:r>
            <a:endParaRPr lang="es-ES" b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0" name="Marcador de número de diapositiva 5">
            <a:extLst>
              <a:ext uri="{FF2B5EF4-FFF2-40B4-BE49-F238E27FC236}">
                <a16:creationId xmlns:a16="http://schemas.microsoft.com/office/drawing/2014/main" id="{6DE1CF9C-D85F-CED5-1FFF-902538AAD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80362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o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380999"/>
            <a:ext cx="11430000" cy="1643137"/>
            <a:chOff x="1698170" y="691024"/>
            <a:chExt cx="11430000" cy="1643137"/>
          </a:xfrm>
        </p:grpSpPr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30000" cy="1643137"/>
              <a:chOff x="1466849" y="380320"/>
              <a:chExt cx="12031205" cy="1729565"/>
            </a:xfrm>
          </p:grpSpPr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49" y="875621"/>
                <a:ext cx="12031204" cy="1234264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29" name="Rectángulo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5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27" name="Elipse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</p:grpSp>
      <p:grpSp>
        <p:nvGrpSpPr>
          <p:cNvPr id="32" name="Grupo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0999" y="2252872"/>
            <a:ext cx="11429999" cy="3635330"/>
            <a:chOff x="1698170" y="691024"/>
            <a:chExt cx="11429999" cy="3635330"/>
          </a:xfrm>
        </p:grpSpPr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0" y="691024"/>
              <a:ext cx="11429999" cy="3635330"/>
              <a:chOff x="1466849" y="380320"/>
              <a:chExt cx="12031203" cy="3826546"/>
            </a:xfrm>
          </p:grpSpPr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12031202" cy="3331245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49" y="380320"/>
                <a:ext cx="12031202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Elipse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</p:grpSp>
      <p:sp>
        <p:nvSpPr>
          <p:cNvPr id="8" name="Título 1">
            <a:extLst>
              <a:ext uri="{FF2B5EF4-FFF2-40B4-BE49-F238E27FC236}">
                <a16:creationId xmlns:a16="http://schemas.microsoft.com/office/drawing/2014/main" id="{DD7FB8EE-5B3A-2DFB-6FDF-44E5B3D939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990005"/>
            <a:ext cx="10907016" cy="922516"/>
          </a:xfrm>
        </p:spPr>
        <p:txBody>
          <a:bodyPr tIns="182880" rtlCol="0"/>
          <a:lstStyle>
            <a:lvl1pPr algn="l"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4786" y="3059961"/>
            <a:ext cx="3961039" cy="2467383"/>
          </a:xfrm>
        </p:spPr>
        <p:txBody>
          <a:bodyPr rtlCol="0"/>
          <a:lstStyle>
            <a:lvl1pPr>
              <a:defRPr lang="es-ES" sz="1800"/>
            </a:lvl1pPr>
            <a:lvl2pPr>
              <a:defRPr lang="es-ES" sz="1800"/>
            </a:lvl2pPr>
            <a:lvl3pPr>
              <a:defRPr lang="es-ES" sz="1800"/>
            </a:lvl3pPr>
            <a:lvl4pPr>
              <a:defRPr lang="es-ES" sz="1800"/>
            </a:lvl4pPr>
            <a:lvl5pPr>
              <a:defRPr lang="es-ES" sz="1800"/>
            </a:lvl5pPr>
            <a:lvl6pPr>
              <a:defRPr lang="es-ES" sz="2000"/>
            </a:lvl6pPr>
            <a:lvl7pPr>
              <a:defRPr lang="es-ES" sz="2000"/>
            </a:lvl7pPr>
            <a:lvl8pPr>
              <a:defRPr lang="es-ES" sz="2000"/>
            </a:lvl8pPr>
            <a:lvl9pPr>
              <a:defRPr lang="es-ES" sz="2000"/>
            </a:lvl9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9" name="Marcador de posición de tabla 8">
            <a:extLst>
              <a:ext uri="{FF2B5EF4-FFF2-40B4-BE49-F238E27FC236}">
                <a16:creationId xmlns:a16="http://schemas.microsoft.com/office/drawing/2014/main" id="{6539386C-EDE8-05CD-6687-DDB57EB0D55D}"/>
              </a:ext>
            </a:extLst>
          </p:cNvPr>
          <p:cNvSpPr>
            <a:spLocks noGrp="1"/>
          </p:cNvSpPr>
          <p:nvPr>
            <p:ph type="tbl" sz="quarter" idx="10" hasCustomPrompt="1"/>
          </p:nvPr>
        </p:nvSpPr>
        <p:spPr>
          <a:xfrm>
            <a:off x="5048250" y="3059960"/>
            <a:ext cx="6500116" cy="2467383"/>
          </a:xfrm>
        </p:spPr>
        <p:txBody>
          <a:bodyPr rtlCol="0"/>
          <a:lstStyle>
            <a:lvl1pPr>
              <a:defRPr lang="es-ES" sz="2000"/>
            </a:lvl1pPr>
          </a:lstStyle>
          <a:p>
            <a:pPr lvl="0" rtl="0"/>
            <a:r>
              <a:rPr lang="es-ES"/>
              <a:t>Haga clic para agregar una tabla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E150A47-3CDE-6A2F-544A-5F98134DFA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0829F0F-DBDF-07B3-7893-FA37927FB3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arcador de fecha 3">
            <a:extLst>
              <a:ext uri="{FF2B5EF4-FFF2-40B4-BE49-F238E27FC236}">
                <a16:creationId xmlns:a16="http://schemas.microsoft.com/office/drawing/2014/main" id="{48B8345A-1B48-25C5-67AE-D78987BEF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E19523E0-8EC3-415F-9F15-30AB7C8C3A0B}" type="datetime1">
              <a:rPr lang="es-ES" smtClean="0"/>
              <a:t>20/05/2024</a:t>
            </a:fld>
            <a:endParaRPr lang="es-ES" dirty="0"/>
          </a:p>
        </p:txBody>
      </p:sp>
      <p:pic>
        <p:nvPicPr>
          <p:cNvPr id="13" name="Gráfico 12">
            <a:extLst>
              <a:ext uri="{FF2B5EF4-FFF2-40B4-BE49-F238E27FC236}">
                <a16:creationId xmlns:a16="http://schemas.microsoft.com/office/drawing/2014/main" id="{938A89FC-B8CA-14B7-D2D8-E768D99D86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3FF78B34-411F-1CA2-E7AE-72EE59FB9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3F0324D9-6571-4E22-7F05-EB7C4C252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Marcador de número de diapositiva 5">
            <a:extLst>
              <a:ext uri="{FF2B5EF4-FFF2-40B4-BE49-F238E27FC236}">
                <a16:creationId xmlns:a16="http://schemas.microsoft.com/office/drawing/2014/main" id="{F5AD4638-F38E-56C0-D181-3C9488FAF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E8BB575-A42F-625D-F8C0-71BACF90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lvl="0" algn="ctr" rtl="0"/>
            <a:r>
              <a:rPr lang="es-ES" sz="1800" b="1">
                <a:solidFill>
                  <a:schemeClr val="tx1"/>
                </a:solidFill>
                <a:latin typeface="+mn-lt"/>
              </a:rPr>
              <a:t>ACTÚA</a:t>
            </a:r>
            <a:endParaRPr lang="es-E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6543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F2D7010-7DD7-3796-25B0-887F020FD7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FE720C36-0F8D-D8C0-9900-9ABBBFF54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0494" y="1933575"/>
            <a:ext cx="3421255" cy="3661683"/>
          </a:xfrm>
          <a:prstGeom prst="roundRect">
            <a:avLst>
              <a:gd name="adj" fmla="val 9932"/>
            </a:avLst>
          </a:prstGeom>
          <a:solidFill>
            <a:schemeClr val="accent2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6CA4DA47-F1FE-347F-D205-7E5F76A5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71976" y="1933575"/>
            <a:ext cx="7174103" cy="3661683"/>
          </a:xfrm>
          <a:prstGeom prst="roundRect">
            <a:avLst>
              <a:gd name="adj" fmla="val 9932"/>
            </a:avLst>
          </a:prstGeom>
          <a:solidFill>
            <a:schemeClr val="accent6">
              <a:alpha val="2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038E9543-72F0-3B98-EBDB-95F36BA54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350" y="576292"/>
            <a:ext cx="10907016" cy="922516"/>
          </a:xfrm>
        </p:spPr>
        <p:txBody>
          <a:bodyPr tIns="182880" rtlCol="0"/>
          <a:lstStyle>
            <a:lvl1pPr algn="l"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EEF67B58-AA53-B48D-DD97-72B3116B22D2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1945" y="2343150"/>
            <a:ext cx="3062967" cy="2990850"/>
          </a:xfrm>
        </p:spPr>
        <p:txBody>
          <a:bodyPr rtlCol="0"/>
          <a:lstStyle>
            <a:lvl1pPr marL="285750" indent="-285750">
              <a:lnSpc>
                <a:spcPts val="1900"/>
              </a:lnSpc>
              <a:buFont typeface="Arial" panose="020B0604020202020204" pitchFamily="34" charset="0"/>
              <a:buChar char="•"/>
              <a:defRPr lang="es-ES" sz="1800"/>
            </a:lvl1pPr>
            <a:lvl2pPr marL="742950" indent="-285750">
              <a:lnSpc>
                <a:spcPts val="1900"/>
              </a:lnSpc>
              <a:buFont typeface="Arial" panose="020B0604020202020204" pitchFamily="34" charset="0"/>
              <a:buChar char="•"/>
              <a:defRPr lang="es-ES" sz="1800"/>
            </a:lvl2pPr>
            <a:lvl3pPr marL="1200150" indent="-285750">
              <a:lnSpc>
                <a:spcPts val="1900"/>
              </a:lnSpc>
              <a:buFont typeface="Arial" panose="020B0604020202020204" pitchFamily="34" charset="0"/>
              <a:buChar char="•"/>
              <a:defRPr lang="es-ES" sz="1800"/>
            </a:lvl3pPr>
            <a:lvl4pPr marL="1657350" indent="-285750">
              <a:lnSpc>
                <a:spcPts val="1900"/>
              </a:lnSpc>
              <a:buFont typeface="Arial" panose="020B0604020202020204" pitchFamily="34" charset="0"/>
              <a:buChar char="•"/>
              <a:defRPr lang="es-ES" sz="1800"/>
            </a:lvl4pPr>
            <a:lvl5pPr marL="2114550" indent="-285750">
              <a:lnSpc>
                <a:spcPts val="1900"/>
              </a:lnSpc>
              <a:buFont typeface="Arial" panose="020B0604020202020204" pitchFamily="34" charset="0"/>
              <a:buChar char="•"/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619626" y="2343150"/>
            <a:ext cx="6626226" cy="2994868"/>
          </a:xfrm>
        </p:spPr>
        <p:txBody>
          <a:bodyPr rtlCol="0"/>
          <a:lstStyle>
            <a:lvl1pPr marL="0" indent="0">
              <a:lnSpc>
                <a:spcPts val="1900"/>
              </a:lnSpc>
              <a:buNone/>
              <a:defRPr lang="es-ES" sz="1800"/>
            </a:lvl1pPr>
            <a:lvl2pPr>
              <a:lnSpc>
                <a:spcPts val="1900"/>
              </a:lnSpc>
              <a:defRPr lang="es-ES" sz="1800"/>
            </a:lvl2pPr>
            <a:lvl3pPr>
              <a:lnSpc>
                <a:spcPts val="1900"/>
              </a:lnSpc>
              <a:defRPr lang="es-ES" sz="1800"/>
            </a:lvl3pPr>
            <a:lvl4pPr>
              <a:lnSpc>
                <a:spcPts val="1900"/>
              </a:lnSpc>
              <a:defRPr lang="es-ES" sz="1800"/>
            </a:lvl4pPr>
            <a:lvl5pPr>
              <a:lnSpc>
                <a:spcPts val="19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0299C66-96F4-78D6-A62C-38668D590A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C2A6D20-3BBC-4875-E1DD-C75389BF2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arcador de fecha 3">
            <a:extLst>
              <a:ext uri="{FF2B5EF4-FFF2-40B4-BE49-F238E27FC236}">
                <a16:creationId xmlns:a16="http://schemas.microsoft.com/office/drawing/2014/main" id="{0375AD72-FEF2-7BD7-B33E-DE98FDD651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AA14CE0F-45E5-4B27-843C-A7BACE3A3E68}" type="datetime1">
              <a:rPr lang="es-ES" smtClean="0"/>
              <a:t>20/05/2024</a:t>
            </a:fld>
            <a:endParaRPr lang="es-ES" dirty="0"/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45C69E5E-6C22-57DA-0C62-9C6B32032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34542827-11B9-15CF-AB8E-86115BEF9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9" name="Gráfico 18">
            <a:extLst>
              <a:ext uri="{FF2B5EF4-FFF2-40B4-BE49-F238E27FC236}">
                <a16:creationId xmlns:a16="http://schemas.microsoft.com/office/drawing/2014/main" id="{BEF1536F-20D9-1950-220E-4E6B881E9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20" name="Marcador de número de diapositiva 5">
            <a:extLst>
              <a:ext uri="{FF2B5EF4-FFF2-40B4-BE49-F238E27FC236}">
                <a16:creationId xmlns:a16="http://schemas.microsoft.com/office/drawing/2014/main" id="{F8E904D7-AB01-FD2A-6191-37814CBD08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E5DD3E5-31DE-DE3C-B506-E5AF1EC6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lvl="0" algn="ctr" rtl="0"/>
            <a:r>
              <a:rPr lang="es-ES" sz="1800" b="1">
                <a:solidFill>
                  <a:schemeClr val="tx1"/>
                </a:solidFill>
                <a:latin typeface="+mn-lt"/>
              </a:rPr>
              <a:t>ACTÚA</a:t>
            </a:r>
            <a:endParaRPr lang="es-E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305989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áfico 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29" name="Rectángulo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27" name="Elipse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</p:grpSp>
      <p:sp>
        <p:nvSpPr>
          <p:cNvPr id="30" name="Título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 rtlCol="0"/>
          <a:lstStyle>
            <a:lvl1pPr algn="ctr"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Elipse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</p:grpSp>
      <p:sp>
        <p:nvSpPr>
          <p:cNvPr id="4" name="Marcador de posición de tabla 3">
            <a:extLst>
              <a:ext uri="{FF2B5EF4-FFF2-40B4-BE49-F238E27FC236}">
                <a16:creationId xmlns:a16="http://schemas.microsoft.com/office/drawing/2014/main" id="{18AADC3C-8146-4144-3ABA-28E1B1F4AAD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934493" y="1202058"/>
            <a:ext cx="6876504" cy="4270248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Rectángulo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arcador de fecha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55C5DC41-1AEF-45A1-9249-BEB3A93CC65A}" type="datetime1">
              <a:rPr lang="es-ES" smtClean="0"/>
              <a:t>20/05/2024</a:t>
            </a:fld>
            <a:endParaRPr lang="es-ES" dirty="0"/>
          </a:p>
        </p:txBody>
      </p:sp>
      <p:pic>
        <p:nvPicPr>
          <p:cNvPr id="43" name="Gráfico 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Gráfico 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Marcador de número de diapositiva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lvl="0" algn="ctr" rtl="0"/>
            <a:r>
              <a:rPr lang="es-ES" sz="1800" b="1">
                <a:solidFill>
                  <a:schemeClr val="tx1"/>
                </a:solidFill>
                <a:latin typeface="+mn-lt"/>
              </a:rPr>
              <a:t>ACTÚA</a:t>
            </a:r>
            <a:endParaRPr lang="es-E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521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ángulo: Esquinas redondeadas 60">
            <a:extLst>
              <a:ext uri="{FF2B5EF4-FFF2-40B4-BE49-F238E27FC236}">
                <a16:creationId xmlns:a16="http://schemas.microsoft.com/office/drawing/2014/main" id="{85477807-ECB9-BBC9-E832-2FE89AC32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36550" y="327025"/>
            <a:ext cx="11518900" cy="5561466"/>
          </a:xfrm>
          <a:prstGeom prst="roundRect">
            <a:avLst>
              <a:gd name="adj" fmla="val 1928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746" y="327023"/>
            <a:ext cx="5931354" cy="5561465"/>
          </a:xfr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s-ES" sz="6000" dirty="0"/>
            </a:lvl1pPr>
          </a:lstStyle>
          <a:p>
            <a:pPr lvl="0" algn="ctr" rtl="0"/>
            <a:r>
              <a:rPr lang="es-ES"/>
              <a:t>Haga clic para agregar un título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FB66CFD9-87C8-0968-9FB0-CF7AE4F61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7575684" y="1200589"/>
            <a:ext cx="3365366" cy="3804114"/>
            <a:chOff x="1698171" y="691024"/>
            <a:chExt cx="3365366" cy="3804114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5571AD75-22F7-E387-8455-0EE6231C2AA8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3365366" cy="3804114"/>
              <a:chOff x="1466850" y="380320"/>
              <a:chExt cx="3542380" cy="4004209"/>
            </a:xfrm>
          </p:grpSpPr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14EBD37B-479C-8610-9921-3DD1D3B53203}"/>
                  </a:ext>
                </a:extLst>
              </p:cNvPr>
              <p:cNvSpPr/>
              <p:nvPr userDrawn="1"/>
            </p:nvSpPr>
            <p:spPr>
              <a:xfrm>
                <a:off x="1466850" y="875620"/>
                <a:ext cx="3542380" cy="350890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26" name="Rectángulo 25">
                <a:extLst>
                  <a:ext uri="{FF2B5EF4-FFF2-40B4-BE49-F238E27FC236}">
                    <a16:creationId xmlns:a16="http://schemas.microsoft.com/office/drawing/2014/main" id="{EE9DA007-4D12-4E50-8A2A-BFEB557D2755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3542380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43696F41-7A57-6A71-48E0-57DC0FD1F45D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10" name="Elipse 9">
                <a:extLst>
                  <a:ext uri="{FF2B5EF4-FFF2-40B4-BE49-F238E27FC236}">
                    <a16:creationId xmlns:a16="http://schemas.microsoft.com/office/drawing/2014/main" id="{29B518BB-BA01-734C-8F35-C569614E32E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23" name="Elipse 22">
                <a:extLst>
                  <a:ext uri="{FF2B5EF4-FFF2-40B4-BE49-F238E27FC236}">
                    <a16:creationId xmlns:a16="http://schemas.microsoft.com/office/drawing/2014/main" id="{20CA477C-B13C-EF0B-F67F-CF0F4D703D69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24" name="Elipse 23">
                <a:extLst>
                  <a:ext uri="{FF2B5EF4-FFF2-40B4-BE49-F238E27FC236}">
                    <a16:creationId xmlns:a16="http://schemas.microsoft.com/office/drawing/2014/main" id="{5ADDCC6C-0428-0F66-95AF-F34D60323CEB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7199" y="1788339"/>
            <a:ext cx="3103201" cy="3092539"/>
          </a:xfrm>
        </p:spPr>
        <p:txBody>
          <a:bodyPr tIns="0" bIns="0" rtlCol="0" anchor="ctr"/>
          <a:lstStyle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lang="es-ES" sz="1800"/>
            </a:lvl1pPr>
            <a:lvl2pPr>
              <a:lnSpc>
                <a:spcPct val="150000"/>
              </a:lnSpc>
              <a:defRPr lang="es-ES" sz="2000"/>
            </a:lvl2pPr>
            <a:lvl3pPr>
              <a:lnSpc>
                <a:spcPct val="150000"/>
              </a:lnSpc>
              <a:defRPr lang="es-ES" sz="1800"/>
            </a:lvl3pPr>
            <a:lvl4pPr>
              <a:lnSpc>
                <a:spcPct val="150000"/>
              </a:lnSpc>
              <a:defRPr lang="es-ES" sz="1600"/>
            </a:lvl4pPr>
            <a:lvl5pPr>
              <a:lnSpc>
                <a:spcPct val="150000"/>
              </a:lnSpc>
              <a:defRPr lang="es-ES" sz="1600"/>
            </a:lvl5pPr>
          </a:lstStyle>
          <a:p>
            <a:pPr lvl="0" rtl="0"/>
            <a:r>
              <a:rPr lang="es-ES"/>
              <a:t>Haga clic para modificar los estilos de texto del patrón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B5DDDB5-9047-790A-C8B0-D67E44B72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E29A5963-0FEC-D9BF-54CB-A3D6D118A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fecha 3">
            <a:extLst>
              <a:ext uri="{FF2B5EF4-FFF2-40B4-BE49-F238E27FC236}">
                <a16:creationId xmlns:a16="http://schemas.microsoft.com/office/drawing/2014/main" id="{427DBEC2-F0F7-1E8A-EDBA-2EB3795096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09DE13B4-C0B0-4E95-B778-06B6B1CB3CD2}" type="datetime1">
              <a:rPr lang="es-ES" smtClean="0"/>
              <a:t>20/05/2024</a:t>
            </a:fld>
            <a:endParaRPr lang="es-ES" dirty="0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3947C04A-7458-C36D-EE89-0C1F41AF3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CC13B35D-F747-92EE-37C0-27E1CA8B58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5DD40548-01E2-C4C3-74D5-E53F4A1C3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F021946D-D90D-3F7E-3E92-78C7E120A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797D881-DBBF-010E-A63C-99B4B0D41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lvl="0" algn="ctr" rtl="0"/>
            <a:r>
              <a:rPr lang="es-ES" sz="1800" b="1">
                <a:solidFill>
                  <a:schemeClr val="tx1"/>
                </a:solidFill>
                <a:latin typeface="+mn-lt"/>
              </a:rPr>
              <a:t>ACTÚA</a:t>
            </a:r>
            <a:endParaRPr lang="es-E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92057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áfico 4">
            <a:extLst>
              <a:ext uri="{FF2B5EF4-FFF2-40B4-BE49-F238E27FC236}">
                <a16:creationId xmlns:a16="http://schemas.microsoft.com/office/drawing/2014/main" id="{5C92998A-0580-8711-F2CD-BA025D3B4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73457" y="3490004"/>
            <a:ext cx="2760781" cy="2636487"/>
            <a:chOff x="9757762" y="3673334"/>
            <a:chExt cx="2760781" cy="2636487"/>
          </a:xfrm>
          <a:solidFill>
            <a:schemeClr val="bg1">
              <a:alpha val="50000"/>
            </a:schemeClr>
          </a:solidFill>
        </p:grpSpPr>
        <p:sp>
          <p:nvSpPr>
            <p:cNvPr id="9" name="Forma libre: Forma 8">
              <a:extLst>
                <a:ext uri="{FF2B5EF4-FFF2-40B4-BE49-F238E27FC236}">
                  <a16:creationId xmlns:a16="http://schemas.microsoft.com/office/drawing/2014/main" id="{309E8E44-AD09-0DCB-79DA-F363143EB715}"/>
                </a:ext>
              </a:extLst>
            </p:cNvPr>
            <p:cNvSpPr/>
            <p:nvPr/>
          </p:nvSpPr>
          <p:spPr>
            <a:xfrm>
              <a:off x="9757762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0" name="Forma libre: Forma 9">
              <a:extLst>
                <a:ext uri="{FF2B5EF4-FFF2-40B4-BE49-F238E27FC236}">
                  <a16:creationId xmlns:a16="http://schemas.microsoft.com/office/drawing/2014/main" id="{F0C32798-3973-1B39-EA92-336F776B7AA7}"/>
                </a:ext>
              </a:extLst>
            </p:cNvPr>
            <p:cNvSpPr/>
            <p:nvPr/>
          </p:nvSpPr>
          <p:spPr>
            <a:xfrm>
              <a:off x="10777316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: Forma 10">
              <a:extLst>
                <a:ext uri="{FF2B5EF4-FFF2-40B4-BE49-F238E27FC236}">
                  <a16:creationId xmlns:a16="http://schemas.microsoft.com/office/drawing/2014/main" id="{6F2D963B-D621-02DD-1619-684F4DC91490}"/>
                </a:ext>
              </a:extLst>
            </p:cNvPr>
            <p:cNvSpPr/>
            <p:nvPr/>
          </p:nvSpPr>
          <p:spPr>
            <a:xfrm>
              <a:off x="11796885" y="3673334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: Forma 11">
              <a:extLst>
                <a:ext uri="{FF2B5EF4-FFF2-40B4-BE49-F238E27FC236}">
                  <a16:creationId xmlns:a16="http://schemas.microsoft.com/office/drawing/2014/main" id="{E491E75D-715D-B554-6983-B8D0F0FF7ECE}"/>
                </a:ext>
              </a:extLst>
            </p:cNvPr>
            <p:cNvSpPr/>
            <p:nvPr/>
          </p:nvSpPr>
          <p:spPr>
            <a:xfrm>
              <a:off x="9757762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: Forma 12">
              <a:extLst>
                <a:ext uri="{FF2B5EF4-FFF2-40B4-BE49-F238E27FC236}">
                  <a16:creationId xmlns:a16="http://schemas.microsoft.com/office/drawing/2014/main" id="{80BE3828-09E2-3B37-DAF2-0F1EF6FBB447}"/>
                </a:ext>
              </a:extLst>
            </p:cNvPr>
            <p:cNvSpPr/>
            <p:nvPr/>
          </p:nvSpPr>
          <p:spPr>
            <a:xfrm>
              <a:off x="10777316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5" y="503602"/>
                    <a:pt x="0" y="390867"/>
                    <a:pt x="0" y="251801"/>
                  </a:cubicBezTo>
                  <a:cubicBezTo>
                    <a:pt x="0" y="112735"/>
                    <a:pt x="112735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: Forma 13">
              <a:extLst>
                <a:ext uri="{FF2B5EF4-FFF2-40B4-BE49-F238E27FC236}">
                  <a16:creationId xmlns:a16="http://schemas.microsoft.com/office/drawing/2014/main" id="{11BD5FBB-6BCD-9E17-CA4C-DA3621F258BF}"/>
                </a:ext>
              </a:extLst>
            </p:cNvPr>
            <p:cNvSpPr/>
            <p:nvPr/>
          </p:nvSpPr>
          <p:spPr>
            <a:xfrm>
              <a:off x="11796885" y="4731130"/>
              <a:ext cx="503603" cy="503601"/>
            </a:xfrm>
            <a:custGeom>
              <a:avLst/>
              <a:gdLst>
                <a:gd name="connsiteX0" fmla="*/ 503604 w 503603"/>
                <a:gd name="connsiteY0" fmla="*/ 251801 h 503601"/>
                <a:gd name="connsiteX1" fmla="*/ 251802 w 503603"/>
                <a:gd name="connsiteY1" fmla="*/ 503602 h 503601"/>
                <a:gd name="connsiteX2" fmla="*/ 0 w 503603"/>
                <a:gd name="connsiteY2" fmla="*/ 251801 h 503601"/>
                <a:gd name="connsiteX3" fmla="*/ 251802 w 503603"/>
                <a:gd name="connsiteY3" fmla="*/ 0 h 503601"/>
                <a:gd name="connsiteX4" fmla="*/ 503604 w 503603"/>
                <a:gd name="connsiteY4" fmla="*/ 251801 h 503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1">
                  <a:moveTo>
                    <a:pt x="503604" y="251801"/>
                  </a:moveTo>
                  <a:cubicBezTo>
                    <a:pt x="503604" y="390867"/>
                    <a:pt x="390868" y="503602"/>
                    <a:pt x="251802" y="503602"/>
                  </a:cubicBezTo>
                  <a:cubicBezTo>
                    <a:pt x="112736" y="503602"/>
                    <a:pt x="0" y="390867"/>
                    <a:pt x="0" y="251801"/>
                  </a:cubicBezTo>
                  <a:cubicBezTo>
                    <a:pt x="0" y="112735"/>
                    <a:pt x="112736" y="0"/>
                    <a:pt x="251802" y="0"/>
                  </a:cubicBezTo>
                  <a:cubicBezTo>
                    <a:pt x="390868" y="0"/>
                    <a:pt x="503604" y="112735"/>
                    <a:pt x="503604" y="251801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0" name="Forma libre: Forma 19">
              <a:extLst>
                <a:ext uri="{FF2B5EF4-FFF2-40B4-BE49-F238E27FC236}">
                  <a16:creationId xmlns:a16="http://schemas.microsoft.com/office/drawing/2014/main" id="{64AD5227-34EB-06BB-7D33-8014F2DE4711}"/>
                </a:ext>
              </a:extLst>
            </p:cNvPr>
            <p:cNvSpPr/>
            <p:nvPr/>
          </p:nvSpPr>
          <p:spPr>
            <a:xfrm>
              <a:off x="9757762" y="5788920"/>
              <a:ext cx="503603" cy="503606"/>
            </a:xfrm>
            <a:custGeom>
              <a:avLst/>
              <a:gdLst>
                <a:gd name="connsiteX0" fmla="*/ 0 w 503603"/>
                <a:gd name="connsiteY0" fmla="*/ 251798 h 503606"/>
                <a:gd name="connsiteX1" fmla="*/ 251802 w 503603"/>
                <a:gd name="connsiteY1" fmla="*/ 0 h 503606"/>
                <a:gd name="connsiteX2" fmla="*/ 503604 w 503603"/>
                <a:gd name="connsiteY2" fmla="*/ 251798 h 503606"/>
                <a:gd name="connsiteX3" fmla="*/ 251802 w 503603"/>
                <a:gd name="connsiteY3" fmla="*/ 503606 h 503606"/>
                <a:gd name="connsiteX4" fmla="*/ 0 w 503603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3" h="503606">
                  <a:moveTo>
                    <a:pt x="0" y="251798"/>
                  </a:moveTo>
                  <a:cubicBezTo>
                    <a:pt x="0" y="112736"/>
                    <a:pt x="112737" y="0"/>
                    <a:pt x="251802" y="0"/>
                  </a:cubicBezTo>
                  <a:cubicBezTo>
                    <a:pt x="390867" y="0"/>
                    <a:pt x="503604" y="112736"/>
                    <a:pt x="503604" y="251798"/>
                  </a:cubicBezTo>
                  <a:cubicBezTo>
                    <a:pt x="503604" y="390859"/>
                    <a:pt x="390869" y="503606"/>
                    <a:pt x="251802" y="503606"/>
                  </a:cubicBezTo>
                  <a:cubicBezTo>
                    <a:pt x="112734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21" name="Forma libre: Forma 20">
              <a:extLst>
                <a:ext uri="{FF2B5EF4-FFF2-40B4-BE49-F238E27FC236}">
                  <a16:creationId xmlns:a16="http://schemas.microsoft.com/office/drawing/2014/main" id="{8A22BFF6-8FC1-1C45-6065-DDBFC3366BC5}"/>
                </a:ext>
              </a:extLst>
            </p:cNvPr>
            <p:cNvSpPr/>
            <p:nvPr/>
          </p:nvSpPr>
          <p:spPr>
            <a:xfrm>
              <a:off x="10777320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31" name="Forma libre: Forma 30">
              <a:extLst>
                <a:ext uri="{FF2B5EF4-FFF2-40B4-BE49-F238E27FC236}">
                  <a16:creationId xmlns:a16="http://schemas.microsoft.com/office/drawing/2014/main" id="{A146F39A-3BE2-E627-E2A8-097C4BA7329F}"/>
                </a:ext>
              </a:extLst>
            </p:cNvPr>
            <p:cNvSpPr/>
            <p:nvPr/>
          </p:nvSpPr>
          <p:spPr>
            <a:xfrm>
              <a:off x="11796889" y="5788920"/>
              <a:ext cx="503608" cy="503606"/>
            </a:xfrm>
            <a:custGeom>
              <a:avLst/>
              <a:gdLst>
                <a:gd name="connsiteX0" fmla="*/ 0 w 503608"/>
                <a:gd name="connsiteY0" fmla="*/ 251798 h 503606"/>
                <a:gd name="connsiteX1" fmla="*/ 251799 w 503608"/>
                <a:gd name="connsiteY1" fmla="*/ 0 h 503606"/>
                <a:gd name="connsiteX2" fmla="*/ 503608 w 503608"/>
                <a:gd name="connsiteY2" fmla="*/ 251798 h 503606"/>
                <a:gd name="connsiteX3" fmla="*/ 251799 w 503608"/>
                <a:gd name="connsiteY3" fmla="*/ 503606 h 503606"/>
                <a:gd name="connsiteX4" fmla="*/ 0 w 503608"/>
                <a:gd name="connsiteY4" fmla="*/ 251798 h 503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3608" h="503606">
                  <a:moveTo>
                    <a:pt x="0" y="251798"/>
                  </a:moveTo>
                  <a:cubicBezTo>
                    <a:pt x="0" y="112736"/>
                    <a:pt x="112737" y="0"/>
                    <a:pt x="251799" y="0"/>
                  </a:cubicBezTo>
                  <a:cubicBezTo>
                    <a:pt x="390872" y="0"/>
                    <a:pt x="503608" y="112736"/>
                    <a:pt x="503608" y="251798"/>
                  </a:cubicBezTo>
                  <a:cubicBezTo>
                    <a:pt x="503608" y="390859"/>
                    <a:pt x="390872" y="503606"/>
                    <a:pt x="251799" y="503606"/>
                  </a:cubicBezTo>
                  <a:cubicBezTo>
                    <a:pt x="112737" y="503606"/>
                    <a:pt x="0" y="390870"/>
                    <a:pt x="0" y="251798"/>
                  </a:cubicBezTo>
                  <a:close/>
                </a:path>
              </a:pathLst>
            </a:custGeom>
            <a:solidFill>
              <a:schemeClr val="bg1">
                <a:alpha val="50000"/>
              </a:schemeClr>
            </a:solidFill>
            <a:ln w="136180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grpSp>
        <p:nvGrpSpPr>
          <p:cNvPr id="22" name="Grupo 21">
            <a:extLst>
              <a:ext uri="{FF2B5EF4-FFF2-40B4-BE49-F238E27FC236}">
                <a16:creationId xmlns:a16="http://schemas.microsoft.com/office/drawing/2014/main" id="{B8722D0A-E5E5-85E8-8A98-85D9705F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381000" y="2282879"/>
            <a:ext cx="4269018" cy="3187700"/>
            <a:chOff x="1698171" y="691024"/>
            <a:chExt cx="4269018" cy="3187700"/>
          </a:xfrm>
        </p:grpSpPr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B6302B80-DDF6-B2B7-6559-5B19EDC98763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4269018" cy="3187700"/>
              <a:chOff x="1466850" y="380320"/>
              <a:chExt cx="4493564" cy="3355370"/>
            </a:xfrm>
          </p:grpSpPr>
          <p:sp>
            <p:nvSpPr>
              <p:cNvPr id="28" name="Rectángulo 27">
                <a:extLst>
                  <a:ext uri="{FF2B5EF4-FFF2-40B4-BE49-F238E27FC236}">
                    <a16:creationId xmlns:a16="http://schemas.microsoft.com/office/drawing/2014/main" id="{81CCE774-3C05-A473-EC2B-CC0477DD95B7}"/>
                  </a:ext>
                </a:extLst>
              </p:cNvPr>
              <p:cNvSpPr/>
              <p:nvPr userDrawn="1"/>
            </p:nvSpPr>
            <p:spPr>
              <a:xfrm>
                <a:off x="1466850" y="875619"/>
                <a:ext cx="4493564" cy="286007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29" name="Rectángulo 28">
                <a:extLst>
                  <a:ext uri="{FF2B5EF4-FFF2-40B4-BE49-F238E27FC236}">
                    <a16:creationId xmlns:a16="http://schemas.microsoft.com/office/drawing/2014/main" id="{F2119DFF-8596-5767-9E16-1F5D2A0890B0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4493564" cy="495300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66202FE4-E23F-5D9F-6685-2591771D5E07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25" name="Elipse 24">
                <a:extLst>
                  <a:ext uri="{FF2B5EF4-FFF2-40B4-BE49-F238E27FC236}">
                    <a16:creationId xmlns:a16="http://schemas.microsoft.com/office/drawing/2014/main" id="{F1CC1965-068E-9CDB-3C77-0B37519DC63E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26" name="Elipse 25">
                <a:extLst>
                  <a:ext uri="{FF2B5EF4-FFF2-40B4-BE49-F238E27FC236}">
                    <a16:creationId xmlns:a16="http://schemas.microsoft.com/office/drawing/2014/main" id="{75490BAC-795F-B586-F7A7-4DFB64162F77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27" name="Elipse 26">
                <a:extLst>
                  <a:ext uri="{FF2B5EF4-FFF2-40B4-BE49-F238E27FC236}">
                    <a16:creationId xmlns:a16="http://schemas.microsoft.com/office/drawing/2014/main" id="{F93C3DAB-2ED3-29C3-4C46-70C1FE5C77D0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</p:grpSp>
      <p:sp>
        <p:nvSpPr>
          <p:cNvPr id="30" name="Título 1">
            <a:extLst>
              <a:ext uri="{FF2B5EF4-FFF2-40B4-BE49-F238E27FC236}">
                <a16:creationId xmlns:a16="http://schemas.microsoft.com/office/drawing/2014/main" id="{85C02728-7F58-1ED1-7B84-326CE837DE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077710"/>
            <a:ext cx="4269017" cy="2109186"/>
          </a:xfrm>
        </p:spPr>
        <p:txBody>
          <a:bodyPr rtlCol="0"/>
          <a:lstStyle>
            <a:lvl1pPr algn="ctr">
              <a:defRPr lang="es-ES" sz="3200"/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32" name="Grupo 31">
            <a:extLst>
              <a:ext uri="{FF2B5EF4-FFF2-40B4-BE49-F238E27FC236}">
                <a16:creationId xmlns:a16="http://schemas.microsoft.com/office/drawing/2014/main" id="{723D7900-A764-0B16-7BED-F9EBD836AC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934496" y="731509"/>
            <a:ext cx="6876503" cy="4739070"/>
            <a:chOff x="1698171" y="691024"/>
            <a:chExt cx="6876503" cy="4739070"/>
          </a:xfrm>
        </p:grpSpPr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C0DAD512-E415-2CBA-7F91-C6B058A5ADBD}"/>
                </a:ext>
              </a:extLst>
            </p:cNvPr>
            <p:cNvGrpSpPr/>
            <p:nvPr userDrawn="1"/>
          </p:nvGrpSpPr>
          <p:grpSpPr>
            <a:xfrm>
              <a:off x="1698171" y="691024"/>
              <a:ext cx="6876503" cy="4739070"/>
              <a:chOff x="1466850" y="380320"/>
              <a:chExt cx="7238199" cy="4988342"/>
            </a:xfrm>
          </p:grpSpPr>
          <p:sp>
            <p:nvSpPr>
              <p:cNvPr id="38" name="Rectángulo 37">
                <a:extLst>
                  <a:ext uri="{FF2B5EF4-FFF2-40B4-BE49-F238E27FC236}">
                    <a16:creationId xmlns:a16="http://schemas.microsoft.com/office/drawing/2014/main" id="{921D068B-EDAE-2B09-0C52-3807110CD594}"/>
                  </a:ext>
                </a:extLst>
              </p:cNvPr>
              <p:cNvSpPr/>
              <p:nvPr userDrawn="1"/>
            </p:nvSpPr>
            <p:spPr>
              <a:xfrm>
                <a:off x="1466850" y="875621"/>
                <a:ext cx="7238199" cy="44930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39" name="Rectángulo 38">
                <a:extLst>
                  <a:ext uri="{FF2B5EF4-FFF2-40B4-BE49-F238E27FC236}">
                    <a16:creationId xmlns:a16="http://schemas.microsoft.com/office/drawing/2014/main" id="{6825F6B8-7F31-9F6F-6F40-4446D62B0C09}"/>
                  </a:ext>
                </a:extLst>
              </p:cNvPr>
              <p:cNvSpPr/>
              <p:nvPr userDrawn="1"/>
            </p:nvSpPr>
            <p:spPr>
              <a:xfrm>
                <a:off x="1466850" y="380320"/>
                <a:ext cx="7238199" cy="495301"/>
              </a:xfrm>
              <a:prstGeom prst="rect">
                <a:avLst/>
              </a:prstGeom>
              <a:solidFill>
                <a:schemeClr val="accent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7110B156-7097-18AF-109C-9129C1D27D5C}"/>
                </a:ext>
              </a:extLst>
            </p:cNvPr>
            <p:cNvGrpSpPr/>
            <p:nvPr userDrawn="1"/>
          </p:nvGrpSpPr>
          <p:grpSpPr>
            <a:xfrm>
              <a:off x="1839686" y="815293"/>
              <a:ext cx="810985" cy="212272"/>
              <a:chOff x="1883229" y="800099"/>
              <a:chExt cx="810985" cy="212272"/>
            </a:xfrm>
          </p:grpSpPr>
          <p:sp>
            <p:nvSpPr>
              <p:cNvPr id="35" name="Elipse 34">
                <a:extLst>
                  <a:ext uri="{FF2B5EF4-FFF2-40B4-BE49-F238E27FC236}">
                    <a16:creationId xmlns:a16="http://schemas.microsoft.com/office/drawing/2014/main" id="{868629EE-2788-3490-B87C-FE2A00069885}"/>
                  </a:ext>
                </a:extLst>
              </p:cNvPr>
              <p:cNvSpPr/>
              <p:nvPr userDrawn="1"/>
            </p:nvSpPr>
            <p:spPr>
              <a:xfrm>
                <a:off x="1883229" y="800100"/>
                <a:ext cx="212271" cy="212271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36" name="Elipse 35">
                <a:extLst>
                  <a:ext uri="{FF2B5EF4-FFF2-40B4-BE49-F238E27FC236}">
                    <a16:creationId xmlns:a16="http://schemas.microsoft.com/office/drawing/2014/main" id="{BD13927A-0814-22EA-70B1-CD822828F18E}"/>
                  </a:ext>
                </a:extLst>
              </p:cNvPr>
              <p:cNvSpPr/>
              <p:nvPr userDrawn="1"/>
            </p:nvSpPr>
            <p:spPr>
              <a:xfrm>
                <a:off x="2182586" y="800100"/>
                <a:ext cx="212271" cy="212271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  <p:sp>
            <p:nvSpPr>
              <p:cNvPr id="37" name="Elipse 36">
                <a:extLst>
                  <a:ext uri="{FF2B5EF4-FFF2-40B4-BE49-F238E27FC236}">
                    <a16:creationId xmlns:a16="http://schemas.microsoft.com/office/drawing/2014/main" id="{7BEDD65C-96D1-E6E2-62CE-14973E1DB1B4}"/>
                  </a:ext>
                </a:extLst>
              </p:cNvPr>
              <p:cNvSpPr/>
              <p:nvPr userDrawn="1"/>
            </p:nvSpPr>
            <p:spPr>
              <a:xfrm>
                <a:off x="2481943" y="800099"/>
                <a:ext cx="212271" cy="212271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endParaRPr lang="es-ES" dirty="0"/>
              </a:p>
            </p:txBody>
          </p:sp>
        </p:grp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34495" y="1202058"/>
            <a:ext cx="6876502" cy="4268520"/>
          </a:xfrm>
        </p:spPr>
        <p:txBody>
          <a:bodyPr rtlCol="0"/>
          <a:lstStyle>
            <a:lvl1pPr>
              <a:defRPr lang="es-ES" sz="3200"/>
            </a:lvl1pPr>
            <a:lvl2pPr>
              <a:defRPr lang="es-ES" sz="2800"/>
            </a:lvl2pPr>
            <a:lvl3pPr>
              <a:defRPr lang="es-ES" sz="2400"/>
            </a:lvl3pPr>
            <a:lvl4pPr>
              <a:defRPr lang="es-ES" sz="2000"/>
            </a:lvl4pPr>
            <a:lvl5pPr>
              <a:defRPr lang="es-ES" sz="2000"/>
            </a:lvl5pPr>
            <a:lvl6pPr>
              <a:defRPr lang="es-ES" sz="2000"/>
            </a:lvl6pPr>
            <a:lvl7pPr>
              <a:defRPr lang="es-ES" sz="2000"/>
            </a:lvl7pPr>
            <a:lvl8pPr>
              <a:defRPr lang="es-ES" sz="2000"/>
            </a:lvl8pPr>
            <a:lvl9pPr>
              <a:defRPr lang="es-ES" sz="2000"/>
            </a:lvl9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C6DD2ED3-A6F4-FD7E-59F8-1FAE8FBBA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5256"/>
          <a:stretch/>
        </p:blipFill>
        <p:spPr>
          <a:xfrm rot="16200000">
            <a:off x="1495710" y="-1028662"/>
            <a:ext cx="2029124" cy="4086444"/>
          </a:xfrm>
          <a:prstGeom prst="rect">
            <a:avLst/>
          </a:prstGeom>
        </p:spPr>
      </p:pic>
      <p:sp>
        <p:nvSpPr>
          <p:cNvPr id="40" name="Rectángulo 39">
            <a:extLst>
              <a:ext uri="{FF2B5EF4-FFF2-40B4-BE49-F238E27FC236}">
                <a16:creationId xmlns:a16="http://schemas.microsoft.com/office/drawing/2014/main" id="{8D3D389B-1A71-78E3-E524-47DEFE36F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63E7AF89-C0F4-4BB7-8B68-933CBF0B3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arcador de fecha 3">
            <a:extLst>
              <a:ext uri="{FF2B5EF4-FFF2-40B4-BE49-F238E27FC236}">
                <a16:creationId xmlns:a16="http://schemas.microsoft.com/office/drawing/2014/main" id="{17933C8A-8E9F-F250-DAB7-5B1C82537C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C96AD6FD-9F8A-44FD-B9BC-4809B7248C45}" type="datetime1">
              <a:rPr lang="es-ES" smtClean="0"/>
              <a:t>20/05/2024</a:t>
            </a:fld>
            <a:endParaRPr lang="es-ES" dirty="0"/>
          </a:p>
        </p:txBody>
      </p:sp>
      <p:pic>
        <p:nvPicPr>
          <p:cNvPr id="43" name="Gráfico 42">
            <a:extLst>
              <a:ext uri="{FF2B5EF4-FFF2-40B4-BE49-F238E27FC236}">
                <a16:creationId xmlns:a16="http://schemas.microsoft.com/office/drawing/2014/main" id="{824FC607-995F-898A-B4E2-471613831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44" name="Gráfico 43">
            <a:extLst>
              <a:ext uri="{FF2B5EF4-FFF2-40B4-BE49-F238E27FC236}">
                <a16:creationId xmlns:a16="http://schemas.microsoft.com/office/drawing/2014/main" id="{2D6615CA-D60B-84EA-CBF6-70186E3CF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45" name="Gráfico 44">
            <a:extLst>
              <a:ext uri="{FF2B5EF4-FFF2-40B4-BE49-F238E27FC236}">
                <a16:creationId xmlns:a16="http://schemas.microsoft.com/office/drawing/2014/main" id="{88C02DF0-EBE4-4C6F-CE9A-61B39F1F7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46" name="Marcador de número de diapositiva 5">
            <a:extLst>
              <a:ext uri="{FF2B5EF4-FFF2-40B4-BE49-F238E27FC236}">
                <a16:creationId xmlns:a16="http://schemas.microsoft.com/office/drawing/2014/main" id="{AFEE4071-4B5B-AFB4-B178-D09387257F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F3023153-9A4E-D9D3-6DE0-2D3EA610B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lvl="0" algn="ctr" rtl="0"/>
            <a:r>
              <a:rPr lang="es-ES" sz="1800" b="1">
                <a:solidFill>
                  <a:schemeClr val="tx1"/>
                </a:solidFill>
                <a:latin typeface="+mn-lt"/>
              </a:rPr>
              <a:t>ACTÚA</a:t>
            </a:r>
            <a:endParaRPr lang="es-E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07152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FDD1964D-F9CA-9278-BD33-03FD979E6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226629"/>
            <a:ext cx="12192000" cy="631371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AB9857CF-1C39-27BB-9B6B-6A0C1DD0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26629"/>
            <a:ext cx="1219200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fecha 3">
            <a:extLst>
              <a:ext uri="{FF2B5EF4-FFF2-40B4-BE49-F238E27FC236}">
                <a16:creationId xmlns:a16="http://schemas.microsoft.com/office/drawing/2014/main" id="{F8B31A7E-FD72-B42E-26A8-319F776C1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11833" y="6226628"/>
            <a:ext cx="1560304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D8E134EC-0F8E-4060-9B59-09931641F93D}" type="datetime1">
              <a:rPr lang="es-ES" smtClean="0"/>
              <a:t>20/05/2024</a:t>
            </a:fld>
            <a:endParaRPr lang="es-ES" dirty="0"/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92487FC0-E254-7086-CC55-D7BFCEACE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42011" y="6405154"/>
            <a:ext cx="274320" cy="27432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2F41C3E4-FF61-A611-F912-98F344213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168948" y="6405154"/>
            <a:ext cx="274320" cy="274320"/>
          </a:xfrm>
          <a:prstGeom prst="rect">
            <a:avLst/>
          </a:prstGeom>
        </p:spPr>
      </p:pic>
      <p:pic>
        <p:nvPicPr>
          <p:cNvPr id="10" name="Gráfico 9">
            <a:extLst>
              <a:ext uri="{FF2B5EF4-FFF2-40B4-BE49-F238E27FC236}">
                <a16:creationId xmlns:a16="http://schemas.microsoft.com/office/drawing/2014/main" id="{0B15F18C-70F5-E214-E8DA-4CFAE27FE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3558" t="13558" r="13558" b="13558"/>
          <a:stretch/>
        </p:blipFill>
        <p:spPr>
          <a:xfrm>
            <a:off x="8795884" y="6405154"/>
            <a:ext cx="274320" cy="274320"/>
          </a:xfrm>
          <a:prstGeom prst="rect">
            <a:avLst/>
          </a:prstGeom>
        </p:spPr>
      </p:pic>
      <p:sp>
        <p:nvSpPr>
          <p:cNvPr id="11" name="Marcador de número de diapositiva 5">
            <a:extLst>
              <a:ext uri="{FF2B5EF4-FFF2-40B4-BE49-F238E27FC236}">
                <a16:creationId xmlns:a16="http://schemas.microsoft.com/office/drawing/2014/main" id="{7A727095-DB42-91AA-4BB8-1CE63D89B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  <a:prstGeom prst="rect">
            <a:avLst/>
          </a:prstGeom>
        </p:spPr>
        <p:txBody>
          <a:bodyPr vert="horz" lIns="91440" tIns="91440" rIns="91440" bIns="45720" rtlCol="0" anchor="ctr"/>
          <a:lstStyle>
            <a:lvl1pPr algn="ctr">
              <a:defRPr lang="es-ES" sz="1800" smtClean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‹Nº›</a:t>
            </a:fld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E89DC3C-8238-2625-2CBD-974CA4F819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1001" y="6352731"/>
            <a:ext cx="1306286" cy="397329"/>
          </a:xfrm>
          <a:prstGeom prst="rect">
            <a:avLst/>
          </a:prstGeom>
          <a:solidFill>
            <a:schemeClr val="accent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lvl="0" algn="ctr" rtl="0"/>
            <a:r>
              <a:rPr lang="es-ES" sz="1800" b="1">
                <a:solidFill>
                  <a:schemeClr val="tx1"/>
                </a:solidFill>
                <a:latin typeface="+mn-lt"/>
              </a:rPr>
              <a:t>ACTÚA</a:t>
            </a:r>
            <a:endParaRPr lang="es-ES" b="1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 cstate="hq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9D6D590C-B023-4197-8111-63577CA04344}" type="datetime1">
              <a:rPr lang="es-ES" smtClean="0"/>
              <a:t>20/05/2024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294A09A9-5501-47C1-A89A-A340965A2BE2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80" r:id="rId2"/>
    <p:sldLayoutId id="2147483672" r:id="rId3"/>
    <p:sldLayoutId id="2147483673" r:id="rId4"/>
    <p:sldLayoutId id="2147483674" r:id="rId5"/>
    <p:sldLayoutId id="2147483649" r:id="rId6"/>
    <p:sldLayoutId id="2147483675" r:id="rId7"/>
    <p:sldLayoutId id="2147483676" r:id="rId8"/>
    <p:sldLayoutId id="2147483664" r:id="rId9"/>
    <p:sldLayoutId id="2147483677" r:id="rId10"/>
    <p:sldLayoutId id="2147483678" r:id="rId11"/>
    <p:sldLayoutId id="2147483681" r:id="rId12"/>
    <p:sldLayoutId id="2147483679" r:id="rId13"/>
    <p:sldLayoutId id="2147483662" r:id="rId14"/>
    <p:sldLayoutId id="2147483655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hqprint">
            <a:alphaModFix amt="8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45574" y="1209643"/>
            <a:ext cx="7896498" cy="496800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7068" y="851547"/>
            <a:ext cx="4275364" cy="1979634"/>
          </a:xfrm>
        </p:spPr>
        <p:txBody>
          <a:bodyPr rtlCol="0" anchor="ctr"/>
          <a:lstStyle>
            <a:defPPr>
              <a:defRPr lang="es-ES"/>
            </a:defPPr>
          </a:lstStyle>
          <a:p>
            <a:pPr rtl="0"/>
            <a:r>
              <a:rPr lang="es-ES" dirty="0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788C46-D0BC-4307-AE55-7601A139E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7886" y="2831182"/>
            <a:ext cx="4390356" cy="2660213"/>
          </a:xfrm>
        </p:spPr>
        <p:txBody>
          <a:bodyPr vert="horz" lIns="91440" tIns="45720" rIns="91440" bIns="45720" rtlCol="0" anchor="t">
            <a:normAutofit fontScale="92500"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Introducción</a:t>
            </a:r>
          </a:p>
          <a:p>
            <a:pPr rtl="0"/>
            <a:r>
              <a:rPr lang="es-ES" dirty="0"/>
              <a:t>Generar confianza</a:t>
            </a:r>
          </a:p>
          <a:p>
            <a:pPr rtl="0"/>
            <a:r>
              <a:rPr lang="es-ES" dirty="0"/>
              <a:t>Atraer al público</a:t>
            </a:r>
          </a:p>
          <a:p>
            <a:pPr rtl="0"/>
            <a:r>
              <a:rPr lang="es-ES" dirty="0"/>
              <a:t>Ayudas visuales</a:t>
            </a:r>
          </a:p>
          <a:p>
            <a:pPr rtl="0"/>
            <a:r>
              <a:rPr lang="es-ES" dirty="0"/>
              <a:t>Sugerencias finales y puntos de vista</a:t>
            </a:r>
          </a:p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6EEA9E7-F506-729E-13CF-D685FEBDB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ADE968-F0ED-3582-74DC-29D7D72EE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4" y="1059463"/>
            <a:ext cx="6008915" cy="443193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El poder de la comunicación</a:t>
            </a:r>
          </a:p>
        </p:txBody>
      </p:sp>
      <p:pic>
        <p:nvPicPr>
          <p:cNvPr id="21" name="Marcador de posición de imagen 20" descr="Una silla y una mochila en un escritorio">
            <a:extLst>
              <a:ext uri="{FF2B5EF4-FFF2-40B4-BE49-F238E27FC236}">
                <a16:creationId xmlns:a16="http://schemas.microsoft.com/office/drawing/2014/main" id="{B660D63B-29E9-96E0-905E-F1E1FF8D1F38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81871" y="881363"/>
            <a:ext cx="4297680" cy="4937760"/>
          </a:xfr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121FCD-5305-D1B4-B045-E971883A6D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01041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68553-56F5-C0FF-9A78-9ED72306E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ítulo 50">
            <a:extLst>
              <a:ext uri="{FF2B5EF4-FFF2-40B4-BE49-F238E27FC236}">
                <a16:creationId xmlns:a16="http://schemas.microsoft.com/office/drawing/2014/main" id="{BC1C6AA9-DC5B-EF9C-8A42-5F7467D89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44" y="841808"/>
            <a:ext cx="6712153" cy="4012867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Superar el nerviosismo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090BC6E7-4694-D226-AE1D-EC0AA9ACD5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4784" y="4854677"/>
            <a:ext cx="6008915" cy="65292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Estrategias para aumentar la confianza</a:t>
            </a:r>
          </a:p>
        </p:txBody>
      </p:sp>
      <p:pic>
        <p:nvPicPr>
          <p:cNvPr id="20" name="Marcador de posición de imagen 19" descr="Una mochila rosa con una pera y otros objetos">
            <a:extLst>
              <a:ext uri="{FF2B5EF4-FFF2-40B4-BE49-F238E27FC236}">
                <a16:creationId xmlns:a16="http://schemas.microsoft.com/office/drawing/2014/main" id="{D18B89A2-0367-7343-53C4-02919EC6D887}"/>
              </a:ext>
            </a:extLst>
          </p:cNvPr>
          <p:cNvPicPr>
            <a:picLocks noGrp="1" noChangeAspect="1"/>
          </p:cNvPicPr>
          <p:nvPr>
            <p:ph type="pic" sz="quarter" idx="18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6631" y="859509"/>
            <a:ext cx="4324485" cy="4983480"/>
          </a:xfr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C2BE199-5107-8B06-F593-6C56B0D8C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19577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543F67-9C70-4748-8C0C-3A786342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30572"/>
            <a:ext cx="10907016" cy="116288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Atraer al público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B371F2-DBA5-415A-82C8-651F587B85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50" y="1917700"/>
            <a:ext cx="10607347" cy="3340099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Técnicas para conectarse </a:t>
            </a:r>
          </a:p>
          <a:p>
            <a:pPr rtl="0"/>
            <a:r>
              <a:rPr lang="es-ES" dirty="0"/>
              <a:t>Mantenga el contacto visual con el público para crear una sensación de intimidad e implicación.</a:t>
            </a:r>
          </a:p>
          <a:p>
            <a:pPr rtl="0"/>
            <a:r>
              <a:rPr lang="es-ES" dirty="0"/>
              <a:t>Integre anécdotas en su presentación utilizando narraciones que hagan que su mensaje sea memorable e impactante.</a:t>
            </a:r>
          </a:p>
          <a:p>
            <a:pPr rtl="0"/>
            <a:r>
              <a:rPr lang="es-ES" dirty="0"/>
              <a:t>Fomente las preguntas y ofrezca respuestas reflexivas para fomentar la participación del público.</a:t>
            </a:r>
          </a:p>
          <a:p>
            <a:pPr rtl="0"/>
            <a:r>
              <a:rPr lang="es-ES" dirty="0"/>
              <a:t>Use sondeos o encuestas en directo para recopilar opiniones del público, promover la participación y asegurarse de que el público se sienta implicado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420634-75FC-1021-C59D-6A615E04CC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39799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652607-79F4-9A91-3A0B-429BDED9C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8457" y="1224098"/>
            <a:ext cx="6695088" cy="3717472"/>
          </a:xfrm>
        </p:spPr>
        <p:txBody>
          <a:bodyPr rtlCol="0"/>
          <a:lstStyle>
            <a:defPPr>
              <a:defRPr lang="es-ES"/>
            </a:defPPr>
          </a:lstStyle>
          <a:p>
            <a:pPr rtl="0">
              <a:lnSpc>
                <a:spcPct val="100000"/>
              </a:lnSpc>
            </a:pPr>
            <a:r>
              <a:rPr lang="es-ES" dirty="0"/>
              <a:t>Selección de ayudas visuales</a:t>
            </a:r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CAE2AC3F-3A0B-14BC-D93E-2AF099DC21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0171" y="5017288"/>
            <a:ext cx="7271657" cy="65292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Mejore su presentación</a:t>
            </a:r>
          </a:p>
        </p:txBody>
      </p:sp>
    </p:spTree>
    <p:extLst>
      <p:ext uri="{BB962C8B-B14F-4D97-AF65-F5344CB8AC3E}">
        <p14:creationId xmlns:p14="http://schemas.microsoft.com/office/powerpoint/2010/main" val="4292537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76292"/>
            <a:ext cx="10907016" cy="92251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Técnicas de entrega efectivas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50677C9-3E42-427F-93B8-52669290647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88999" y="2343150"/>
            <a:ext cx="4644698" cy="2994868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La modulación de la voz es una herramienta poderosa para hablar en público. Implica variar el timbre, el tono y el volumen para transmitir emociones, enfatizar puntos y mantener el interés. </a:t>
            </a:r>
          </a:p>
          <a:p>
            <a:pPr lvl="1" rtl="0"/>
            <a:r>
              <a:rPr lang="es-ES" dirty="0"/>
              <a:t>Variación de tono</a:t>
            </a:r>
          </a:p>
          <a:p>
            <a:pPr lvl="1" rtl="0"/>
            <a:r>
              <a:rPr lang="es-ES" dirty="0"/>
              <a:t>Inflexión del tono</a:t>
            </a:r>
          </a:p>
          <a:p>
            <a:pPr lvl="1" rtl="0"/>
            <a:r>
              <a:rPr lang="es-ES" dirty="0"/>
              <a:t>Control de volumen</a:t>
            </a: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BDB9D020-1E25-453D-83DF-1420ACD3968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496321" y="2343150"/>
            <a:ext cx="4531658" cy="2990850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El lenguaje corporal eficaz mejora su mensaje, haciéndolo más impactante y memorable.</a:t>
            </a:r>
          </a:p>
          <a:p>
            <a:pPr lvl="1" rtl="0"/>
            <a:r>
              <a:rPr lang="es-ES" dirty="0"/>
              <a:t>Contacto visual significativo</a:t>
            </a:r>
          </a:p>
          <a:p>
            <a:pPr lvl="1" rtl="0"/>
            <a:r>
              <a:rPr lang="es-ES" dirty="0"/>
              <a:t>Gestos intencionados</a:t>
            </a:r>
          </a:p>
          <a:p>
            <a:pPr lvl="1" rtl="0"/>
            <a:r>
              <a:rPr lang="es-ES" dirty="0"/>
              <a:t>Mantener una buena postura</a:t>
            </a:r>
          </a:p>
          <a:p>
            <a:pPr lvl="1" rtl="0"/>
            <a:r>
              <a:rPr lang="es-ES" dirty="0"/>
              <a:t>Controle sus expresiones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1D3542AA-82FB-8DD5-2A66-7F47BFF880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CBB9EEEB-17BB-C5D5-CDC9-3494B4729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76292"/>
            <a:ext cx="10907016" cy="92251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Navegar por las sesiones de Preguntas y respuestas</a:t>
            </a:r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94D6DA3F-EA1B-C232-77E4-39A411FFB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8998" y="2343150"/>
            <a:ext cx="6520795" cy="2994868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Mantener la compostura durante la sesión de Preguntas y respuestas es esencial para proyectar confianza y autoridad. Tenga en cuenta los siguientes consejos para mantener la compostura:</a:t>
            </a:r>
          </a:p>
          <a:p>
            <a:pPr lvl="1" rtl="0"/>
            <a:r>
              <a:rPr lang="es-ES" dirty="0"/>
              <a:t>Permanecer tranquilo</a:t>
            </a:r>
          </a:p>
          <a:p>
            <a:pPr lvl="1" rtl="0"/>
            <a:r>
              <a:rPr lang="es-ES" dirty="0"/>
              <a:t>Escuchar activamente</a:t>
            </a:r>
          </a:p>
          <a:p>
            <a:pPr lvl="1" rtl="0"/>
            <a:r>
              <a:rPr lang="es-ES" dirty="0"/>
              <a:t>Pausar y reflexionar</a:t>
            </a:r>
          </a:p>
          <a:p>
            <a:pPr lvl="1" rtl="0"/>
            <a:r>
              <a:rPr lang="es-ES" dirty="0"/>
              <a:t>Mantenga el contacto visual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32C135-A7AC-32CB-237C-66CCE1BD354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96275" y="2343150"/>
            <a:ext cx="3062967" cy="299085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Conozca el material con antelación</a:t>
            </a:r>
          </a:p>
          <a:p>
            <a:pPr rtl="0"/>
            <a:r>
              <a:rPr lang="es-ES" dirty="0"/>
              <a:t>Anticipar preguntas comunes</a:t>
            </a:r>
          </a:p>
          <a:p>
            <a:pPr rtl="0"/>
            <a:r>
              <a:rPr lang="es-ES" dirty="0"/>
              <a:t>Ensaye sus respuestas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1666D3-AEBC-3481-2B8F-AB51BE3937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8851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21768-96CF-05EB-0BAD-BA4141757D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566851-B069-8589-5ED5-C0DFEE9D1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49" y="403224"/>
            <a:ext cx="5946389" cy="221955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Impacto en el habla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330B69-CDF7-D7DC-5E63-70B0D8BD61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1349" y="2884714"/>
            <a:ext cx="5946389" cy="1997530"/>
          </a:xfrm>
        </p:spPr>
        <p:txBody>
          <a:bodyPr vert="horz" lIns="91440" tIns="45720" rIns="91440" bIns="45720" rtlCol="0" anchor="t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Su capacidad de comunicarse de forma eficaz dejará un impacto duradero en el público</a:t>
            </a:r>
          </a:p>
          <a:p>
            <a:pPr rtl="0"/>
            <a:r>
              <a:rPr lang="es-ES" dirty="0"/>
              <a:t>Comunicarse eficazmente implica no solo transmitir un mensaje, sino también resonar con las experiencias, valores y emociones de quienes escuchan </a:t>
            </a:r>
          </a:p>
        </p:txBody>
      </p:sp>
      <p:pic>
        <p:nvPicPr>
          <p:cNvPr id="67" name="Marcador de posición de imagen 66" descr="Una mochila con material escolar y una manzana verde">
            <a:extLst>
              <a:ext uri="{FF2B5EF4-FFF2-40B4-BE49-F238E27FC236}">
                <a16:creationId xmlns:a16="http://schemas.microsoft.com/office/drawing/2014/main" id="{74C331CE-64C2-428D-D92A-52CF104ACD76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77033" y="1809865"/>
            <a:ext cx="3520440" cy="3063240"/>
          </a:xfr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31527CE-284D-A3F6-4256-BBF0B333F1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17281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B4F4095-BDED-C078-22D5-1BF1E3AAF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990005"/>
            <a:ext cx="10907016" cy="92251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Presentación dinámica</a:t>
            </a:r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6C2BF529-2BDD-94C0-202F-CA0D13A190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786" y="3059961"/>
            <a:ext cx="3766269" cy="2467383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Aprenda a infundir energía en su presentación para dejar una impresión duradera</a:t>
            </a:r>
          </a:p>
          <a:p>
            <a:pPr rtl="0"/>
            <a:r>
              <a:rPr lang="es-ES" dirty="0"/>
              <a:t>Uno de los objetivos de la comunicación eficaz es motivar a la audiencia</a:t>
            </a:r>
          </a:p>
        </p:txBody>
      </p:sp>
      <p:graphicFrame>
        <p:nvGraphicFramePr>
          <p:cNvPr id="7" name="Marcador de posición de tabla 6">
            <a:extLst>
              <a:ext uri="{FF2B5EF4-FFF2-40B4-BE49-F238E27FC236}">
                <a16:creationId xmlns:a16="http://schemas.microsoft.com/office/drawing/2014/main" id="{7416ADBF-875D-EDDB-76FB-AF4E0669E5BD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738357109"/>
              </p:ext>
            </p:extLst>
          </p:nvPr>
        </p:nvGraphicFramePr>
        <p:xfrm>
          <a:off x="5048250" y="3060700"/>
          <a:ext cx="6500813" cy="2590761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11316">
                  <a:extLst>
                    <a:ext uri="{9D8B030D-6E8A-4147-A177-3AD203B41FA5}">
                      <a16:colId xmlns:a16="http://schemas.microsoft.com/office/drawing/2014/main" val="816875032"/>
                    </a:ext>
                  </a:extLst>
                </a:gridCol>
                <a:gridCol w="1962806">
                  <a:extLst>
                    <a:ext uri="{9D8B030D-6E8A-4147-A177-3AD203B41FA5}">
                      <a16:colId xmlns:a16="http://schemas.microsoft.com/office/drawing/2014/main" val="3981228955"/>
                    </a:ext>
                  </a:extLst>
                </a:gridCol>
                <a:gridCol w="1158766">
                  <a:extLst>
                    <a:ext uri="{9D8B030D-6E8A-4147-A177-3AD203B41FA5}">
                      <a16:colId xmlns:a16="http://schemas.microsoft.com/office/drawing/2014/main" val="3244472403"/>
                    </a:ext>
                  </a:extLst>
                </a:gridCol>
                <a:gridCol w="867925">
                  <a:extLst>
                    <a:ext uri="{9D8B030D-6E8A-4147-A177-3AD203B41FA5}">
                      <a16:colId xmlns:a16="http://schemas.microsoft.com/office/drawing/2014/main" val="783738719"/>
                    </a:ext>
                  </a:extLst>
                </a:gridCol>
              </a:tblGrid>
              <a:tr h="357348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noProof="0" dirty="0"/>
                        <a:t>Métrica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noProof="0" dirty="0"/>
                        <a:t>Medida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noProof="0" dirty="0"/>
                        <a:t>Objetivo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noProof="0" dirty="0"/>
                        <a:t>Real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1513643"/>
                  </a:ext>
                </a:extLst>
              </a:tr>
              <a:tr h="51840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noProof="0" dirty="0"/>
                        <a:t>Asistencia del público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noProof="0" dirty="0"/>
                        <a:t>N.º de asistentes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noProof="0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noProof="0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0037886"/>
                  </a:ext>
                </a:extLst>
              </a:tr>
              <a:tr h="616793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noProof="0" dirty="0"/>
                        <a:t>Duración de la interacción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noProof="0" dirty="0"/>
                        <a:t>Minutos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noProof="0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noProof="0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6211194"/>
                  </a:ext>
                </a:extLst>
              </a:tr>
              <a:tr h="357348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noProof="0" dirty="0"/>
                        <a:t>Interacción de Preguntas y respuestas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noProof="0" dirty="0"/>
                        <a:t>N.º de preguntas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noProof="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noProof="0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715869"/>
                  </a:ext>
                </a:extLst>
              </a:tr>
              <a:tr h="519100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noProof="0" dirty="0"/>
                        <a:t>Comentarios positivos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noProof="0" dirty="0"/>
                        <a:t>Porcentaje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noProof="0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sz="1600" noProof="0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4202100"/>
                  </a:ext>
                </a:extLst>
              </a:tr>
            </a:tbl>
          </a:graphicData>
        </a:graphic>
      </p:graphicFrame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1531C35-FB2E-F9F7-8D1E-64ACCC0E7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41361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D4AFE818-0DBE-0E12-2EC7-51B44683F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0" y="576292"/>
            <a:ext cx="10907016" cy="92251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Sugerencias finales y puntos de vista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57517E-4AA9-56C2-7E84-6E2482958A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1945" y="2343150"/>
            <a:ext cx="3143083" cy="299085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1700" dirty="0"/>
              <a:t>Seguir mejorando</a:t>
            </a:r>
          </a:p>
          <a:p>
            <a:pPr rtl="0"/>
            <a:r>
              <a:rPr lang="es-ES" sz="1700" dirty="0"/>
              <a:t>Buscar comentarios</a:t>
            </a:r>
          </a:p>
          <a:p>
            <a:pPr rtl="0"/>
            <a:r>
              <a:rPr lang="es-ES" sz="1700" dirty="0"/>
              <a:t>Reflejar el rendimiento</a:t>
            </a:r>
          </a:p>
          <a:p>
            <a:pPr rtl="0"/>
            <a:r>
              <a:rPr lang="es-ES" sz="1700" dirty="0"/>
              <a:t>Explorar nuevas técnicas</a:t>
            </a:r>
          </a:p>
          <a:p>
            <a:pPr rtl="0"/>
            <a:r>
              <a:rPr lang="es-ES" sz="1700" dirty="0"/>
              <a:t>Establecer objetivos personales</a:t>
            </a:r>
          </a:p>
          <a:p>
            <a:pPr rtl="0"/>
            <a:r>
              <a:rPr lang="es-ES" sz="1700" dirty="0"/>
              <a:t>Iterar y adaptarse</a:t>
            </a:r>
          </a:p>
          <a:p>
            <a:pPr rtl="0"/>
            <a:endParaRPr lang="es-ES" sz="1700" dirty="0"/>
          </a:p>
        </p:txBody>
      </p:sp>
      <p:sp>
        <p:nvSpPr>
          <p:cNvPr id="2" name="Marcador de contenido 1">
            <a:extLst>
              <a:ext uri="{FF2B5EF4-FFF2-40B4-BE49-F238E27FC236}">
                <a16:creationId xmlns:a16="http://schemas.microsoft.com/office/drawing/2014/main" id="{8EDFF58B-671A-80A2-9FC1-39A4233DF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19626" y="2343150"/>
            <a:ext cx="6626226" cy="2994868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sz="1700"/>
              <a:t>Ensayo constante</a:t>
            </a:r>
          </a:p>
          <a:p>
            <a:pPr lvl="1" rtl="0"/>
            <a:r>
              <a:rPr lang="es-ES" sz="1700"/>
              <a:t>Reforzar la familiaridad</a:t>
            </a:r>
          </a:p>
          <a:p>
            <a:pPr rtl="0"/>
            <a:r>
              <a:rPr lang="es-ES" sz="1700"/>
              <a:t>Refinar el estilo de entrega</a:t>
            </a:r>
          </a:p>
          <a:p>
            <a:pPr lvl="1" rtl="0"/>
            <a:r>
              <a:rPr lang="es-ES" sz="1700"/>
              <a:t>Ritmo, tono y énfasis</a:t>
            </a:r>
          </a:p>
          <a:p>
            <a:pPr rtl="0"/>
            <a:r>
              <a:rPr lang="es-ES" sz="1700"/>
              <a:t>Tiempos y transiciones</a:t>
            </a:r>
          </a:p>
          <a:p>
            <a:pPr lvl="1" rtl="0"/>
            <a:r>
              <a:rPr lang="es-ES" sz="1700"/>
              <a:t>Objetivo para una entrega profesional y sin fisuras</a:t>
            </a:r>
          </a:p>
          <a:p>
            <a:pPr rtl="0"/>
            <a:r>
              <a:rPr lang="es-ES" sz="1700"/>
              <a:t>Practicar con público</a:t>
            </a:r>
          </a:p>
          <a:p>
            <a:pPr lvl="1" rtl="0"/>
            <a:r>
              <a:rPr lang="es-ES" sz="1700"/>
              <a:t>Reclute a colegas para que escuchen y ofrezcan comentarios</a:t>
            </a:r>
          </a:p>
          <a:p>
            <a:pPr rtl="0"/>
            <a:endParaRPr lang="es-ES" sz="1700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E0C452-1F59-265B-89CA-B9F37E8038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907317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80" y="3077710"/>
            <a:ext cx="4444058" cy="210918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Métricas de interacción de habla</a:t>
            </a:r>
          </a:p>
        </p:txBody>
      </p:sp>
      <p:graphicFrame>
        <p:nvGraphicFramePr>
          <p:cNvPr id="22" name="Marcador de contenido 18">
            <a:extLst>
              <a:ext uri="{FF2B5EF4-FFF2-40B4-BE49-F238E27FC236}">
                <a16:creationId xmlns:a16="http://schemas.microsoft.com/office/drawing/2014/main" id="{633087BA-06D0-6FB3-6A93-C3860A595F9E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912055688"/>
              </p:ext>
            </p:extLst>
          </p:nvPr>
        </p:nvGraphicFramePr>
        <p:xfrm>
          <a:off x="4960620" y="1226820"/>
          <a:ext cx="6830568" cy="4288248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138272">
                  <a:extLst>
                    <a:ext uri="{9D8B030D-6E8A-4147-A177-3AD203B41FA5}">
                      <a16:colId xmlns:a16="http://schemas.microsoft.com/office/drawing/2014/main" val="1556557901"/>
                    </a:ext>
                  </a:extLst>
                </a:gridCol>
                <a:gridCol w="2100425">
                  <a:extLst>
                    <a:ext uri="{9D8B030D-6E8A-4147-A177-3AD203B41FA5}">
                      <a16:colId xmlns:a16="http://schemas.microsoft.com/office/drawing/2014/main" val="2125151449"/>
                    </a:ext>
                  </a:extLst>
                </a:gridCol>
                <a:gridCol w="1276869">
                  <a:extLst>
                    <a:ext uri="{9D8B030D-6E8A-4147-A177-3AD203B41FA5}">
                      <a16:colId xmlns:a16="http://schemas.microsoft.com/office/drawing/2014/main" val="3936393425"/>
                    </a:ext>
                  </a:extLst>
                </a:gridCol>
                <a:gridCol w="1315002">
                  <a:extLst>
                    <a:ext uri="{9D8B030D-6E8A-4147-A177-3AD203B41FA5}">
                      <a16:colId xmlns:a16="http://schemas.microsoft.com/office/drawing/2014/main" val="864779359"/>
                    </a:ext>
                  </a:extLst>
                </a:gridCol>
              </a:tblGrid>
              <a:tr h="843462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noProof="0" dirty="0"/>
                        <a:t>Factor de impacto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noProof="0" dirty="0"/>
                        <a:t>Medida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noProof="0" dirty="0"/>
                        <a:t>Objetivo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noProof="0" dirty="0"/>
                        <a:t>Logrado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357397"/>
                  </a:ext>
                </a:extLst>
              </a:tr>
              <a:tr h="843462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noProof="0" dirty="0"/>
                        <a:t>Interacción del público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noProof="0" dirty="0"/>
                        <a:t>Porcentaje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noProof="0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noProof="0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6408975"/>
                  </a:ext>
                </a:extLst>
              </a:tr>
              <a:tr h="843462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noProof="0" dirty="0"/>
                        <a:t>Retención de conocimientos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noProof="0" dirty="0"/>
                        <a:t>Porcentaje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noProof="0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noProof="0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1163"/>
                  </a:ext>
                </a:extLst>
              </a:tr>
              <a:tr h="843462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noProof="0" dirty="0"/>
                        <a:t>Encuestas posteriores a la presentación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noProof="0" dirty="0"/>
                        <a:t>Calificación media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noProof="0" dirty="0"/>
                        <a:t>4,2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noProof="0" dirty="0"/>
                        <a:t>4,5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8023019"/>
                  </a:ext>
                </a:extLst>
              </a:tr>
              <a:tr h="843462"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noProof="0" dirty="0"/>
                        <a:t>Tasa de referencia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noProof="0" dirty="0"/>
                        <a:t>Porcentaje (%)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noProof="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 noProof="0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97645911"/>
                  </a:ext>
                </a:extLst>
              </a:tr>
            </a:tbl>
          </a:graphicData>
        </a:graphic>
      </p:graphicFrame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FA6FEA-8A53-A674-4C2A-2B552C959A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212917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FAE308-3076-43DB-B834-DA0B0AE19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746" y="327023"/>
            <a:ext cx="5931354" cy="5561465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Gracias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BC2CE0-8806-4B2A-A10A-32984D317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17199" y="1788339"/>
            <a:ext cx="3103201" cy="3092539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/>
              <a:t>Mirjam Nilsson​</a:t>
            </a:r>
          </a:p>
          <a:p>
            <a:pPr rtl="0"/>
            <a:r>
              <a:rPr lang="es-ES"/>
              <a:t>mirjam@contoso.com</a:t>
            </a:r>
          </a:p>
          <a:p>
            <a:pPr rtl="0"/>
            <a:r>
              <a:rPr lang="es-ES"/>
              <a:t>www.contoso.com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11D134F-4AA5-8D65-F269-E8A1D90CB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72137" y="6226628"/>
            <a:ext cx="630748" cy="631372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03683689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Custom 89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8698DA"/>
      </a:accent1>
      <a:accent2>
        <a:srgbClr val="9EE0F8"/>
      </a:accent2>
      <a:accent3>
        <a:srgbClr val="C1F088"/>
      </a:accent3>
      <a:accent4>
        <a:srgbClr val="A4E4D2"/>
      </a:accent4>
      <a:accent5>
        <a:srgbClr val="FFBF8F"/>
      </a:accent5>
      <a:accent6>
        <a:srgbClr val="FABBB0"/>
      </a:accent6>
      <a:hlink>
        <a:srgbClr val="56C7AA"/>
      </a:hlink>
      <a:folHlink>
        <a:srgbClr val="59A8D1"/>
      </a:folHlink>
    </a:clrScheme>
    <a:fontScheme name="Custom 74">
      <a:majorFont>
        <a:latin typeface="Jumble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596226_Win32_SL_V6" id="{D9DA734B-CC3F-4DBB-B6FE-0BB140309365}" vid="{69AD8D68-423B-4DFD-8A07-EF38EEF8EBC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ppt/theme/themeOverride2.xml><?xml version="1.0" encoding="utf-8"?>
<a:themeOverride xmlns:a="http://schemas.openxmlformats.org/drawingml/2006/main">
  <a:clrScheme name="Custom 89">
    <a:dk1>
      <a:sysClr val="windowText" lastClr="000000"/>
    </a:dk1>
    <a:lt1>
      <a:sysClr val="window" lastClr="FFFFFF"/>
    </a:lt1>
    <a:dk2>
      <a:srgbClr val="212745"/>
    </a:dk2>
    <a:lt2>
      <a:srgbClr val="B4DCFA"/>
    </a:lt2>
    <a:accent1>
      <a:srgbClr val="8698DA"/>
    </a:accent1>
    <a:accent2>
      <a:srgbClr val="9EE0F8"/>
    </a:accent2>
    <a:accent3>
      <a:srgbClr val="C1F088"/>
    </a:accent3>
    <a:accent4>
      <a:srgbClr val="A4E4D2"/>
    </a:accent4>
    <a:accent5>
      <a:srgbClr val="FFBF8F"/>
    </a:accent5>
    <a:accent6>
      <a:srgbClr val="FABBB0"/>
    </a:accent6>
    <a:hlink>
      <a:srgbClr val="56C7AA"/>
    </a:hlink>
    <a:folHlink>
      <a:srgbClr val="59A8D1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D1CFE71-3FEB-410F-B4FF-3D986B4B64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6239674-1887-41DB-914A-BD2B863063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681AD4F-527A-4A88-9D9F-EFDB01771BD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494</Words>
  <PresentationFormat>Panorámica</PresentationFormat>
  <Paragraphs>127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Aptos</vt:lpstr>
      <vt:lpstr>Arial</vt:lpstr>
      <vt:lpstr>Calibri</vt:lpstr>
      <vt:lpstr>Century Gothic</vt:lpstr>
      <vt:lpstr>Jumble</vt:lpstr>
      <vt:lpstr>Personalizar</vt:lpstr>
      <vt:lpstr>Título de la presentación</vt:lpstr>
      <vt:lpstr>Agenda</vt:lpstr>
      <vt:lpstr>El poder de la comunicación</vt:lpstr>
      <vt:lpstr>Superar el nerviosismo</vt:lpstr>
      <vt:lpstr>Atraer al público</vt:lpstr>
      <vt:lpstr>Selección de ayudas visuales</vt:lpstr>
      <vt:lpstr>Técnicas de entrega efectivas</vt:lpstr>
      <vt:lpstr>Navegar por las sesiones de Preguntas y respuestas</vt:lpstr>
      <vt:lpstr>Impacto en el habla</vt:lpstr>
      <vt:lpstr>Presentación dinámica</vt:lpstr>
      <vt:lpstr>Sugerencias finales y puntos de vista</vt:lpstr>
      <vt:lpstr>Métricas de interacción de habla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2024-01-28T15:41:30Z</dcterms:created>
  <dcterms:modified xsi:type="dcterms:W3CDTF">2024-05-20T05:46:34Z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