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0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473952"/>
            <a:ext cx="548640" cy="182880"/>
          </a:xfrm>
          <a:prstGeom prst="rect">
            <a:avLst/>
          </a:prstGeom>
          <a:solidFill>
            <a:srgbClr val="CFEFF5"/>
          </a:solidFill>
          <a:ln>
            <a:solidFill>
              <a:srgbClr val="17365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6455664"/>
            <a:ext cx="5303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Práctica Comprobante · UNAC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594592" y="6455664"/>
            <a:ext cx="228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777240"/>
            <a:ext cx="10652760" cy="4983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2D324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6" name="Shape 4"/>
          <p:cNvSpPr/>
          <p:nvPr/>
        </p:nvSpPr>
        <p:spPr>
          <a:xfrm>
            <a:off x="777240" y="777240"/>
            <a:ext cx="10652760" cy="246888"/>
          </a:xfrm>
          <a:prstGeom prst="rect">
            <a:avLst/>
          </a:prstGeom>
          <a:solidFill>
            <a:srgbClr val="7D92D5"/>
          </a:solidFill>
          <a:ln w="12700">
            <a:solidFill>
              <a:srgbClr val="2D32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50392" y="850392"/>
            <a:ext cx="64008" cy="6400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960120" y="850392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069848" y="850392"/>
            <a:ext cx="64008" cy="64008"/>
          </a:xfrm>
          <a:prstGeom prst="ellipse">
            <a:avLst/>
          </a:prstGeom>
          <a:solidFill>
            <a:srgbClr val="79D2A6"/>
          </a:solidFill>
          <a:ln w="12700">
            <a:solidFill>
              <a:srgbClr val="79D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5760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3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Modelamiento de datos</a:t>
            </a:r>
            <a:endParaRPr lang="en-US" sz="3300" dirty="0"/>
          </a:p>
          <a:p>
            <a:pPr marL="0" indent="0">
              <a:buNone/>
            </a:pPr>
            <a:r>
              <a:rPr lang="en-US" sz="33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partir de un comprobante de venta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298448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Comprobante · Unidad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3657600"/>
            <a:ext cx="5394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Nacional del Callao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ISEE302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Estudiante: Villanueva Portella Jhon Gesell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Código: 2515250011</a:t>
            </a:r>
            <a:endParaRPr lang="en-US" sz="128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08EEC9D-B00E-C983-0E98-B697C2A2D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831" y="1715578"/>
            <a:ext cx="20859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473952"/>
            <a:ext cx="548640" cy="182880"/>
          </a:xfrm>
          <a:prstGeom prst="rect">
            <a:avLst/>
          </a:prstGeom>
          <a:solidFill>
            <a:srgbClr val="CFEFF5"/>
          </a:solidFill>
          <a:ln>
            <a:solidFill>
              <a:srgbClr val="17365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6455664"/>
            <a:ext cx="5303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Práctica Comprobante · UNAC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594592" y="6455664"/>
            <a:ext cx="228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Comprobante seleccionado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03327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modeló únicamente lo que aparece en la boleta de venta física.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703320" cy="480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2D324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703320" cy="246888"/>
          </a:xfrm>
          <a:prstGeom prst="rect">
            <a:avLst/>
          </a:prstGeom>
          <a:solidFill>
            <a:srgbClr val="7D92D5"/>
          </a:solidFill>
          <a:ln w="12700">
            <a:solidFill>
              <a:srgbClr val="2D32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58952" y="1490472"/>
            <a:ext cx="64008" cy="6400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868680" y="1490472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978408" y="1490472"/>
            <a:ext cx="64008" cy="64008"/>
          </a:xfrm>
          <a:prstGeom prst="ellipse">
            <a:avLst/>
          </a:prstGeom>
          <a:solidFill>
            <a:srgbClr val="79D2A6"/>
          </a:solidFill>
          <a:ln w="12700">
            <a:solidFill>
              <a:srgbClr val="79D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2" name="Image 0" descr="/mnt/data/WhatsApp Image 2026-10-11 at 8.36.24 PM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522" y="1755648"/>
            <a:ext cx="1962443" cy="4251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006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del documento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846320" y="1901952"/>
            <a:ext cx="6309360" cy="11517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Negocio: MI CHACRA / Inversiones Cas Mas E.I.R.L.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Comprobante: Boleta de venta electrónica B001-22112.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de emisión: 10/10/2026 13:26:39.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Atención: en salón, mesa 8, mozo Katerina.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observado: Coca Cola 1.5 LT, cantidad 1, total S/ 10.00.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4800600" y="5703785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usado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6069545"/>
            <a:ext cx="6080760" cy="685800"/>
          </a:xfrm>
          <a:prstGeom prst="rect">
            <a:avLst/>
          </a:prstGeom>
          <a:solidFill>
            <a:srgbClr val="F7E8F7">
              <a:alpha val="95000"/>
            </a:srgbClr>
          </a:solidFill>
          <a:ln>
            <a:solidFill>
              <a:srgbClr val="2D324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138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8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8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desarrollamos</a:t>
            </a: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solo pretender </a:t>
            </a:r>
            <a:r>
              <a:rPr lang="en-US" sz="138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</a:t>
            </a:r>
            <a:r>
              <a:rPr lang="en-US" sz="13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los datos que el comprobante permite identificar con claridad.</a:t>
            </a:r>
            <a:endParaRPr lang="en-US" sz="1380" dirty="0"/>
          </a:p>
        </p:txBody>
      </p:sp>
      <p:pic>
        <p:nvPicPr>
          <p:cNvPr id="18" name="Imagen 17" descr="Polleria mi chacra (@polleriamichacra) • Instagram photos and videos">
            <a:extLst>
              <a:ext uri="{FF2B5EF4-FFF2-40B4-BE49-F238E27FC236}">
                <a16:creationId xmlns:a16="http://schemas.microsoft.com/office/drawing/2014/main" id="{92487466-83B2-17E0-A371-A4DE95576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31" y="3126903"/>
            <a:ext cx="1827074" cy="1827074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822EFC71-83D5-0A72-8C33-3306043336FB}"/>
              </a:ext>
            </a:extLst>
          </p:cNvPr>
          <p:cNvSpPr txBox="1"/>
          <p:nvPr/>
        </p:nvSpPr>
        <p:spPr>
          <a:xfrm>
            <a:off x="4838109" y="4981978"/>
            <a:ext cx="2779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02: Logo del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restaurante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elegído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54D20F-1E4B-1A55-6587-C6D27EC228F5}"/>
              </a:ext>
            </a:extLst>
          </p:cNvPr>
          <p:cNvSpPr txBox="1"/>
          <p:nvPr/>
        </p:nvSpPr>
        <p:spPr>
          <a:xfrm>
            <a:off x="1147688" y="5952744"/>
            <a:ext cx="2676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01: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Boleta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electrónico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473952"/>
            <a:ext cx="548640" cy="182880"/>
          </a:xfrm>
          <a:prstGeom prst="rect">
            <a:avLst/>
          </a:prstGeom>
          <a:solidFill>
            <a:srgbClr val="CFEFF5"/>
          </a:solidFill>
          <a:ln>
            <a:solidFill>
              <a:srgbClr val="17365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6455664"/>
            <a:ext cx="5303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Práctica Comprobante · UNAC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594592" y="6455664"/>
            <a:ext cx="228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Elementos identificados para el modelo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03327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partir de la boleta se separaron datos de venta, producto, cliente, empresa y pago.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2971800" cy="1508760"/>
          </a:xfrm>
          <a:prstGeom prst="rect">
            <a:avLst/>
          </a:prstGeom>
          <a:solidFill>
            <a:srgbClr val="EAF2FF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Razón social, RUC y dirección del negocio emisor.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86968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1554480"/>
            <a:ext cx="2971800" cy="1508760"/>
          </a:xfrm>
          <a:prstGeom prst="rect">
            <a:avLst/>
          </a:prstGeom>
          <a:solidFill>
            <a:srgbClr val="F7E8F7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y documento observados en el comprobante.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453128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1554480"/>
            <a:ext cx="2971800" cy="1508760"/>
          </a:xfrm>
          <a:prstGeom prst="rect">
            <a:avLst/>
          </a:prstGeom>
          <a:solidFill>
            <a:srgbClr val="FFF1C6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Número, fecha, pedido, mesa, caja, mozo, moneda y totales.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019288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2971800" cy="1508760"/>
          </a:xfrm>
          <a:prstGeom prst="rect">
            <a:avLst/>
          </a:prstGeom>
          <a:solidFill>
            <a:srgbClr val="E9F8EF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vendido: nombre del ítem observado.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86968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3794760"/>
            <a:ext cx="2971800" cy="1508760"/>
          </a:xfrm>
          <a:prstGeom prst="rect">
            <a:avLst/>
          </a:prstGeom>
          <a:solidFill>
            <a:srgbClr val="FEE7DF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DETALLE_COMPROBANTE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Cantidad, precio unitario y total por producto.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453128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DETALLE_COMPROBANTE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9560" y="3794760"/>
            <a:ext cx="2971800" cy="1508760"/>
          </a:xfrm>
          <a:prstGeom prst="rect">
            <a:avLst/>
          </a:prstGeom>
          <a:solidFill>
            <a:srgbClr val="EAF2FF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de pago, monto entregado y vuelto.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019288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5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5806440"/>
            <a:ext cx="9784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de modelado: los datos de pedido, mesa, caja y mozo se integraron en COMPROBANTE porque en la boleta aparecen asociados a esa venta específica.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473952"/>
            <a:ext cx="548640" cy="182880"/>
          </a:xfrm>
          <a:prstGeom prst="rect">
            <a:avLst/>
          </a:prstGeom>
          <a:solidFill>
            <a:srgbClr val="CFEFF5"/>
          </a:solidFill>
          <a:ln>
            <a:solidFill>
              <a:srgbClr val="17365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6455664"/>
            <a:ext cx="5303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Práctica Comprobante · UNAC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594592" y="6455664"/>
            <a:ext cx="228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desarrollado en ERwin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03327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del archivo “Villanueva Portella - Comprobante.erwin”.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9270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2D324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27080" cy="246888"/>
          </a:xfrm>
          <a:prstGeom prst="rect">
            <a:avLst/>
          </a:prstGeom>
          <a:solidFill>
            <a:srgbClr val="7D92D5"/>
          </a:solidFill>
          <a:ln w="12700">
            <a:solidFill>
              <a:srgbClr val="2D32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64008" cy="6400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822960" y="1399032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932688" y="1399032"/>
            <a:ext cx="64008" cy="64008"/>
          </a:xfrm>
          <a:prstGeom prst="ellipse">
            <a:avLst/>
          </a:prstGeom>
          <a:solidFill>
            <a:srgbClr val="79D2A6"/>
          </a:solidFill>
          <a:ln w="12700">
            <a:solidFill>
              <a:srgbClr val="79D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2" name="Image 0" descr="/mnt/data/Figura_captura_pantalla_er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819" y="1664208"/>
            <a:ext cx="6911601" cy="3886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5989320"/>
            <a:ext cx="9784080" cy="347472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D5D8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se construyó en vista lógica, con 6 entidades conectadas y claves foráneas propagadas desde las relaciones principales.</a:t>
            </a:r>
            <a:endParaRPr lang="en-US" sz="126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2A7B173-3158-A772-5FC1-925C45FB6D52}"/>
              </a:ext>
            </a:extLst>
          </p:cNvPr>
          <p:cNvSpPr txBox="1"/>
          <p:nvPr/>
        </p:nvSpPr>
        <p:spPr>
          <a:xfrm>
            <a:off x="4706228" y="5550408"/>
            <a:ext cx="3121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03: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120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escritorio</a:t>
            </a:r>
            <a:r>
              <a:rPr lang="en-US" sz="12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473952"/>
            <a:ext cx="548640" cy="182880"/>
          </a:xfrm>
          <a:prstGeom prst="rect">
            <a:avLst/>
          </a:prstGeom>
          <a:solidFill>
            <a:srgbClr val="CFEFF5"/>
          </a:solidFill>
          <a:ln>
            <a:solidFill>
              <a:srgbClr val="17365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6455664"/>
            <a:ext cx="5303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Práctica Comprobante · UNAC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594592" y="6455664"/>
            <a:ext cx="228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del modelo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03327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principales definidas a partir de los datos observados.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749040" cy="2606040"/>
          </a:xfrm>
          <a:prstGeom prst="rect">
            <a:avLst/>
          </a:prstGeom>
          <a:solidFill>
            <a:srgbClr val="EAF2FF"/>
          </a:solidFill>
          <a:ln>
            <a:solidFill>
              <a:srgbClr val="2D324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EMPRESA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CLIENTE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COMPROBANTE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PRODUCTO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DETALLE_COMPROBANTE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PAGO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166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12080" y="1965960"/>
            <a:ext cx="61264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</a:t>
            </a:r>
            <a:r>
              <a:rPr lang="en-US" sz="1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COMPROBANTE.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</a:t>
            </a:r>
            <a:r>
              <a:rPr lang="en-US" sz="1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COMPROBANTE.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 </a:t>
            </a:r>
            <a:r>
              <a:rPr lang="en-US" sz="1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DETALLE_COMPROBANTE.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</a:t>
            </a:r>
            <a:r>
              <a:rPr lang="en-US" sz="1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 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DETALLE_COMPROBANTE.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 </a:t>
            </a:r>
            <a:r>
              <a:rPr lang="en-US" sz="1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PAGO.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4572000"/>
            <a:ext cx="5943600" cy="822960"/>
          </a:xfrm>
          <a:prstGeom prst="rect">
            <a:avLst/>
          </a:prstGeom>
          <a:solidFill>
            <a:srgbClr val="FEE7DF"/>
          </a:solidFill>
          <a:ln>
            <a:solidFill>
              <a:srgbClr val="2D324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DETALLE_COMPROBANTE evita colocar varios productos directamente dentro del comprobante y permite registrar cantidad, precio unitario y total por ítem.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473952"/>
            <a:ext cx="548640" cy="182880"/>
          </a:xfrm>
          <a:prstGeom prst="rect">
            <a:avLst/>
          </a:prstGeom>
          <a:solidFill>
            <a:srgbClr val="CFEFF5"/>
          </a:solidFill>
          <a:ln>
            <a:solidFill>
              <a:srgbClr val="17365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6455664"/>
            <a:ext cx="5303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I · Práctica Comprobante · UNAC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594592" y="6455664"/>
            <a:ext cx="228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 y archivos de entrega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03327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representa una </a:t>
            </a:r>
            <a:r>
              <a:rPr lang="en-US" sz="115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</a:t>
            </a: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real </a:t>
            </a:r>
            <a:r>
              <a:rPr lang="en-US" sz="115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15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consume con mi familia, es un </a:t>
            </a:r>
            <a:r>
              <a:rPr lang="en-US" sz="115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claro y se </a:t>
            </a:r>
            <a:r>
              <a:rPr lang="en-US" sz="1150" dirty="0" err="1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</a:t>
            </a: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el comprobante.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52760" cy="4206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2D324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10652760" cy="246888"/>
          </a:xfrm>
          <a:prstGeom prst="rect">
            <a:avLst/>
          </a:prstGeom>
          <a:solidFill>
            <a:srgbClr val="7D92D5"/>
          </a:solidFill>
          <a:ln w="12700">
            <a:solidFill>
              <a:srgbClr val="2D32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50392" y="1536192"/>
            <a:ext cx="64008" cy="6400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960120" y="1536192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1069848" y="1536192"/>
            <a:ext cx="64008" cy="64008"/>
          </a:xfrm>
          <a:prstGeom prst="ellipse">
            <a:avLst/>
          </a:prstGeom>
          <a:solidFill>
            <a:srgbClr val="79D2A6"/>
          </a:solidFill>
          <a:ln w="12700">
            <a:solidFill>
              <a:srgbClr val="79D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51663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boleta permitió identificar las entidades mínimas necesarias para almacenar </a:t>
            </a:r>
            <a:r>
              <a:rPr lang="en-US" sz="14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</a:t>
            </a: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quién emite, quién recibe, qué se vende, cómo se detalla la venta y cómo se paga. Por ello, se planteó un modelo simple de seis entidades, suficiente para el alcance indicado por el docente.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3156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3000" dirty="0"/>
          </a:p>
        </p:txBody>
      </p:sp>
      <p:pic>
        <p:nvPicPr>
          <p:cNvPr id="18" name="Imagen 17" descr="¡Ya estamos inscritos! 🫡💛💙 Representación estudiantil 2026, ¡allá vamos!  😉🫵 #representaciónestudiantil #fiis #UNAC #construyeunac">
            <a:extLst>
              <a:ext uri="{FF2B5EF4-FFF2-40B4-BE49-F238E27FC236}">
                <a16:creationId xmlns:a16="http://schemas.microsoft.com/office/drawing/2014/main" id="{97671A9A-4FD7-C887-FE61-43DFC0FDB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528" y="1951101"/>
            <a:ext cx="2009066" cy="3577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563</Words>
  <Application>Microsoft Office PowerPoint</Application>
  <PresentationFormat>Panorámica</PresentationFormat>
  <Paragraphs>89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Modelamiento de datos a partir de comprobante de venta</dc:title>
  <dc:subject>Base de Datos I - Práctica Comprobante</dc:subject>
  <dc:creator>Villanueva Portella Jhon Gesell</dc:creator>
  <cp:lastModifiedBy>Jhon Gesell Villanueva Portella</cp:lastModifiedBy>
  <cp:revision>5</cp:revision>
  <dcterms:created xsi:type="dcterms:W3CDTF">2026-10-12T02:07:09Z</dcterms:created>
  <dcterms:modified xsi:type="dcterms:W3CDTF">2026-10-12T03:14:08Z</dcterms:modified>
</cp:coreProperties>
</file>